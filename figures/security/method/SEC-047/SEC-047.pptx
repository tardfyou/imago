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d30872f58c4920" /><Relationship Type="http://schemas.openxmlformats.org/officeDocument/2006/relationships/extended-properties" Target="/docProps/app.xml" Id="Rcec4102752c247d9" /><Relationship Type="http://schemas.openxmlformats.org/officeDocument/2006/relationships/officeDocument" Target="/ppt/presentation.xml" Id="R00097442e16345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fa9beb120c41fb"/>
  </p:sldMasterIdLst>
  <p:notesMasterIdLst>
    <p:notesMasterId xmlns:r="http://schemas.openxmlformats.org/officeDocument/2006/relationships" r:id="R48338bfed7f34f38"/>
  </p:notesMasterIdLst>
  <p:sldIdLst>
    <p:sldId xmlns:r="http://schemas.openxmlformats.org/officeDocument/2006/relationships" id="256" r:id="R452cb441376d42f1"/>
  </p:sldIdLst>
  <p:sldSz cx="6972300" cy="7429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6068852b584451" /><Relationship Type="http://schemas.openxmlformats.org/officeDocument/2006/relationships/slideMaster" Target="/ppt/slideMasters/slideMaster1.xml" Id="R68fa9beb120c41fb" /><Relationship Type="http://schemas.openxmlformats.org/officeDocument/2006/relationships/notesMaster" Target="/ppt/notesMasters/notesMaster1.xml" Id="R48338bfed7f34f38" /><Relationship Type="http://schemas.openxmlformats.org/officeDocument/2006/relationships/presProps" Target="/ppt/presProps.xml" Id="R09619ca4078949d3" /><Relationship Type="http://schemas.openxmlformats.org/officeDocument/2006/relationships/tableStyles" Target="/ppt/tableStyles.xml" Id="R62a04f6901134c07" /><Relationship Type="http://schemas.openxmlformats.org/officeDocument/2006/relationships/slide" Target="/ppt/slides/slide1.xml" Id="R452cb441376d42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fb038db61c49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c4b281725d4c7f" /><Relationship Type="http://schemas.openxmlformats.org/officeDocument/2006/relationships/notesMaster" Target="/ppt/notesMasters/notesMaster1.xml" Id="R96c4e76959ca4cf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素材ID：SEC-047</ns1:t>
            </ns1:r>
          </ns1:p>
          <ns1:p>
            <ns1:r>
              <ns1:t>论文：Moderator: Moderating Text-to-Image Diffusion Models through Fine-grained Context-based Policies</ns1:t>
            </ns1:r>
          </ns1:p>
          <ns1:p>
            <ns1:r>
              <ns1:t>会议：CCS 2024</ns1:t>
            </ns1:r>
          </ns1:p>
          <ns1:p>
            <ns1:r>
              <ns1:t>奖项：Distinguished Paper Award</ns1:t>
            </ns1:r>
          </ns1:p>
          <ns1:p>
            <ns1:r>
              <ns1:t>图号：Figure 6，PDF第7页</ns1:t>
            </ns1:r>
          </ns1:p>
          <ns1:p>
            <ns1:r>
              <ns1:t>类型：方法细节</ns1:t>
            </ns1:r>
          </ns1:p>
          <ns1:p>
            <ns1:r>
              <ns1:t>借鉴点：纵向三层展示策略生成数据、双模型差分、权重空间加减及替代示例，图像证据与代数操作共同表达方法。</ns1:t>
            </ns1:r>
          </ns1:p>
          <ns1:p>
            <ns1:r>
              <ns1:t>论文URL：https://arxiv.org/pdf/2408.07728v2</ns1:t>
            </ns1:r>
          </ns1:p>
          <ns1:p>
            <ns1:r>
              <ns1:t>官方获奖URL：https://www.sigsac.org/ccs/CCS2024/program/awards.html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606a34d2f4c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a78b4928154d8c" /><Relationship Type="http://schemas.openxmlformats.org/officeDocument/2006/relationships/slideLayout" Target="/ppt/slideLayouts/slideLayout1.xml" Id="R79c2a7e18a2045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c2a7e18a2045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3e13a19104a35" /><Relationship Type="http://schemas.openxmlformats.org/officeDocument/2006/relationships/image" Target="/ppt/media/image.png" Id="R44bdadff286c4c7b" /><Relationship Type="http://schemas.openxmlformats.org/officeDocument/2006/relationships/image" Target="/ppt/media/image2.png" Id="R37a870f85a4e4984" /><Relationship Type="http://schemas.openxmlformats.org/officeDocument/2006/relationships/image" Target="/ppt/media/image3.png" Id="R3a0d056a4ed9467c" /><Relationship Type="http://schemas.openxmlformats.org/officeDocument/2006/relationships/image" Target="/ppt/media/image4.png" Id="R3ca1b0a6ad1443b7" /><Relationship Type="http://schemas.openxmlformats.org/officeDocument/2006/relationships/image" Target="/ppt/media/image5.png" Id="Ref36b17b479a4395" /><Relationship Type="http://schemas.openxmlformats.org/officeDocument/2006/relationships/image" Target="/ppt/media/image6.png" Id="R7a167092dfeb436d" /><Relationship Type="http://schemas.openxmlformats.org/officeDocument/2006/relationships/image" Target="/ppt/media/image7.png" Id="Rb07db140b0f5412b" /><Relationship Type="http://schemas.openxmlformats.org/officeDocument/2006/relationships/image" Target="/ppt/media/image8.png" Id="Re476e7fbb7b44546" /><Relationship Type="http://schemas.openxmlformats.org/officeDocument/2006/relationships/image" Target="/ppt/media/image9.png" Id="R7571f6c6f2254a7d" /><Relationship Type="http://schemas.openxmlformats.org/officeDocument/2006/relationships/image" Target="/ppt/media/image10.png" Id="Rf8fb6774bff44631" /><Relationship Type="http://schemas.openxmlformats.org/officeDocument/2006/relationships/image" Target="/ppt/media/image11.png" Id="Rd855288e20f3430e" /><Relationship Type="http://schemas.openxmlformats.org/officeDocument/2006/relationships/image" Target="/ppt/media/image12.png" Id="R3abcd374a87b4445" /><Relationship Type="http://schemas.openxmlformats.org/officeDocument/2006/relationships/image" Target="/ppt/media/image13.png" Id="Rc71ae87ed4e04690" /><Relationship Type="http://schemas.openxmlformats.org/officeDocument/2006/relationships/image" Target="/ppt/media/image14.png" Id="R66cf42e329054587" /><Relationship Type="http://schemas.openxmlformats.org/officeDocument/2006/relationships/image" Target="/ppt/media/image15.png" Id="Rc6c87e3300fc4355" /><Relationship Type="http://schemas.openxmlformats.org/officeDocument/2006/relationships/image" Target="/ppt/media/image16.png" Id="Rd98dd83bb4d24e76" /><Relationship Type="http://schemas.openxmlformats.org/officeDocument/2006/relationships/image" Target="/ppt/media/image17.png" Id="R5f62ff28371e4071" /><Relationship Type="http://schemas.openxmlformats.org/officeDocument/2006/relationships/image" Target="/ppt/media/image18.png" Id="R7ca98f3ac7bc4331" /><Relationship Type="http://schemas.openxmlformats.org/officeDocument/2006/relationships/image" Target="/ppt/media/image19.png" Id="R29f7491b73424ae1" /><Relationship Type="http://schemas.openxmlformats.org/officeDocument/2006/relationships/image" Target="/ppt/media/image20.png" Id="R37659c298a364cfe" /><Relationship Type="http://schemas.openxmlformats.org/officeDocument/2006/relationships/image" Target="/ppt/media/image21.png" Id="R9a72b627accd46e6" /><Relationship Type="http://schemas.openxmlformats.org/officeDocument/2006/relationships/image" Target="/ppt/media/image22.png" Id="Re5255bb68b934b43" /><Relationship Type="http://schemas.openxmlformats.org/officeDocument/2006/relationships/image" Target="/ppt/media/image23.png" Id="Rf397317b25714042" /><Relationship Type="http://schemas.openxmlformats.org/officeDocument/2006/relationships/image" Target="/ppt/media/image24.png" Id="Rd9c2942c576a4cd5" /><Relationship Type="http://schemas.openxmlformats.org/officeDocument/2006/relationships/image" Target="/ppt/media/image25.png" Id="Rcbc1bc57b4954052" /><Relationship Type="http://schemas.openxmlformats.org/officeDocument/2006/relationships/image" Target="/ppt/media/image26.png" Id="R90053fad23114af0" /><Relationship Type="http://schemas.openxmlformats.org/officeDocument/2006/relationships/image" Target="/ppt/media/image27.png" Id="R600f3abf731d44df" /><Relationship Type="http://schemas.openxmlformats.org/officeDocument/2006/relationships/image" Target="/ppt/media/image28.png" Id="R3ce170b601514cdc" /><Relationship Type="http://schemas.openxmlformats.org/officeDocument/2006/relationships/image" Target="/ppt/media/image29.png" Id="Rac44044dc3f24982" /><Relationship Type="http://schemas.openxmlformats.org/officeDocument/2006/relationships/image" Target="/ppt/media/image30.png" Id="R3c74c26638b54ade" /><Relationship Type="http://schemas.openxmlformats.org/officeDocument/2006/relationships/image" Target="/ppt/media/image31.png" Id="Ra1c324f18f444d0a" /><Relationship Type="http://schemas.openxmlformats.org/officeDocument/2006/relationships/image" Target="/ppt/media/image32.png" Id="Rcce93c078f874fa0" /><Relationship Type="http://schemas.openxmlformats.org/officeDocument/2006/relationships/image" Target="/ppt/media/image33.png" Id="R8ae8a83552bc42c8" /><Relationship Type="http://schemas.openxmlformats.org/officeDocument/2006/relationships/image" Target="/ppt/media/image34.png" Id="R3fdb698c1e4f4025" /><Relationship Type="http://schemas.openxmlformats.org/officeDocument/2006/relationships/image" Target="/ppt/media/image35.png" Id="R6dbe3149dca74648" /><Relationship Type="http://schemas.openxmlformats.org/officeDocument/2006/relationships/image" Target="/ppt/media/image36.png" Id="Rec717539058044b3" /><Relationship Type="http://schemas.openxmlformats.org/officeDocument/2006/relationships/notesSlide" Target="/ppt/notesSlides/notesSlide1.xml" Id="Rb6e89d10296845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ED716-1FAD-4698-9CBF-C588C863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4" y="48198"/>
            <a:ext cx="6916436" cy="7366919"/>
          </a:xfrm>
          <a:custGeom xmlns:a="http://schemas.openxmlformats.org/drawingml/2006/main">
            <a:pathLst>
              <a:path w="6916436" h="7366919">
                <a:moveTo>
                  <a:pt x="0" y="7366919"/>
                </a:moveTo>
                <a:lnTo>
                  <a:pt x="0" y="0"/>
                </a:lnTo>
                <a:lnTo>
                  <a:pt x="6916436" y="0"/>
                </a:lnTo>
                <a:lnTo>
                  <a:pt x="6916436" y="7366919"/>
                </a:lnTo>
                <a:lnTo>
                  <a:pt x="0" y="736691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C4C3B0-577E-47B6-901D-0BD61112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98" y="420088"/>
            <a:ext cx="6023721" cy="711463"/>
          </a:xfrm>
          <a:custGeom xmlns:a="http://schemas.openxmlformats.org/drawingml/2006/main">
            <a:pathLst>
              <a:path w="6023721" h="711463">
                <a:moveTo>
                  <a:pt x="0" y="711463"/>
                </a:moveTo>
                <a:lnTo>
                  <a:pt x="6023721" y="711463"/>
                </a:lnTo>
                <a:lnTo>
                  <a:pt x="6023721" y="0"/>
                </a:lnTo>
                <a:lnTo>
                  <a:pt x="0" y="0"/>
                </a:lnTo>
                <a:lnTo>
                  <a:pt x="0" y="711463"/>
                </a:lnTo>
                <a:close/>
                <a:moveTo>
                  <a:pt x="6007365" y="695108"/>
                </a:moveTo>
                <a:lnTo>
                  <a:pt x="16355" y="695108"/>
                </a:lnTo>
                <a:lnTo>
                  <a:pt x="16355" y="16355"/>
                </a:lnTo>
                <a:lnTo>
                  <a:pt x="6007365" y="16355"/>
                </a:lnTo>
                <a:lnTo>
                  <a:pt x="6007365" y="69510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REPLACE">
            <a:extLst xmlns:a="http://schemas.openxmlformats.org/drawingml/2006/main">
              <a:ext uri="{FF2B5EF4-FFF2-40B4-BE49-F238E27FC236}">
                <a16:creationId xmlns:a16="http://schemas.microsoft.com/office/drawing/2014/main" id="{354C4249-C88E-48AF-AB9C-3CDD150C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01" y="590466"/>
            <a:ext cx="854541" cy="147966"/>
          </a:xfrm>
          <a:custGeom xmlns:a="http://schemas.openxmlformats.org/drawingml/2006/main">
            <a:pathLst>
              <a:path w="854541" h="147966">
                <a:moveTo>
                  <a:pt x="118066" y="145283"/>
                </a:moveTo>
                <a:lnTo>
                  <a:pt x="93437" y="145283"/>
                </a:lnTo>
                <a:lnTo>
                  <a:pt x="45712" y="88550"/>
                </a:lnTo>
                <a:lnTo>
                  <a:pt x="18975" y="88550"/>
                </a:lnTo>
                <a:lnTo>
                  <a:pt x="18975" y="145283"/>
                </a:lnTo>
                <a:lnTo>
                  <a:pt x="0" y="145283"/>
                </a:lnTo>
                <a:lnTo>
                  <a:pt x="0" y="2492"/>
                </a:lnTo>
                <a:lnTo>
                  <a:pt x="39962" y="2492"/>
                </a:lnTo>
                <a:cubicBezTo>
                  <a:pt x="48587" y="2492"/>
                  <a:pt x="55775" y="3052"/>
                  <a:pt x="61525" y="4172"/>
                </a:cubicBezTo>
                <a:cubicBezTo>
                  <a:pt x="67275" y="5290"/>
                  <a:pt x="72450" y="7288"/>
                  <a:pt x="77050" y="10167"/>
                </a:cubicBezTo>
                <a:cubicBezTo>
                  <a:pt x="82225" y="13430"/>
                  <a:pt x="86266" y="17539"/>
                  <a:pt x="89172" y="22497"/>
                </a:cubicBezTo>
                <a:cubicBezTo>
                  <a:pt x="92079" y="27452"/>
                  <a:pt x="93533" y="33735"/>
                  <a:pt x="93533" y="41346"/>
                </a:cubicBezTo>
                <a:cubicBezTo>
                  <a:pt x="93533" y="51644"/>
                  <a:pt x="90945" y="60263"/>
                  <a:pt x="85770" y="67203"/>
                </a:cubicBezTo>
                <a:cubicBezTo>
                  <a:pt x="80595" y="74143"/>
                  <a:pt x="73472" y="79372"/>
                  <a:pt x="64400" y="82889"/>
                </a:cubicBezTo>
                <a:lnTo>
                  <a:pt x="118066" y="145283"/>
                </a:lnTo>
                <a:moveTo>
                  <a:pt x="73695" y="42753"/>
                </a:moveTo>
                <a:cubicBezTo>
                  <a:pt x="73695" y="38679"/>
                  <a:pt x="72977" y="35066"/>
                  <a:pt x="71539" y="31915"/>
                </a:cubicBezTo>
                <a:cubicBezTo>
                  <a:pt x="70102" y="28763"/>
                  <a:pt x="67722" y="26104"/>
                  <a:pt x="64400" y="23940"/>
                </a:cubicBezTo>
                <a:cubicBezTo>
                  <a:pt x="61652" y="22093"/>
                  <a:pt x="58394" y="20805"/>
                  <a:pt x="54625" y="20074"/>
                </a:cubicBezTo>
                <a:cubicBezTo>
                  <a:pt x="50855" y="19341"/>
                  <a:pt x="46415" y="18975"/>
                  <a:pt x="41304" y="18975"/>
                </a:cubicBezTo>
                <a:lnTo>
                  <a:pt x="18975" y="18975"/>
                </a:lnTo>
                <a:lnTo>
                  <a:pt x="18975" y="72641"/>
                </a:lnTo>
                <a:lnTo>
                  <a:pt x="38141" y="72641"/>
                </a:lnTo>
                <a:cubicBezTo>
                  <a:pt x="44147" y="72641"/>
                  <a:pt x="49386" y="72116"/>
                  <a:pt x="53858" y="71066"/>
                </a:cubicBezTo>
                <a:cubicBezTo>
                  <a:pt x="58330" y="70016"/>
                  <a:pt x="62132" y="68058"/>
                  <a:pt x="65262" y="65193"/>
                </a:cubicBezTo>
                <a:cubicBezTo>
                  <a:pt x="68137" y="62520"/>
                  <a:pt x="70261" y="59448"/>
                  <a:pt x="71635" y="55978"/>
                </a:cubicBezTo>
                <a:cubicBezTo>
                  <a:pt x="73009" y="52508"/>
                  <a:pt x="73695" y="48100"/>
                  <a:pt x="73695" y="42753"/>
                </a:cubicBezTo>
                <a:close/>
                <a:moveTo>
                  <a:pt x="230580" y="145283"/>
                </a:moveTo>
                <a:lnTo>
                  <a:pt x="136568" y="145283"/>
                </a:lnTo>
                <a:lnTo>
                  <a:pt x="136568" y="2492"/>
                </a:lnTo>
                <a:lnTo>
                  <a:pt x="230580" y="2492"/>
                </a:lnTo>
                <a:lnTo>
                  <a:pt x="230580" y="19358"/>
                </a:lnTo>
                <a:lnTo>
                  <a:pt x="155543" y="19358"/>
                </a:lnTo>
                <a:lnTo>
                  <a:pt x="155543" y="58458"/>
                </a:lnTo>
                <a:lnTo>
                  <a:pt x="230580" y="58458"/>
                </a:lnTo>
                <a:lnTo>
                  <a:pt x="230580" y="75325"/>
                </a:lnTo>
                <a:lnTo>
                  <a:pt x="155543" y="75325"/>
                </a:lnTo>
                <a:lnTo>
                  <a:pt x="155543" y="128416"/>
                </a:lnTo>
                <a:lnTo>
                  <a:pt x="230580" y="128416"/>
                </a:lnTo>
                <a:lnTo>
                  <a:pt x="230580" y="145283"/>
                </a:lnTo>
                <a:close/>
                <a:moveTo>
                  <a:pt x="354211" y="45616"/>
                </a:moveTo>
                <a:cubicBezTo>
                  <a:pt x="354211" y="51941"/>
                  <a:pt x="353109" y="57803"/>
                  <a:pt x="350905" y="63202"/>
                </a:cubicBezTo>
                <a:cubicBezTo>
                  <a:pt x="348701" y="68600"/>
                  <a:pt x="345618" y="73280"/>
                  <a:pt x="341657" y="77241"/>
                </a:cubicBezTo>
                <a:cubicBezTo>
                  <a:pt x="336738" y="82161"/>
                  <a:pt x="330924" y="85850"/>
                  <a:pt x="324215" y="88310"/>
                </a:cubicBezTo>
                <a:cubicBezTo>
                  <a:pt x="317507" y="90770"/>
                  <a:pt x="309042" y="92000"/>
                  <a:pt x="298820" y="92000"/>
                </a:cubicBezTo>
                <a:lnTo>
                  <a:pt x="279845" y="92000"/>
                </a:lnTo>
                <a:lnTo>
                  <a:pt x="279845" y="145283"/>
                </a:lnTo>
                <a:lnTo>
                  <a:pt x="260870" y="145283"/>
                </a:lnTo>
                <a:lnTo>
                  <a:pt x="260870" y="2492"/>
                </a:lnTo>
                <a:lnTo>
                  <a:pt x="299586" y="2492"/>
                </a:lnTo>
                <a:cubicBezTo>
                  <a:pt x="308147" y="2492"/>
                  <a:pt x="315399" y="3210"/>
                  <a:pt x="321340" y="4648"/>
                </a:cubicBezTo>
                <a:cubicBezTo>
                  <a:pt x="327282" y="6085"/>
                  <a:pt x="332553" y="8337"/>
                  <a:pt x="337153" y="11404"/>
                </a:cubicBezTo>
                <a:cubicBezTo>
                  <a:pt x="342583" y="15046"/>
                  <a:pt x="346784" y="19582"/>
                  <a:pt x="349755" y="25012"/>
                </a:cubicBezTo>
                <a:cubicBezTo>
                  <a:pt x="352726" y="30443"/>
                  <a:pt x="354211" y="37311"/>
                  <a:pt x="354211" y="45616"/>
                </a:cubicBezTo>
                <a:moveTo>
                  <a:pt x="334469" y="46057"/>
                </a:moveTo>
                <a:cubicBezTo>
                  <a:pt x="334469" y="41179"/>
                  <a:pt x="333607" y="36936"/>
                  <a:pt x="331882" y="33326"/>
                </a:cubicBezTo>
                <a:cubicBezTo>
                  <a:pt x="330157" y="29714"/>
                  <a:pt x="327538" y="26767"/>
                  <a:pt x="324024" y="24485"/>
                </a:cubicBezTo>
                <a:cubicBezTo>
                  <a:pt x="320957" y="22523"/>
                  <a:pt x="317459" y="21114"/>
                  <a:pt x="313530" y="20260"/>
                </a:cubicBezTo>
                <a:cubicBezTo>
                  <a:pt x="309601" y="19403"/>
                  <a:pt x="304634" y="18975"/>
                  <a:pt x="298628" y="18975"/>
                </a:cubicBezTo>
                <a:lnTo>
                  <a:pt x="279845" y="18975"/>
                </a:lnTo>
                <a:lnTo>
                  <a:pt x="279845" y="75516"/>
                </a:lnTo>
                <a:lnTo>
                  <a:pt x="295849" y="75516"/>
                </a:lnTo>
                <a:cubicBezTo>
                  <a:pt x="303515" y="75516"/>
                  <a:pt x="309745" y="74835"/>
                  <a:pt x="314536" y="73474"/>
                </a:cubicBezTo>
                <a:cubicBezTo>
                  <a:pt x="319328" y="72112"/>
                  <a:pt x="323225" y="69942"/>
                  <a:pt x="326228" y="66963"/>
                </a:cubicBezTo>
                <a:cubicBezTo>
                  <a:pt x="329231" y="63923"/>
                  <a:pt x="331355" y="60724"/>
                  <a:pt x="332601" y="57368"/>
                </a:cubicBezTo>
                <a:cubicBezTo>
                  <a:pt x="333847" y="54010"/>
                  <a:pt x="334469" y="50239"/>
                  <a:pt x="334469" y="46057"/>
                </a:cubicBezTo>
                <a:close/>
                <a:moveTo>
                  <a:pt x="469722" y="145283"/>
                </a:moveTo>
                <a:lnTo>
                  <a:pt x="379447" y="145283"/>
                </a:lnTo>
                <a:lnTo>
                  <a:pt x="379447" y="2492"/>
                </a:lnTo>
                <a:lnTo>
                  <a:pt x="398422" y="2492"/>
                </a:lnTo>
                <a:lnTo>
                  <a:pt x="398422" y="128416"/>
                </a:lnTo>
                <a:lnTo>
                  <a:pt x="469722" y="128416"/>
                </a:lnTo>
                <a:lnTo>
                  <a:pt x="469722" y="145283"/>
                </a:lnTo>
                <a:close/>
                <a:moveTo>
                  <a:pt x="601536" y="145283"/>
                </a:moveTo>
                <a:lnTo>
                  <a:pt x="581316" y="145283"/>
                </a:lnTo>
                <a:lnTo>
                  <a:pt x="567324" y="105608"/>
                </a:lnTo>
                <a:lnTo>
                  <a:pt x="505608" y="105608"/>
                </a:lnTo>
                <a:lnTo>
                  <a:pt x="491616" y="145283"/>
                </a:lnTo>
                <a:lnTo>
                  <a:pt x="472354" y="145283"/>
                </a:lnTo>
                <a:lnTo>
                  <a:pt x="524295" y="2492"/>
                </a:lnTo>
                <a:lnTo>
                  <a:pt x="549595" y="2492"/>
                </a:lnTo>
                <a:lnTo>
                  <a:pt x="601536" y="145283"/>
                </a:lnTo>
                <a:moveTo>
                  <a:pt x="561478" y="89125"/>
                </a:moveTo>
                <a:lnTo>
                  <a:pt x="536466" y="19083"/>
                </a:lnTo>
                <a:lnTo>
                  <a:pt x="511358" y="89125"/>
                </a:lnTo>
                <a:lnTo>
                  <a:pt x="561478" y="89125"/>
                </a:lnTo>
                <a:close/>
                <a:moveTo>
                  <a:pt x="733351" y="134993"/>
                </a:moveTo>
                <a:cubicBezTo>
                  <a:pt x="729837" y="136530"/>
                  <a:pt x="726659" y="137971"/>
                  <a:pt x="723816" y="139317"/>
                </a:cubicBezTo>
                <a:cubicBezTo>
                  <a:pt x="720973" y="140663"/>
                  <a:pt x="717251" y="142072"/>
                  <a:pt x="712651" y="143546"/>
                </a:cubicBezTo>
                <a:cubicBezTo>
                  <a:pt x="708754" y="144764"/>
                  <a:pt x="704522" y="145805"/>
                  <a:pt x="699954" y="146669"/>
                </a:cubicBezTo>
                <a:cubicBezTo>
                  <a:pt x="695385" y="147534"/>
                  <a:pt x="690354" y="147966"/>
                  <a:pt x="684860" y="147966"/>
                </a:cubicBezTo>
                <a:cubicBezTo>
                  <a:pt x="674510" y="147966"/>
                  <a:pt x="665102" y="146511"/>
                  <a:pt x="656637" y="143603"/>
                </a:cubicBezTo>
                <a:cubicBezTo>
                  <a:pt x="648172" y="140694"/>
                  <a:pt x="640809" y="136139"/>
                  <a:pt x="634548" y="129937"/>
                </a:cubicBezTo>
                <a:cubicBezTo>
                  <a:pt x="628414" y="123864"/>
                  <a:pt x="623623" y="116144"/>
                  <a:pt x="620173" y="106779"/>
                </a:cubicBezTo>
                <a:cubicBezTo>
                  <a:pt x="616723" y="97413"/>
                  <a:pt x="614998" y="86529"/>
                  <a:pt x="614998" y="74127"/>
                </a:cubicBezTo>
                <a:cubicBezTo>
                  <a:pt x="614998" y="62363"/>
                  <a:pt x="616659" y="51847"/>
                  <a:pt x="619981" y="42577"/>
                </a:cubicBezTo>
                <a:cubicBezTo>
                  <a:pt x="623303" y="33307"/>
                  <a:pt x="628095" y="25476"/>
                  <a:pt x="634356" y="19083"/>
                </a:cubicBezTo>
                <a:cubicBezTo>
                  <a:pt x="640425" y="12882"/>
                  <a:pt x="647757" y="8151"/>
                  <a:pt x="656350" y="4890"/>
                </a:cubicBezTo>
                <a:cubicBezTo>
                  <a:pt x="664943" y="1630"/>
                  <a:pt x="674478" y="0"/>
                  <a:pt x="684956" y="0"/>
                </a:cubicBezTo>
                <a:cubicBezTo>
                  <a:pt x="692622" y="0"/>
                  <a:pt x="700273" y="926"/>
                  <a:pt x="707908" y="2779"/>
                </a:cubicBezTo>
                <a:cubicBezTo>
                  <a:pt x="715542" y="4632"/>
                  <a:pt x="724024" y="7890"/>
                  <a:pt x="733351" y="12554"/>
                </a:cubicBezTo>
                <a:lnTo>
                  <a:pt x="733351" y="35075"/>
                </a:lnTo>
                <a:lnTo>
                  <a:pt x="731914" y="35075"/>
                </a:lnTo>
                <a:cubicBezTo>
                  <a:pt x="724055" y="28594"/>
                  <a:pt x="716261" y="23875"/>
                  <a:pt x="708531" y="20919"/>
                </a:cubicBezTo>
                <a:cubicBezTo>
                  <a:pt x="700800" y="17962"/>
                  <a:pt x="692526" y="16483"/>
                  <a:pt x="683710" y="16483"/>
                </a:cubicBezTo>
                <a:cubicBezTo>
                  <a:pt x="676490" y="16483"/>
                  <a:pt x="669990" y="17646"/>
                  <a:pt x="664208" y="19972"/>
                </a:cubicBezTo>
                <a:cubicBezTo>
                  <a:pt x="658426" y="22298"/>
                  <a:pt x="653267" y="25915"/>
                  <a:pt x="648731" y="30822"/>
                </a:cubicBezTo>
                <a:cubicBezTo>
                  <a:pt x="644323" y="35602"/>
                  <a:pt x="640889" y="41640"/>
                  <a:pt x="638429" y="48938"/>
                </a:cubicBezTo>
                <a:cubicBezTo>
                  <a:pt x="635969" y="56235"/>
                  <a:pt x="634739" y="64663"/>
                  <a:pt x="634739" y="74223"/>
                </a:cubicBezTo>
                <a:cubicBezTo>
                  <a:pt x="634739" y="84227"/>
                  <a:pt x="636097" y="92830"/>
                  <a:pt x="638812" y="100032"/>
                </a:cubicBezTo>
                <a:cubicBezTo>
                  <a:pt x="641527" y="107233"/>
                  <a:pt x="645025" y="113097"/>
                  <a:pt x="649306" y="117623"/>
                </a:cubicBezTo>
                <a:cubicBezTo>
                  <a:pt x="653778" y="122339"/>
                  <a:pt x="659001" y="125828"/>
                  <a:pt x="664975" y="128090"/>
                </a:cubicBezTo>
                <a:cubicBezTo>
                  <a:pt x="670948" y="130352"/>
                  <a:pt x="677257" y="131483"/>
                  <a:pt x="683902" y="131483"/>
                </a:cubicBezTo>
                <a:cubicBezTo>
                  <a:pt x="693038" y="131483"/>
                  <a:pt x="701599" y="129917"/>
                  <a:pt x="709585" y="126787"/>
                </a:cubicBezTo>
                <a:cubicBezTo>
                  <a:pt x="717571" y="123656"/>
                  <a:pt x="725046" y="118961"/>
                  <a:pt x="732010" y="112699"/>
                </a:cubicBezTo>
                <a:lnTo>
                  <a:pt x="733351" y="112699"/>
                </a:lnTo>
                <a:lnTo>
                  <a:pt x="733351" y="134993"/>
                </a:lnTo>
                <a:close/>
                <a:moveTo>
                  <a:pt x="854541" y="145283"/>
                </a:moveTo>
                <a:lnTo>
                  <a:pt x="760529" y="145283"/>
                </a:lnTo>
                <a:lnTo>
                  <a:pt x="760529" y="2492"/>
                </a:lnTo>
                <a:lnTo>
                  <a:pt x="854541" y="2492"/>
                </a:lnTo>
                <a:lnTo>
                  <a:pt x="854541" y="19358"/>
                </a:lnTo>
                <a:lnTo>
                  <a:pt x="779504" y="19358"/>
                </a:lnTo>
                <a:lnTo>
                  <a:pt x="779504" y="58458"/>
                </a:lnTo>
                <a:lnTo>
                  <a:pt x="854541" y="58458"/>
                </a:lnTo>
                <a:lnTo>
                  <a:pt x="854541" y="75325"/>
                </a:lnTo>
                <a:lnTo>
                  <a:pt x="779504" y="75325"/>
                </a:lnTo>
                <a:lnTo>
                  <a:pt x="779504" y="128416"/>
                </a:lnTo>
                <a:lnTo>
                  <a:pt x="854541" y="128416"/>
                </a:lnTo>
                <a:lnTo>
                  <a:pt x="854541" y="14528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[">
            <a:extLst xmlns:a="http://schemas.openxmlformats.org/drawingml/2006/main">
              <a:ext uri="{FF2B5EF4-FFF2-40B4-BE49-F238E27FC236}">
                <a16:creationId xmlns:a16="http://schemas.microsoft.com/office/drawing/2014/main" id="{7FF89587-30CD-4487-814D-8ECCAC90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163" y="586633"/>
            <a:ext cx="49833" cy="186682"/>
          </a:xfrm>
          <a:custGeom xmlns:a="http://schemas.openxmlformats.org/drawingml/2006/main">
            <a:pathLst>
              <a:path w="49833" h="186682">
                <a:moveTo>
                  <a:pt x="49833" y="186682"/>
                </a:moveTo>
                <a:lnTo>
                  <a:pt x="0" y="186682"/>
                </a:lnTo>
                <a:lnTo>
                  <a:pt x="0" y="0"/>
                </a:lnTo>
                <a:lnTo>
                  <a:pt x="49833" y="0"/>
                </a:lnTo>
                <a:lnTo>
                  <a:pt x="49833" y="13800"/>
                </a:lnTo>
                <a:lnTo>
                  <a:pt x="16675" y="13800"/>
                </a:lnTo>
                <a:lnTo>
                  <a:pt x="16675" y="172882"/>
                </a:lnTo>
                <a:lnTo>
                  <a:pt x="49833" y="172882"/>
                </a:lnTo>
                <a:lnTo>
                  <a:pt x="49833" y="1866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obj">
            <a:extLst xmlns:a="http://schemas.openxmlformats.org/drawingml/2006/main">
              <a:ext uri="{FF2B5EF4-FFF2-40B4-BE49-F238E27FC236}">
                <a16:creationId xmlns:a16="http://schemas.microsoft.com/office/drawing/2014/main" id="{D1BECF83-7FCC-4EA6-BCEA-BF70938A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54" y="586633"/>
            <a:ext cx="282982" cy="189749"/>
          </a:xfrm>
          <a:custGeom xmlns:a="http://schemas.openxmlformats.org/drawingml/2006/main">
            <a:pathLst>
              <a:path w="282982" h="189749">
                <a:moveTo>
                  <a:pt x="98804" y="95593"/>
                </a:moveTo>
                <a:cubicBezTo>
                  <a:pt x="98804" y="113079"/>
                  <a:pt x="94331" y="126882"/>
                  <a:pt x="85387" y="137002"/>
                </a:cubicBezTo>
                <a:cubicBezTo>
                  <a:pt x="76443" y="147122"/>
                  <a:pt x="64464" y="152183"/>
                  <a:pt x="49450" y="152183"/>
                </a:cubicBezTo>
                <a:cubicBezTo>
                  <a:pt x="34308" y="152183"/>
                  <a:pt x="22281" y="147122"/>
                  <a:pt x="13369" y="137002"/>
                </a:cubicBezTo>
                <a:cubicBezTo>
                  <a:pt x="4456" y="126882"/>
                  <a:pt x="0" y="113079"/>
                  <a:pt x="0" y="95593"/>
                </a:cubicBezTo>
                <a:cubicBezTo>
                  <a:pt x="0" y="78108"/>
                  <a:pt x="4456" y="64289"/>
                  <a:pt x="13369" y="54137"/>
                </a:cubicBezTo>
                <a:cubicBezTo>
                  <a:pt x="22281" y="43984"/>
                  <a:pt x="34308" y="38908"/>
                  <a:pt x="49450" y="38908"/>
                </a:cubicBezTo>
                <a:cubicBezTo>
                  <a:pt x="64464" y="38908"/>
                  <a:pt x="76443" y="43984"/>
                  <a:pt x="85387" y="54137"/>
                </a:cubicBezTo>
                <a:cubicBezTo>
                  <a:pt x="94331" y="64289"/>
                  <a:pt x="98804" y="78108"/>
                  <a:pt x="98804" y="95593"/>
                </a:cubicBezTo>
                <a:moveTo>
                  <a:pt x="80212" y="95593"/>
                </a:moveTo>
                <a:cubicBezTo>
                  <a:pt x="80212" y="81745"/>
                  <a:pt x="77497" y="71455"/>
                  <a:pt x="72066" y="64723"/>
                </a:cubicBezTo>
                <a:cubicBezTo>
                  <a:pt x="66636" y="57991"/>
                  <a:pt x="59097" y="54625"/>
                  <a:pt x="49450" y="54625"/>
                </a:cubicBezTo>
                <a:cubicBezTo>
                  <a:pt x="39675" y="54625"/>
                  <a:pt x="32088" y="57991"/>
                  <a:pt x="26689" y="64723"/>
                </a:cubicBezTo>
                <a:cubicBezTo>
                  <a:pt x="21291" y="71455"/>
                  <a:pt x="18592" y="81745"/>
                  <a:pt x="18592" y="95593"/>
                </a:cubicBezTo>
                <a:cubicBezTo>
                  <a:pt x="18592" y="108994"/>
                  <a:pt x="21307" y="119156"/>
                  <a:pt x="26737" y="126080"/>
                </a:cubicBezTo>
                <a:cubicBezTo>
                  <a:pt x="32168" y="133004"/>
                  <a:pt x="39739" y="136466"/>
                  <a:pt x="49450" y="136466"/>
                </a:cubicBezTo>
                <a:cubicBezTo>
                  <a:pt x="59033" y="136466"/>
                  <a:pt x="66556" y="133036"/>
                  <a:pt x="72018" y="126176"/>
                </a:cubicBezTo>
                <a:cubicBezTo>
                  <a:pt x="77481" y="119316"/>
                  <a:pt x="80212" y="109122"/>
                  <a:pt x="80212" y="95593"/>
                </a:cubicBezTo>
                <a:close/>
                <a:moveTo>
                  <a:pt x="221169" y="94728"/>
                </a:moveTo>
                <a:cubicBezTo>
                  <a:pt x="221169" y="103696"/>
                  <a:pt x="219908" y="111767"/>
                  <a:pt x="217384" y="118941"/>
                </a:cubicBezTo>
                <a:cubicBezTo>
                  <a:pt x="214860" y="126114"/>
                  <a:pt x="211458" y="132135"/>
                  <a:pt x="207178" y="137002"/>
                </a:cubicBezTo>
                <a:cubicBezTo>
                  <a:pt x="202642" y="142063"/>
                  <a:pt x="197658" y="145859"/>
                  <a:pt x="192228" y="148388"/>
                </a:cubicBezTo>
                <a:cubicBezTo>
                  <a:pt x="186797" y="150918"/>
                  <a:pt x="180824" y="152183"/>
                  <a:pt x="174307" y="152183"/>
                </a:cubicBezTo>
                <a:cubicBezTo>
                  <a:pt x="168238" y="152183"/>
                  <a:pt x="162935" y="151462"/>
                  <a:pt x="158399" y="150020"/>
                </a:cubicBezTo>
                <a:cubicBezTo>
                  <a:pt x="153863" y="148579"/>
                  <a:pt x="149391" y="146641"/>
                  <a:pt x="144982" y="144207"/>
                </a:cubicBezTo>
                <a:lnTo>
                  <a:pt x="143832" y="149116"/>
                </a:lnTo>
                <a:lnTo>
                  <a:pt x="126966" y="149116"/>
                </a:lnTo>
                <a:lnTo>
                  <a:pt x="126966" y="0"/>
                </a:lnTo>
                <a:lnTo>
                  <a:pt x="144982" y="0"/>
                </a:lnTo>
                <a:lnTo>
                  <a:pt x="144982" y="53127"/>
                </a:lnTo>
                <a:cubicBezTo>
                  <a:pt x="150029" y="48965"/>
                  <a:pt x="155396" y="45555"/>
                  <a:pt x="161082" y="42897"/>
                </a:cubicBezTo>
                <a:cubicBezTo>
                  <a:pt x="166768" y="40238"/>
                  <a:pt x="173157" y="38908"/>
                  <a:pt x="180249" y="38908"/>
                </a:cubicBezTo>
                <a:cubicBezTo>
                  <a:pt x="192899" y="38908"/>
                  <a:pt x="202881" y="43777"/>
                  <a:pt x="210197" y="53514"/>
                </a:cubicBezTo>
                <a:cubicBezTo>
                  <a:pt x="217512" y="63249"/>
                  <a:pt x="221169" y="76987"/>
                  <a:pt x="221169" y="94728"/>
                </a:cubicBezTo>
                <a:moveTo>
                  <a:pt x="202578" y="95210"/>
                </a:moveTo>
                <a:cubicBezTo>
                  <a:pt x="202578" y="82416"/>
                  <a:pt x="200469" y="72709"/>
                  <a:pt x="196253" y="66089"/>
                </a:cubicBezTo>
                <a:cubicBezTo>
                  <a:pt x="192036" y="59468"/>
                  <a:pt x="185232" y="56158"/>
                  <a:pt x="175840" y="56158"/>
                </a:cubicBezTo>
                <a:cubicBezTo>
                  <a:pt x="170602" y="56158"/>
                  <a:pt x="165299" y="57294"/>
                  <a:pt x="159932" y="59566"/>
                </a:cubicBezTo>
                <a:cubicBezTo>
                  <a:pt x="154566" y="61836"/>
                  <a:pt x="149582" y="64762"/>
                  <a:pt x="144982" y="68344"/>
                </a:cubicBezTo>
                <a:lnTo>
                  <a:pt x="144982" y="129752"/>
                </a:lnTo>
                <a:cubicBezTo>
                  <a:pt x="150093" y="132054"/>
                  <a:pt x="154486" y="133653"/>
                  <a:pt x="158159" y="134549"/>
                </a:cubicBezTo>
                <a:cubicBezTo>
                  <a:pt x="161833" y="135444"/>
                  <a:pt x="166002" y="135891"/>
                  <a:pt x="170665" y="135891"/>
                </a:cubicBezTo>
                <a:cubicBezTo>
                  <a:pt x="180632" y="135891"/>
                  <a:pt x="188442" y="132613"/>
                  <a:pt x="194097" y="126056"/>
                </a:cubicBezTo>
                <a:cubicBezTo>
                  <a:pt x="199751" y="119500"/>
                  <a:pt x="202578" y="109217"/>
                  <a:pt x="202578" y="95210"/>
                </a:cubicBezTo>
                <a:close/>
                <a:moveTo>
                  <a:pt x="282982" y="24150"/>
                </a:moveTo>
                <a:lnTo>
                  <a:pt x="262665" y="24150"/>
                </a:lnTo>
                <a:lnTo>
                  <a:pt x="262665" y="5367"/>
                </a:lnTo>
                <a:lnTo>
                  <a:pt x="282982" y="5367"/>
                </a:lnTo>
                <a:lnTo>
                  <a:pt x="282982" y="24150"/>
                </a:lnTo>
                <a:moveTo>
                  <a:pt x="281832" y="151751"/>
                </a:moveTo>
                <a:cubicBezTo>
                  <a:pt x="281832" y="164289"/>
                  <a:pt x="278637" y="173757"/>
                  <a:pt x="272248" y="180154"/>
                </a:cubicBezTo>
                <a:cubicBezTo>
                  <a:pt x="265860" y="186551"/>
                  <a:pt x="257299" y="189749"/>
                  <a:pt x="246565" y="189749"/>
                </a:cubicBezTo>
                <a:cubicBezTo>
                  <a:pt x="244010" y="189749"/>
                  <a:pt x="240640" y="189492"/>
                  <a:pt x="236455" y="188979"/>
                </a:cubicBezTo>
                <a:cubicBezTo>
                  <a:pt x="232270" y="188466"/>
                  <a:pt x="228772" y="187824"/>
                  <a:pt x="225961" y="187054"/>
                </a:cubicBezTo>
                <a:lnTo>
                  <a:pt x="225961" y="169816"/>
                </a:lnTo>
                <a:lnTo>
                  <a:pt x="226920" y="169816"/>
                </a:lnTo>
                <a:cubicBezTo>
                  <a:pt x="228708" y="170501"/>
                  <a:pt x="231120" y="171278"/>
                  <a:pt x="234155" y="172149"/>
                </a:cubicBezTo>
                <a:cubicBezTo>
                  <a:pt x="237190" y="173021"/>
                  <a:pt x="240144" y="173457"/>
                  <a:pt x="243019" y="173457"/>
                </a:cubicBezTo>
                <a:cubicBezTo>
                  <a:pt x="247619" y="173457"/>
                  <a:pt x="251325" y="172819"/>
                  <a:pt x="254136" y="171541"/>
                </a:cubicBezTo>
                <a:cubicBezTo>
                  <a:pt x="256947" y="170263"/>
                  <a:pt x="259055" y="168346"/>
                  <a:pt x="260461" y="165791"/>
                </a:cubicBezTo>
                <a:cubicBezTo>
                  <a:pt x="261867" y="163235"/>
                  <a:pt x="262777" y="160153"/>
                  <a:pt x="263192" y="156543"/>
                </a:cubicBezTo>
                <a:cubicBezTo>
                  <a:pt x="263608" y="152933"/>
                  <a:pt x="263815" y="148541"/>
                  <a:pt x="263815" y="143366"/>
                </a:cubicBezTo>
                <a:lnTo>
                  <a:pt x="263815" y="57116"/>
                </a:lnTo>
                <a:lnTo>
                  <a:pt x="241486" y="57116"/>
                </a:lnTo>
                <a:lnTo>
                  <a:pt x="241486" y="41975"/>
                </a:lnTo>
                <a:lnTo>
                  <a:pt x="281832" y="41975"/>
                </a:lnTo>
                <a:lnTo>
                  <a:pt x="281832" y="151751"/>
                </a:ln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:">
            <a:extLst xmlns:a="http://schemas.openxmlformats.org/drawingml/2006/main">
              <a:ext uri="{FF2B5EF4-FFF2-40B4-BE49-F238E27FC236}">
                <a16:creationId xmlns:a16="http://schemas.microsoft.com/office/drawing/2014/main" id="{E9CF9DC1-85B3-4FD5-889A-527C0229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491" y="628607"/>
            <a:ext cx="22904" cy="107141"/>
          </a:xfrm>
          <a:custGeom xmlns:a="http://schemas.openxmlformats.org/drawingml/2006/main">
            <a:pathLst>
              <a:path w="22904" h="107141">
                <a:moveTo>
                  <a:pt x="22904" y="27408"/>
                </a:moveTo>
                <a:lnTo>
                  <a:pt x="0" y="27408"/>
                </a:lnTo>
                <a:lnTo>
                  <a:pt x="0" y="0"/>
                </a:lnTo>
                <a:lnTo>
                  <a:pt x="22904" y="0"/>
                </a:lnTo>
                <a:lnTo>
                  <a:pt x="22904" y="27408"/>
                </a:lnTo>
                <a:moveTo>
                  <a:pt x="22904" y="107141"/>
                </a:moveTo>
                <a:lnTo>
                  <a:pt x="0" y="107141"/>
                </a:lnTo>
                <a:lnTo>
                  <a:pt x="0" y="79733"/>
                </a:lnTo>
                <a:lnTo>
                  <a:pt x="22904" y="79733"/>
                </a:lnTo>
                <a:lnTo>
                  <a:pt x="22904" y="1071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&quot;">
            <a:extLst xmlns:a="http://schemas.openxmlformats.org/drawingml/2006/main">
              <a:ext uri="{FF2B5EF4-FFF2-40B4-BE49-F238E27FC236}">
                <a16:creationId xmlns:a16="http://schemas.microsoft.com/office/drawing/2014/main" id="{2AA70096-91E9-4676-B5FC-1C9DD81A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263" y="586633"/>
            <a:ext cx="57883" cy="55391"/>
          </a:xfrm>
          <a:custGeom xmlns:a="http://schemas.openxmlformats.org/drawingml/2006/main">
            <a:pathLst>
              <a:path w="57883" h="55391">
                <a:moveTo>
                  <a:pt x="57883" y="0"/>
                </a:moveTo>
                <a:lnTo>
                  <a:pt x="53762" y="55391"/>
                </a:lnTo>
                <a:lnTo>
                  <a:pt x="41112" y="55391"/>
                </a:lnTo>
                <a:lnTo>
                  <a:pt x="36991" y="0"/>
                </a:lnTo>
                <a:lnTo>
                  <a:pt x="57883" y="0"/>
                </a:lnTo>
                <a:moveTo>
                  <a:pt x="20892" y="0"/>
                </a:moveTo>
                <a:lnTo>
                  <a:pt x="16771" y="55391"/>
                </a:lnTo>
                <a:lnTo>
                  <a:pt x="4121" y="55391"/>
                </a:lnTo>
                <a:lnTo>
                  <a:pt x="0" y="0"/>
                </a:lnTo>
                <a:lnTo>
                  <a:pt x="20892" y="0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&quot;">
            <a:extLst xmlns:a="http://schemas.openxmlformats.org/drawingml/2006/main">
              <a:ext uri="{FF2B5EF4-FFF2-40B4-BE49-F238E27FC236}">
                <a16:creationId xmlns:a16="http://schemas.microsoft.com/office/drawing/2014/main" id="{1D19B367-998C-4A79-94A7-96707D8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263" y="586633"/>
            <a:ext cx="57883" cy="55391"/>
          </a:xfrm>
          <a:custGeom xmlns:a="http://schemas.openxmlformats.org/drawingml/2006/main">
            <a:pathLst>
              <a:path w="57883" h="55391" fill="none">
                <a:moveTo>
                  <a:pt x="57883" y="0"/>
                </a:moveTo>
                <a:lnTo>
                  <a:pt x="53762" y="55391"/>
                </a:lnTo>
                <a:lnTo>
                  <a:pt x="41112" y="55391"/>
                </a:lnTo>
                <a:lnTo>
                  <a:pt x="36991" y="0"/>
                </a:lnTo>
                <a:lnTo>
                  <a:pt x="57883" y="0"/>
                </a:lnTo>
                <a:moveTo>
                  <a:pt x="20892" y="0"/>
                </a:moveTo>
                <a:lnTo>
                  <a:pt x="16771" y="55391"/>
                </a:lnTo>
                <a:lnTo>
                  <a:pt x="4121" y="55391"/>
                </a:lnTo>
                <a:lnTo>
                  <a:pt x="0" y="0"/>
                </a:lnTo>
                <a:lnTo>
                  <a:pt x="2089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" cap="flat">
            <a:solidFill>
              <a:srgbClr val="C55A11"/>
            </a:solidFill>
            <a:miter/>
          </a:ln>
        </p:spPr>
      </p:sp>
      <p:sp>
        <p:nvSpPr>
          <p:cNvPr id="9" name="Text MickeyMouse&quot;">
            <a:extLst xmlns:a="http://schemas.openxmlformats.org/drawingml/2006/main">
              <a:ext uri="{FF2B5EF4-FFF2-40B4-BE49-F238E27FC236}">
                <a16:creationId xmlns:a16="http://schemas.microsoft.com/office/drawing/2014/main" id="{EEF4ADE8-3CAE-4210-BA51-A41460CA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102" y="586633"/>
            <a:ext cx="1422134" cy="188599"/>
          </a:xfrm>
          <a:custGeom xmlns:a="http://schemas.openxmlformats.org/drawingml/2006/main">
            <a:pathLst>
              <a:path w="1422134" h="188599">
                <a:moveTo>
                  <a:pt x="127074" y="149116"/>
                </a:moveTo>
                <a:lnTo>
                  <a:pt x="108099" y="149116"/>
                </a:lnTo>
                <a:lnTo>
                  <a:pt x="108099" y="26084"/>
                </a:lnTo>
                <a:lnTo>
                  <a:pt x="68425" y="109824"/>
                </a:lnTo>
                <a:lnTo>
                  <a:pt x="57116" y="109824"/>
                </a:lnTo>
                <a:lnTo>
                  <a:pt x="17729" y="26084"/>
                </a:lnTo>
                <a:lnTo>
                  <a:pt x="17729" y="149116"/>
                </a:lnTo>
                <a:lnTo>
                  <a:pt x="0" y="149116"/>
                </a:lnTo>
                <a:lnTo>
                  <a:pt x="0" y="6325"/>
                </a:lnTo>
                <a:lnTo>
                  <a:pt x="25875" y="6325"/>
                </a:lnTo>
                <a:lnTo>
                  <a:pt x="63921" y="85845"/>
                </a:lnTo>
                <a:lnTo>
                  <a:pt x="100720" y="6325"/>
                </a:lnTo>
                <a:lnTo>
                  <a:pt x="127074" y="6325"/>
                </a:lnTo>
                <a:lnTo>
                  <a:pt x="127074" y="149116"/>
                </a:lnTo>
                <a:close/>
                <a:moveTo>
                  <a:pt x="183111" y="24150"/>
                </a:moveTo>
                <a:lnTo>
                  <a:pt x="162795" y="24150"/>
                </a:lnTo>
                <a:lnTo>
                  <a:pt x="162795" y="5367"/>
                </a:lnTo>
                <a:lnTo>
                  <a:pt x="183111" y="5367"/>
                </a:lnTo>
                <a:lnTo>
                  <a:pt x="183111" y="24150"/>
                </a:lnTo>
                <a:moveTo>
                  <a:pt x="181961" y="149116"/>
                </a:moveTo>
                <a:lnTo>
                  <a:pt x="163945" y="149116"/>
                </a:lnTo>
                <a:lnTo>
                  <a:pt x="163945" y="41975"/>
                </a:lnTo>
                <a:lnTo>
                  <a:pt x="181961" y="41975"/>
                </a:lnTo>
                <a:lnTo>
                  <a:pt x="181961" y="149116"/>
                </a:lnTo>
                <a:close/>
                <a:moveTo>
                  <a:pt x="296884" y="142503"/>
                </a:moveTo>
                <a:cubicBezTo>
                  <a:pt x="290878" y="145378"/>
                  <a:pt x="285176" y="147615"/>
                  <a:pt x="279778" y="149212"/>
                </a:cubicBezTo>
                <a:cubicBezTo>
                  <a:pt x="274379" y="150809"/>
                  <a:pt x="268645" y="151608"/>
                  <a:pt x="262576" y="151608"/>
                </a:cubicBezTo>
                <a:cubicBezTo>
                  <a:pt x="254845" y="151608"/>
                  <a:pt x="247754" y="150472"/>
                  <a:pt x="241301" y="148200"/>
                </a:cubicBezTo>
                <a:cubicBezTo>
                  <a:pt x="234848" y="145927"/>
                  <a:pt x="229322" y="142487"/>
                  <a:pt x="224722" y="137880"/>
                </a:cubicBezTo>
                <a:cubicBezTo>
                  <a:pt x="220058" y="133272"/>
                  <a:pt x="216448" y="127448"/>
                  <a:pt x="213893" y="120408"/>
                </a:cubicBezTo>
                <a:cubicBezTo>
                  <a:pt x="211337" y="113368"/>
                  <a:pt x="210059" y="105145"/>
                  <a:pt x="210059" y="95737"/>
                </a:cubicBezTo>
                <a:cubicBezTo>
                  <a:pt x="210059" y="78202"/>
                  <a:pt x="214867" y="64443"/>
                  <a:pt x="224482" y="54460"/>
                </a:cubicBezTo>
                <a:cubicBezTo>
                  <a:pt x="234097" y="44475"/>
                  <a:pt x="246795" y="39483"/>
                  <a:pt x="262576" y="39483"/>
                </a:cubicBezTo>
                <a:cubicBezTo>
                  <a:pt x="268709" y="39483"/>
                  <a:pt x="274730" y="40346"/>
                  <a:pt x="280640" y="42071"/>
                </a:cubicBezTo>
                <a:cubicBezTo>
                  <a:pt x="286550" y="43796"/>
                  <a:pt x="291964" y="45904"/>
                  <a:pt x="296884" y="48396"/>
                </a:cubicBezTo>
                <a:lnTo>
                  <a:pt x="296884" y="68425"/>
                </a:lnTo>
                <a:lnTo>
                  <a:pt x="295926" y="68425"/>
                </a:lnTo>
                <a:cubicBezTo>
                  <a:pt x="290431" y="64174"/>
                  <a:pt x="284761" y="60908"/>
                  <a:pt x="278915" y="58626"/>
                </a:cubicBezTo>
                <a:cubicBezTo>
                  <a:pt x="273069" y="56342"/>
                  <a:pt x="267367" y="55200"/>
                  <a:pt x="261809" y="55200"/>
                </a:cubicBezTo>
                <a:cubicBezTo>
                  <a:pt x="251587" y="55200"/>
                  <a:pt x="243521" y="58634"/>
                  <a:pt x="237611" y="65502"/>
                </a:cubicBezTo>
                <a:cubicBezTo>
                  <a:pt x="231702" y="72370"/>
                  <a:pt x="228747" y="82448"/>
                  <a:pt x="228747" y="95737"/>
                </a:cubicBezTo>
                <a:cubicBezTo>
                  <a:pt x="228747" y="108642"/>
                  <a:pt x="231638" y="118561"/>
                  <a:pt x="237420" y="125493"/>
                </a:cubicBezTo>
                <a:cubicBezTo>
                  <a:pt x="243201" y="132425"/>
                  <a:pt x="251331" y="135891"/>
                  <a:pt x="261809" y="135891"/>
                </a:cubicBezTo>
                <a:cubicBezTo>
                  <a:pt x="265451" y="135891"/>
                  <a:pt x="269156" y="135416"/>
                  <a:pt x="272926" y="134465"/>
                </a:cubicBezTo>
                <a:cubicBezTo>
                  <a:pt x="276695" y="133513"/>
                  <a:pt x="280081" y="132275"/>
                  <a:pt x="283084" y="130752"/>
                </a:cubicBezTo>
                <a:cubicBezTo>
                  <a:pt x="285703" y="129420"/>
                  <a:pt x="288163" y="128010"/>
                  <a:pt x="290463" y="126520"/>
                </a:cubicBezTo>
                <a:cubicBezTo>
                  <a:pt x="292763" y="125029"/>
                  <a:pt x="294584" y="123744"/>
                  <a:pt x="295926" y="122666"/>
                </a:cubicBezTo>
                <a:lnTo>
                  <a:pt x="296884" y="122666"/>
                </a:lnTo>
                <a:lnTo>
                  <a:pt x="296884" y="142503"/>
                </a:lnTo>
                <a:close/>
                <a:moveTo>
                  <a:pt x="417122" y="149116"/>
                </a:moveTo>
                <a:lnTo>
                  <a:pt x="393355" y="149116"/>
                </a:lnTo>
                <a:lnTo>
                  <a:pt x="350422" y="102212"/>
                </a:lnTo>
                <a:lnTo>
                  <a:pt x="338731" y="113337"/>
                </a:lnTo>
                <a:lnTo>
                  <a:pt x="338731" y="149116"/>
                </a:lnTo>
                <a:lnTo>
                  <a:pt x="320714" y="149116"/>
                </a:lnTo>
                <a:lnTo>
                  <a:pt x="320714" y="0"/>
                </a:lnTo>
                <a:lnTo>
                  <a:pt x="338731" y="0"/>
                </a:lnTo>
                <a:lnTo>
                  <a:pt x="338731" y="95593"/>
                </a:lnTo>
                <a:lnTo>
                  <a:pt x="390768" y="41975"/>
                </a:lnTo>
                <a:lnTo>
                  <a:pt x="413480" y="41975"/>
                </a:lnTo>
                <a:lnTo>
                  <a:pt x="363743" y="91469"/>
                </a:lnTo>
                <a:lnTo>
                  <a:pt x="417122" y="149116"/>
                </a:lnTo>
                <a:close/>
                <a:moveTo>
                  <a:pt x="525675" y="97366"/>
                </a:moveTo>
                <a:lnTo>
                  <a:pt x="446805" y="97366"/>
                </a:lnTo>
                <a:cubicBezTo>
                  <a:pt x="446805" y="103963"/>
                  <a:pt x="447795" y="109711"/>
                  <a:pt x="449776" y="114610"/>
                </a:cubicBezTo>
                <a:cubicBezTo>
                  <a:pt x="451756" y="119510"/>
                  <a:pt x="454471" y="123529"/>
                  <a:pt x="457921" y="126667"/>
                </a:cubicBezTo>
                <a:cubicBezTo>
                  <a:pt x="461244" y="129742"/>
                  <a:pt x="465189" y="132048"/>
                  <a:pt x="469757" y="133585"/>
                </a:cubicBezTo>
                <a:cubicBezTo>
                  <a:pt x="474325" y="135122"/>
                  <a:pt x="479356" y="135891"/>
                  <a:pt x="484850" y="135891"/>
                </a:cubicBezTo>
                <a:cubicBezTo>
                  <a:pt x="492134" y="135891"/>
                  <a:pt x="499465" y="134427"/>
                  <a:pt x="506844" y="131498"/>
                </a:cubicBezTo>
                <a:cubicBezTo>
                  <a:pt x="514223" y="128569"/>
                  <a:pt x="519478" y="125689"/>
                  <a:pt x="522609" y="122858"/>
                </a:cubicBezTo>
                <a:lnTo>
                  <a:pt x="523567" y="122858"/>
                </a:lnTo>
                <a:lnTo>
                  <a:pt x="523567" y="142569"/>
                </a:lnTo>
                <a:cubicBezTo>
                  <a:pt x="517497" y="145133"/>
                  <a:pt x="511300" y="147280"/>
                  <a:pt x="504975" y="149011"/>
                </a:cubicBezTo>
                <a:cubicBezTo>
                  <a:pt x="498650" y="150742"/>
                  <a:pt x="492006" y="151608"/>
                  <a:pt x="485042" y="151608"/>
                </a:cubicBezTo>
                <a:cubicBezTo>
                  <a:pt x="467281" y="151608"/>
                  <a:pt x="453417" y="146792"/>
                  <a:pt x="443451" y="137161"/>
                </a:cubicBezTo>
                <a:cubicBezTo>
                  <a:pt x="433484" y="127530"/>
                  <a:pt x="428501" y="113849"/>
                  <a:pt x="428501" y="96120"/>
                </a:cubicBezTo>
                <a:cubicBezTo>
                  <a:pt x="428501" y="78587"/>
                  <a:pt x="433276" y="64668"/>
                  <a:pt x="442828" y="54364"/>
                </a:cubicBezTo>
                <a:cubicBezTo>
                  <a:pt x="452379" y="44060"/>
                  <a:pt x="464949" y="38908"/>
                  <a:pt x="480538" y="38908"/>
                </a:cubicBezTo>
                <a:cubicBezTo>
                  <a:pt x="494977" y="38908"/>
                  <a:pt x="506109" y="43132"/>
                  <a:pt x="513936" y="51579"/>
                </a:cubicBezTo>
                <a:cubicBezTo>
                  <a:pt x="521762" y="60026"/>
                  <a:pt x="525675" y="72025"/>
                  <a:pt x="525675" y="87576"/>
                </a:cubicBezTo>
                <a:lnTo>
                  <a:pt x="525675" y="97366"/>
                </a:lnTo>
                <a:moveTo>
                  <a:pt x="508138" y="83566"/>
                </a:moveTo>
                <a:cubicBezTo>
                  <a:pt x="508074" y="74111"/>
                  <a:pt x="505694" y="66795"/>
                  <a:pt x="500998" y="61621"/>
                </a:cubicBezTo>
                <a:cubicBezTo>
                  <a:pt x="496302" y="56446"/>
                  <a:pt x="489163" y="53858"/>
                  <a:pt x="479580" y="53858"/>
                </a:cubicBezTo>
                <a:cubicBezTo>
                  <a:pt x="469932" y="53858"/>
                  <a:pt x="462250" y="56701"/>
                  <a:pt x="456532" y="62387"/>
                </a:cubicBezTo>
                <a:cubicBezTo>
                  <a:pt x="450814" y="68073"/>
                  <a:pt x="447571" y="75133"/>
                  <a:pt x="446805" y="83566"/>
                </a:cubicBezTo>
                <a:lnTo>
                  <a:pt x="508138" y="83566"/>
                </a:lnTo>
                <a:close/>
                <a:moveTo>
                  <a:pt x="645588" y="41975"/>
                </a:moveTo>
                <a:lnTo>
                  <a:pt x="583105" y="188599"/>
                </a:lnTo>
                <a:lnTo>
                  <a:pt x="563843" y="188599"/>
                </a:lnTo>
                <a:lnTo>
                  <a:pt x="583776" y="143911"/>
                </a:lnTo>
                <a:lnTo>
                  <a:pt x="541130" y="41975"/>
                </a:lnTo>
                <a:lnTo>
                  <a:pt x="560680" y="41975"/>
                </a:lnTo>
                <a:lnTo>
                  <a:pt x="593551" y="121324"/>
                </a:lnTo>
                <a:lnTo>
                  <a:pt x="626709" y="41975"/>
                </a:lnTo>
                <a:lnTo>
                  <a:pt x="645588" y="41975"/>
                </a:lnTo>
                <a:close/>
                <a:moveTo>
                  <a:pt x="866342" y="149116"/>
                </a:moveTo>
                <a:lnTo>
                  <a:pt x="847367" y="149116"/>
                </a:lnTo>
                <a:lnTo>
                  <a:pt x="847367" y="26084"/>
                </a:lnTo>
                <a:lnTo>
                  <a:pt x="807692" y="109824"/>
                </a:lnTo>
                <a:lnTo>
                  <a:pt x="796384" y="109824"/>
                </a:lnTo>
                <a:lnTo>
                  <a:pt x="756997" y="26084"/>
                </a:lnTo>
                <a:lnTo>
                  <a:pt x="756997" y="149116"/>
                </a:lnTo>
                <a:lnTo>
                  <a:pt x="739268" y="149116"/>
                </a:lnTo>
                <a:lnTo>
                  <a:pt x="739268" y="6325"/>
                </a:lnTo>
                <a:lnTo>
                  <a:pt x="765143" y="6325"/>
                </a:lnTo>
                <a:lnTo>
                  <a:pt x="803188" y="85845"/>
                </a:lnTo>
                <a:lnTo>
                  <a:pt x="839988" y="6325"/>
                </a:lnTo>
                <a:lnTo>
                  <a:pt x="866342" y="6325"/>
                </a:lnTo>
                <a:lnTo>
                  <a:pt x="866342" y="149116"/>
                </a:lnTo>
                <a:close/>
                <a:moveTo>
                  <a:pt x="994254" y="95593"/>
                </a:moveTo>
                <a:cubicBezTo>
                  <a:pt x="994254" y="113079"/>
                  <a:pt x="989782" y="126882"/>
                  <a:pt x="980837" y="137002"/>
                </a:cubicBezTo>
                <a:cubicBezTo>
                  <a:pt x="971893" y="147122"/>
                  <a:pt x="959914" y="152183"/>
                  <a:pt x="944900" y="152183"/>
                </a:cubicBezTo>
                <a:cubicBezTo>
                  <a:pt x="929758" y="152183"/>
                  <a:pt x="917731" y="147122"/>
                  <a:pt x="908819" y="137002"/>
                </a:cubicBezTo>
                <a:cubicBezTo>
                  <a:pt x="899906" y="126882"/>
                  <a:pt x="895450" y="113079"/>
                  <a:pt x="895450" y="95593"/>
                </a:cubicBezTo>
                <a:cubicBezTo>
                  <a:pt x="895450" y="78108"/>
                  <a:pt x="899906" y="64289"/>
                  <a:pt x="908819" y="54137"/>
                </a:cubicBezTo>
                <a:cubicBezTo>
                  <a:pt x="917731" y="43984"/>
                  <a:pt x="929758" y="38908"/>
                  <a:pt x="944900" y="38908"/>
                </a:cubicBezTo>
                <a:cubicBezTo>
                  <a:pt x="959914" y="38908"/>
                  <a:pt x="971893" y="43984"/>
                  <a:pt x="980837" y="54137"/>
                </a:cubicBezTo>
                <a:cubicBezTo>
                  <a:pt x="989782" y="64289"/>
                  <a:pt x="994254" y="78108"/>
                  <a:pt x="994254" y="95593"/>
                </a:cubicBezTo>
                <a:moveTo>
                  <a:pt x="975662" y="95593"/>
                </a:moveTo>
                <a:cubicBezTo>
                  <a:pt x="975662" y="81745"/>
                  <a:pt x="972947" y="71455"/>
                  <a:pt x="967516" y="64723"/>
                </a:cubicBezTo>
                <a:cubicBezTo>
                  <a:pt x="962086" y="57991"/>
                  <a:pt x="954547" y="54625"/>
                  <a:pt x="944900" y="54625"/>
                </a:cubicBezTo>
                <a:cubicBezTo>
                  <a:pt x="935125" y="54625"/>
                  <a:pt x="927538" y="57991"/>
                  <a:pt x="922140" y="64723"/>
                </a:cubicBezTo>
                <a:cubicBezTo>
                  <a:pt x="916741" y="71455"/>
                  <a:pt x="914042" y="81745"/>
                  <a:pt x="914042" y="95593"/>
                </a:cubicBezTo>
                <a:cubicBezTo>
                  <a:pt x="914042" y="108994"/>
                  <a:pt x="916757" y="119156"/>
                  <a:pt x="922188" y="126080"/>
                </a:cubicBezTo>
                <a:cubicBezTo>
                  <a:pt x="927618" y="133004"/>
                  <a:pt x="935189" y="136466"/>
                  <a:pt x="944900" y="136466"/>
                </a:cubicBezTo>
                <a:cubicBezTo>
                  <a:pt x="954483" y="136466"/>
                  <a:pt x="962006" y="133036"/>
                  <a:pt x="967469" y="126176"/>
                </a:cubicBezTo>
                <a:cubicBezTo>
                  <a:pt x="972931" y="119316"/>
                  <a:pt x="975662" y="109122"/>
                  <a:pt x="975662" y="95593"/>
                </a:cubicBezTo>
                <a:close/>
                <a:moveTo>
                  <a:pt x="1111157" y="149116"/>
                </a:moveTo>
                <a:lnTo>
                  <a:pt x="1093140" y="149116"/>
                </a:lnTo>
                <a:lnTo>
                  <a:pt x="1093140" y="137302"/>
                </a:lnTo>
                <a:cubicBezTo>
                  <a:pt x="1087071" y="142101"/>
                  <a:pt x="1081257" y="145782"/>
                  <a:pt x="1075698" y="148343"/>
                </a:cubicBezTo>
                <a:cubicBezTo>
                  <a:pt x="1070140" y="150903"/>
                  <a:pt x="1064007" y="152183"/>
                  <a:pt x="1057298" y="152183"/>
                </a:cubicBezTo>
                <a:cubicBezTo>
                  <a:pt x="1046054" y="152183"/>
                  <a:pt x="1037301" y="148743"/>
                  <a:pt x="1031040" y="141863"/>
                </a:cubicBezTo>
                <a:cubicBezTo>
                  <a:pt x="1024779" y="134983"/>
                  <a:pt x="1021649" y="124886"/>
                  <a:pt x="1021649" y="111573"/>
                </a:cubicBezTo>
                <a:lnTo>
                  <a:pt x="1021649" y="41975"/>
                </a:lnTo>
                <a:lnTo>
                  <a:pt x="1039665" y="41975"/>
                </a:lnTo>
                <a:lnTo>
                  <a:pt x="1039665" y="102987"/>
                </a:lnTo>
                <a:cubicBezTo>
                  <a:pt x="1039665" y="108424"/>
                  <a:pt x="1039921" y="113077"/>
                  <a:pt x="1040432" y="116946"/>
                </a:cubicBezTo>
                <a:cubicBezTo>
                  <a:pt x="1040943" y="120815"/>
                  <a:pt x="1042029" y="124124"/>
                  <a:pt x="1043690" y="126874"/>
                </a:cubicBezTo>
                <a:cubicBezTo>
                  <a:pt x="1045415" y="129689"/>
                  <a:pt x="1047651" y="131736"/>
                  <a:pt x="1050399" y="133016"/>
                </a:cubicBezTo>
                <a:cubicBezTo>
                  <a:pt x="1053146" y="134294"/>
                  <a:pt x="1057139" y="134933"/>
                  <a:pt x="1062378" y="134933"/>
                </a:cubicBezTo>
                <a:cubicBezTo>
                  <a:pt x="1067041" y="134933"/>
                  <a:pt x="1072137" y="133718"/>
                  <a:pt x="1077663" y="131288"/>
                </a:cubicBezTo>
                <a:cubicBezTo>
                  <a:pt x="1083189" y="128856"/>
                  <a:pt x="1088348" y="125755"/>
                  <a:pt x="1093140" y="121983"/>
                </a:cubicBezTo>
                <a:lnTo>
                  <a:pt x="1093140" y="41975"/>
                </a:lnTo>
                <a:lnTo>
                  <a:pt x="1111157" y="41975"/>
                </a:lnTo>
                <a:lnTo>
                  <a:pt x="1111157" y="149116"/>
                </a:lnTo>
                <a:close/>
                <a:moveTo>
                  <a:pt x="1223192" y="118192"/>
                </a:moveTo>
                <a:cubicBezTo>
                  <a:pt x="1223192" y="127959"/>
                  <a:pt x="1219151" y="135970"/>
                  <a:pt x="1211069" y="142225"/>
                </a:cubicBezTo>
                <a:cubicBezTo>
                  <a:pt x="1202987" y="148480"/>
                  <a:pt x="1191951" y="151608"/>
                  <a:pt x="1177959" y="151608"/>
                </a:cubicBezTo>
                <a:cubicBezTo>
                  <a:pt x="1170037" y="151608"/>
                  <a:pt x="1162769" y="150662"/>
                  <a:pt x="1156157" y="148772"/>
                </a:cubicBezTo>
                <a:cubicBezTo>
                  <a:pt x="1149545" y="146881"/>
                  <a:pt x="1144002" y="144813"/>
                  <a:pt x="1139530" y="142569"/>
                </a:cubicBezTo>
                <a:lnTo>
                  <a:pt x="1139530" y="122283"/>
                </a:lnTo>
                <a:lnTo>
                  <a:pt x="1140488" y="122283"/>
                </a:lnTo>
                <a:cubicBezTo>
                  <a:pt x="1146174" y="126621"/>
                  <a:pt x="1152499" y="130070"/>
                  <a:pt x="1159463" y="132630"/>
                </a:cubicBezTo>
                <a:cubicBezTo>
                  <a:pt x="1166427" y="135187"/>
                  <a:pt x="1173103" y="136466"/>
                  <a:pt x="1179492" y="136466"/>
                </a:cubicBezTo>
                <a:cubicBezTo>
                  <a:pt x="1187414" y="136466"/>
                  <a:pt x="1193612" y="135183"/>
                  <a:pt x="1198084" y="132618"/>
                </a:cubicBezTo>
                <a:cubicBezTo>
                  <a:pt x="1202556" y="130050"/>
                  <a:pt x="1204792" y="126007"/>
                  <a:pt x="1204792" y="120489"/>
                </a:cubicBezTo>
                <a:cubicBezTo>
                  <a:pt x="1204792" y="116276"/>
                  <a:pt x="1203578" y="113085"/>
                  <a:pt x="1201150" y="110915"/>
                </a:cubicBezTo>
                <a:cubicBezTo>
                  <a:pt x="1198723" y="108744"/>
                  <a:pt x="1194059" y="106893"/>
                  <a:pt x="1187159" y="105359"/>
                </a:cubicBezTo>
                <a:cubicBezTo>
                  <a:pt x="1184603" y="104786"/>
                  <a:pt x="1181265" y="104116"/>
                  <a:pt x="1177144" y="103350"/>
                </a:cubicBezTo>
                <a:cubicBezTo>
                  <a:pt x="1173024" y="102583"/>
                  <a:pt x="1169270" y="101754"/>
                  <a:pt x="1165884" y="100861"/>
                </a:cubicBezTo>
                <a:cubicBezTo>
                  <a:pt x="1156492" y="98371"/>
                  <a:pt x="1149832" y="94717"/>
                  <a:pt x="1145903" y="89897"/>
                </a:cubicBezTo>
                <a:cubicBezTo>
                  <a:pt x="1141974" y="85078"/>
                  <a:pt x="1140009" y="79157"/>
                  <a:pt x="1140009" y="72135"/>
                </a:cubicBezTo>
                <a:cubicBezTo>
                  <a:pt x="1140009" y="67731"/>
                  <a:pt x="1140920" y="63582"/>
                  <a:pt x="1142740" y="59689"/>
                </a:cubicBezTo>
                <a:cubicBezTo>
                  <a:pt x="1144561" y="55794"/>
                  <a:pt x="1147324" y="52314"/>
                  <a:pt x="1151030" y="49249"/>
                </a:cubicBezTo>
                <a:cubicBezTo>
                  <a:pt x="1154608" y="46250"/>
                  <a:pt x="1159160" y="43873"/>
                  <a:pt x="1164686" y="42119"/>
                </a:cubicBezTo>
                <a:cubicBezTo>
                  <a:pt x="1170212" y="40362"/>
                  <a:pt x="1176394" y="39483"/>
                  <a:pt x="1183230" y="39483"/>
                </a:cubicBezTo>
                <a:cubicBezTo>
                  <a:pt x="1189619" y="39483"/>
                  <a:pt x="1196087" y="40263"/>
                  <a:pt x="1202636" y="41822"/>
                </a:cubicBezTo>
                <a:cubicBezTo>
                  <a:pt x="1209184" y="43381"/>
                  <a:pt x="1214631" y="45276"/>
                  <a:pt x="1218975" y="47506"/>
                </a:cubicBezTo>
                <a:lnTo>
                  <a:pt x="1218975" y="66700"/>
                </a:lnTo>
                <a:lnTo>
                  <a:pt x="1218017" y="66700"/>
                </a:lnTo>
                <a:cubicBezTo>
                  <a:pt x="1213417" y="63314"/>
                  <a:pt x="1207827" y="60455"/>
                  <a:pt x="1201246" y="58123"/>
                </a:cubicBezTo>
                <a:cubicBezTo>
                  <a:pt x="1194666" y="55791"/>
                  <a:pt x="1188213" y="54625"/>
                  <a:pt x="1181888" y="54625"/>
                </a:cubicBezTo>
                <a:cubicBezTo>
                  <a:pt x="1175308" y="54625"/>
                  <a:pt x="1169749" y="55893"/>
                  <a:pt x="1165213" y="58428"/>
                </a:cubicBezTo>
                <a:cubicBezTo>
                  <a:pt x="1160677" y="60964"/>
                  <a:pt x="1158409" y="64734"/>
                  <a:pt x="1158409" y="69739"/>
                </a:cubicBezTo>
                <a:cubicBezTo>
                  <a:pt x="1158409" y="74144"/>
                  <a:pt x="1159783" y="77463"/>
                  <a:pt x="1162530" y="79697"/>
                </a:cubicBezTo>
                <a:cubicBezTo>
                  <a:pt x="1165213" y="81931"/>
                  <a:pt x="1169558" y="83751"/>
                  <a:pt x="1175563" y="85156"/>
                </a:cubicBezTo>
                <a:cubicBezTo>
                  <a:pt x="1178885" y="85923"/>
                  <a:pt x="1182607" y="86690"/>
                  <a:pt x="1186728" y="87456"/>
                </a:cubicBezTo>
                <a:cubicBezTo>
                  <a:pt x="1190848" y="88221"/>
                  <a:pt x="1194282" y="88923"/>
                  <a:pt x="1197030" y="89562"/>
                </a:cubicBezTo>
                <a:cubicBezTo>
                  <a:pt x="1205399" y="91476"/>
                  <a:pt x="1211852" y="94764"/>
                  <a:pt x="1216388" y="99424"/>
                </a:cubicBezTo>
                <a:cubicBezTo>
                  <a:pt x="1220924" y="104147"/>
                  <a:pt x="1223192" y="110403"/>
                  <a:pt x="1223192" y="118192"/>
                </a:cubicBezTo>
                <a:close/>
                <a:moveTo>
                  <a:pt x="1338543" y="97366"/>
                </a:moveTo>
                <a:lnTo>
                  <a:pt x="1259672" y="97366"/>
                </a:lnTo>
                <a:cubicBezTo>
                  <a:pt x="1259672" y="103963"/>
                  <a:pt x="1260663" y="109711"/>
                  <a:pt x="1262643" y="114610"/>
                </a:cubicBezTo>
                <a:cubicBezTo>
                  <a:pt x="1264624" y="119510"/>
                  <a:pt x="1267339" y="123529"/>
                  <a:pt x="1270789" y="126667"/>
                </a:cubicBezTo>
                <a:cubicBezTo>
                  <a:pt x="1274111" y="129742"/>
                  <a:pt x="1278056" y="132048"/>
                  <a:pt x="1282624" y="133585"/>
                </a:cubicBezTo>
                <a:cubicBezTo>
                  <a:pt x="1287192" y="135122"/>
                  <a:pt x="1292224" y="135891"/>
                  <a:pt x="1297718" y="135891"/>
                </a:cubicBezTo>
                <a:cubicBezTo>
                  <a:pt x="1305001" y="135891"/>
                  <a:pt x="1312333" y="134427"/>
                  <a:pt x="1319712" y="131498"/>
                </a:cubicBezTo>
                <a:cubicBezTo>
                  <a:pt x="1327091" y="128569"/>
                  <a:pt x="1332346" y="125689"/>
                  <a:pt x="1335476" y="122858"/>
                </a:cubicBezTo>
                <a:lnTo>
                  <a:pt x="1336434" y="122858"/>
                </a:lnTo>
                <a:lnTo>
                  <a:pt x="1336434" y="142569"/>
                </a:lnTo>
                <a:cubicBezTo>
                  <a:pt x="1330365" y="145133"/>
                  <a:pt x="1324168" y="147280"/>
                  <a:pt x="1317843" y="149011"/>
                </a:cubicBezTo>
                <a:cubicBezTo>
                  <a:pt x="1311518" y="150742"/>
                  <a:pt x="1304874" y="151608"/>
                  <a:pt x="1297910" y="151608"/>
                </a:cubicBezTo>
                <a:cubicBezTo>
                  <a:pt x="1280149" y="151608"/>
                  <a:pt x="1266285" y="146792"/>
                  <a:pt x="1256318" y="137161"/>
                </a:cubicBezTo>
                <a:cubicBezTo>
                  <a:pt x="1246352" y="127530"/>
                  <a:pt x="1241368" y="113849"/>
                  <a:pt x="1241368" y="96120"/>
                </a:cubicBezTo>
                <a:cubicBezTo>
                  <a:pt x="1241368" y="78587"/>
                  <a:pt x="1246144" y="64668"/>
                  <a:pt x="1255695" y="54364"/>
                </a:cubicBezTo>
                <a:cubicBezTo>
                  <a:pt x="1265247" y="44060"/>
                  <a:pt x="1277817" y="38908"/>
                  <a:pt x="1293406" y="38908"/>
                </a:cubicBezTo>
                <a:cubicBezTo>
                  <a:pt x="1307844" y="38908"/>
                  <a:pt x="1318977" y="43132"/>
                  <a:pt x="1326803" y="51579"/>
                </a:cubicBezTo>
                <a:cubicBezTo>
                  <a:pt x="1334630" y="60026"/>
                  <a:pt x="1338543" y="72025"/>
                  <a:pt x="1338543" y="87576"/>
                </a:cubicBezTo>
                <a:lnTo>
                  <a:pt x="1338543" y="97366"/>
                </a:lnTo>
                <a:moveTo>
                  <a:pt x="1321005" y="83566"/>
                </a:moveTo>
                <a:cubicBezTo>
                  <a:pt x="1320941" y="74111"/>
                  <a:pt x="1318562" y="66795"/>
                  <a:pt x="1313866" y="61621"/>
                </a:cubicBezTo>
                <a:cubicBezTo>
                  <a:pt x="1309170" y="56446"/>
                  <a:pt x="1302030" y="53858"/>
                  <a:pt x="1292447" y="53858"/>
                </a:cubicBezTo>
                <a:cubicBezTo>
                  <a:pt x="1282800" y="53858"/>
                  <a:pt x="1275117" y="56701"/>
                  <a:pt x="1269399" y="62387"/>
                </a:cubicBezTo>
                <a:cubicBezTo>
                  <a:pt x="1263681" y="68073"/>
                  <a:pt x="1260439" y="75133"/>
                  <a:pt x="1259672" y="83566"/>
                </a:cubicBezTo>
                <a:lnTo>
                  <a:pt x="1321005" y="83566"/>
                </a:lnTo>
                <a:close/>
                <a:moveTo>
                  <a:pt x="1422134" y="0"/>
                </a:moveTo>
                <a:lnTo>
                  <a:pt x="1418013" y="55391"/>
                </a:lnTo>
                <a:lnTo>
                  <a:pt x="1405363" y="55391"/>
                </a:lnTo>
                <a:lnTo>
                  <a:pt x="1401242" y="0"/>
                </a:lnTo>
                <a:lnTo>
                  <a:pt x="1422134" y="0"/>
                </a:lnTo>
                <a:moveTo>
                  <a:pt x="1385142" y="0"/>
                </a:moveTo>
                <a:lnTo>
                  <a:pt x="1381022" y="55391"/>
                </a:lnTo>
                <a:lnTo>
                  <a:pt x="1368372" y="55391"/>
                </a:lnTo>
                <a:lnTo>
                  <a:pt x="1364251" y="0"/>
                </a:lnTo>
                <a:lnTo>
                  <a:pt x="1385142" y="0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&quot;">
            <a:extLst xmlns:a="http://schemas.openxmlformats.org/drawingml/2006/main">
              <a:ext uri="{FF2B5EF4-FFF2-40B4-BE49-F238E27FC236}">
                <a16:creationId xmlns:a16="http://schemas.microsoft.com/office/drawing/2014/main" id="{B817570B-296E-42E5-A17F-0D122ABC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353" y="586633"/>
            <a:ext cx="57883" cy="55391"/>
          </a:xfrm>
          <a:custGeom xmlns:a="http://schemas.openxmlformats.org/drawingml/2006/main">
            <a:pathLst>
              <a:path w="57883" h="55391" fill="none">
                <a:moveTo>
                  <a:pt x="57883" y="0"/>
                </a:moveTo>
                <a:lnTo>
                  <a:pt x="53762" y="55391"/>
                </a:lnTo>
                <a:lnTo>
                  <a:pt x="41112" y="55391"/>
                </a:lnTo>
                <a:lnTo>
                  <a:pt x="36991" y="0"/>
                </a:lnTo>
                <a:lnTo>
                  <a:pt x="57883" y="0"/>
                </a:lnTo>
                <a:moveTo>
                  <a:pt x="20892" y="0"/>
                </a:moveTo>
                <a:lnTo>
                  <a:pt x="16771" y="55391"/>
                </a:lnTo>
                <a:lnTo>
                  <a:pt x="4121" y="55391"/>
                </a:lnTo>
                <a:lnTo>
                  <a:pt x="0" y="0"/>
                </a:lnTo>
                <a:lnTo>
                  <a:pt x="2089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" cap="flat">
            <a:solidFill>
              <a:srgbClr val="C55A11"/>
            </a:solidFill>
            <a:miter/>
          </a:ln>
        </p:spPr>
      </p:sp>
      <p:sp>
        <p:nvSpPr>
          <p:cNvPr id="11" name="Text with">
            <a:extLst xmlns:a="http://schemas.openxmlformats.org/drawingml/2006/main">
              <a:ext uri="{FF2B5EF4-FFF2-40B4-BE49-F238E27FC236}">
                <a16:creationId xmlns:a16="http://schemas.microsoft.com/office/drawing/2014/main" id="{C601BB6C-13C9-4DC4-8D9A-72EA762D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960" y="586633"/>
            <a:ext cx="390940" cy="151224"/>
          </a:xfrm>
          <a:custGeom xmlns:a="http://schemas.openxmlformats.org/drawingml/2006/main">
            <a:pathLst>
              <a:path w="390940" h="151224">
                <a:moveTo>
                  <a:pt x="144133" y="41975"/>
                </a:moveTo>
                <a:lnTo>
                  <a:pt x="116245" y="149116"/>
                </a:lnTo>
                <a:lnTo>
                  <a:pt x="99570" y="149116"/>
                </a:lnTo>
                <a:lnTo>
                  <a:pt x="72066" y="66529"/>
                </a:lnTo>
                <a:lnTo>
                  <a:pt x="44754" y="149116"/>
                </a:lnTo>
                <a:lnTo>
                  <a:pt x="28175" y="149116"/>
                </a:lnTo>
                <a:lnTo>
                  <a:pt x="0" y="41975"/>
                </a:lnTo>
                <a:lnTo>
                  <a:pt x="18783" y="41975"/>
                </a:lnTo>
                <a:lnTo>
                  <a:pt x="38429" y="124945"/>
                </a:lnTo>
                <a:lnTo>
                  <a:pt x="65166" y="41975"/>
                </a:lnTo>
                <a:lnTo>
                  <a:pt x="80020" y="41975"/>
                </a:lnTo>
                <a:lnTo>
                  <a:pt x="107429" y="124945"/>
                </a:lnTo>
                <a:lnTo>
                  <a:pt x="126020" y="41975"/>
                </a:lnTo>
                <a:lnTo>
                  <a:pt x="144133" y="41975"/>
                </a:lnTo>
                <a:close/>
                <a:moveTo>
                  <a:pt x="189129" y="24150"/>
                </a:moveTo>
                <a:lnTo>
                  <a:pt x="168813" y="24150"/>
                </a:lnTo>
                <a:lnTo>
                  <a:pt x="168813" y="5367"/>
                </a:lnTo>
                <a:lnTo>
                  <a:pt x="189129" y="5367"/>
                </a:lnTo>
                <a:lnTo>
                  <a:pt x="189129" y="24150"/>
                </a:lnTo>
                <a:moveTo>
                  <a:pt x="187979" y="149116"/>
                </a:moveTo>
                <a:lnTo>
                  <a:pt x="169963" y="149116"/>
                </a:lnTo>
                <a:lnTo>
                  <a:pt x="169963" y="41975"/>
                </a:lnTo>
                <a:lnTo>
                  <a:pt x="187979" y="41975"/>
                </a:lnTo>
                <a:lnTo>
                  <a:pt x="187979" y="149116"/>
                </a:lnTo>
                <a:close/>
                <a:moveTo>
                  <a:pt x="279327" y="148173"/>
                </a:moveTo>
                <a:cubicBezTo>
                  <a:pt x="275941" y="149063"/>
                  <a:pt x="272252" y="149794"/>
                  <a:pt x="268259" y="150365"/>
                </a:cubicBezTo>
                <a:cubicBezTo>
                  <a:pt x="264266" y="150938"/>
                  <a:pt x="260704" y="151224"/>
                  <a:pt x="257573" y="151224"/>
                </a:cubicBezTo>
                <a:cubicBezTo>
                  <a:pt x="246648" y="151224"/>
                  <a:pt x="238343" y="148282"/>
                  <a:pt x="232657" y="142399"/>
                </a:cubicBezTo>
                <a:cubicBezTo>
                  <a:pt x="226971" y="136515"/>
                  <a:pt x="224128" y="127081"/>
                  <a:pt x="224128" y="114098"/>
                </a:cubicBezTo>
                <a:lnTo>
                  <a:pt x="224128" y="57116"/>
                </a:lnTo>
                <a:lnTo>
                  <a:pt x="211957" y="57116"/>
                </a:lnTo>
                <a:lnTo>
                  <a:pt x="211957" y="41975"/>
                </a:lnTo>
                <a:lnTo>
                  <a:pt x="224128" y="41975"/>
                </a:lnTo>
                <a:lnTo>
                  <a:pt x="224128" y="11117"/>
                </a:lnTo>
                <a:lnTo>
                  <a:pt x="242144" y="11117"/>
                </a:lnTo>
                <a:lnTo>
                  <a:pt x="242144" y="41975"/>
                </a:lnTo>
                <a:lnTo>
                  <a:pt x="279327" y="41975"/>
                </a:lnTo>
                <a:lnTo>
                  <a:pt x="279327" y="57116"/>
                </a:lnTo>
                <a:lnTo>
                  <a:pt x="242144" y="57116"/>
                </a:lnTo>
                <a:lnTo>
                  <a:pt x="242144" y="106015"/>
                </a:lnTo>
                <a:cubicBezTo>
                  <a:pt x="242144" y="111651"/>
                  <a:pt x="242272" y="116055"/>
                  <a:pt x="242527" y="119225"/>
                </a:cubicBezTo>
                <a:cubicBezTo>
                  <a:pt x="242783" y="122396"/>
                  <a:pt x="243677" y="125357"/>
                  <a:pt x="245211" y="128111"/>
                </a:cubicBezTo>
                <a:cubicBezTo>
                  <a:pt x="246616" y="130672"/>
                  <a:pt x="248549" y="132546"/>
                  <a:pt x="251009" y="133732"/>
                </a:cubicBezTo>
                <a:cubicBezTo>
                  <a:pt x="253468" y="134916"/>
                  <a:pt x="257222" y="135508"/>
                  <a:pt x="262269" y="135508"/>
                </a:cubicBezTo>
                <a:cubicBezTo>
                  <a:pt x="265208" y="135508"/>
                  <a:pt x="268275" y="135076"/>
                  <a:pt x="271469" y="134214"/>
                </a:cubicBezTo>
                <a:cubicBezTo>
                  <a:pt x="274663" y="133351"/>
                  <a:pt x="276963" y="132633"/>
                  <a:pt x="278369" y="132058"/>
                </a:cubicBezTo>
                <a:lnTo>
                  <a:pt x="279327" y="132058"/>
                </a:lnTo>
                <a:lnTo>
                  <a:pt x="279327" y="148173"/>
                </a:lnTo>
                <a:close/>
                <a:moveTo>
                  <a:pt x="390940" y="149116"/>
                </a:moveTo>
                <a:lnTo>
                  <a:pt x="372924" y="149116"/>
                </a:lnTo>
                <a:lnTo>
                  <a:pt x="372924" y="88103"/>
                </a:lnTo>
                <a:cubicBezTo>
                  <a:pt x="372924" y="83178"/>
                  <a:pt x="372636" y="78557"/>
                  <a:pt x="372061" y="74241"/>
                </a:cubicBezTo>
                <a:cubicBezTo>
                  <a:pt x="371486" y="69924"/>
                  <a:pt x="370432" y="66551"/>
                  <a:pt x="368899" y="64121"/>
                </a:cubicBezTo>
                <a:cubicBezTo>
                  <a:pt x="367301" y="61434"/>
                  <a:pt x="365001" y="59435"/>
                  <a:pt x="361999" y="58126"/>
                </a:cubicBezTo>
                <a:cubicBezTo>
                  <a:pt x="358996" y="56814"/>
                  <a:pt x="355099" y="56158"/>
                  <a:pt x="350307" y="56158"/>
                </a:cubicBezTo>
                <a:cubicBezTo>
                  <a:pt x="345388" y="56158"/>
                  <a:pt x="340245" y="57374"/>
                  <a:pt x="334878" y="59806"/>
                </a:cubicBezTo>
                <a:cubicBezTo>
                  <a:pt x="329511" y="62235"/>
                  <a:pt x="324368" y="65336"/>
                  <a:pt x="319449" y="69107"/>
                </a:cubicBezTo>
                <a:lnTo>
                  <a:pt x="319449" y="149116"/>
                </a:lnTo>
                <a:lnTo>
                  <a:pt x="301432" y="149116"/>
                </a:lnTo>
                <a:lnTo>
                  <a:pt x="301432" y="0"/>
                </a:lnTo>
                <a:lnTo>
                  <a:pt x="319449" y="0"/>
                </a:lnTo>
                <a:lnTo>
                  <a:pt x="319449" y="53789"/>
                </a:lnTo>
                <a:cubicBezTo>
                  <a:pt x="325071" y="49117"/>
                  <a:pt x="330885" y="45470"/>
                  <a:pt x="336890" y="42846"/>
                </a:cubicBezTo>
                <a:cubicBezTo>
                  <a:pt x="342896" y="40221"/>
                  <a:pt x="349061" y="38908"/>
                  <a:pt x="355386" y="38908"/>
                </a:cubicBezTo>
                <a:cubicBezTo>
                  <a:pt x="366950" y="38908"/>
                  <a:pt x="375767" y="42396"/>
                  <a:pt x="381836" y="49372"/>
                </a:cubicBezTo>
                <a:cubicBezTo>
                  <a:pt x="387905" y="56348"/>
                  <a:pt x="390940" y="66396"/>
                  <a:pt x="390940" y="79517"/>
                </a:cubicBezTo>
                <a:lnTo>
                  <a:pt x="390940" y="149116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&quot;">
            <a:extLst xmlns:a="http://schemas.openxmlformats.org/drawingml/2006/main">
              <a:ext uri="{FF2B5EF4-FFF2-40B4-BE49-F238E27FC236}">
                <a16:creationId xmlns:a16="http://schemas.microsoft.com/office/drawing/2014/main" id="{2A90C48F-25E1-4D7E-BF2F-D9922B52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759" y="586633"/>
            <a:ext cx="57883" cy="55391"/>
          </a:xfrm>
          <a:custGeom xmlns:a="http://schemas.openxmlformats.org/drawingml/2006/main">
            <a:pathLst>
              <a:path w="57883" h="55391">
                <a:moveTo>
                  <a:pt x="57883" y="0"/>
                </a:moveTo>
                <a:lnTo>
                  <a:pt x="53762" y="55391"/>
                </a:lnTo>
                <a:lnTo>
                  <a:pt x="41112" y="55391"/>
                </a:lnTo>
                <a:lnTo>
                  <a:pt x="36991" y="0"/>
                </a:lnTo>
                <a:lnTo>
                  <a:pt x="57883" y="0"/>
                </a:lnTo>
                <a:moveTo>
                  <a:pt x="20892" y="0"/>
                </a:moveTo>
                <a:lnTo>
                  <a:pt x="16771" y="55391"/>
                </a:lnTo>
                <a:lnTo>
                  <a:pt x="4121" y="55391"/>
                </a:lnTo>
                <a:lnTo>
                  <a:pt x="0" y="0"/>
                </a:lnTo>
                <a:lnTo>
                  <a:pt x="20892" y="0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&quot;">
            <a:extLst xmlns:a="http://schemas.openxmlformats.org/drawingml/2006/main">
              <a:ext uri="{FF2B5EF4-FFF2-40B4-BE49-F238E27FC236}">
                <a16:creationId xmlns:a16="http://schemas.microsoft.com/office/drawing/2014/main" id="{4A31FA56-65D4-49D9-9AB5-67C70D18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759" y="586633"/>
            <a:ext cx="57883" cy="55391"/>
          </a:xfrm>
          <a:custGeom xmlns:a="http://schemas.openxmlformats.org/drawingml/2006/main">
            <a:pathLst>
              <a:path w="57883" h="55391" fill="none">
                <a:moveTo>
                  <a:pt x="57883" y="0"/>
                </a:moveTo>
                <a:lnTo>
                  <a:pt x="53762" y="55391"/>
                </a:lnTo>
                <a:lnTo>
                  <a:pt x="41112" y="55391"/>
                </a:lnTo>
                <a:lnTo>
                  <a:pt x="36991" y="0"/>
                </a:lnTo>
                <a:lnTo>
                  <a:pt x="57883" y="0"/>
                </a:lnTo>
                <a:moveTo>
                  <a:pt x="20892" y="0"/>
                </a:moveTo>
                <a:lnTo>
                  <a:pt x="16771" y="55391"/>
                </a:lnTo>
                <a:lnTo>
                  <a:pt x="4121" y="55391"/>
                </a:lnTo>
                <a:lnTo>
                  <a:pt x="0" y="0"/>
                </a:lnTo>
                <a:lnTo>
                  <a:pt x="2089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" cap="flat">
            <a:solidFill>
              <a:srgbClr val="C55A11"/>
            </a:solidFill>
            <a:miter/>
          </a:ln>
        </p:spPr>
      </p:sp>
      <p:sp>
        <p:nvSpPr>
          <p:cNvPr id="14" name="Text Mouse&quot;">
            <a:extLst xmlns:a="http://schemas.openxmlformats.org/drawingml/2006/main">
              <a:ext uri="{FF2B5EF4-FFF2-40B4-BE49-F238E27FC236}">
                <a16:creationId xmlns:a16="http://schemas.microsoft.com/office/drawing/2014/main" id="{66E011A6-B63D-4647-95C8-4D6DFC4A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598" y="586633"/>
            <a:ext cx="682867" cy="152183"/>
          </a:xfrm>
          <a:custGeom xmlns:a="http://schemas.openxmlformats.org/drawingml/2006/main">
            <a:pathLst>
              <a:path w="682867" h="152183">
                <a:moveTo>
                  <a:pt x="127074" y="149116"/>
                </a:moveTo>
                <a:lnTo>
                  <a:pt x="108099" y="149116"/>
                </a:lnTo>
                <a:lnTo>
                  <a:pt x="108099" y="26084"/>
                </a:lnTo>
                <a:lnTo>
                  <a:pt x="68425" y="109824"/>
                </a:lnTo>
                <a:lnTo>
                  <a:pt x="57116" y="109824"/>
                </a:lnTo>
                <a:lnTo>
                  <a:pt x="17729" y="26084"/>
                </a:lnTo>
                <a:lnTo>
                  <a:pt x="17729" y="149116"/>
                </a:lnTo>
                <a:lnTo>
                  <a:pt x="0" y="149116"/>
                </a:lnTo>
                <a:lnTo>
                  <a:pt x="0" y="6325"/>
                </a:lnTo>
                <a:lnTo>
                  <a:pt x="25875" y="6325"/>
                </a:lnTo>
                <a:lnTo>
                  <a:pt x="63921" y="85845"/>
                </a:lnTo>
                <a:lnTo>
                  <a:pt x="100720" y="6325"/>
                </a:lnTo>
                <a:lnTo>
                  <a:pt x="127074" y="6325"/>
                </a:lnTo>
                <a:lnTo>
                  <a:pt x="127074" y="149116"/>
                </a:lnTo>
                <a:close/>
                <a:moveTo>
                  <a:pt x="254986" y="95593"/>
                </a:moveTo>
                <a:cubicBezTo>
                  <a:pt x="254986" y="113079"/>
                  <a:pt x="250514" y="126882"/>
                  <a:pt x="241569" y="137002"/>
                </a:cubicBezTo>
                <a:cubicBezTo>
                  <a:pt x="232625" y="147122"/>
                  <a:pt x="220646" y="152183"/>
                  <a:pt x="205632" y="152183"/>
                </a:cubicBezTo>
                <a:cubicBezTo>
                  <a:pt x="190491" y="152183"/>
                  <a:pt x="178463" y="147122"/>
                  <a:pt x="169551" y="137002"/>
                </a:cubicBezTo>
                <a:cubicBezTo>
                  <a:pt x="160639" y="126882"/>
                  <a:pt x="156182" y="113079"/>
                  <a:pt x="156182" y="95593"/>
                </a:cubicBezTo>
                <a:cubicBezTo>
                  <a:pt x="156182" y="78108"/>
                  <a:pt x="160639" y="64289"/>
                  <a:pt x="169551" y="54137"/>
                </a:cubicBezTo>
                <a:cubicBezTo>
                  <a:pt x="178463" y="43984"/>
                  <a:pt x="190491" y="38908"/>
                  <a:pt x="205632" y="38908"/>
                </a:cubicBezTo>
                <a:cubicBezTo>
                  <a:pt x="220646" y="38908"/>
                  <a:pt x="232625" y="43984"/>
                  <a:pt x="241569" y="54137"/>
                </a:cubicBezTo>
                <a:cubicBezTo>
                  <a:pt x="250514" y="64289"/>
                  <a:pt x="254986" y="78108"/>
                  <a:pt x="254986" y="95593"/>
                </a:cubicBezTo>
                <a:moveTo>
                  <a:pt x="236394" y="95593"/>
                </a:moveTo>
                <a:cubicBezTo>
                  <a:pt x="236394" y="81745"/>
                  <a:pt x="233679" y="71455"/>
                  <a:pt x="228249" y="64723"/>
                </a:cubicBezTo>
                <a:cubicBezTo>
                  <a:pt x="222818" y="57991"/>
                  <a:pt x="215279" y="54625"/>
                  <a:pt x="205632" y="54625"/>
                </a:cubicBezTo>
                <a:cubicBezTo>
                  <a:pt x="195857" y="54625"/>
                  <a:pt x="188270" y="57991"/>
                  <a:pt x="182872" y="64723"/>
                </a:cubicBezTo>
                <a:cubicBezTo>
                  <a:pt x="177473" y="71455"/>
                  <a:pt x="174774" y="81745"/>
                  <a:pt x="174774" y="95593"/>
                </a:cubicBezTo>
                <a:cubicBezTo>
                  <a:pt x="174774" y="108994"/>
                  <a:pt x="177489" y="119156"/>
                  <a:pt x="182920" y="126080"/>
                </a:cubicBezTo>
                <a:cubicBezTo>
                  <a:pt x="188350" y="133004"/>
                  <a:pt x="195921" y="136466"/>
                  <a:pt x="205632" y="136466"/>
                </a:cubicBezTo>
                <a:cubicBezTo>
                  <a:pt x="215215" y="136466"/>
                  <a:pt x="222738" y="133036"/>
                  <a:pt x="228201" y="126176"/>
                </a:cubicBezTo>
                <a:cubicBezTo>
                  <a:pt x="233663" y="119316"/>
                  <a:pt x="236394" y="109122"/>
                  <a:pt x="236394" y="95593"/>
                </a:cubicBezTo>
                <a:close/>
                <a:moveTo>
                  <a:pt x="371889" y="149116"/>
                </a:moveTo>
                <a:lnTo>
                  <a:pt x="353873" y="149116"/>
                </a:lnTo>
                <a:lnTo>
                  <a:pt x="353873" y="137302"/>
                </a:lnTo>
                <a:cubicBezTo>
                  <a:pt x="347803" y="142101"/>
                  <a:pt x="341989" y="145782"/>
                  <a:pt x="336431" y="148343"/>
                </a:cubicBezTo>
                <a:cubicBezTo>
                  <a:pt x="330873" y="150903"/>
                  <a:pt x="324740" y="152183"/>
                  <a:pt x="318031" y="152183"/>
                </a:cubicBezTo>
                <a:cubicBezTo>
                  <a:pt x="306787" y="152183"/>
                  <a:pt x="298034" y="148743"/>
                  <a:pt x="291773" y="141863"/>
                </a:cubicBezTo>
                <a:cubicBezTo>
                  <a:pt x="285512" y="134983"/>
                  <a:pt x="282381" y="124886"/>
                  <a:pt x="282381" y="111573"/>
                </a:cubicBezTo>
                <a:lnTo>
                  <a:pt x="282381" y="41975"/>
                </a:lnTo>
                <a:lnTo>
                  <a:pt x="300398" y="41975"/>
                </a:lnTo>
                <a:lnTo>
                  <a:pt x="300398" y="102987"/>
                </a:lnTo>
                <a:cubicBezTo>
                  <a:pt x="300398" y="108424"/>
                  <a:pt x="300654" y="113077"/>
                  <a:pt x="301165" y="116946"/>
                </a:cubicBezTo>
                <a:cubicBezTo>
                  <a:pt x="301676" y="120815"/>
                  <a:pt x="302762" y="124124"/>
                  <a:pt x="304423" y="126874"/>
                </a:cubicBezTo>
                <a:cubicBezTo>
                  <a:pt x="306148" y="129689"/>
                  <a:pt x="308384" y="131736"/>
                  <a:pt x="311131" y="133016"/>
                </a:cubicBezTo>
                <a:cubicBezTo>
                  <a:pt x="313878" y="134294"/>
                  <a:pt x="317872" y="134933"/>
                  <a:pt x="323110" y="134933"/>
                </a:cubicBezTo>
                <a:cubicBezTo>
                  <a:pt x="327774" y="134933"/>
                  <a:pt x="332869" y="133718"/>
                  <a:pt x="338396" y="131288"/>
                </a:cubicBezTo>
                <a:cubicBezTo>
                  <a:pt x="343922" y="128856"/>
                  <a:pt x="349081" y="125755"/>
                  <a:pt x="353873" y="121983"/>
                </a:cubicBezTo>
                <a:lnTo>
                  <a:pt x="353873" y="41975"/>
                </a:lnTo>
                <a:lnTo>
                  <a:pt x="371889" y="41975"/>
                </a:lnTo>
                <a:lnTo>
                  <a:pt x="371889" y="149116"/>
                </a:lnTo>
                <a:close/>
                <a:moveTo>
                  <a:pt x="483924" y="118192"/>
                </a:moveTo>
                <a:cubicBezTo>
                  <a:pt x="483924" y="127959"/>
                  <a:pt x="479883" y="135970"/>
                  <a:pt x="471801" y="142225"/>
                </a:cubicBezTo>
                <a:cubicBezTo>
                  <a:pt x="463719" y="148480"/>
                  <a:pt x="452682" y="151608"/>
                  <a:pt x="438691" y="151608"/>
                </a:cubicBezTo>
                <a:cubicBezTo>
                  <a:pt x="430769" y="151608"/>
                  <a:pt x="423501" y="150662"/>
                  <a:pt x="416889" y="148772"/>
                </a:cubicBezTo>
                <a:cubicBezTo>
                  <a:pt x="410276" y="146881"/>
                  <a:pt x="404734" y="144813"/>
                  <a:pt x="400262" y="142569"/>
                </a:cubicBezTo>
                <a:lnTo>
                  <a:pt x="400262" y="122283"/>
                </a:lnTo>
                <a:lnTo>
                  <a:pt x="401220" y="122283"/>
                </a:lnTo>
                <a:cubicBezTo>
                  <a:pt x="406906" y="126621"/>
                  <a:pt x="413231" y="130070"/>
                  <a:pt x="420195" y="132630"/>
                </a:cubicBezTo>
                <a:cubicBezTo>
                  <a:pt x="427159" y="135187"/>
                  <a:pt x="433835" y="136466"/>
                  <a:pt x="440224" y="136466"/>
                </a:cubicBezTo>
                <a:cubicBezTo>
                  <a:pt x="448146" y="136466"/>
                  <a:pt x="454344" y="135183"/>
                  <a:pt x="458816" y="132618"/>
                </a:cubicBezTo>
                <a:cubicBezTo>
                  <a:pt x="463288" y="130050"/>
                  <a:pt x="465524" y="126007"/>
                  <a:pt x="465524" y="120489"/>
                </a:cubicBezTo>
                <a:cubicBezTo>
                  <a:pt x="465524" y="116276"/>
                  <a:pt x="464310" y="113085"/>
                  <a:pt x="461882" y="110915"/>
                </a:cubicBezTo>
                <a:cubicBezTo>
                  <a:pt x="459455" y="108744"/>
                  <a:pt x="454791" y="106893"/>
                  <a:pt x="447891" y="105359"/>
                </a:cubicBezTo>
                <a:cubicBezTo>
                  <a:pt x="445335" y="104786"/>
                  <a:pt x="441997" y="104116"/>
                  <a:pt x="437876" y="103350"/>
                </a:cubicBezTo>
                <a:cubicBezTo>
                  <a:pt x="433755" y="102583"/>
                  <a:pt x="430002" y="101754"/>
                  <a:pt x="426616" y="100861"/>
                </a:cubicBezTo>
                <a:cubicBezTo>
                  <a:pt x="417224" y="98371"/>
                  <a:pt x="410564" y="94717"/>
                  <a:pt x="406635" y="89897"/>
                </a:cubicBezTo>
                <a:cubicBezTo>
                  <a:pt x="402706" y="85078"/>
                  <a:pt x="400741" y="79157"/>
                  <a:pt x="400741" y="72135"/>
                </a:cubicBezTo>
                <a:cubicBezTo>
                  <a:pt x="400741" y="67731"/>
                  <a:pt x="401651" y="63582"/>
                  <a:pt x="403472" y="59689"/>
                </a:cubicBezTo>
                <a:cubicBezTo>
                  <a:pt x="405293" y="55794"/>
                  <a:pt x="408056" y="52314"/>
                  <a:pt x="411762" y="49249"/>
                </a:cubicBezTo>
                <a:cubicBezTo>
                  <a:pt x="415340" y="46250"/>
                  <a:pt x="419892" y="43873"/>
                  <a:pt x="425418" y="42119"/>
                </a:cubicBezTo>
                <a:cubicBezTo>
                  <a:pt x="430944" y="40362"/>
                  <a:pt x="437126" y="39483"/>
                  <a:pt x="443962" y="39483"/>
                </a:cubicBezTo>
                <a:cubicBezTo>
                  <a:pt x="450351" y="39483"/>
                  <a:pt x="456819" y="40263"/>
                  <a:pt x="463368" y="41822"/>
                </a:cubicBezTo>
                <a:cubicBezTo>
                  <a:pt x="469916" y="43381"/>
                  <a:pt x="475363" y="45276"/>
                  <a:pt x="479707" y="47506"/>
                </a:cubicBezTo>
                <a:lnTo>
                  <a:pt x="479707" y="66700"/>
                </a:lnTo>
                <a:lnTo>
                  <a:pt x="478749" y="66700"/>
                </a:lnTo>
                <a:cubicBezTo>
                  <a:pt x="474149" y="63314"/>
                  <a:pt x="468559" y="60455"/>
                  <a:pt x="461978" y="58123"/>
                </a:cubicBezTo>
                <a:cubicBezTo>
                  <a:pt x="455398" y="55791"/>
                  <a:pt x="448945" y="54625"/>
                  <a:pt x="442620" y="54625"/>
                </a:cubicBezTo>
                <a:cubicBezTo>
                  <a:pt x="436039" y="54625"/>
                  <a:pt x="430481" y="55893"/>
                  <a:pt x="425945" y="58428"/>
                </a:cubicBezTo>
                <a:cubicBezTo>
                  <a:pt x="421409" y="60964"/>
                  <a:pt x="419141" y="64734"/>
                  <a:pt x="419141" y="69739"/>
                </a:cubicBezTo>
                <a:cubicBezTo>
                  <a:pt x="419141" y="74144"/>
                  <a:pt x="420515" y="77463"/>
                  <a:pt x="423262" y="79697"/>
                </a:cubicBezTo>
                <a:cubicBezTo>
                  <a:pt x="425945" y="81931"/>
                  <a:pt x="430289" y="83751"/>
                  <a:pt x="436295" y="85156"/>
                </a:cubicBezTo>
                <a:cubicBezTo>
                  <a:pt x="439617" y="85923"/>
                  <a:pt x="443339" y="86690"/>
                  <a:pt x="447460" y="87456"/>
                </a:cubicBezTo>
                <a:cubicBezTo>
                  <a:pt x="451580" y="88221"/>
                  <a:pt x="455014" y="88923"/>
                  <a:pt x="457762" y="89562"/>
                </a:cubicBezTo>
                <a:cubicBezTo>
                  <a:pt x="466131" y="91476"/>
                  <a:pt x="472584" y="94764"/>
                  <a:pt x="477120" y="99424"/>
                </a:cubicBezTo>
                <a:cubicBezTo>
                  <a:pt x="481656" y="104147"/>
                  <a:pt x="483924" y="110403"/>
                  <a:pt x="483924" y="118192"/>
                </a:cubicBezTo>
                <a:close/>
                <a:moveTo>
                  <a:pt x="599275" y="97366"/>
                </a:moveTo>
                <a:lnTo>
                  <a:pt x="520404" y="97366"/>
                </a:lnTo>
                <a:cubicBezTo>
                  <a:pt x="520404" y="103963"/>
                  <a:pt x="521395" y="109711"/>
                  <a:pt x="523375" y="114610"/>
                </a:cubicBezTo>
                <a:cubicBezTo>
                  <a:pt x="525356" y="119510"/>
                  <a:pt x="528071" y="123529"/>
                  <a:pt x="531521" y="126667"/>
                </a:cubicBezTo>
                <a:cubicBezTo>
                  <a:pt x="534843" y="129742"/>
                  <a:pt x="538788" y="132048"/>
                  <a:pt x="543356" y="133585"/>
                </a:cubicBezTo>
                <a:cubicBezTo>
                  <a:pt x="547924" y="135122"/>
                  <a:pt x="552955" y="135891"/>
                  <a:pt x="558450" y="135891"/>
                </a:cubicBezTo>
                <a:cubicBezTo>
                  <a:pt x="565733" y="135891"/>
                  <a:pt x="573064" y="134427"/>
                  <a:pt x="580444" y="131498"/>
                </a:cubicBezTo>
                <a:cubicBezTo>
                  <a:pt x="587823" y="128569"/>
                  <a:pt x="593077" y="125689"/>
                  <a:pt x="596208" y="122858"/>
                </a:cubicBezTo>
                <a:lnTo>
                  <a:pt x="597166" y="122858"/>
                </a:lnTo>
                <a:lnTo>
                  <a:pt x="597166" y="142569"/>
                </a:lnTo>
                <a:cubicBezTo>
                  <a:pt x="591097" y="145133"/>
                  <a:pt x="584900" y="147280"/>
                  <a:pt x="578575" y="149011"/>
                </a:cubicBezTo>
                <a:cubicBezTo>
                  <a:pt x="572250" y="150742"/>
                  <a:pt x="565605" y="151608"/>
                  <a:pt x="558642" y="151608"/>
                </a:cubicBezTo>
                <a:cubicBezTo>
                  <a:pt x="540881" y="151608"/>
                  <a:pt x="527017" y="146792"/>
                  <a:pt x="517050" y="137161"/>
                </a:cubicBezTo>
                <a:cubicBezTo>
                  <a:pt x="507083" y="127530"/>
                  <a:pt x="502100" y="113849"/>
                  <a:pt x="502100" y="96120"/>
                </a:cubicBezTo>
                <a:cubicBezTo>
                  <a:pt x="502100" y="78587"/>
                  <a:pt x="506876" y="64668"/>
                  <a:pt x="516427" y="54364"/>
                </a:cubicBezTo>
                <a:cubicBezTo>
                  <a:pt x="525979" y="44060"/>
                  <a:pt x="538549" y="38908"/>
                  <a:pt x="554137" y="38908"/>
                </a:cubicBezTo>
                <a:cubicBezTo>
                  <a:pt x="568576" y="38908"/>
                  <a:pt x="579709" y="43132"/>
                  <a:pt x="587535" y="51579"/>
                </a:cubicBezTo>
                <a:cubicBezTo>
                  <a:pt x="595361" y="60026"/>
                  <a:pt x="599275" y="72025"/>
                  <a:pt x="599275" y="87576"/>
                </a:cubicBezTo>
                <a:lnTo>
                  <a:pt x="599275" y="97366"/>
                </a:lnTo>
                <a:moveTo>
                  <a:pt x="581737" y="83566"/>
                </a:moveTo>
                <a:cubicBezTo>
                  <a:pt x="581673" y="74111"/>
                  <a:pt x="579294" y="66795"/>
                  <a:pt x="574598" y="61621"/>
                </a:cubicBezTo>
                <a:cubicBezTo>
                  <a:pt x="569902" y="56446"/>
                  <a:pt x="562762" y="53858"/>
                  <a:pt x="553179" y="53858"/>
                </a:cubicBezTo>
                <a:cubicBezTo>
                  <a:pt x="543532" y="53858"/>
                  <a:pt x="535849" y="56701"/>
                  <a:pt x="530131" y="62387"/>
                </a:cubicBezTo>
                <a:cubicBezTo>
                  <a:pt x="524413" y="68073"/>
                  <a:pt x="521171" y="75133"/>
                  <a:pt x="520404" y="83566"/>
                </a:cubicBezTo>
                <a:lnTo>
                  <a:pt x="581737" y="83566"/>
                </a:lnTo>
                <a:close/>
                <a:moveTo>
                  <a:pt x="682867" y="0"/>
                </a:moveTo>
                <a:lnTo>
                  <a:pt x="678746" y="55391"/>
                </a:lnTo>
                <a:lnTo>
                  <a:pt x="666096" y="55391"/>
                </a:lnTo>
                <a:lnTo>
                  <a:pt x="661975" y="0"/>
                </a:lnTo>
                <a:lnTo>
                  <a:pt x="682867" y="0"/>
                </a:lnTo>
                <a:moveTo>
                  <a:pt x="645875" y="0"/>
                </a:moveTo>
                <a:lnTo>
                  <a:pt x="641754" y="55391"/>
                </a:lnTo>
                <a:lnTo>
                  <a:pt x="629104" y="55391"/>
                </a:lnTo>
                <a:lnTo>
                  <a:pt x="624984" y="0"/>
                </a:lnTo>
                <a:lnTo>
                  <a:pt x="645875" y="0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&quot;">
            <a:extLst xmlns:a="http://schemas.openxmlformats.org/drawingml/2006/main">
              <a:ext uri="{FF2B5EF4-FFF2-40B4-BE49-F238E27FC236}">
                <a16:creationId xmlns:a16="http://schemas.microsoft.com/office/drawing/2014/main" id="{665138C2-6A7A-47FC-8B99-267E958F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582" y="586633"/>
            <a:ext cx="57883" cy="55391"/>
          </a:xfrm>
          <a:custGeom xmlns:a="http://schemas.openxmlformats.org/drawingml/2006/main">
            <a:pathLst>
              <a:path w="57883" h="55391" fill="none">
                <a:moveTo>
                  <a:pt x="57883" y="0"/>
                </a:moveTo>
                <a:lnTo>
                  <a:pt x="53762" y="55391"/>
                </a:lnTo>
                <a:lnTo>
                  <a:pt x="41112" y="55391"/>
                </a:lnTo>
                <a:lnTo>
                  <a:pt x="36991" y="0"/>
                </a:lnTo>
                <a:lnTo>
                  <a:pt x="57883" y="0"/>
                </a:lnTo>
                <a:moveTo>
                  <a:pt x="20892" y="0"/>
                </a:moveTo>
                <a:lnTo>
                  <a:pt x="16771" y="55391"/>
                </a:lnTo>
                <a:lnTo>
                  <a:pt x="4121" y="55391"/>
                </a:lnTo>
                <a:lnTo>
                  <a:pt x="0" y="0"/>
                </a:lnTo>
                <a:lnTo>
                  <a:pt x="2089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" cap="flat">
            <a:solidFill>
              <a:srgbClr val="C55A11"/>
            </a:solidFill>
            <a:miter/>
          </a:ln>
        </p:spPr>
      </p:sp>
      <p:sp>
        <p:nvSpPr>
          <p:cNvPr id="16" name="Text ]">
            <a:extLst xmlns:a="http://schemas.openxmlformats.org/drawingml/2006/main">
              <a:ext uri="{FF2B5EF4-FFF2-40B4-BE49-F238E27FC236}">
                <a16:creationId xmlns:a16="http://schemas.microsoft.com/office/drawing/2014/main" id="{655A03F8-15C1-4028-946D-62EC68A2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42" y="586633"/>
            <a:ext cx="49833" cy="186682"/>
          </a:xfrm>
          <a:custGeom xmlns:a="http://schemas.openxmlformats.org/drawingml/2006/main">
            <a:pathLst>
              <a:path w="49833" h="186682">
                <a:moveTo>
                  <a:pt x="49833" y="186682"/>
                </a:moveTo>
                <a:lnTo>
                  <a:pt x="0" y="186682"/>
                </a:lnTo>
                <a:lnTo>
                  <a:pt x="0" y="172882"/>
                </a:lnTo>
                <a:lnTo>
                  <a:pt x="33158" y="172882"/>
                </a:lnTo>
                <a:lnTo>
                  <a:pt x="33158" y="13800"/>
                </a:lnTo>
                <a:lnTo>
                  <a:pt x="0" y="13800"/>
                </a:lnTo>
                <a:lnTo>
                  <a:pt x="0" y="0"/>
                </a:lnTo>
                <a:lnTo>
                  <a:pt x="49833" y="0"/>
                </a:lnTo>
                <a:lnTo>
                  <a:pt x="49833" y="1866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BECAUSE">
            <a:extLst xmlns:a="http://schemas.openxmlformats.org/drawingml/2006/main">
              <a:ext uri="{FF2B5EF4-FFF2-40B4-BE49-F238E27FC236}">
                <a16:creationId xmlns:a16="http://schemas.microsoft.com/office/drawing/2014/main" id="{E6E5C738-5D84-4B5E-AA4D-53C06491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01" y="825985"/>
            <a:ext cx="902790" cy="148349"/>
          </a:xfrm>
          <a:custGeom xmlns:a="http://schemas.openxmlformats.org/drawingml/2006/main">
            <a:pathLst>
              <a:path w="902790" h="148349">
                <a:moveTo>
                  <a:pt x="107620" y="101403"/>
                </a:moveTo>
                <a:cubicBezTo>
                  <a:pt x="107620" y="108493"/>
                  <a:pt x="106279" y="114752"/>
                  <a:pt x="103595" y="120180"/>
                </a:cubicBezTo>
                <a:cubicBezTo>
                  <a:pt x="100912" y="125609"/>
                  <a:pt x="97302" y="130080"/>
                  <a:pt x="92766" y="133594"/>
                </a:cubicBezTo>
                <a:cubicBezTo>
                  <a:pt x="87400" y="137809"/>
                  <a:pt x="81506" y="140810"/>
                  <a:pt x="75085" y="142599"/>
                </a:cubicBezTo>
                <a:cubicBezTo>
                  <a:pt x="68664" y="144388"/>
                  <a:pt x="60502" y="145283"/>
                  <a:pt x="50600" y="145283"/>
                </a:cubicBezTo>
                <a:lnTo>
                  <a:pt x="0" y="145283"/>
                </a:lnTo>
                <a:lnTo>
                  <a:pt x="0" y="2492"/>
                </a:lnTo>
                <a:lnTo>
                  <a:pt x="42262" y="2492"/>
                </a:lnTo>
                <a:cubicBezTo>
                  <a:pt x="52676" y="2492"/>
                  <a:pt x="60471" y="2876"/>
                  <a:pt x="65645" y="3645"/>
                </a:cubicBezTo>
                <a:cubicBezTo>
                  <a:pt x="70820" y="4411"/>
                  <a:pt x="75772" y="6011"/>
                  <a:pt x="80500" y="8442"/>
                </a:cubicBezTo>
                <a:cubicBezTo>
                  <a:pt x="85738" y="11193"/>
                  <a:pt x="89540" y="14729"/>
                  <a:pt x="91904" y="19050"/>
                </a:cubicBezTo>
                <a:cubicBezTo>
                  <a:pt x="94268" y="23368"/>
                  <a:pt x="95450" y="28535"/>
                  <a:pt x="95450" y="34551"/>
                </a:cubicBezTo>
                <a:cubicBezTo>
                  <a:pt x="95450" y="41333"/>
                  <a:pt x="93725" y="47108"/>
                  <a:pt x="90275" y="51876"/>
                </a:cubicBezTo>
                <a:cubicBezTo>
                  <a:pt x="86825" y="56643"/>
                  <a:pt x="82225" y="60474"/>
                  <a:pt x="76475" y="63366"/>
                </a:cubicBezTo>
                <a:lnTo>
                  <a:pt x="76475" y="64133"/>
                </a:lnTo>
                <a:cubicBezTo>
                  <a:pt x="86122" y="66114"/>
                  <a:pt x="93725" y="70345"/>
                  <a:pt x="99283" y="76828"/>
                </a:cubicBezTo>
                <a:cubicBezTo>
                  <a:pt x="104841" y="83311"/>
                  <a:pt x="107620" y="91502"/>
                  <a:pt x="107620" y="101403"/>
                </a:cubicBezTo>
                <a:moveTo>
                  <a:pt x="75708" y="37195"/>
                </a:moveTo>
                <a:cubicBezTo>
                  <a:pt x="75708" y="33761"/>
                  <a:pt x="75133" y="30868"/>
                  <a:pt x="73983" y="28516"/>
                </a:cubicBezTo>
                <a:cubicBezTo>
                  <a:pt x="72833" y="26162"/>
                  <a:pt x="70980" y="24254"/>
                  <a:pt x="68425" y="22790"/>
                </a:cubicBezTo>
                <a:cubicBezTo>
                  <a:pt x="65422" y="21073"/>
                  <a:pt x="61780" y="20008"/>
                  <a:pt x="57500" y="19595"/>
                </a:cubicBezTo>
                <a:cubicBezTo>
                  <a:pt x="53219" y="19182"/>
                  <a:pt x="47916" y="18975"/>
                  <a:pt x="41591" y="18975"/>
                </a:cubicBezTo>
                <a:lnTo>
                  <a:pt x="18975" y="18975"/>
                </a:lnTo>
                <a:lnTo>
                  <a:pt x="18975" y="59991"/>
                </a:lnTo>
                <a:lnTo>
                  <a:pt x="43508" y="59991"/>
                </a:lnTo>
                <a:cubicBezTo>
                  <a:pt x="49450" y="59991"/>
                  <a:pt x="54177" y="59690"/>
                  <a:pt x="57691" y="59087"/>
                </a:cubicBezTo>
                <a:cubicBezTo>
                  <a:pt x="61205" y="58482"/>
                  <a:pt x="64464" y="57225"/>
                  <a:pt x="67466" y="55317"/>
                </a:cubicBezTo>
                <a:cubicBezTo>
                  <a:pt x="70469" y="53410"/>
                  <a:pt x="72593" y="50946"/>
                  <a:pt x="73839" y="47925"/>
                </a:cubicBezTo>
                <a:cubicBezTo>
                  <a:pt x="75085" y="44905"/>
                  <a:pt x="75708" y="41328"/>
                  <a:pt x="75708" y="37195"/>
                </a:cubicBezTo>
                <a:moveTo>
                  <a:pt x="87879" y="102065"/>
                </a:moveTo>
                <a:cubicBezTo>
                  <a:pt x="87879" y="96357"/>
                  <a:pt x="87016" y="91822"/>
                  <a:pt x="85291" y="88460"/>
                </a:cubicBezTo>
                <a:cubicBezTo>
                  <a:pt x="83566" y="85098"/>
                  <a:pt x="80436" y="82244"/>
                  <a:pt x="75900" y="79898"/>
                </a:cubicBezTo>
                <a:cubicBezTo>
                  <a:pt x="72833" y="78312"/>
                  <a:pt x="69111" y="77282"/>
                  <a:pt x="64735" y="76807"/>
                </a:cubicBezTo>
                <a:cubicBezTo>
                  <a:pt x="60359" y="76330"/>
                  <a:pt x="55040" y="76091"/>
                  <a:pt x="48779" y="76091"/>
                </a:cubicBezTo>
                <a:lnTo>
                  <a:pt x="18975" y="76091"/>
                </a:lnTo>
                <a:lnTo>
                  <a:pt x="18975" y="128799"/>
                </a:lnTo>
                <a:lnTo>
                  <a:pt x="44083" y="128799"/>
                </a:lnTo>
                <a:cubicBezTo>
                  <a:pt x="52389" y="128799"/>
                  <a:pt x="59193" y="128371"/>
                  <a:pt x="64496" y="127515"/>
                </a:cubicBezTo>
                <a:cubicBezTo>
                  <a:pt x="69798" y="126658"/>
                  <a:pt x="74143" y="125089"/>
                  <a:pt x="77529" y="122807"/>
                </a:cubicBezTo>
                <a:cubicBezTo>
                  <a:pt x="81107" y="120333"/>
                  <a:pt x="83726" y="117511"/>
                  <a:pt x="85387" y="114341"/>
                </a:cubicBezTo>
                <a:cubicBezTo>
                  <a:pt x="87048" y="111168"/>
                  <a:pt x="87879" y="107076"/>
                  <a:pt x="87879" y="102065"/>
                </a:cubicBezTo>
                <a:close/>
                <a:moveTo>
                  <a:pt x="228944" y="145283"/>
                </a:moveTo>
                <a:lnTo>
                  <a:pt x="134932" y="145283"/>
                </a:lnTo>
                <a:lnTo>
                  <a:pt x="134932" y="2492"/>
                </a:lnTo>
                <a:lnTo>
                  <a:pt x="228944" y="2492"/>
                </a:lnTo>
                <a:lnTo>
                  <a:pt x="228944" y="19358"/>
                </a:lnTo>
                <a:lnTo>
                  <a:pt x="153907" y="19358"/>
                </a:lnTo>
                <a:lnTo>
                  <a:pt x="153907" y="58458"/>
                </a:lnTo>
                <a:lnTo>
                  <a:pt x="228944" y="58458"/>
                </a:lnTo>
                <a:lnTo>
                  <a:pt x="228944" y="75325"/>
                </a:lnTo>
                <a:lnTo>
                  <a:pt x="153907" y="75325"/>
                </a:lnTo>
                <a:lnTo>
                  <a:pt x="153907" y="128416"/>
                </a:lnTo>
                <a:lnTo>
                  <a:pt x="228944" y="128416"/>
                </a:lnTo>
                <a:lnTo>
                  <a:pt x="228944" y="145283"/>
                </a:lnTo>
                <a:close/>
                <a:moveTo>
                  <a:pt x="369442" y="134993"/>
                </a:moveTo>
                <a:cubicBezTo>
                  <a:pt x="365928" y="136530"/>
                  <a:pt x="362750" y="137971"/>
                  <a:pt x="359907" y="139317"/>
                </a:cubicBezTo>
                <a:cubicBezTo>
                  <a:pt x="357064" y="140663"/>
                  <a:pt x="353342" y="142072"/>
                  <a:pt x="348742" y="143546"/>
                </a:cubicBezTo>
                <a:cubicBezTo>
                  <a:pt x="344845" y="144764"/>
                  <a:pt x="340612" y="145805"/>
                  <a:pt x="336044" y="146669"/>
                </a:cubicBezTo>
                <a:cubicBezTo>
                  <a:pt x="331476" y="147534"/>
                  <a:pt x="326445" y="147966"/>
                  <a:pt x="320951" y="147966"/>
                </a:cubicBezTo>
                <a:cubicBezTo>
                  <a:pt x="310601" y="147966"/>
                  <a:pt x="301193" y="146511"/>
                  <a:pt x="292728" y="143603"/>
                </a:cubicBezTo>
                <a:cubicBezTo>
                  <a:pt x="284263" y="140694"/>
                  <a:pt x="276899" y="136139"/>
                  <a:pt x="270638" y="129937"/>
                </a:cubicBezTo>
                <a:cubicBezTo>
                  <a:pt x="264505" y="123864"/>
                  <a:pt x="259713" y="116144"/>
                  <a:pt x="256263" y="106779"/>
                </a:cubicBezTo>
                <a:cubicBezTo>
                  <a:pt x="252813" y="97413"/>
                  <a:pt x="251088" y="86529"/>
                  <a:pt x="251088" y="74127"/>
                </a:cubicBezTo>
                <a:cubicBezTo>
                  <a:pt x="251088" y="62363"/>
                  <a:pt x="252750" y="51847"/>
                  <a:pt x="256072" y="42577"/>
                </a:cubicBezTo>
                <a:cubicBezTo>
                  <a:pt x="259394" y="33307"/>
                  <a:pt x="264186" y="25476"/>
                  <a:pt x="270447" y="19083"/>
                </a:cubicBezTo>
                <a:cubicBezTo>
                  <a:pt x="276516" y="12882"/>
                  <a:pt x="283847" y="8151"/>
                  <a:pt x="292440" y="4890"/>
                </a:cubicBezTo>
                <a:cubicBezTo>
                  <a:pt x="301033" y="1630"/>
                  <a:pt x="310569" y="0"/>
                  <a:pt x="321046" y="0"/>
                </a:cubicBezTo>
                <a:cubicBezTo>
                  <a:pt x="328713" y="0"/>
                  <a:pt x="336364" y="926"/>
                  <a:pt x="343998" y="2779"/>
                </a:cubicBezTo>
                <a:cubicBezTo>
                  <a:pt x="351633" y="4632"/>
                  <a:pt x="360114" y="7890"/>
                  <a:pt x="369442" y="12554"/>
                </a:cubicBezTo>
                <a:lnTo>
                  <a:pt x="369442" y="35075"/>
                </a:lnTo>
                <a:lnTo>
                  <a:pt x="368005" y="35075"/>
                </a:lnTo>
                <a:cubicBezTo>
                  <a:pt x="360146" y="28594"/>
                  <a:pt x="352352" y="23875"/>
                  <a:pt x="344621" y="20919"/>
                </a:cubicBezTo>
                <a:cubicBezTo>
                  <a:pt x="336891" y="17962"/>
                  <a:pt x="328617" y="16483"/>
                  <a:pt x="319801" y="16483"/>
                </a:cubicBezTo>
                <a:cubicBezTo>
                  <a:pt x="312581" y="16483"/>
                  <a:pt x="306081" y="17646"/>
                  <a:pt x="300299" y="19972"/>
                </a:cubicBezTo>
                <a:cubicBezTo>
                  <a:pt x="294517" y="22298"/>
                  <a:pt x="289358" y="25915"/>
                  <a:pt x="284822" y="30822"/>
                </a:cubicBezTo>
                <a:cubicBezTo>
                  <a:pt x="280413" y="35602"/>
                  <a:pt x="276979" y="41640"/>
                  <a:pt x="274520" y="48938"/>
                </a:cubicBezTo>
                <a:cubicBezTo>
                  <a:pt x="272060" y="56235"/>
                  <a:pt x="270830" y="64663"/>
                  <a:pt x="270830" y="74223"/>
                </a:cubicBezTo>
                <a:cubicBezTo>
                  <a:pt x="270830" y="84227"/>
                  <a:pt x="272188" y="92830"/>
                  <a:pt x="274903" y="100032"/>
                </a:cubicBezTo>
                <a:cubicBezTo>
                  <a:pt x="277618" y="107233"/>
                  <a:pt x="281116" y="113097"/>
                  <a:pt x="285397" y="117623"/>
                </a:cubicBezTo>
                <a:cubicBezTo>
                  <a:pt x="289869" y="122339"/>
                  <a:pt x="295092" y="125828"/>
                  <a:pt x="301065" y="128090"/>
                </a:cubicBezTo>
                <a:cubicBezTo>
                  <a:pt x="307039" y="130352"/>
                  <a:pt x="313348" y="131483"/>
                  <a:pt x="319992" y="131483"/>
                </a:cubicBezTo>
                <a:cubicBezTo>
                  <a:pt x="329128" y="131483"/>
                  <a:pt x="337689" y="129917"/>
                  <a:pt x="345676" y="126787"/>
                </a:cubicBezTo>
                <a:cubicBezTo>
                  <a:pt x="353662" y="123656"/>
                  <a:pt x="361137" y="118961"/>
                  <a:pt x="368100" y="112699"/>
                </a:cubicBezTo>
                <a:lnTo>
                  <a:pt x="369442" y="112699"/>
                </a:lnTo>
                <a:lnTo>
                  <a:pt x="369442" y="134993"/>
                </a:lnTo>
                <a:close/>
                <a:moveTo>
                  <a:pt x="509128" y="145283"/>
                </a:moveTo>
                <a:lnTo>
                  <a:pt x="488907" y="145283"/>
                </a:lnTo>
                <a:lnTo>
                  <a:pt x="474915" y="105608"/>
                </a:lnTo>
                <a:lnTo>
                  <a:pt x="413199" y="105608"/>
                </a:lnTo>
                <a:lnTo>
                  <a:pt x="399208" y="145283"/>
                </a:lnTo>
                <a:lnTo>
                  <a:pt x="379945" y="145283"/>
                </a:lnTo>
                <a:lnTo>
                  <a:pt x="431887" y="2492"/>
                </a:lnTo>
                <a:lnTo>
                  <a:pt x="457186" y="2492"/>
                </a:lnTo>
                <a:lnTo>
                  <a:pt x="509128" y="145283"/>
                </a:lnTo>
                <a:moveTo>
                  <a:pt x="469070" y="89125"/>
                </a:moveTo>
                <a:lnTo>
                  <a:pt x="444057" y="19083"/>
                </a:lnTo>
                <a:lnTo>
                  <a:pt x="418949" y="89125"/>
                </a:lnTo>
                <a:lnTo>
                  <a:pt x="469070" y="89125"/>
                </a:lnTo>
                <a:close/>
                <a:moveTo>
                  <a:pt x="638164" y="87993"/>
                </a:moveTo>
                <a:cubicBezTo>
                  <a:pt x="638164" y="98354"/>
                  <a:pt x="637030" y="107390"/>
                  <a:pt x="634762" y="115098"/>
                </a:cubicBezTo>
                <a:cubicBezTo>
                  <a:pt x="632494" y="122807"/>
                  <a:pt x="628772" y="129221"/>
                  <a:pt x="623597" y="134340"/>
                </a:cubicBezTo>
                <a:cubicBezTo>
                  <a:pt x="618678" y="139201"/>
                  <a:pt x="612928" y="142752"/>
                  <a:pt x="606347" y="144992"/>
                </a:cubicBezTo>
                <a:cubicBezTo>
                  <a:pt x="599767" y="147230"/>
                  <a:pt x="592100" y="148349"/>
                  <a:pt x="583347" y="148349"/>
                </a:cubicBezTo>
                <a:cubicBezTo>
                  <a:pt x="574403" y="148349"/>
                  <a:pt x="566608" y="147166"/>
                  <a:pt x="559964" y="144800"/>
                </a:cubicBezTo>
                <a:cubicBezTo>
                  <a:pt x="553320" y="142433"/>
                  <a:pt x="547729" y="138946"/>
                  <a:pt x="543193" y="134340"/>
                </a:cubicBezTo>
                <a:cubicBezTo>
                  <a:pt x="538018" y="129093"/>
                  <a:pt x="534297" y="122760"/>
                  <a:pt x="532029" y="115341"/>
                </a:cubicBezTo>
                <a:cubicBezTo>
                  <a:pt x="529761" y="107920"/>
                  <a:pt x="528627" y="98804"/>
                  <a:pt x="528627" y="87993"/>
                </a:cubicBezTo>
                <a:lnTo>
                  <a:pt x="528627" y="2492"/>
                </a:lnTo>
                <a:lnTo>
                  <a:pt x="547602" y="2492"/>
                </a:lnTo>
                <a:lnTo>
                  <a:pt x="547602" y="88837"/>
                </a:lnTo>
                <a:cubicBezTo>
                  <a:pt x="547602" y="96568"/>
                  <a:pt x="548129" y="102669"/>
                  <a:pt x="549183" y="107141"/>
                </a:cubicBezTo>
                <a:cubicBezTo>
                  <a:pt x="550237" y="111613"/>
                  <a:pt x="552010" y="115670"/>
                  <a:pt x="554502" y="119312"/>
                </a:cubicBezTo>
                <a:cubicBezTo>
                  <a:pt x="557313" y="123465"/>
                  <a:pt x="561130" y="126595"/>
                  <a:pt x="565954" y="128704"/>
                </a:cubicBezTo>
                <a:cubicBezTo>
                  <a:pt x="570777" y="130812"/>
                  <a:pt x="576575" y="131866"/>
                  <a:pt x="583347" y="131866"/>
                </a:cubicBezTo>
                <a:cubicBezTo>
                  <a:pt x="590183" y="131866"/>
                  <a:pt x="595997" y="130828"/>
                  <a:pt x="600789" y="128751"/>
                </a:cubicBezTo>
                <a:cubicBezTo>
                  <a:pt x="605580" y="126675"/>
                  <a:pt x="609414" y="123529"/>
                  <a:pt x="612289" y="119312"/>
                </a:cubicBezTo>
                <a:cubicBezTo>
                  <a:pt x="614780" y="115670"/>
                  <a:pt x="616553" y="111502"/>
                  <a:pt x="617607" y="106806"/>
                </a:cubicBezTo>
                <a:cubicBezTo>
                  <a:pt x="618662" y="102110"/>
                  <a:pt x="619189" y="96280"/>
                  <a:pt x="619189" y="89316"/>
                </a:cubicBezTo>
                <a:lnTo>
                  <a:pt x="619189" y="2492"/>
                </a:lnTo>
                <a:lnTo>
                  <a:pt x="638164" y="2492"/>
                </a:lnTo>
                <a:lnTo>
                  <a:pt x="638164" y="87993"/>
                </a:lnTo>
                <a:close/>
                <a:moveTo>
                  <a:pt x="778354" y="104623"/>
                </a:moveTo>
                <a:cubicBezTo>
                  <a:pt x="778354" y="110185"/>
                  <a:pt x="777061" y="115683"/>
                  <a:pt x="774473" y="121118"/>
                </a:cubicBezTo>
                <a:cubicBezTo>
                  <a:pt x="771886" y="126550"/>
                  <a:pt x="768260" y="131152"/>
                  <a:pt x="763596" y="134924"/>
                </a:cubicBezTo>
                <a:cubicBezTo>
                  <a:pt x="758485" y="139017"/>
                  <a:pt x="752527" y="142214"/>
                  <a:pt x="745723" y="144516"/>
                </a:cubicBezTo>
                <a:cubicBezTo>
                  <a:pt x="738919" y="146816"/>
                  <a:pt x="730725" y="147966"/>
                  <a:pt x="721142" y="147966"/>
                </a:cubicBezTo>
                <a:cubicBezTo>
                  <a:pt x="710856" y="147966"/>
                  <a:pt x="701608" y="147006"/>
                  <a:pt x="693399" y="145085"/>
                </a:cubicBezTo>
                <a:cubicBezTo>
                  <a:pt x="685189" y="143162"/>
                  <a:pt x="676835" y="140311"/>
                  <a:pt x="668338" y="136532"/>
                </a:cubicBezTo>
                <a:lnTo>
                  <a:pt x="668338" y="112699"/>
                </a:lnTo>
                <a:lnTo>
                  <a:pt x="669680" y="112699"/>
                </a:lnTo>
                <a:cubicBezTo>
                  <a:pt x="676899" y="118705"/>
                  <a:pt x="685237" y="123337"/>
                  <a:pt x="694692" y="126595"/>
                </a:cubicBezTo>
                <a:cubicBezTo>
                  <a:pt x="704148" y="129854"/>
                  <a:pt x="713028" y="131483"/>
                  <a:pt x="721334" y="131483"/>
                </a:cubicBezTo>
                <a:cubicBezTo>
                  <a:pt x="733089" y="131483"/>
                  <a:pt x="742241" y="129286"/>
                  <a:pt x="748790" y="124891"/>
                </a:cubicBezTo>
                <a:cubicBezTo>
                  <a:pt x="755338" y="120495"/>
                  <a:pt x="758613" y="114633"/>
                  <a:pt x="758613" y="107306"/>
                </a:cubicBezTo>
                <a:cubicBezTo>
                  <a:pt x="758613" y="100977"/>
                  <a:pt x="757063" y="96310"/>
                  <a:pt x="753965" y="93305"/>
                </a:cubicBezTo>
                <a:cubicBezTo>
                  <a:pt x="750866" y="90301"/>
                  <a:pt x="746154" y="87968"/>
                  <a:pt x="739830" y="86306"/>
                </a:cubicBezTo>
                <a:cubicBezTo>
                  <a:pt x="735038" y="85027"/>
                  <a:pt x="729847" y="83972"/>
                  <a:pt x="724257" y="83141"/>
                </a:cubicBezTo>
                <a:cubicBezTo>
                  <a:pt x="718666" y="82310"/>
                  <a:pt x="712741" y="81255"/>
                  <a:pt x="706480" y="79976"/>
                </a:cubicBezTo>
                <a:cubicBezTo>
                  <a:pt x="693830" y="77290"/>
                  <a:pt x="684454" y="72703"/>
                  <a:pt x="678353" y="66215"/>
                </a:cubicBezTo>
                <a:cubicBezTo>
                  <a:pt x="672251" y="59726"/>
                  <a:pt x="669201" y="51272"/>
                  <a:pt x="669201" y="40852"/>
                </a:cubicBezTo>
                <a:cubicBezTo>
                  <a:pt x="669201" y="28897"/>
                  <a:pt x="674248" y="19100"/>
                  <a:pt x="684342" y="11461"/>
                </a:cubicBezTo>
                <a:cubicBezTo>
                  <a:pt x="694437" y="3820"/>
                  <a:pt x="707246" y="0"/>
                  <a:pt x="722771" y="0"/>
                </a:cubicBezTo>
                <a:cubicBezTo>
                  <a:pt x="732802" y="0"/>
                  <a:pt x="742002" y="958"/>
                  <a:pt x="750371" y="2875"/>
                </a:cubicBezTo>
                <a:cubicBezTo>
                  <a:pt x="758741" y="4792"/>
                  <a:pt x="766152" y="7156"/>
                  <a:pt x="772604" y="9967"/>
                </a:cubicBezTo>
                <a:lnTo>
                  <a:pt x="772604" y="32392"/>
                </a:lnTo>
                <a:lnTo>
                  <a:pt x="771263" y="32392"/>
                </a:lnTo>
                <a:cubicBezTo>
                  <a:pt x="765832" y="27819"/>
                  <a:pt x="758693" y="24025"/>
                  <a:pt x="749844" y="21008"/>
                </a:cubicBezTo>
                <a:cubicBezTo>
                  <a:pt x="740995" y="17992"/>
                  <a:pt x="731939" y="16483"/>
                  <a:pt x="722675" y="16483"/>
                </a:cubicBezTo>
                <a:cubicBezTo>
                  <a:pt x="712517" y="16483"/>
                  <a:pt x="704355" y="18586"/>
                  <a:pt x="698190" y="22790"/>
                </a:cubicBezTo>
                <a:cubicBezTo>
                  <a:pt x="692025" y="26993"/>
                  <a:pt x="688942" y="32405"/>
                  <a:pt x="688942" y="39028"/>
                </a:cubicBezTo>
                <a:cubicBezTo>
                  <a:pt x="688942" y="44974"/>
                  <a:pt x="690476" y="49640"/>
                  <a:pt x="693542" y="53029"/>
                </a:cubicBezTo>
                <a:cubicBezTo>
                  <a:pt x="696609" y="56417"/>
                  <a:pt x="702007" y="59006"/>
                  <a:pt x="709738" y="60797"/>
                </a:cubicBezTo>
                <a:cubicBezTo>
                  <a:pt x="713827" y="61691"/>
                  <a:pt x="719641" y="62779"/>
                  <a:pt x="727180" y="64058"/>
                </a:cubicBezTo>
                <a:cubicBezTo>
                  <a:pt x="734718" y="65336"/>
                  <a:pt x="741107" y="66647"/>
                  <a:pt x="746346" y="67990"/>
                </a:cubicBezTo>
                <a:cubicBezTo>
                  <a:pt x="756952" y="70804"/>
                  <a:pt x="764938" y="75055"/>
                  <a:pt x="770304" y="80745"/>
                </a:cubicBezTo>
                <a:cubicBezTo>
                  <a:pt x="775671" y="86433"/>
                  <a:pt x="778354" y="94392"/>
                  <a:pt x="778354" y="104623"/>
                </a:cubicBezTo>
                <a:close/>
                <a:moveTo>
                  <a:pt x="902790" y="145283"/>
                </a:moveTo>
                <a:lnTo>
                  <a:pt x="808778" y="145283"/>
                </a:lnTo>
                <a:lnTo>
                  <a:pt x="808778" y="2492"/>
                </a:lnTo>
                <a:lnTo>
                  <a:pt x="902790" y="2492"/>
                </a:lnTo>
                <a:lnTo>
                  <a:pt x="902790" y="19358"/>
                </a:lnTo>
                <a:lnTo>
                  <a:pt x="827753" y="19358"/>
                </a:lnTo>
                <a:lnTo>
                  <a:pt x="827753" y="58458"/>
                </a:lnTo>
                <a:lnTo>
                  <a:pt x="902790" y="58458"/>
                </a:lnTo>
                <a:lnTo>
                  <a:pt x="902790" y="75325"/>
                </a:lnTo>
                <a:lnTo>
                  <a:pt x="827753" y="75325"/>
                </a:lnTo>
                <a:lnTo>
                  <a:pt x="827753" y="128416"/>
                </a:lnTo>
                <a:lnTo>
                  <a:pt x="902790" y="128416"/>
                </a:lnTo>
                <a:lnTo>
                  <a:pt x="902790" y="14528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&quot;">
            <a:extLst xmlns:a="http://schemas.openxmlformats.org/drawingml/2006/main">
              <a:ext uri="{FF2B5EF4-FFF2-40B4-BE49-F238E27FC236}">
                <a16:creationId xmlns:a16="http://schemas.microsoft.com/office/drawing/2014/main" id="{D670A28F-7D6A-4D08-A60B-01FC7208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607" y="822151"/>
            <a:ext cx="57883" cy="55391"/>
          </a:xfrm>
          <a:custGeom xmlns:a="http://schemas.openxmlformats.org/drawingml/2006/main">
            <a:pathLst>
              <a:path w="57883" h="55391">
                <a:moveTo>
                  <a:pt x="57883" y="0"/>
                </a:moveTo>
                <a:lnTo>
                  <a:pt x="53762" y="55391"/>
                </a:lnTo>
                <a:lnTo>
                  <a:pt x="41112" y="55391"/>
                </a:lnTo>
                <a:lnTo>
                  <a:pt x="36991" y="0"/>
                </a:lnTo>
                <a:lnTo>
                  <a:pt x="57883" y="0"/>
                </a:lnTo>
                <a:moveTo>
                  <a:pt x="20892" y="0"/>
                </a:moveTo>
                <a:lnTo>
                  <a:pt x="16771" y="55391"/>
                </a:lnTo>
                <a:lnTo>
                  <a:pt x="4121" y="55391"/>
                </a:lnTo>
                <a:lnTo>
                  <a:pt x="0" y="0"/>
                </a:lnTo>
                <a:lnTo>
                  <a:pt x="20892" y="0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&quot;">
            <a:extLst xmlns:a="http://schemas.openxmlformats.org/drawingml/2006/main">
              <a:ext uri="{FF2B5EF4-FFF2-40B4-BE49-F238E27FC236}">
                <a16:creationId xmlns:a16="http://schemas.microsoft.com/office/drawing/2014/main" id="{AE3FB7EC-6A46-4B03-BA0C-A4EA02EA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607" y="822151"/>
            <a:ext cx="57883" cy="55391"/>
          </a:xfrm>
          <a:custGeom xmlns:a="http://schemas.openxmlformats.org/drawingml/2006/main">
            <a:pathLst>
              <a:path w="57883" h="55391" fill="none">
                <a:moveTo>
                  <a:pt x="57883" y="0"/>
                </a:moveTo>
                <a:lnTo>
                  <a:pt x="53762" y="55391"/>
                </a:lnTo>
                <a:lnTo>
                  <a:pt x="41112" y="55391"/>
                </a:lnTo>
                <a:lnTo>
                  <a:pt x="36991" y="0"/>
                </a:lnTo>
                <a:lnTo>
                  <a:pt x="57883" y="0"/>
                </a:lnTo>
                <a:moveTo>
                  <a:pt x="20892" y="0"/>
                </a:moveTo>
                <a:lnTo>
                  <a:pt x="16771" y="55391"/>
                </a:lnTo>
                <a:lnTo>
                  <a:pt x="4121" y="55391"/>
                </a:lnTo>
                <a:lnTo>
                  <a:pt x="0" y="0"/>
                </a:lnTo>
                <a:lnTo>
                  <a:pt x="2089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" cap="flat">
            <a:solidFill>
              <a:srgbClr val="C55A11"/>
            </a:solidFill>
            <a:miter/>
          </a:ln>
        </p:spPr>
      </p:sp>
      <p:sp>
        <p:nvSpPr>
          <p:cNvPr id="20" name="Text copyrightinfringement&quot;">
            <a:extLst xmlns:a="http://schemas.openxmlformats.org/drawingml/2006/main">
              <a:ext uri="{FF2B5EF4-FFF2-40B4-BE49-F238E27FC236}">
                <a16:creationId xmlns:a16="http://schemas.microsoft.com/office/drawing/2014/main" id="{6B9F768C-43EC-42C5-905F-DBE07C26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343" y="821193"/>
            <a:ext cx="2312799" cy="190707"/>
          </a:xfrm>
          <a:custGeom xmlns:a="http://schemas.openxmlformats.org/drawingml/2006/main">
            <a:pathLst>
              <a:path w="2312799" h="190707">
                <a:moveTo>
                  <a:pt x="86825" y="143462"/>
                </a:moveTo>
                <a:cubicBezTo>
                  <a:pt x="80819" y="146337"/>
                  <a:pt x="75117" y="148573"/>
                  <a:pt x="69718" y="150170"/>
                </a:cubicBezTo>
                <a:cubicBezTo>
                  <a:pt x="64320" y="151767"/>
                  <a:pt x="58586" y="152566"/>
                  <a:pt x="52516" y="152566"/>
                </a:cubicBezTo>
                <a:cubicBezTo>
                  <a:pt x="44786" y="152566"/>
                  <a:pt x="37694" y="151430"/>
                  <a:pt x="31242" y="149158"/>
                </a:cubicBezTo>
                <a:cubicBezTo>
                  <a:pt x="24789" y="146886"/>
                  <a:pt x="19262" y="143446"/>
                  <a:pt x="14662" y="138838"/>
                </a:cubicBezTo>
                <a:cubicBezTo>
                  <a:pt x="9999" y="134230"/>
                  <a:pt x="6389" y="128406"/>
                  <a:pt x="3833" y="121366"/>
                </a:cubicBezTo>
                <a:cubicBezTo>
                  <a:pt x="1278" y="114327"/>
                  <a:pt x="0" y="106103"/>
                  <a:pt x="0" y="96695"/>
                </a:cubicBezTo>
                <a:cubicBezTo>
                  <a:pt x="0" y="79160"/>
                  <a:pt x="4808" y="65401"/>
                  <a:pt x="14423" y="55418"/>
                </a:cubicBezTo>
                <a:cubicBezTo>
                  <a:pt x="24038" y="45434"/>
                  <a:pt x="36736" y="40441"/>
                  <a:pt x="52516" y="40441"/>
                </a:cubicBezTo>
                <a:cubicBezTo>
                  <a:pt x="58650" y="40441"/>
                  <a:pt x="64671" y="41304"/>
                  <a:pt x="70581" y="43029"/>
                </a:cubicBezTo>
                <a:cubicBezTo>
                  <a:pt x="76491" y="44754"/>
                  <a:pt x="81905" y="46862"/>
                  <a:pt x="86825" y="49354"/>
                </a:cubicBezTo>
                <a:lnTo>
                  <a:pt x="86825" y="69383"/>
                </a:lnTo>
                <a:lnTo>
                  <a:pt x="85866" y="69383"/>
                </a:lnTo>
                <a:cubicBezTo>
                  <a:pt x="80372" y="65132"/>
                  <a:pt x="74702" y="61866"/>
                  <a:pt x="68856" y="59584"/>
                </a:cubicBezTo>
                <a:cubicBezTo>
                  <a:pt x="63010" y="57300"/>
                  <a:pt x="57308" y="56158"/>
                  <a:pt x="51750" y="56158"/>
                </a:cubicBezTo>
                <a:cubicBezTo>
                  <a:pt x="41528" y="56158"/>
                  <a:pt x="33462" y="59592"/>
                  <a:pt x="27552" y="66460"/>
                </a:cubicBezTo>
                <a:cubicBezTo>
                  <a:pt x="21642" y="73328"/>
                  <a:pt x="18687" y="83407"/>
                  <a:pt x="18687" y="96695"/>
                </a:cubicBezTo>
                <a:cubicBezTo>
                  <a:pt x="18687" y="109601"/>
                  <a:pt x="21578" y="119520"/>
                  <a:pt x="27360" y="126451"/>
                </a:cubicBezTo>
                <a:cubicBezTo>
                  <a:pt x="33142" y="133383"/>
                  <a:pt x="41272" y="136849"/>
                  <a:pt x="51750" y="136849"/>
                </a:cubicBezTo>
                <a:cubicBezTo>
                  <a:pt x="55391" y="136849"/>
                  <a:pt x="59097" y="136374"/>
                  <a:pt x="62866" y="135424"/>
                </a:cubicBezTo>
                <a:cubicBezTo>
                  <a:pt x="66636" y="134471"/>
                  <a:pt x="70022" y="133234"/>
                  <a:pt x="73025" y="131710"/>
                </a:cubicBezTo>
                <a:cubicBezTo>
                  <a:pt x="75644" y="130379"/>
                  <a:pt x="78104" y="128968"/>
                  <a:pt x="80404" y="127479"/>
                </a:cubicBezTo>
                <a:cubicBezTo>
                  <a:pt x="82704" y="125987"/>
                  <a:pt x="84525" y="124702"/>
                  <a:pt x="85866" y="123624"/>
                </a:cubicBezTo>
                <a:lnTo>
                  <a:pt x="86825" y="123624"/>
                </a:lnTo>
                <a:lnTo>
                  <a:pt x="86825" y="143462"/>
                </a:lnTo>
                <a:close/>
                <a:moveTo>
                  <a:pt x="201121" y="96552"/>
                </a:moveTo>
                <a:cubicBezTo>
                  <a:pt x="201121" y="114037"/>
                  <a:pt x="196649" y="127840"/>
                  <a:pt x="187705" y="137960"/>
                </a:cubicBezTo>
                <a:cubicBezTo>
                  <a:pt x="178760" y="148081"/>
                  <a:pt x="166781" y="153141"/>
                  <a:pt x="151768" y="153141"/>
                </a:cubicBezTo>
                <a:cubicBezTo>
                  <a:pt x="136626" y="153141"/>
                  <a:pt x="124599" y="148081"/>
                  <a:pt x="115686" y="137960"/>
                </a:cubicBezTo>
                <a:cubicBezTo>
                  <a:pt x="106774" y="127840"/>
                  <a:pt x="102318" y="114037"/>
                  <a:pt x="102318" y="96552"/>
                </a:cubicBezTo>
                <a:cubicBezTo>
                  <a:pt x="102318" y="79066"/>
                  <a:pt x="106774" y="65247"/>
                  <a:pt x="115686" y="55095"/>
                </a:cubicBezTo>
                <a:cubicBezTo>
                  <a:pt x="124599" y="44943"/>
                  <a:pt x="136626" y="39866"/>
                  <a:pt x="151768" y="39866"/>
                </a:cubicBezTo>
                <a:cubicBezTo>
                  <a:pt x="166781" y="39866"/>
                  <a:pt x="178760" y="44943"/>
                  <a:pt x="187705" y="55095"/>
                </a:cubicBezTo>
                <a:cubicBezTo>
                  <a:pt x="196649" y="65247"/>
                  <a:pt x="201121" y="79066"/>
                  <a:pt x="201121" y="96552"/>
                </a:cubicBezTo>
                <a:moveTo>
                  <a:pt x="182530" y="96552"/>
                </a:moveTo>
                <a:cubicBezTo>
                  <a:pt x="182530" y="82704"/>
                  <a:pt x="179815" y="72414"/>
                  <a:pt x="174384" y="65681"/>
                </a:cubicBezTo>
                <a:cubicBezTo>
                  <a:pt x="168954" y="58949"/>
                  <a:pt x="161415" y="55583"/>
                  <a:pt x="151768" y="55583"/>
                </a:cubicBezTo>
                <a:cubicBezTo>
                  <a:pt x="141993" y="55583"/>
                  <a:pt x="134406" y="58949"/>
                  <a:pt x="129007" y="65681"/>
                </a:cubicBezTo>
                <a:cubicBezTo>
                  <a:pt x="123609" y="72414"/>
                  <a:pt x="120909" y="82704"/>
                  <a:pt x="120909" y="96552"/>
                </a:cubicBezTo>
                <a:cubicBezTo>
                  <a:pt x="120909" y="109952"/>
                  <a:pt x="123625" y="120114"/>
                  <a:pt x="129055" y="127038"/>
                </a:cubicBezTo>
                <a:cubicBezTo>
                  <a:pt x="134486" y="133962"/>
                  <a:pt x="142056" y="137424"/>
                  <a:pt x="151768" y="137424"/>
                </a:cubicBezTo>
                <a:cubicBezTo>
                  <a:pt x="161351" y="137424"/>
                  <a:pt x="168874" y="133994"/>
                  <a:pt x="174336" y="127134"/>
                </a:cubicBezTo>
                <a:cubicBezTo>
                  <a:pt x="179799" y="120274"/>
                  <a:pt x="182530" y="110080"/>
                  <a:pt x="182530" y="96552"/>
                </a:cubicBezTo>
                <a:close/>
                <a:moveTo>
                  <a:pt x="323487" y="95162"/>
                </a:moveTo>
                <a:cubicBezTo>
                  <a:pt x="323487" y="103865"/>
                  <a:pt x="322242" y="111816"/>
                  <a:pt x="319750" y="119015"/>
                </a:cubicBezTo>
                <a:cubicBezTo>
                  <a:pt x="317258" y="126215"/>
                  <a:pt x="313744" y="132311"/>
                  <a:pt x="309208" y="137305"/>
                </a:cubicBezTo>
                <a:cubicBezTo>
                  <a:pt x="304992" y="142040"/>
                  <a:pt x="300024" y="145704"/>
                  <a:pt x="294306" y="148295"/>
                </a:cubicBezTo>
                <a:cubicBezTo>
                  <a:pt x="288588" y="150887"/>
                  <a:pt x="282535" y="152183"/>
                  <a:pt x="276146" y="152183"/>
                </a:cubicBezTo>
                <a:cubicBezTo>
                  <a:pt x="270588" y="152183"/>
                  <a:pt x="265556" y="151575"/>
                  <a:pt x="261052" y="150359"/>
                </a:cubicBezTo>
                <a:cubicBezTo>
                  <a:pt x="256548" y="149143"/>
                  <a:pt x="251964" y="147255"/>
                  <a:pt x="247300" y="144696"/>
                </a:cubicBezTo>
                <a:lnTo>
                  <a:pt x="247300" y="189557"/>
                </a:lnTo>
                <a:lnTo>
                  <a:pt x="229284" y="189557"/>
                </a:lnTo>
                <a:lnTo>
                  <a:pt x="229284" y="42933"/>
                </a:lnTo>
                <a:lnTo>
                  <a:pt x="247300" y="42933"/>
                </a:lnTo>
                <a:lnTo>
                  <a:pt x="247300" y="54074"/>
                </a:lnTo>
                <a:cubicBezTo>
                  <a:pt x="252092" y="50043"/>
                  <a:pt x="257475" y="46668"/>
                  <a:pt x="263448" y="43948"/>
                </a:cubicBezTo>
                <a:cubicBezTo>
                  <a:pt x="269422" y="41227"/>
                  <a:pt x="275795" y="39866"/>
                  <a:pt x="282567" y="39866"/>
                </a:cubicBezTo>
                <a:cubicBezTo>
                  <a:pt x="295472" y="39866"/>
                  <a:pt x="305519" y="44747"/>
                  <a:pt x="312706" y="54508"/>
                </a:cubicBezTo>
                <a:cubicBezTo>
                  <a:pt x="319894" y="64267"/>
                  <a:pt x="323487" y="77818"/>
                  <a:pt x="323487" y="95162"/>
                </a:cubicBezTo>
                <a:moveTo>
                  <a:pt x="304896" y="95641"/>
                </a:moveTo>
                <a:cubicBezTo>
                  <a:pt x="304896" y="82736"/>
                  <a:pt x="302692" y="73089"/>
                  <a:pt x="298283" y="66700"/>
                </a:cubicBezTo>
                <a:cubicBezTo>
                  <a:pt x="293875" y="60311"/>
                  <a:pt x="287103" y="57116"/>
                  <a:pt x="277967" y="57116"/>
                </a:cubicBezTo>
                <a:cubicBezTo>
                  <a:pt x="272792" y="57116"/>
                  <a:pt x="267585" y="58234"/>
                  <a:pt x="262346" y="60471"/>
                </a:cubicBezTo>
                <a:cubicBezTo>
                  <a:pt x="257107" y="62707"/>
                  <a:pt x="252092" y="65646"/>
                  <a:pt x="247300" y="69287"/>
                </a:cubicBezTo>
                <a:lnTo>
                  <a:pt x="247300" y="129949"/>
                </a:lnTo>
                <a:cubicBezTo>
                  <a:pt x="252411" y="132249"/>
                  <a:pt x="256804" y="133815"/>
                  <a:pt x="260477" y="134645"/>
                </a:cubicBezTo>
                <a:cubicBezTo>
                  <a:pt x="264151" y="135476"/>
                  <a:pt x="268320" y="135891"/>
                  <a:pt x="272984" y="135891"/>
                </a:cubicBezTo>
                <a:cubicBezTo>
                  <a:pt x="283014" y="135891"/>
                  <a:pt x="290840" y="132505"/>
                  <a:pt x="296463" y="125733"/>
                </a:cubicBezTo>
                <a:cubicBezTo>
                  <a:pt x="302085" y="118961"/>
                  <a:pt x="304896" y="108930"/>
                  <a:pt x="304896" y="95641"/>
                </a:cubicBezTo>
                <a:close/>
                <a:moveTo>
                  <a:pt x="444524" y="42933"/>
                </a:moveTo>
                <a:lnTo>
                  <a:pt x="382041" y="189557"/>
                </a:lnTo>
                <a:lnTo>
                  <a:pt x="362779" y="189557"/>
                </a:lnTo>
                <a:lnTo>
                  <a:pt x="382712" y="144869"/>
                </a:lnTo>
                <a:lnTo>
                  <a:pt x="340067" y="42933"/>
                </a:lnTo>
                <a:lnTo>
                  <a:pt x="359616" y="42933"/>
                </a:lnTo>
                <a:lnTo>
                  <a:pt x="392487" y="122283"/>
                </a:lnTo>
                <a:lnTo>
                  <a:pt x="425645" y="42933"/>
                </a:lnTo>
                <a:lnTo>
                  <a:pt x="444524" y="42933"/>
                </a:lnTo>
                <a:close/>
                <a:moveTo>
                  <a:pt x="534869" y="62483"/>
                </a:moveTo>
                <a:lnTo>
                  <a:pt x="533911" y="62483"/>
                </a:lnTo>
                <a:cubicBezTo>
                  <a:pt x="531227" y="61878"/>
                  <a:pt x="528624" y="61440"/>
                  <a:pt x="526100" y="61168"/>
                </a:cubicBezTo>
                <a:cubicBezTo>
                  <a:pt x="523577" y="60895"/>
                  <a:pt x="520590" y="60758"/>
                  <a:pt x="517140" y="60758"/>
                </a:cubicBezTo>
                <a:cubicBezTo>
                  <a:pt x="511582" y="60758"/>
                  <a:pt x="506215" y="61990"/>
                  <a:pt x="501040" y="64454"/>
                </a:cubicBezTo>
                <a:cubicBezTo>
                  <a:pt x="495865" y="66915"/>
                  <a:pt x="490882" y="70097"/>
                  <a:pt x="486090" y="73998"/>
                </a:cubicBezTo>
                <a:lnTo>
                  <a:pt x="486090" y="150074"/>
                </a:lnTo>
                <a:lnTo>
                  <a:pt x="468074" y="150074"/>
                </a:lnTo>
                <a:lnTo>
                  <a:pt x="468074" y="42933"/>
                </a:lnTo>
                <a:lnTo>
                  <a:pt x="486090" y="42933"/>
                </a:lnTo>
                <a:lnTo>
                  <a:pt x="486090" y="58761"/>
                </a:lnTo>
                <a:cubicBezTo>
                  <a:pt x="493246" y="53005"/>
                  <a:pt x="499555" y="48928"/>
                  <a:pt x="505017" y="46530"/>
                </a:cubicBezTo>
                <a:cubicBezTo>
                  <a:pt x="510480" y="44132"/>
                  <a:pt x="516054" y="42933"/>
                  <a:pt x="521740" y="42933"/>
                </a:cubicBezTo>
                <a:cubicBezTo>
                  <a:pt x="524871" y="42933"/>
                  <a:pt x="527139" y="43013"/>
                  <a:pt x="528544" y="43173"/>
                </a:cubicBezTo>
                <a:cubicBezTo>
                  <a:pt x="529950" y="43330"/>
                  <a:pt x="532058" y="43632"/>
                  <a:pt x="534869" y="44077"/>
                </a:cubicBezTo>
                <a:lnTo>
                  <a:pt x="534869" y="62483"/>
                </a:lnTo>
                <a:close/>
                <a:moveTo>
                  <a:pt x="570845" y="25108"/>
                </a:moveTo>
                <a:lnTo>
                  <a:pt x="550529" y="25108"/>
                </a:lnTo>
                <a:lnTo>
                  <a:pt x="550529" y="6325"/>
                </a:lnTo>
                <a:lnTo>
                  <a:pt x="570845" y="6325"/>
                </a:lnTo>
                <a:lnTo>
                  <a:pt x="570845" y="25108"/>
                </a:lnTo>
                <a:moveTo>
                  <a:pt x="569695" y="150074"/>
                </a:moveTo>
                <a:lnTo>
                  <a:pt x="551679" y="150074"/>
                </a:lnTo>
                <a:lnTo>
                  <a:pt x="551679" y="42933"/>
                </a:lnTo>
                <a:lnTo>
                  <a:pt x="569695" y="42933"/>
                </a:lnTo>
                <a:lnTo>
                  <a:pt x="569695" y="150074"/>
                </a:lnTo>
                <a:close/>
                <a:moveTo>
                  <a:pt x="692284" y="137930"/>
                </a:moveTo>
                <a:cubicBezTo>
                  <a:pt x="692284" y="156099"/>
                  <a:pt x="688163" y="169436"/>
                  <a:pt x="679922" y="177944"/>
                </a:cubicBezTo>
                <a:cubicBezTo>
                  <a:pt x="671680" y="186453"/>
                  <a:pt x="658998" y="190707"/>
                  <a:pt x="641876" y="190707"/>
                </a:cubicBezTo>
                <a:cubicBezTo>
                  <a:pt x="636190" y="190707"/>
                  <a:pt x="630648" y="190308"/>
                  <a:pt x="625249" y="189509"/>
                </a:cubicBezTo>
                <a:cubicBezTo>
                  <a:pt x="619851" y="188711"/>
                  <a:pt x="614532" y="187577"/>
                  <a:pt x="609293" y="186107"/>
                </a:cubicBezTo>
                <a:lnTo>
                  <a:pt x="609293" y="167707"/>
                </a:lnTo>
                <a:lnTo>
                  <a:pt x="610251" y="167707"/>
                </a:lnTo>
                <a:cubicBezTo>
                  <a:pt x="613190" y="168842"/>
                  <a:pt x="617854" y="170243"/>
                  <a:pt x="624243" y="171912"/>
                </a:cubicBezTo>
                <a:cubicBezTo>
                  <a:pt x="630632" y="173581"/>
                  <a:pt x="637021" y="174416"/>
                  <a:pt x="643409" y="174416"/>
                </a:cubicBezTo>
                <a:cubicBezTo>
                  <a:pt x="649543" y="174416"/>
                  <a:pt x="654622" y="173682"/>
                  <a:pt x="658647" y="172215"/>
                </a:cubicBezTo>
                <a:cubicBezTo>
                  <a:pt x="662672" y="170747"/>
                  <a:pt x="665802" y="168707"/>
                  <a:pt x="668038" y="166093"/>
                </a:cubicBezTo>
                <a:cubicBezTo>
                  <a:pt x="670275" y="163606"/>
                  <a:pt x="671872" y="160607"/>
                  <a:pt x="672830" y="157097"/>
                </a:cubicBezTo>
                <a:cubicBezTo>
                  <a:pt x="673788" y="153589"/>
                  <a:pt x="674268" y="149667"/>
                  <a:pt x="674268" y="145331"/>
                </a:cubicBezTo>
                <a:lnTo>
                  <a:pt x="674268" y="135571"/>
                </a:lnTo>
                <a:cubicBezTo>
                  <a:pt x="668837" y="139927"/>
                  <a:pt x="663646" y="143178"/>
                  <a:pt x="658695" y="145325"/>
                </a:cubicBezTo>
                <a:cubicBezTo>
                  <a:pt x="653743" y="147469"/>
                  <a:pt x="647434" y="148541"/>
                  <a:pt x="639768" y="148541"/>
                </a:cubicBezTo>
                <a:cubicBezTo>
                  <a:pt x="626990" y="148541"/>
                  <a:pt x="616848" y="143913"/>
                  <a:pt x="609341" y="134657"/>
                </a:cubicBezTo>
                <a:cubicBezTo>
                  <a:pt x="601834" y="125399"/>
                  <a:pt x="598080" y="112347"/>
                  <a:pt x="598080" y="95500"/>
                </a:cubicBezTo>
                <a:cubicBezTo>
                  <a:pt x="598080" y="86277"/>
                  <a:pt x="599374" y="78317"/>
                  <a:pt x="601962" y="71623"/>
                </a:cubicBezTo>
                <a:cubicBezTo>
                  <a:pt x="604549" y="64929"/>
                  <a:pt x="608079" y="59148"/>
                  <a:pt x="612551" y="54280"/>
                </a:cubicBezTo>
                <a:cubicBezTo>
                  <a:pt x="616704" y="49732"/>
                  <a:pt x="621751" y="46193"/>
                  <a:pt x="627693" y="43664"/>
                </a:cubicBezTo>
                <a:cubicBezTo>
                  <a:pt x="633634" y="41132"/>
                  <a:pt x="639544" y="39866"/>
                  <a:pt x="645422" y="39866"/>
                </a:cubicBezTo>
                <a:cubicBezTo>
                  <a:pt x="651619" y="39866"/>
                  <a:pt x="656810" y="40491"/>
                  <a:pt x="660995" y="41741"/>
                </a:cubicBezTo>
                <a:cubicBezTo>
                  <a:pt x="665179" y="42989"/>
                  <a:pt x="669604" y="44895"/>
                  <a:pt x="674268" y="47458"/>
                </a:cubicBezTo>
                <a:lnTo>
                  <a:pt x="675418" y="42933"/>
                </a:lnTo>
                <a:lnTo>
                  <a:pt x="692284" y="42933"/>
                </a:lnTo>
                <a:lnTo>
                  <a:pt x="692284" y="137930"/>
                </a:lnTo>
                <a:moveTo>
                  <a:pt x="674268" y="120722"/>
                </a:moveTo>
                <a:lnTo>
                  <a:pt x="674268" y="62210"/>
                </a:lnTo>
                <a:cubicBezTo>
                  <a:pt x="669476" y="60032"/>
                  <a:pt x="665020" y="58479"/>
                  <a:pt x="660899" y="57551"/>
                </a:cubicBezTo>
                <a:cubicBezTo>
                  <a:pt x="656778" y="56622"/>
                  <a:pt x="652673" y="56158"/>
                  <a:pt x="648584" y="56158"/>
                </a:cubicBezTo>
                <a:cubicBezTo>
                  <a:pt x="638682" y="56158"/>
                  <a:pt x="630887" y="59489"/>
                  <a:pt x="625201" y="66152"/>
                </a:cubicBezTo>
                <a:cubicBezTo>
                  <a:pt x="619515" y="72812"/>
                  <a:pt x="616672" y="82483"/>
                  <a:pt x="616672" y="95165"/>
                </a:cubicBezTo>
                <a:cubicBezTo>
                  <a:pt x="616672" y="107206"/>
                  <a:pt x="618780" y="116333"/>
                  <a:pt x="622997" y="122546"/>
                </a:cubicBezTo>
                <a:cubicBezTo>
                  <a:pt x="627214" y="128759"/>
                  <a:pt x="634209" y="131866"/>
                  <a:pt x="643984" y="131866"/>
                </a:cubicBezTo>
                <a:cubicBezTo>
                  <a:pt x="649223" y="131866"/>
                  <a:pt x="654478" y="130858"/>
                  <a:pt x="659749" y="128841"/>
                </a:cubicBezTo>
                <a:cubicBezTo>
                  <a:pt x="665020" y="126823"/>
                  <a:pt x="669859" y="124117"/>
                  <a:pt x="674268" y="120722"/>
                </a:cubicBezTo>
                <a:close/>
                <a:moveTo>
                  <a:pt x="817633" y="150074"/>
                </a:moveTo>
                <a:lnTo>
                  <a:pt x="799617" y="150074"/>
                </a:lnTo>
                <a:lnTo>
                  <a:pt x="799617" y="89062"/>
                </a:lnTo>
                <a:cubicBezTo>
                  <a:pt x="799617" y="84136"/>
                  <a:pt x="799329" y="79515"/>
                  <a:pt x="798754" y="75199"/>
                </a:cubicBezTo>
                <a:cubicBezTo>
                  <a:pt x="798179" y="70882"/>
                  <a:pt x="797125" y="67509"/>
                  <a:pt x="795592" y="65079"/>
                </a:cubicBezTo>
                <a:cubicBezTo>
                  <a:pt x="793995" y="62392"/>
                  <a:pt x="791695" y="60394"/>
                  <a:pt x="788692" y="59084"/>
                </a:cubicBezTo>
                <a:cubicBezTo>
                  <a:pt x="785689" y="57772"/>
                  <a:pt x="781792" y="57116"/>
                  <a:pt x="777000" y="57116"/>
                </a:cubicBezTo>
                <a:cubicBezTo>
                  <a:pt x="772081" y="57116"/>
                  <a:pt x="766938" y="58332"/>
                  <a:pt x="761571" y="60764"/>
                </a:cubicBezTo>
                <a:cubicBezTo>
                  <a:pt x="756205" y="63194"/>
                  <a:pt x="751062" y="66294"/>
                  <a:pt x="746142" y="70066"/>
                </a:cubicBezTo>
                <a:lnTo>
                  <a:pt x="746142" y="150074"/>
                </a:lnTo>
                <a:lnTo>
                  <a:pt x="728126" y="150074"/>
                </a:lnTo>
                <a:lnTo>
                  <a:pt x="728126" y="958"/>
                </a:lnTo>
                <a:lnTo>
                  <a:pt x="746142" y="958"/>
                </a:lnTo>
                <a:lnTo>
                  <a:pt x="746142" y="54748"/>
                </a:lnTo>
                <a:cubicBezTo>
                  <a:pt x="751764" y="50076"/>
                  <a:pt x="757578" y="46428"/>
                  <a:pt x="763584" y="43805"/>
                </a:cubicBezTo>
                <a:cubicBezTo>
                  <a:pt x="769589" y="41179"/>
                  <a:pt x="775754" y="39866"/>
                  <a:pt x="782079" y="39866"/>
                </a:cubicBezTo>
                <a:cubicBezTo>
                  <a:pt x="793643" y="39866"/>
                  <a:pt x="802460" y="43354"/>
                  <a:pt x="808529" y="50330"/>
                </a:cubicBezTo>
                <a:cubicBezTo>
                  <a:pt x="814599" y="57306"/>
                  <a:pt x="817633" y="67355"/>
                  <a:pt x="817633" y="80476"/>
                </a:cubicBezTo>
                <a:lnTo>
                  <a:pt x="817633" y="150074"/>
                </a:lnTo>
                <a:close/>
                <a:moveTo>
                  <a:pt x="908010" y="149131"/>
                </a:moveTo>
                <a:cubicBezTo>
                  <a:pt x="904624" y="150021"/>
                  <a:pt x="900935" y="150752"/>
                  <a:pt x="896942" y="151323"/>
                </a:cubicBezTo>
                <a:cubicBezTo>
                  <a:pt x="892949" y="151896"/>
                  <a:pt x="889387" y="152183"/>
                  <a:pt x="886256" y="152183"/>
                </a:cubicBezTo>
                <a:cubicBezTo>
                  <a:pt x="875331" y="152183"/>
                  <a:pt x="867026" y="149241"/>
                  <a:pt x="861340" y="143357"/>
                </a:cubicBezTo>
                <a:cubicBezTo>
                  <a:pt x="855654" y="137473"/>
                  <a:pt x="852811" y="128040"/>
                  <a:pt x="852811" y="115056"/>
                </a:cubicBezTo>
                <a:lnTo>
                  <a:pt x="852811" y="58075"/>
                </a:lnTo>
                <a:lnTo>
                  <a:pt x="840640" y="58075"/>
                </a:lnTo>
                <a:lnTo>
                  <a:pt x="840640" y="42933"/>
                </a:lnTo>
                <a:lnTo>
                  <a:pt x="852811" y="42933"/>
                </a:lnTo>
                <a:lnTo>
                  <a:pt x="852811" y="12075"/>
                </a:lnTo>
                <a:lnTo>
                  <a:pt x="870827" y="12075"/>
                </a:lnTo>
                <a:lnTo>
                  <a:pt x="870827" y="42933"/>
                </a:lnTo>
                <a:lnTo>
                  <a:pt x="908010" y="42933"/>
                </a:lnTo>
                <a:lnTo>
                  <a:pt x="908010" y="58075"/>
                </a:lnTo>
                <a:lnTo>
                  <a:pt x="870827" y="58075"/>
                </a:lnTo>
                <a:lnTo>
                  <a:pt x="870827" y="106973"/>
                </a:lnTo>
                <a:cubicBezTo>
                  <a:pt x="870827" y="112610"/>
                  <a:pt x="870955" y="117013"/>
                  <a:pt x="871211" y="120183"/>
                </a:cubicBezTo>
                <a:cubicBezTo>
                  <a:pt x="871466" y="123354"/>
                  <a:pt x="872361" y="126316"/>
                  <a:pt x="873894" y="129069"/>
                </a:cubicBezTo>
                <a:cubicBezTo>
                  <a:pt x="875299" y="131630"/>
                  <a:pt x="877232" y="133504"/>
                  <a:pt x="879692" y="134690"/>
                </a:cubicBezTo>
                <a:cubicBezTo>
                  <a:pt x="882152" y="135874"/>
                  <a:pt x="885905" y="136466"/>
                  <a:pt x="890952" y="136466"/>
                </a:cubicBezTo>
                <a:cubicBezTo>
                  <a:pt x="893891" y="136466"/>
                  <a:pt x="896958" y="136035"/>
                  <a:pt x="900152" y="135172"/>
                </a:cubicBezTo>
                <a:cubicBezTo>
                  <a:pt x="903347" y="134310"/>
                  <a:pt x="905647" y="133591"/>
                  <a:pt x="907052" y="133016"/>
                </a:cubicBezTo>
                <a:lnTo>
                  <a:pt x="908010" y="133016"/>
                </a:lnTo>
                <a:lnTo>
                  <a:pt x="908010" y="149131"/>
                </a:lnTo>
                <a:close/>
                <a:moveTo>
                  <a:pt x="1018167" y="25108"/>
                </a:moveTo>
                <a:lnTo>
                  <a:pt x="997850" y="25108"/>
                </a:lnTo>
                <a:lnTo>
                  <a:pt x="997850" y="6325"/>
                </a:lnTo>
                <a:lnTo>
                  <a:pt x="1018167" y="6325"/>
                </a:lnTo>
                <a:lnTo>
                  <a:pt x="1018167" y="25108"/>
                </a:lnTo>
                <a:moveTo>
                  <a:pt x="1017017" y="150074"/>
                </a:moveTo>
                <a:lnTo>
                  <a:pt x="999000" y="150074"/>
                </a:lnTo>
                <a:lnTo>
                  <a:pt x="999000" y="42933"/>
                </a:lnTo>
                <a:lnTo>
                  <a:pt x="1017017" y="42933"/>
                </a:lnTo>
                <a:lnTo>
                  <a:pt x="1017017" y="150074"/>
                </a:lnTo>
                <a:close/>
                <a:moveTo>
                  <a:pt x="1142290" y="150074"/>
                </a:moveTo>
                <a:lnTo>
                  <a:pt x="1124273" y="150074"/>
                </a:lnTo>
                <a:lnTo>
                  <a:pt x="1124273" y="89062"/>
                </a:lnTo>
                <a:cubicBezTo>
                  <a:pt x="1124273" y="84136"/>
                  <a:pt x="1123986" y="79515"/>
                  <a:pt x="1123411" y="75199"/>
                </a:cubicBezTo>
                <a:cubicBezTo>
                  <a:pt x="1122836" y="70882"/>
                  <a:pt x="1121782" y="67509"/>
                  <a:pt x="1120248" y="65079"/>
                </a:cubicBezTo>
                <a:cubicBezTo>
                  <a:pt x="1118651" y="62392"/>
                  <a:pt x="1116351" y="60394"/>
                  <a:pt x="1113348" y="59084"/>
                </a:cubicBezTo>
                <a:cubicBezTo>
                  <a:pt x="1110346" y="57772"/>
                  <a:pt x="1106448" y="57116"/>
                  <a:pt x="1101657" y="57116"/>
                </a:cubicBezTo>
                <a:cubicBezTo>
                  <a:pt x="1096737" y="57116"/>
                  <a:pt x="1091594" y="58332"/>
                  <a:pt x="1086228" y="60764"/>
                </a:cubicBezTo>
                <a:cubicBezTo>
                  <a:pt x="1080861" y="63194"/>
                  <a:pt x="1075718" y="66294"/>
                  <a:pt x="1070799" y="70066"/>
                </a:cubicBezTo>
                <a:lnTo>
                  <a:pt x="1070799" y="150074"/>
                </a:lnTo>
                <a:lnTo>
                  <a:pt x="1052782" y="150074"/>
                </a:lnTo>
                <a:lnTo>
                  <a:pt x="1052782" y="42933"/>
                </a:lnTo>
                <a:lnTo>
                  <a:pt x="1070799" y="42933"/>
                </a:lnTo>
                <a:lnTo>
                  <a:pt x="1070799" y="54748"/>
                </a:lnTo>
                <a:cubicBezTo>
                  <a:pt x="1076421" y="50076"/>
                  <a:pt x="1082235" y="46428"/>
                  <a:pt x="1088240" y="43805"/>
                </a:cubicBezTo>
                <a:cubicBezTo>
                  <a:pt x="1094246" y="41179"/>
                  <a:pt x="1100411" y="39866"/>
                  <a:pt x="1106736" y="39866"/>
                </a:cubicBezTo>
                <a:cubicBezTo>
                  <a:pt x="1118300" y="39866"/>
                  <a:pt x="1127116" y="43354"/>
                  <a:pt x="1133186" y="50330"/>
                </a:cubicBezTo>
                <a:cubicBezTo>
                  <a:pt x="1139255" y="57306"/>
                  <a:pt x="1142290" y="67355"/>
                  <a:pt x="1142290" y="80476"/>
                </a:cubicBezTo>
                <a:lnTo>
                  <a:pt x="1142290" y="150074"/>
                </a:lnTo>
                <a:close/>
                <a:moveTo>
                  <a:pt x="1234679" y="18400"/>
                </a:moveTo>
                <a:lnTo>
                  <a:pt x="1233721" y="18400"/>
                </a:lnTo>
                <a:cubicBezTo>
                  <a:pt x="1231740" y="17825"/>
                  <a:pt x="1229153" y="17234"/>
                  <a:pt x="1225958" y="16627"/>
                </a:cubicBezTo>
                <a:cubicBezTo>
                  <a:pt x="1222764" y="16020"/>
                  <a:pt x="1219953" y="15717"/>
                  <a:pt x="1217525" y="15717"/>
                </a:cubicBezTo>
                <a:cubicBezTo>
                  <a:pt x="1209794" y="15717"/>
                  <a:pt x="1204188" y="17420"/>
                  <a:pt x="1200706" y="20826"/>
                </a:cubicBezTo>
                <a:cubicBezTo>
                  <a:pt x="1197224" y="24232"/>
                  <a:pt x="1195483" y="30391"/>
                  <a:pt x="1195483" y="39303"/>
                </a:cubicBezTo>
                <a:lnTo>
                  <a:pt x="1195483" y="42933"/>
                </a:lnTo>
                <a:lnTo>
                  <a:pt x="1227971" y="42933"/>
                </a:lnTo>
                <a:lnTo>
                  <a:pt x="1227971" y="58075"/>
                </a:lnTo>
                <a:lnTo>
                  <a:pt x="1196058" y="58075"/>
                </a:lnTo>
                <a:lnTo>
                  <a:pt x="1196058" y="150074"/>
                </a:lnTo>
                <a:lnTo>
                  <a:pt x="1178042" y="150074"/>
                </a:lnTo>
                <a:lnTo>
                  <a:pt x="1178042" y="58075"/>
                </a:lnTo>
                <a:lnTo>
                  <a:pt x="1165871" y="58075"/>
                </a:lnTo>
                <a:lnTo>
                  <a:pt x="1165871" y="42933"/>
                </a:lnTo>
                <a:lnTo>
                  <a:pt x="1178042" y="42933"/>
                </a:lnTo>
                <a:lnTo>
                  <a:pt x="1178042" y="39396"/>
                </a:lnTo>
                <a:cubicBezTo>
                  <a:pt x="1178042" y="26710"/>
                  <a:pt x="1181204" y="16973"/>
                  <a:pt x="1187529" y="10185"/>
                </a:cubicBezTo>
                <a:cubicBezTo>
                  <a:pt x="1193854" y="3395"/>
                  <a:pt x="1202990" y="0"/>
                  <a:pt x="1214937" y="0"/>
                </a:cubicBezTo>
                <a:cubicBezTo>
                  <a:pt x="1218962" y="0"/>
                  <a:pt x="1222588" y="192"/>
                  <a:pt x="1225814" y="575"/>
                </a:cubicBezTo>
                <a:cubicBezTo>
                  <a:pt x="1229041" y="958"/>
                  <a:pt x="1231996" y="1406"/>
                  <a:pt x="1234679" y="1917"/>
                </a:cubicBezTo>
                <a:lnTo>
                  <a:pt x="1234679" y="18400"/>
                </a:lnTo>
                <a:close/>
                <a:moveTo>
                  <a:pt x="1312572" y="62483"/>
                </a:moveTo>
                <a:lnTo>
                  <a:pt x="1311614" y="62483"/>
                </a:lnTo>
                <a:cubicBezTo>
                  <a:pt x="1308930" y="61878"/>
                  <a:pt x="1306327" y="61440"/>
                  <a:pt x="1303803" y="61168"/>
                </a:cubicBezTo>
                <a:cubicBezTo>
                  <a:pt x="1301280" y="60895"/>
                  <a:pt x="1298293" y="60758"/>
                  <a:pt x="1294843" y="60758"/>
                </a:cubicBezTo>
                <a:cubicBezTo>
                  <a:pt x="1289285" y="60758"/>
                  <a:pt x="1283918" y="61990"/>
                  <a:pt x="1278743" y="64454"/>
                </a:cubicBezTo>
                <a:cubicBezTo>
                  <a:pt x="1273568" y="66915"/>
                  <a:pt x="1268585" y="70097"/>
                  <a:pt x="1263793" y="73998"/>
                </a:cubicBezTo>
                <a:lnTo>
                  <a:pt x="1263793" y="150074"/>
                </a:lnTo>
                <a:lnTo>
                  <a:pt x="1245777" y="150074"/>
                </a:lnTo>
                <a:lnTo>
                  <a:pt x="1245777" y="42933"/>
                </a:lnTo>
                <a:lnTo>
                  <a:pt x="1263793" y="42933"/>
                </a:lnTo>
                <a:lnTo>
                  <a:pt x="1263793" y="58761"/>
                </a:lnTo>
                <a:cubicBezTo>
                  <a:pt x="1270949" y="53005"/>
                  <a:pt x="1277258" y="48928"/>
                  <a:pt x="1282720" y="46530"/>
                </a:cubicBezTo>
                <a:cubicBezTo>
                  <a:pt x="1288183" y="44132"/>
                  <a:pt x="1293757" y="42933"/>
                  <a:pt x="1299443" y="42933"/>
                </a:cubicBezTo>
                <a:cubicBezTo>
                  <a:pt x="1302573" y="42933"/>
                  <a:pt x="1304841" y="43013"/>
                  <a:pt x="1306247" y="43173"/>
                </a:cubicBezTo>
                <a:cubicBezTo>
                  <a:pt x="1307653" y="43330"/>
                  <a:pt x="1309761" y="43632"/>
                  <a:pt x="1312572" y="44077"/>
                </a:cubicBezTo>
                <a:lnTo>
                  <a:pt x="1312572" y="62483"/>
                </a:lnTo>
                <a:close/>
                <a:moveTo>
                  <a:pt x="1348548" y="25108"/>
                </a:moveTo>
                <a:lnTo>
                  <a:pt x="1328231" y="25108"/>
                </a:lnTo>
                <a:lnTo>
                  <a:pt x="1328231" y="6325"/>
                </a:lnTo>
                <a:lnTo>
                  <a:pt x="1348548" y="6325"/>
                </a:lnTo>
                <a:lnTo>
                  <a:pt x="1348548" y="25108"/>
                </a:lnTo>
                <a:moveTo>
                  <a:pt x="1347398" y="150074"/>
                </a:moveTo>
                <a:lnTo>
                  <a:pt x="1329381" y="150074"/>
                </a:lnTo>
                <a:lnTo>
                  <a:pt x="1329381" y="42933"/>
                </a:lnTo>
                <a:lnTo>
                  <a:pt x="1347398" y="42933"/>
                </a:lnTo>
                <a:lnTo>
                  <a:pt x="1347398" y="150074"/>
                </a:lnTo>
                <a:close/>
                <a:moveTo>
                  <a:pt x="1472670" y="150074"/>
                </a:moveTo>
                <a:lnTo>
                  <a:pt x="1454654" y="150074"/>
                </a:lnTo>
                <a:lnTo>
                  <a:pt x="1454654" y="89062"/>
                </a:lnTo>
                <a:cubicBezTo>
                  <a:pt x="1454654" y="84136"/>
                  <a:pt x="1454366" y="79515"/>
                  <a:pt x="1453791" y="75199"/>
                </a:cubicBezTo>
                <a:cubicBezTo>
                  <a:pt x="1453216" y="70882"/>
                  <a:pt x="1452162" y="67509"/>
                  <a:pt x="1450629" y="65079"/>
                </a:cubicBezTo>
                <a:cubicBezTo>
                  <a:pt x="1449032" y="62392"/>
                  <a:pt x="1446732" y="60394"/>
                  <a:pt x="1443729" y="59084"/>
                </a:cubicBezTo>
                <a:cubicBezTo>
                  <a:pt x="1440726" y="57772"/>
                  <a:pt x="1436829" y="57116"/>
                  <a:pt x="1432037" y="57116"/>
                </a:cubicBezTo>
                <a:cubicBezTo>
                  <a:pt x="1427118" y="57116"/>
                  <a:pt x="1421975" y="58332"/>
                  <a:pt x="1416608" y="60764"/>
                </a:cubicBezTo>
                <a:cubicBezTo>
                  <a:pt x="1411242" y="63194"/>
                  <a:pt x="1406099" y="66294"/>
                  <a:pt x="1401179" y="70066"/>
                </a:cubicBezTo>
                <a:lnTo>
                  <a:pt x="1401179" y="150074"/>
                </a:lnTo>
                <a:lnTo>
                  <a:pt x="1383163" y="150074"/>
                </a:lnTo>
                <a:lnTo>
                  <a:pt x="1383163" y="42933"/>
                </a:lnTo>
                <a:lnTo>
                  <a:pt x="1401179" y="42933"/>
                </a:lnTo>
                <a:lnTo>
                  <a:pt x="1401179" y="54748"/>
                </a:lnTo>
                <a:cubicBezTo>
                  <a:pt x="1406801" y="50076"/>
                  <a:pt x="1412615" y="46428"/>
                  <a:pt x="1418621" y="43805"/>
                </a:cubicBezTo>
                <a:cubicBezTo>
                  <a:pt x="1424626" y="41179"/>
                  <a:pt x="1430791" y="39866"/>
                  <a:pt x="1437116" y="39866"/>
                </a:cubicBezTo>
                <a:cubicBezTo>
                  <a:pt x="1448680" y="39866"/>
                  <a:pt x="1457497" y="43354"/>
                  <a:pt x="1463566" y="50330"/>
                </a:cubicBezTo>
                <a:cubicBezTo>
                  <a:pt x="1469636" y="57306"/>
                  <a:pt x="1472670" y="67355"/>
                  <a:pt x="1472670" y="80476"/>
                </a:cubicBezTo>
                <a:lnTo>
                  <a:pt x="1472670" y="150074"/>
                </a:lnTo>
                <a:close/>
                <a:moveTo>
                  <a:pt x="1594289" y="137930"/>
                </a:moveTo>
                <a:cubicBezTo>
                  <a:pt x="1594289" y="156099"/>
                  <a:pt x="1590168" y="169436"/>
                  <a:pt x="1581926" y="177944"/>
                </a:cubicBezTo>
                <a:cubicBezTo>
                  <a:pt x="1573685" y="186453"/>
                  <a:pt x="1561003" y="190707"/>
                  <a:pt x="1543881" y="190707"/>
                </a:cubicBezTo>
                <a:cubicBezTo>
                  <a:pt x="1538195" y="190707"/>
                  <a:pt x="1532652" y="190308"/>
                  <a:pt x="1527254" y="189509"/>
                </a:cubicBezTo>
                <a:cubicBezTo>
                  <a:pt x="1521855" y="188711"/>
                  <a:pt x="1516537" y="187577"/>
                  <a:pt x="1511298" y="186107"/>
                </a:cubicBezTo>
                <a:lnTo>
                  <a:pt x="1511298" y="167707"/>
                </a:lnTo>
                <a:lnTo>
                  <a:pt x="1512256" y="167707"/>
                </a:lnTo>
                <a:cubicBezTo>
                  <a:pt x="1515195" y="168842"/>
                  <a:pt x="1519859" y="170243"/>
                  <a:pt x="1526248" y="171912"/>
                </a:cubicBezTo>
                <a:cubicBezTo>
                  <a:pt x="1532636" y="173581"/>
                  <a:pt x="1539025" y="174416"/>
                  <a:pt x="1545414" y="174416"/>
                </a:cubicBezTo>
                <a:cubicBezTo>
                  <a:pt x="1551547" y="174416"/>
                  <a:pt x="1556627" y="173682"/>
                  <a:pt x="1560652" y="172215"/>
                </a:cubicBezTo>
                <a:cubicBezTo>
                  <a:pt x="1564677" y="170747"/>
                  <a:pt x="1567807" y="168707"/>
                  <a:pt x="1570043" y="166093"/>
                </a:cubicBezTo>
                <a:cubicBezTo>
                  <a:pt x="1572279" y="163606"/>
                  <a:pt x="1573877" y="160607"/>
                  <a:pt x="1574835" y="157097"/>
                </a:cubicBezTo>
                <a:cubicBezTo>
                  <a:pt x="1575793" y="153589"/>
                  <a:pt x="1576272" y="149667"/>
                  <a:pt x="1576272" y="145331"/>
                </a:cubicBezTo>
                <a:lnTo>
                  <a:pt x="1576272" y="135571"/>
                </a:lnTo>
                <a:cubicBezTo>
                  <a:pt x="1570842" y="139927"/>
                  <a:pt x="1565651" y="143178"/>
                  <a:pt x="1560700" y="145325"/>
                </a:cubicBezTo>
                <a:cubicBezTo>
                  <a:pt x="1555748" y="147469"/>
                  <a:pt x="1549439" y="148541"/>
                  <a:pt x="1541773" y="148541"/>
                </a:cubicBezTo>
                <a:cubicBezTo>
                  <a:pt x="1528995" y="148541"/>
                  <a:pt x="1518853" y="143913"/>
                  <a:pt x="1511346" y="134657"/>
                </a:cubicBezTo>
                <a:cubicBezTo>
                  <a:pt x="1503839" y="125399"/>
                  <a:pt x="1500085" y="112347"/>
                  <a:pt x="1500085" y="95500"/>
                </a:cubicBezTo>
                <a:cubicBezTo>
                  <a:pt x="1500085" y="86277"/>
                  <a:pt x="1501379" y="78317"/>
                  <a:pt x="1503966" y="71623"/>
                </a:cubicBezTo>
                <a:cubicBezTo>
                  <a:pt x="1506554" y="64929"/>
                  <a:pt x="1510084" y="59148"/>
                  <a:pt x="1514556" y="54280"/>
                </a:cubicBezTo>
                <a:cubicBezTo>
                  <a:pt x="1518709" y="49732"/>
                  <a:pt x="1523756" y="46193"/>
                  <a:pt x="1529698" y="43664"/>
                </a:cubicBezTo>
                <a:cubicBezTo>
                  <a:pt x="1535639" y="41132"/>
                  <a:pt x="1541549" y="39866"/>
                  <a:pt x="1547427" y="39866"/>
                </a:cubicBezTo>
                <a:cubicBezTo>
                  <a:pt x="1553624" y="39866"/>
                  <a:pt x="1558815" y="40491"/>
                  <a:pt x="1563000" y="41741"/>
                </a:cubicBezTo>
                <a:cubicBezTo>
                  <a:pt x="1567184" y="42989"/>
                  <a:pt x="1571608" y="44895"/>
                  <a:pt x="1576272" y="47458"/>
                </a:cubicBezTo>
                <a:lnTo>
                  <a:pt x="1577422" y="42933"/>
                </a:lnTo>
                <a:lnTo>
                  <a:pt x="1594289" y="42933"/>
                </a:lnTo>
                <a:lnTo>
                  <a:pt x="1594289" y="137930"/>
                </a:lnTo>
                <a:moveTo>
                  <a:pt x="1576272" y="120722"/>
                </a:moveTo>
                <a:lnTo>
                  <a:pt x="1576272" y="62210"/>
                </a:lnTo>
                <a:cubicBezTo>
                  <a:pt x="1571481" y="60032"/>
                  <a:pt x="1567024" y="58479"/>
                  <a:pt x="1562904" y="57551"/>
                </a:cubicBezTo>
                <a:cubicBezTo>
                  <a:pt x="1558783" y="56622"/>
                  <a:pt x="1554678" y="56158"/>
                  <a:pt x="1550589" y="56158"/>
                </a:cubicBezTo>
                <a:cubicBezTo>
                  <a:pt x="1540686" y="56158"/>
                  <a:pt x="1532892" y="59489"/>
                  <a:pt x="1527206" y="66152"/>
                </a:cubicBezTo>
                <a:cubicBezTo>
                  <a:pt x="1521520" y="72812"/>
                  <a:pt x="1518677" y="82483"/>
                  <a:pt x="1518677" y="95165"/>
                </a:cubicBezTo>
                <a:cubicBezTo>
                  <a:pt x="1518677" y="107206"/>
                  <a:pt x="1520785" y="116333"/>
                  <a:pt x="1525002" y="122546"/>
                </a:cubicBezTo>
                <a:cubicBezTo>
                  <a:pt x="1529218" y="128759"/>
                  <a:pt x="1536214" y="131866"/>
                  <a:pt x="1545989" y="131866"/>
                </a:cubicBezTo>
                <a:cubicBezTo>
                  <a:pt x="1551228" y="131866"/>
                  <a:pt x="1556483" y="130858"/>
                  <a:pt x="1561754" y="128841"/>
                </a:cubicBezTo>
                <a:cubicBezTo>
                  <a:pt x="1567024" y="126823"/>
                  <a:pt x="1571864" y="124117"/>
                  <a:pt x="1576272" y="120722"/>
                </a:cubicBezTo>
                <a:close/>
                <a:moveTo>
                  <a:pt x="1719734" y="98325"/>
                </a:moveTo>
                <a:lnTo>
                  <a:pt x="1640864" y="98325"/>
                </a:lnTo>
                <a:cubicBezTo>
                  <a:pt x="1640864" y="104921"/>
                  <a:pt x="1641854" y="110669"/>
                  <a:pt x="1643834" y="115568"/>
                </a:cubicBezTo>
                <a:cubicBezTo>
                  <a:pt x="1645815" y="120468"/>
                  <a:pt x="1648530" y="124487"/>
                  <a:pt x="1651980" y="127625"/>
                </a:cubicBezTo>
                <a:cubicBezTo>
                  <a:pt x="1655302" y="130700"/>
                  <a:pt x="1659247" y="133006"/>
                  <a:pt x="1663816" y="134543"/>
                </a:cubicBezTo>
                <a:cubicBezTo>
                  <a:pt x="1668384" y="136081"/>
                  <a:pt x="1673415" y="136849"/>
                  <a:pt x="1678909" y="136849"/>
                </a:cubicBezTo>
                <a:cubicBezTo>
                  <a:pt x="1686192" y="136849"/>
                  <a:pt x="1693524" y="135385"/>
                  <a:pt x="1700903" y="132456"/>
                </a:cubicBezTo>
                <a:cubicBezTo>
                  <a:pt x="1708282" y="129527"/>
                  <a:pt x="1713537" y="126647"/>
                  <a:pt x="1716667" y="123816"/>
                </a:cubicBezTo>
                <a:lnTo>
                  <a:pt x="1717626" y="123816"/>
                </a:lnTo>
                <a:lnTo>
                  <a:pt x="1717626" y="143528"/>
                </a:lnTo>
                <a:cubicBezTo>
                  <a:pt x="1711556" y="146091"/>
                  <a:pt x="1705359" y="148238"/>
                  <a:pt x="1699034" y="149969"/>
                </a:cubicBezTo>
                <a:cubicBezTo>
                  <a:pt x="1692709" y="151700"/>
                  <a:pt x="1686065" y="152566"/>
                  <a:pt x="1679101" y="152566"/>
                </a:cubicBezTo>
                <a:cubicBezTo>
                  <a:pt x="1661340" y="152566"/>
                  <a:pt x="1647476" y="147750"/>
                  <a:pt x="1637509" y="138119"/>
                </a:cubicBezTo>
                <a:cubicBezTo>
                  <a:pt x="1627543" y="128488"/>
                  <a:pt x="1622559" y="114808"/>
                  <a:pt x="1622559" y="97079"/>
                </a:cubicBezTo>
                <a:cubicBezTo>
                  <a:pt x="1622559" y="79545"/>
                  <a:pt x="1627335" y="65627"/>
                  <a:pt x="1636886" y="55323"/>
                </a:cubicBezTo>
                <a:cubicBezTo>
                  <a:pt x="1646438" y="45018"/>
                  <a:pt x="1659008" y="39866"/>
                  <a:pt x="1674597" y="39866"/>
                </a:cubicBezTo>
                <a:cubicBezTo>
                  <a:pt x="1689036" y="39866"/>
                  <a:pt x="1700168" y="44090"/>
                  <a:pt x="1707994" y="52537"/>
                </a:cubicBezTo>
                <a:cubicBezTo>
                  <a:pt x="1715821" y="60985"/>
                  <a:pt x="1719734" y="72984"/>
                  <a:pt x="1719734" y="88535"/>
                </a:cubicBezTo>
                <a:lnTo>
                  <a:pt x="1719734" y="98325"/>
                </a:lnTo>
                <a:moveTo>
                  <a:pt x="1702197" y="84525"/>
                </a:moveTo>
                <a:cubicBezTo>
                  <a:pt x="1702133" y="75069"/>
                  <a:pt x="1699753" y="67754"/>
                  <a:pt x="1695057" y="62579"/>
                </a:cubicBezTo>
                <a:cubicBezTo>
                  <a:pt x="1690361" y="57404"/>
                  <a:pt x="1683222" y="54816"/>
                  <a:pt x="1673638" y="54816"/>
                </a:cubicBezTo>
                <a:cubicBezTo>
                  <a:pt x="1663991" y="54816"/>
                  <a:pt x="1656309" y="57659"/>
                  <a:pt x="1650591" y="63346"/>
                </a:cubicBezTo>
                <a:cubicBezTo>
                  <a:pt x="1644873" y="69032"/>
                  <a:pt x="1641630" y="76091"/>
                  <a:pt x="1640864" y="84525"/>
                </a:cubicBezTo>
                <a:lnTo>
                  <a:pt x="1702197" y="84525"/>
                </a:lnTo>
                <a:close/>
                <a:moveTo>
                  <a:pt x="1903279" y="150074"/>
                </a:moveTo>
                <a:lnTo>
                  <a:pt x="1885263" y="150074"/>
                </a:lnTo>
                <a:lnTo>
                  <a:pt x="1885263" y="89062"/>
                </a:lnTo>
                <a:cubicBezTo>
                  <a:pt x="1885263" y="84458"/>
                  <a:pt x="1885055" y="80013"/>
                  <a:pt x="1884640" y="75729"/>
                </a:cubicBezTo>
                <a:cubicBezTo>
                  <a:pt x="1884225" y="71442"/>
                  <a:pt x="1883346" y="68020"/>
                  <a:pt x="1882004" y="65463"/>
                </a:cubicBezTo>
                <a:cubicBezTo>
                  <a:pt x="1880535" y="62712"/>
                  <a:pt x="1878427" y="60633"/>
                  <a:pt x="1875679" y="59228"/>
                </a:cubicBezTo>
                <a:cubicBezTo>
                  <a:pt x="1872932" y="57820"/>
                  <a:pt x="1868971" y="57116"/>
                  <a:pt x="1863796" y="57116"/>
                </a:cubicBezTo>
                <a:cubicBezTo>
                  <a:pt x="1858749" y="57116"/>
                  <a:pt x="1853702" y="58380"/>
                  <a:pt x="1848655" y="60908"/>
                </a:cubicBezTo>
                <a:cubicBezTo>
                  <a:pt x="1843607" y="63433"/>
                  <a:pt x="1838560" y="66647"/>
                  <a:pt x="1833513" y="70548"/>
                </a:cubicBezTo>
                <a:cubicBezTo>
                  <a:pt x="1833705" y="72017"/>
                  <a:pt x="1833864" y="73727"/>
                  <a:pt x="1833992" y="75678"/>
                </a:cubicBezTo>
                <a:cubicBezTo>
                  <a:pt x="1834120" y="77629"/>
                  <a:pt x="1834184" y="79563"/>
                  <a:pt x="1834184" y="81482"/>
                </a:cubicBezTo>
                <a:lnTo>
                  <a:pt x="1834184" y="150074"/>
                </a:lnTo>
                <a:lnTo>
                  <a:pt x="1816167" y="150074"/>
                </a:lnTo>
                <a:lnTo>
                  <a:pt x="1816167" y="89062"/>
                </a:lnTo>
                <a:cubicBezTo>
                  <a:pt x="1816167" y="84330"/>
                  <a:pt x="1815960" y="79838"/>
                  <a:pt x="1815544" y="75585"/>
                </a:cubicBezTo>
                <a:cubicBezTo>
                  <a:pt x="1815129" y="71331"/>
                  <a:pt x="1814251" y="67925"/>
                  <a:pt x="1812909" y="65367"/>
                </a:cubicBezTo>
                <a:cubicBezTo>
                  <a:pt x="1811439" y="62616"/>
                  <a:pt x="1809331" y="60553"/>
                  <a:pt x="1806584" y="59180"/>
                </a:cubicBezTo>
                <a:cubicBezTo>
                  <a:pt x="1803837" y="57804"/>
                  <a:pt x="1799876" y="57116"/>
                  <a:pt x="1794701" y="57116"/>
                </a:cubicBezTo>
                <a:cubicBezTo>
                  <a:pt x="1789781" y="57116"/>
                  <a:pt x="1784846" y="58332"/>
                  <a:pt x="1779894" y="60764"/>
                </a:cubicBezTo>
                <a:cubicBezTo>
                  <a:pt x="1774943" y="63194"/>
                  <a:pt x="1770008" y="66294"/>
                  <a:pt x="1765088" y="70066"/>
                </a:cubicBezTo>
                <a:lnTo>
                  <a:pt x="1765088" y="150074"/>
                </a:lnTo>
                <a:lnTo>
                  <a:pt x="1747072" y="150074"/>
                </a:lnTo>
                <a:lnTo>
                  <a:pt x="1747072" y="42933"/>
                </a:lnTo>
                <a:lnTo>
                  <a:pt x="1765088" y="42933"/>
                </a:lnTo>
                <a:lnTo>
                  <a:pt x="1765088" y="54828"/>
                </a:lnTo>
                <a:cubicBezTo>
                  <a:pt x="1770711" y="50131"/>
                  <a:pt x="1776317" y="46463"/>
                  <a:pt x="1781907" y="43826"/>
                </a:cubicBezTo>
                <a:cubicBezTo>
                  <a:pt x="1787497" y="41186"/>
                  <a:pt x="1793455" y="39866"/>
                  <a:pt x="1799780" y="39866"/>
                </a:cubicBezTo>
                <a:cubicBezTo>
                  <a:pt x="1807063" y="39866"/>
                  <a:pt x="1813244" y="41410"/>
                  <a:pt x="1818323" y="44496"/>
                </a:cubicBezTo>
                <a:cubicBezTo>
                  <a:pt x="1823403" y="47581"/>
                  <a:pt x="1827188" y="51856"/>
                  <a:pt x="1829680" y="57320"/>
                </a:cubicBezTo>
                <a:cubicBezTo>
                  <a:pt x="1836963" y="51149"/>
                  <a:pt x="1843607" y="46698"/>
                  <a:pt x="1849613" y="43966"/>
                </a:cubicBezTo>
                <a:cubicBezTo>
                  <a:pt x="1855618" y="41233"/>
                  <a:pt x="1862039" y="39866"/>
                  <a:pt x="1868875" y="39866"/>
                </a:cubicBezTo>
                <a:cubicBezTo>
                  <a:pt x="1880631" y="39866"/>
                  <a:pt x="1889304" y="43434"/>
                  <a:pt x="1894894" y="50570"/>
                </a:cubicBezTo>
                <a:cubicBezTo>
                  <a:pt x="1900484" y="57705"/>
                  <a:pt x="1903279" y="67674"/>
                  <a:pt x="1903279" y="80476"/>
                </a:cubicBezTo>
                <a:lnTo>
                  <a:pt x="1903279" y="150074"/>
                </a:lnTo>
                <a:close/>
                <a:moveTo>
                  <a:pt x="2027217" y="98325"/>
                </a:moveTo>
                <a:lnTo>
                  <a:pt x="1948346" y="98325"/>
                </a:lnTo>
                <a:cubicBezTo>
                  <a:pt x="1948346" y="104921"/>
                  <a:pt x="1949337" y="110669"/>
                  <a:pt x="1951317" y="115568"/>
                </a:cubicBezTo>
                <a:cubicBezTo>
                  <a:pt x="1953298" y="120468"/>
                  <a:pt x="1956013" y="124487"/>
                  <a:pt x="1959463" y="127625"/>
                </a:cubicBezTo>
                <a:cubicBezTo>
                  <a:pt x="1962785" y="130700"/>
                  <a:pt x="1966730" y="133006"/>
                  <a:pt x="1971298" y="134543"/>
                </a:cubicBezTo>
                <a:cubicBezTo>
                  <a:pt x="1975866" y="136081"/>
                  <a:pt x="1980897" y="136849"/>
                  <a:pt x="1986392" y="136849"/>
                </a:cubicBezTo>
                <a:cubicBezTo>
                  <a:pt x="1993675" y="136849"/>
                  <a:pt x="2001006" y="135385"/>
                  <a:pt x="2008386" y="132456"/>
                </a:cubicBezTo>
                <a:cubicBezTo>
                  <a:pt x="2015765" y="129527"/>
                  <a:pt x="2021020" y="126647"/>
                  <a:pt x="2024150" y="123816"/>
                </a:cubicBezTo>
                <a:lnTo>
                  <a:pt x="2025108" y="123816"/>
                </a:lnTo>
                <a:lnTo>
                  <a:pt x="2025108" y="143528"/>
                </a:lnTo>
                <a:cubicBezTo>
                  <a:pt x="2019039" y="146091"/>
                  <a:pt x="2012842" y="148238"/>
                  <a:pt x="2006517" y="149969"/>
                </a:cubicBezTo>
                <a:cubicBezTo>
                  <a:pt x="2000192" y="151700"/>
                  <a:pt x="1993547" y="152566"/>
                  <a:pt x="1986584" y="152566"/>
                </a:cubicBezTo>
                <a:cubicBezTo>
                  <a:pt x="1968823" y="152566"/>
                  <a:pt x="1954959" y="147750"/>
                  <a:pt x="1944992" y="138119"/>
                </a:cubicBezTo>
                <a:cubicBezTo>
                  <a:pt x="1935025" y="128488"/>
                  <a:pt x="1930042" y="114808"/>
                  <a:pt x="1930042" y="97079"/>
                </a:cubicBezTo>
                <a:cubicBezTo>
                  <a:pt x="1930042" y="79545"/>
                  <a:pt x="1934818" y="65627"/>
                  <a:pt x="1944369" y="55323"/>
                </a:cubicBezTo>
                <a:cubicBezTo>
                  <a:pt x="1953921" y="45018"/>
                  <a:pt x="1966491" y="39866"/>
                  <a:pt x="1982079" y="39866"/>
                </a:cubicBezTo>
                <a:cubicBezTo>
                  <a:pt x="1996518" y="39866"/>
                  <a:pt x="2007651" y="44090"/>
                  <a:pt x="2015477" y="52537"/>
                </a:cubicBezTo>
                <a:cubicBezTo>
                  <a:pt x="2023304" y="60985"/>
                  <a:pt x="2027217" y="72984"/>
                  <a:pt x="2027217" y="88535"/>
                </a:cubicBezTo>
                <a:lnTo>
                  <a:pt x="2027217" y="98325"/>
                </a:lnTo>
                <a:moveTo>
                  <a:pt x="2009679" y="84525"/>
                </a:moveTo>
                <a:cubicBezTo>
                  <a:pt x="2009615" y="75069"/>
                  <a:pt x="2007236" y="67754"/>
                  <a:pt x="2002540" y="62579"/>
                </a:cubicBezTo>
                <a:cubicBezTo>
                  <a:pt x="1997844" y="57404"/>
                  <a:pt x="1990704" y="54816"/>
                  <a:pt x="1981121" y="54816"/>
                </a:cubicBezTo>
                <a:cubicBezTo>
                  <a:pt x="1971474" y="54816"/>
                  <a:pt x="1963791" y="57659"/>
                  <a:pt x="1958073" y="63346"/>
                </a:cubicBezTo>
                <a:cubicBezTo>
                  <a:pt x="1952355" y="69032"/>
                  <a:pt x="1949113" y="76091"/>
                  <a:pt x="1948346" y="84525"/>
                </a:cubicBezTo>
                <a:lnTo>
                  <a:pt x="2009679" y="84525"/>
                </a:lnTo>
                <a:close/>
                <a:moveTo>
                  <a:pt x="2144062" y="150074"/>
                </a:moveTo>
                <a:lnTo>
                  <a:pt x="2126046" y="150074"/>
                </a:lnTo>
                <a:lnTo>
                  <a:pt x="2126046" y="89062"/>
                </a:lnTo>
                <a:cubicBezTo>
                  <a:pt x="2126046" y="84136"/>
                  <a:pt x="2125758" y="79515"/>
                  <a:pt x="2125183" y="75199"/>
                </a:cubicBezTo>
                <a:cubicBezTo>
                  <a:pt x="2124608" y="70882"/>
                  <a:pt x="2123554" y="67509"/>
                  <a:pt x="2122021" y="65079"/>
                </a:cubicBezTo>
                <a:cubicBezTo>
                  <a:pt x="2120424" y="62392"/>
                  <a:pt x="2118124" y="60394"/>
                  <a:pt x="2115121" y="59084"/>
                </a:cubicBezTo>
                <a:cubicBezTo>
                  <a:pt x="2112118" y="57772"/>
                  <a:pt x="2108221" y="57116"/>
                  <a:pt x="2103429" y="57116"/>
                </a:cubicBezTo>
                <a:cubicBezTo>
                  <a:pt x="2098510" y="57116"/>
                  <a:pt x="2093367" y="58332"/>
                  <a:pt x="2088000" y="60764"/>
                </a:cubicBezTo>
                <a:cubicBezTo>
                  <a:pt x="2082633" y="63194"/>
                  <a:pt x="2077490" y="66294"/>
                  <a:pt x="2072571" y="70066"/>
                </a:cubicBezTo>
                <a:lnTo>
                  <a:pt x="2072571" y="150074"/>
                </a:lnTo>
                <a:lnTo>
                  <a:pt x="2054554" y="150074"/>
                </a:lnTo>
                <a:lnTo>
                  <a:pt x="2054554" y="42933"/>
                </a:lnTo>
                <a:lnTo>
                  <a:pt x="2072571" y="42933"/>
                </a:lnTo>
                <a:lnTo>
                  <a:pt x="2072571" y="54748"/>
                </a:lnTo>
                <a:cubicBezTo>
                  <a:pt x="2078193" y="50076"/>
                  <a:pt x="2084007" y="46428"/>
                  <a:pt x="2090013" y="43805"/>
                </a:cubicBezTo>
                <a:cubicBezTo>
                  <a:pt x="2096018" y="41179"/>
                  <a:pt x="2102183" y="39866"/>
                  <a:pt x="2108508" y="39866"/>
                </a:cubicBezTo>
                <a:cubicBezTo>
                  <a:pt x="2120072" y="39866"/>
                  <a:pt x="2128889" y="43354"/>
                  <a:pt x="2134958" y="50330"/>
                </a:cubicBezTo>
                <a:cubicBezTo>
                  <a:pt x="2141028" y="57306"/>
                  <a:pt x="2144062" y="67355"/>
                  <a:pt x="2144062" y="80476"/>
                </a:cubicBezTo>
                <a:lnTo>
                  <a:pt x="2144062" y="150074"/>
                </a:lnTo>
                <a:close/>
                <a:moveTo>
                  <a:pt x="2234439" y="149131"/>
                </a:moveTo>
                <a:cubicBezTo>
                  <a:pt x="2231053" y="150021"/>
                  <a:pt x="2227364" y="150752"/>
                  <a:pt x="2223371" y="151323"/>
                </a:cubicBezTo>
                <a:cubicBezTo>
                  <a:pt x="2219378" y="151896"/>
                  <a:pt x="2215816" y="152183"/>
                  <a:pt x="2212685" y="152183"/>
                </a:cubicBezTo>
                <a:cubicBezTo>
                  <a:pt x="2201760" y="152183"/>
                  <a:pt x="2193455" y="149241"/>
                  <a:pt x="2187769" y="143357"/>
                </a:cubicBezTo>
                <a:cubicBezTo>
                  <a:pt x="2182083" y="137473"/>
                  <a:pt x="2179240" y="128040"/>
                  <a:pt x="2179240" y="115056"/>
                </a:cubicBezTo>
                <a:lnTo>
                  <a:pt x="2179240" y="58075"/>
                </a:lnTo>
                <a:lnTo>
                  <a:pt x="2167069" y="58075"/>
                </a:lnTo>
                <a:lnTo>
                  <a:pt x="2167069" y="42933"/>
                </a:lnTo>
                <a:lnTo>
                  <a:pt x="2179240" y="42933"/>
                </a:lnTo>
                <a:lnTo>
                  <a:pt x="2179240" y="12075"/>
                </a:lnTo>
                <a:lnTo>
                  <a:pt x="2197256" y="12075"/>
                </a:lnTo>
                <a:lnTo>
                  <a:pt x="2197256" y="42933"/>
                </a:lnTo>
                <a:lnTo>
                  <a:pt x="2234439" y="42933"/>
                </a:lnTo>
                <a:lnTo>
                  <a:pt x="2234439" y="58075"/>
                </a:lnTo>
                <a:lnTo>
                  <a:pt x="2197256" y="58075"/>
                </a:lnTo>
                <a:lnTo>
                  <a:pt x="2197256" y="106973"/>
                </a:lnTo>
                <a:cubicBezTo>
                  <a:pt x="2197256" y="112610"/>
                  <a:pt x="2197384" y="117013"/>
                  <a:pt x="2197640" y="120183"/>
                </a:cubicBezTo>
                <a:cubicBezTo>
                  <a:pt x="2197895" y="123354"/>
                  <a:pt x="2198790" y="126316"/>
                  <a:pt x="2200323" y="129069"/>
                </a:cubicBezTo>
                <a:cubicBezTo>
                  <a:pt x="2201728" y="131630"/>
                  <a:pt x="2203661" y="133504"/>
                  <a:pt x="2206121" y="134690"/>
                </a:cubicBezTo>
                <a:cubicBezTo>
                  <a:pt x="2208580" y="135874"/>
                  <a:pt x="2212334" y="136466"/>
                  <a:pt x="2217381" y="136466"/>
                </a:cubicBezTo>
                <a:cubicBezTo>
                  <a:pt x="2220320" y="136466"/>
                  <a:pt x="2223387" y="136035"/>
                  <a:pt x="2226581" y="135172"/>
                </a:cubicBezTo>
                <a:cubicBezTo>
                  <a:pt x="2229775" y="134310"/>
                  <a:pt x="2232075" y="133591"/>
                  <a:pt x="2233481" y="133016"/>
                </a:cubicBezTo>
                <a:lnTo>
                  <a:pt x="2234439" y="133016"/>
                </a:lnTo>
                <a:lnTo>
                  <a:pt x="2234439" y="149131"/>
                </a:lnTo>
                <a:close/>
                <a:moveTo>
                  <a:pt x="2312799" y="958"/>
                </a:moveTo>
                <a:lnTo>
                  <a:pt x="2308678" y="56350"/>
                </a:lnTo>
                <a:lnTo>
                  <a:pt x="2296028" y="56350"/>
                </a:lnTo>
                <a:lnTo>
                  <a:pt x="2291907" y="958"/>
                </a:lnTo>
                <a:lnTo>
                  <a:pt x="2312799" y="958"/>
                </a:lnTo>
                <a:moveTo>
                  <a:pt x="2275807" y="958"/>
                </a:moveTo>
                <a:lnTo>
                  <a:pt x="2271686" y="56350"/>
                </a:lnTo>
                <a:lnTo>
                  <a:pt x="2259037" y="56350"/>
                </a:lnTo>
                <a:lnTo>
                  <a:pt x="2254916" y="958"/>
                </a:lnTo>
                <a:lnTo>
                  <a:pt x="2275807" y="958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&quot;">
            <a:extLst xmlns:a="http://schemas.openxmlformats.org/drawingml/2006/main">
              <a:ext uri="{FF2B5EF4-FFF2-40B4-BE49-F238E27FC236}">
                <a16:creationId xmlns:a16="http://schemas.microsoft.com/office/drawing/2014/main" id="{670C54C5-23E2-4118-A7AB-206C0E07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258" y="822151"/>
            <a:ext cx="57883" cy="55391"/>
          </a:xfrm>
          <a:custGeom xmlns:a="http://schemas.openxmlformats.org/drawingml/2006/main">
            <a:pathLst>
              <a:path w="57883" h="55391" fill="none">
                <a:moveTo>
                  <a:pt x="57883" y="0"/>
                </a:moveTo>
                <a:lnTo>
                  <a:pt x="53762" y="55391"/>
                </a:lnTo>
                <a:lnTo>
                  <a:pt x="41112" y="55391"/>
                </a:lnTo>
                <a:lnTo>
                  <a:pt x="36991" y="0"/>
                </a:lnTo>
                <a:lnTo>
                  <a:pt x="57883" y="0"/>
                </a:lnTo>
                <a:moveTo>
                  <a:pt x="20892" y="0"/>
                </a:moveTo>
                <a:lnTo>
                  <a:pt x="16771" y="55391"/>
                </a:lnTo>
                <a:lnTo>
                  <a:pt x="4121" y="55391"/>
                </a:lnTo>
                <a:lnTo>
                  <a:pt x="0" y="0"/>
                </a:lnTo>
                <a:lnTo>
                  <a:pt x="2089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" cap="flat">
            <a:solidFill>
              <a:srgbClr val="C55A11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0A4D2-FA35-4509-BCFA-FB73540A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413" y="1145453"/>
            <a:ext cx="65422" cy="185455"/>
          </a:xfrm>
          <a:custGeom xmlns:a="http://schemas.openxmlformats.org/drawingml/2006/main">
            <a:pathLst>
              <a:path w="65422" h="185455">
                <a:moveTo>
                  <a:pt x="49066" y="0"/>
                </a:moveTo>
                <a:lnTo>
                  <a:pt x="16355" y="0"/>
                </a:lnTo>
                <a:lnTo>
                  <a:pt x="16355" y="120033"/>
                </a:lnTo>
                <a:lnTo>
                  <a:pt x="0" y="120033"/>
                </a:lnTo>
                <a:lnTo>
                  <a:pt x="16355" y="152744"/>
                </a:lnTo>
                <a:lnTo>
                  <a:pt x="32711" y="185455"/>
                </a:lnTo>
                <a:lnTo>
                  <a:pt x="65422" y="120033"/>
                </a:lnTo>
                <a:lnTo>
                  <a:pt x="49066" y="120033"/>
                </a:lnTo>
                <a:lnTo>
                  <a:pt x="49066" y="0"/>
                </a:lnTo>
                <a:close/>
              </a:path>
            </a:pathLst>
          </a:custGeom>
          <a:solidFill xmlns:a="http://schemas.openxmlformats.org/drawingml/2006/main">
            <a:srgbClr val="B2B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Policy">
            <a:extLst xmlns:a="http://schemas.openxmlformats.org/drawingml/2006/main">
              <a:ext uri="{FF2B5EF4-FFF2-40B4-BE49-F238E27FC236}">
                <a16:creationId xmlns:a16="http://schemas.microsoft.com/office/drawing/2014/main" id="{6F931FA4-9E05-4305-9DC7-D5A56269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875" y="179381"/>
            <a:ext cx="539277" cy="188599"/>
          </a:xfrm>
          <a:custGeom xmlns:a="http://schemas.openxmlformats.org/drawingml/2006/main">
            <a:pathLst>
              <a:path w="539277" h="188599">
                <a:moveTo>
                  <a:pt x="93341" y="49450"/>
                </a:moveTo>
                <a:cubicBezTo>
                  <a:pt x="93341" y="55775"/>
                  <a:pt x="92239" y="61636"/>
                  <a:pt x="90035" y="67035"/>
                </a:cubicBezTo>
                <a:cubicBezTo>
                  <a:pt x="87831" y="72434"/>
                  <a:pt x="84748" y="77113"/>
                  <a:pt x="80787" y="81075"/>
                </a:cubicBezTo>
                <a:cubicBezTo>
                  <a:pt x="75868" y="85994"/>
                  <a:pt x="70054" y="89684"/>
                  <a:pt x="63346" y="92143"/>
                </a:cubicBezTo>
                <a:cubicBezTo>
                  <a:pt x="56637" y="94603"/>
                  <a:pt x="48172" y="95833"/>
                  <a:pt x="37950" y="95833"/>
                </a:cubicBezTo>
                <a:lnTo>
                  <a:pt x="18975" y="95833"/>
                </a:lnTo>
                <a:lnTo>
                  <a:pt x="18975" y="149116"/>
                </a:lnTo>
                <a:lnTo>
                  <a:pt x="0" y="149116"/>
                </a:lnTo>
                <a:lnTo>
                  <a:pt x="0" y="6325"/>
                </a:lnTo>
                <a:lnTo>
                  <a:pt x="38716" y="6325"/>
                </a:lnTo>
                <a:cubicBezTo>
                  <a:pt x="47278" y="6325"/>
                  <a:pt x="54529" y="7044"/>
                  <a:pt x="60471" y="8481"/>
                </a:cubicBezTo>
                <a:cubicBezTo>
                  <a:pt x="66412" y="9919"/>
                  <a:pt x="71683" y="12171"/>
                  <a:pt x="76283" y="15237"/>
                </a:cubicBezTo>
                <a:cubicBezTo>
                  <a:pt x="81713" y="18879"/>
                  <a:pt x="85914" y="23415"/>
                  <a:pt x="88885" y="28846"/>
                </a:cubicBezTo>
                <a:cubicBezTo>
                  <a:pt x="91856" y="34276"/>
                  <a:pt x="93341" y="41144"/>
                  <a:pt x="93341" y="49450"/>
                </a:cubicBezTo>
                <a:moveTo>
                  <a:pt x="73600" y="49890"/>
                </a:moveTo>
                <a:cubicBezTo>
                  <a:pt x="73600" y="45012"/>
                  <a:pt x="72737" y="40769"/>
                  <a:pt x="71012" y="37159"/>
                </a:cubicBezTo>
                <a:cubicBezTo>
                  <a:pt x="69287" y="33547"/>
                  <a:pt x="66668" y="30601"/>
                  <a:pt x="63154" y="28319"/>
                </a:cubicBezTo>
                <a:cubicBezTo>
                  <a:pt x="60087" y="26356"/>
                  <a:pt x="56589" y="24947"/>
                  <a:pt x="52660" y="24093"/>
                </a:cubicBezTo>
                <a:cubicBezTo>
                  <a:pt x="48731" y="23236"/>
                  <a:pt x="43764" y="22808"/>
                  <a:pt x="37758" y="22808"/>
                </a:cubicBezTo>
                <a:lnTo>
                  <a:pt x="18975" y="22808"/>
                </a:lnTo>
                <a:lnTo>
                  <a:pt x="18975" y="79350"/>
                </a:lnTo>
                <a:lnTo>
                  <a:pt x="34979" y="79350"/>
                </a:lnTo>
                <a:cubicBezTo>
                  <a:pt x="42646" y="79350"/>
                  <a:pt x="48875" y="78669"/>
                  <a:pt x="53666" y="77307"/>
                </a:cubicBezTo>
                <a:cubicBezTo>
                  <a:pt x="58458" y="75946"/>
                  <a:pt x="62355" y="73775"/>
                  <a:pt x="65358" y="70797"/>
                </a:cubicBezTo>
                <a:cubicBezTo>
                  <a:pt x="68361" y="67756"/>
                  <a:pt x="70485" y="64557"/>
                  <a:pt x="71731" y="61201"/>
                </a:cubicBezTo>
                <a:cubicBezTo>
                  <a:pt x="72977" y="57843"/>
                  <a:pt x="73600" y="54073"/>
                  <a:pt x="73600" y="49890"/>
                </a:cubicBezTo>
                <a:close/>
                <a:moveTo>
                  <a:pt x="208373" y="95593"/>
                </a:moveTo>
                <a:cubicBezTo>
                  <a:pt x="208373" y="113079"/>
                  <a:pt x="203901" y="126882"/>
                  <a:pt x="194956" y="137002"/>
                </a:cubicBezTo>
                <a:cubicBezTo>
                  <a:pt x="186012" y="147122"/>
                  <a:pt x="174033" y="152183"/>
                  <a:pt x="159019" y="152183"/>
                </a:cubicBezTo>
                <a:cubicBezTo>
                  <a:pt x="143877" y="152183"/>
                  <a:pt x="131850" y="147122"/>
                  <a:pt x="122938" y="137002"/>
                </a:cubicBezTo>
                <a:cubicBezTo>
                  <a:pt x="114025" y="126882"/>
                  <a:pt x="109569" y="113079"/>
                  <a:pt x="109569" y="95593"/>
                </a:cubicBezTo>
                <a:cubicBezTo>
                  <a:pt x="109569" y="78108"/>
                  <a:pt x="114025" y="64289"/>
                  <a:pt x="122938" y="54137"/>
                </a:cubicBezTo>
                <a:cubicBezTo>
                  <a:pt x="131850" y="43984"/>
                  <a:pt x="143877" y="38908"/>
                  <a:pt x="159019" y="38908"/>
                </a:cubicBezTo>
                <a:cubicBezTo>
                  <a:pt x="174033" y="38908"/>
                  <a:pt x="186012" y="43984"/>
                  <a:pt x="194956" y="54137"/>
                </a:cubicBezTo>
                <a:cubicBezTo>
                  <a:pt x="203901" y="64289"/>
                  <a:pt x="208373" y="78108"/>
                  <a:pt x="208373" y="95593"/>
                </a:cubicBezTo>
                <a:moveTo>
                  <a:pt x="189781" y="95593"/>
                </a:moveTo>
                <a:cubicBezTo>
                  <a:pt x="189781" y="81745"/>
                  <a:pt x="187066" y="71455"/>
                  <a:pt x="181635" y="64723"/>
                </a:cubicBezTo>
                <a:cubicBezTo>
                  <a:pt x="176205" y="57991"/>
                  <a:pt x="168666" y="54625"/>
                  <a:pt x="159019" y="54625"/>
                </a:cubicBezTo>
                <a:cubicBezTo>
                  <a:pt x="149244" y="54625"/>
                  <a:pt x="141657" y="57991"/>
                  <a:pt x="136259" y="64723"/>
                </a:cubicBezTo>
                <a:cubicBezTo>
                  <a:pt x="130860" y="71455"/>
                  <a:pt x="128161" y="81745"/>
                  <a:pt x="128161" y="95593"/>
                </a:cubicBezTo>
                <a:cubicBezTo>
                  <a:pt x="128161" y="108994"/>
                  <a:pt x="130876" y="119156"/>
                  <a:pt x="136306" y="126080"/>
                </a:cubicBezTo>
                <a:cubicBezTo>
                  <a:pt x="141737" y="133004"/>
                  <a:pt x="149308" y="136466"/>
                  <a:pt x="159019" y="136466"/>
                </a:cubicBezTo>
                <a:cubicBezTo>
                  <a:pt x="168602" y="136466"/>
                  <a:pt x="176125" y="133036"/>
                  <a:pt x="181587" y="126176"/>
                </a:cubicBezTo>
                <a:cubicBezTo>
                  <a:pt x="187050" y="119316"/>
                  <a:pt x="189781" y="109122"/>
                  <a:pt x="189781" y="95593"/>
                </a:cubicBezTo>
                <a:close/>
                <a:moveTo>
                  <a:pt x="254742" y="149116"/>
                </a:moveTo>
                <a:lnTo>
                  <a:pt x="236726" y="149116"/>
                </a:lnTo>
                <a:lnTo>
                  <a:pt x="236726" y="0"/>
                </a:lnTo>
                <a:lnTo>
                  <a:pt x="254742" y="0"/>
                </a:lnTo>
                <a:lnTo>
                  <a:pt x="254742" y="149116"/>
                </a:lnTo>
                <a:close/>
                <a:moveTo>
                  <a:pt x="309866" y="24150"/>
                </a:moveTo>
                <a:lnTo>
                  <a:pt x="289549" y="24150"/>
                </a:lnTo>
                <a:lnTo>
                  <a:pt x="289549" y="5367"/>
                </a:lnTo>
                <a:lnTo>
                  <a:pt x="309866" y="5367"/>
                </a:lnTo>
                <a:lnTo>
                  <a:pt x="309866" y="24150"/>
                </a:lnTo>
                <a:moveTo>
                  <a:pt x="308716" y="149116"/>
                </a:moveTo>
                <a:lnTo>
                  <a:pt x="290699" y="149116"/>
                </a:lnTo>
                <a:lnTo>
                  <a:pt x="290699" y="41975"/>
                </a:lnTo>
                <a:lnTo>
                  <a:pt x="308716" y="41975"/>
                </a:lnTo>
                <a:lnTo>
                  <a:pt x="308716" y="149116"/>
                </a:lnTo>
                <a:close/>
                <a:moveTo>
                  <a:pt x="423638" y="142503"/>
                </a:moveTo>
                <a:cubicBezTo>
                  <a:pt x="417633" y="145378"/>
                  <a:pt x="411931" y="147615"/>
                  <a:pt x="406532" y="149212"/>
                </a:cubicBezTo>
                <a:cubicBezTo>
                  <a:pt x="401134" y="150809"/>
                  <a:pt x="395399" y="151608"/>
                  <a:pt x="389330" y="151608"/>
                </a:cubicBezTo>
                <a:cubicBezTo>
                  <a:pt x="381600" y="151608"/>
                  <a:pt x="374508" y="150472"/>
                  <a:pt x="368055" y="148200"/>
                </a:cubicBezTo>
                <a:cubicBezTo>
                  <a:pt x="361602" y="145927"/>
                  <a:pt x="356076" y="142487"/>
                  <a:pt x="351476" y="137880"/>
                </a:cubicBezTo>
                <a:cubicBezTo>
                  <a:pt x="346812" y="133272"/>
                  <a:pt x="343203" y="127448"/>
                  <a:pt x="340647" y="120408"/>
                </a:cubicBezTo>
                <a:cubicBezTo>
                  <a:pt x="338091" y="113368"/>
                  <a:pt x="336814" y="105145"/>
                  <a:pt x="336814" y="95737"/>
                </a:cubicBezTo>
                <a:cubicBezTo>
                  <a:pt x="336814" y="78202"/>
                  <a:pt x="341621" y="64443"/>
                  <a:pt x="351237" y="54460"/>
                </a:cubicBezTo>
                <a:cubicBezTo>
                  <a:pt x="360852" y="44475"/>
                  <a:pt x="373550" y="39483"/>
                  <a:pt x="389330" y="39483"/>
                </a:cubicBezTo>
                <a:cubicBezTo>
                  <a:pt x="395463" y="39483"/>
                  <a:pt x="401485" y="40346"/>
                  <a:pt x="407395" y="42071"/>
                </a:cubicBezTo>
                <a:cubicBezTo>
                  <a:pt x="413304" y="43796"/>
                  <a:pt x="418719" y="45904"/>
                  <a:pt x="423638" y="48396"/>
                </a:cubicBezTo>
                <a:lnTo>
                  <a:pt x="423638" y="68425"/>
                </a:lnTo>
                <a:lnTo>
                  <a:pt x="422680" y="68425"/>
                </a:lnTo>
                <a:cubicBezTo>
                  <a:pt x="417186" y="64174"/>
                  <a:pt x="411515" y="60908"/>
                  <a:pt x="405670" y="58626"/>
                </a:cubicBezTo>
                <a:cubicBezTo>
                  <a:pt x="399824" y="56342"/>
                  <a:pt x="394122" y="55200"/>
                  <a:pt x="388563" y="55200"/>
                </a:cubicBezTo>
                <a:cubicBezTo>
                  <a:pt x="378341" y="55200"/>
                  <a:pt x="370275" y="58634"/>
                  <a:pt x="364366" y="65502"/>
                </a:cubicBezTo>
                <a:cubicBezTo>
                  <a:pt x="358456" y="72370"/>
                  <a:pt x="355501" y="82448"/>
                  <a:pt x="355501" y="95737"/>
                </a:cubicBezTo>
                <a:cubicBezTo>
                  <a:pt x="355501" y="108642"/>
                  <a:pt x="358392" y="118561"/>
                  <a:pt x="364174" y="125493"/>
                </a:cubicBezTo>
                <a:cubicBezTo>
                  <a:pt x="369956" y="132425"/>
                  <a:pt x="378086" y="135891"/>
                  <a:pt x="388563" y="135891"/>
                </a:cubicBezTo>
                <a:cubicBezTo>
                  <a:pt x="392205" y="135891"/>
                  <a:pt x="395911" y="135416"/>
                  <a:pt x="399680" y="134465"/>
                </a:cubicBezTo>
                <a:cubicBezTo>
                  <a:pt x="403449" y="133513"/>
                  <a:pt x="406836" y="132275"/>
                  <a:pt x="409838" y="130752"/>
                </a:cubicBezTo>
                <a:cubicBezTo>
                  <a:pt x="412458" y="129420"/>
                  <a:pt x="414917" y="128010"/>
                  <a:pt x="417217" y="126520"/>
                </a:cubicBezTo>
                <a:cubicBezTo>
                  <a:pt x="419517" y="125029"/>
                  <a:pt x="421338" y="123744"/>
                  <a:pt x="422680" y="122666"/>
                </a:cubicBezTo>
                <a:lnTo>
                  <a:pt x="423638" y="122666"/>
                </a:lnTo>
                <a:lnTo>
                  <a:pt x="423638" y="142503"/>
                </a:lnTo>
                <a:close/>
                <a:moveTo>
                  <a:pt x="539277" y="41975"/>
                </a:moveTo>
                <a:lnTo>
                  <a:pt x="476794" y="188599"/>
                </a:lnTo>
                <a:lnTo>
                  <a:pt x="457531" y="188599"/>
                </a:lnTo>
                <a:lnTo>
                  <a:pt x="477465" y="143911"/>
                </a:lnTo>
                <a:lnTo>
                  <a:pt x="434819" y="41975"/>
                </a:lnTo>
                <a:lnTo>
                  <a:pt x="454369" y="41975"/>
                </a:lnTo>
                <a:lnTo>
                  <a:pt x="487240" y="121324"/>
                </a:lnTo>
                <a:lnTo>
                  <a:pt x="520398" y="41975"/>
                </a:lnTo>
                <a:lnTo>
                  <a:pt x="539277" y="419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7FC84F-9DAE-47A3-B9F5-84632397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779" y="1145453"/>
            <a:ext cx="65422" cy="185455"/>
          </a:xfrm>
          <a:custGeom xmlns:a="http://schemas.openxmlformats.org/drawingml/2006/main">
            <a:pathLst>
              <a:path w="65422" h="185455">
                <a:moveTo>
                  <a:pt x="49066" y="0"/>
                </a:moveTo>
                <a:lnTo>
                  <a:pt x="16355" y="0"/>
                </a:lnTo>
                <a:lnTo>
                  <a:pt x="16355" y="120033"/>
                </a:lnTo>
                <a:lnTo>
                  <a:pt x="0" y="120033"/>
                </a:lnTo>
                <a:lnTo>
                  <a:pt x="32711" y="185455"/>
                </a:lnTo>
                <a:lnTo>
                  <a:pt x="65422" y="120033"/>
                </a:lnTo>
                <a:lnTo>
                  <a:pt x="49066" y="120033"/>
                </a:lnTo>
                <a:lnTo>
                  <a:pt x="49066" y="0"/>
                </a:lnTo>
                <a:close/>
              </a:path>
            </a:pathLst>
          </a:custGeom>
          <a:solidFill xmlns:a="http://schemas.openxmlformats.org/drawingml/2006/main">
            <a:srgbClr val="B2B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68597-2917-42BE-91D4-33499340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77" y="2631348"/>
            <a:ext cx="1854711" cy="557395"/>
          </a:xfrm>
          <a:custGeom xmlns:a="http://schemas.openxmlformats.org/drawingml/2006/main">
            <a:pathLst>
              <a:path w="1854711" h="557395">
                <a:moveTo>
                  <a:pt x="0" y="94208"/>
                </a:moveTo>
                <a:cubicBezTo>
                  <a:pt x="0" y="42328"/>
                  <a:pt x="41510" y="818"/>
                  <a:pt x="92245" y="0"/>
                </a:cubicBezTo>
                <a:lnTo>
                  <a:pt x="1762466" y="0"/>
                </a:lnTo>
                <a:cubicBezTo>
                  <a:pt x="1812971" y="818"/>
                  <a:pt x="1854482" y="42328"/>
                  <a:pt x="1854711" y="94208"/>
                </a:cubicBezTo>
                <a:lnTo>
                  <a:pt x="1854711" y="465150"/>
                </a:lnTo>
                <a:cubicBezTo>
                  <a:pt x="1854482" y="515639"/>
                  <a:pt x="1812971" y="557166"/>
                  <a:pt x="1762466" y="557395"/>
                </a:cubicBezTo>
                <a:lnTo>
                  <a:pt x="92245" y="557395"/>
                </a:lnTo>
                <a:cubicBezTo>
                  <a:pt x="41510" y="557166"/>
                  <a:pt x="0" y="515639"/>
                  <a:pt x="0" y="465150"/>
                </a:cubicBezTo>
                <a:lnTo>
                  <a:pt x="0" y="94208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3295A-3BCA-422C-A12C-3F12167A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200" y="2623988"/>
            <a:ext cx="1870837" cy="572703"/>
          </a:xfrm>
          <a:custGeom xmlns:a="http://schemas.openxmlformats.org/drawingml/2006/main">
            <a:pathLst>
              <a:path w="1870837" h="572703">
                <a:moveTo>
                  <a:pt x="2044" y="492120"/>
                </a:moveTo>
                <a:lnTo>
                  <a:pt x="3173" y="497010"/>
                </a:lnTo>
                <a:lnTo>
                  <a:pt x="4530" y="501802"/>
                </a:lnTo>
                <a:lnTo>
                  <a:pt x="6117" y="506496"/>
                </a:lnTo>
                <a:lnTo>
                  <a:pt x="7932" y="511076"/>
                </a:lnTo>
                <a:lnTo>
                  <a:pt x="9944" y="515541"/>
                </a:lnTo>
                <a:lnTo>
                  <a:pt x="12185" y="519891"/>
                </a:lnTo>
                <a:lnTo>
                  <a:pt x="14605" y="524127"/>
                </a:lnTo>
                <a:lnTo>
                  <a:pt x="17288" y="528298"/>
                </a:lnTo>
                <a:lnTo>
                  <a:pt x="23045" y="535985"/>
                </a:lnTo>
                <a:lnTo>
                  <a:pt x="29554" y="543149"/>
                </a:lnTo>
                <a:lnTo>
                  <a:pt x="36718" y="549658"/>
                </a:lnTo>
                <a:lnTo>
                  <a:pt x="44405" y="555415"/>
                </a:lnTo>
                <a:lnTo>
                  <a:pt x="48576" y="558081"/>
                </a:lnTo>
                <a:lnTo>
                  <a:pt x="52795" y="560518"/>
                </a:lnTo>
                <a:lnTo>
                  <a:pt x="57146" y="562743"/>
                </a:lnTo>
                <a:lnTo>
                  <a:pt x="61627" y="564771"/>
                </a:lnTo>
                <a:lnTo>
                  <a:pt x="66207" y="566570"/>
                </a:lnTo>
                <a:lnTo>
                  <a:pt x="70901" y="568156"/>
                </a:lnTo>
                <a:lnTo>
                  <a:pt x="75693" y="569530"/>
                </a:lnTo>
                <a:lnTo>
                  <a:pt x="80583" y="570659"/>
                </a:lnTo>
                <a:lnTo>
                  <a:pt x="85539" y="571542"/>
                </a:lnTo>
                <a:lnTo>
                  <a:pt x="90593" y="572180"/>
                </a:lnTo>
                <a:lnTo>
                  <a:pt x="95712" y="572572"/>
                </a:lnTo>
                <a:lnTo>
                  <a:pt x="100799" y="572703"/>
                </a:lnTo>
                <a:lnTo>
                  <a:pt x="1770038" y="572703"/>
                </a:lnTo>
                <a:lnTo>
                  <a:pt x="1775109" y="572572"/>
                </a:lnTo>
                <a:lnTo>
                  <a:pt x="1780244" y="572180"/>
                </a:lnTo>
                <a:lnTo>
                  <a:pt x="1785282" y="571542"/>
                </a:lnTo>
                <a:lnTo>
                  <a:pt x="1790254" y="570659"/>
                </a:lnTo>
                <a:lnTo>
                  <a:pt x="1795144" y="569530"/>
                </a:lnTo>
                <a:lnTo>
                  <a:pt x="1799936" y="568156"/>
                </a:lnTo>
                <a:lnTo>
                  <a:pt x="1804630" y="566570"/>
                </a:lnTo>
                <a:lnTo>
                  <a:pt x="1809210" y="564771"/>
                </a:lnTo>
                <a:lnTo>
                  <a:pt x="1813675" y="562743"/>
                </a:lnTo>
                <a:lnTo>
                  <a:pt x="1818025" y="560518"/>
                </a:lnTo>
                <a:lnTo>
                  <a:pt x="1822261" y="558081"/>
                </a:lnTo>
                <a:lnTo>
                  <a:pt x="1826432" y="555415"/>
                </a:lnTo>
                <a:lnTo>
                  <a:pt x="1834119" y="549658"/>
                </a:lnTo>
                <a:lnTo>
                  <a:pt x="1841283" y="543149"/>
                </a:lnTo>
                <a:lnTo>
                  <a:pt x="1847792" y="535985"/>
                </a:lnTo>
                <a:lnTo>
                  <a:pt x="1853549" y="528298"/>
                </a:lnTo>
                <a:lnTo>
                  <a:pt x="1856215" y="524127"/>
                </a:lnTo>
                <a:lnTo>
                  <a:pt x="1858652" y="519891"/>
                </a:lnTo>
                <a:lnTo>
                  <a:pt x="1860877" y="515541"/>
                </a:lnTo>
                <a:lnTo>
                  <a:pt x="1862905" y="511076"/>
                </a:lnTo>
                <a:lnTo>
                  <a:pt x="1864704" y="506496"/>
                </a:lnTo>
                <a:lnTo>
                  <a:pt x="1866307" y="501802"/>
                </a:lnTo>
                <a:lnTo>
                  <a:pt x="1867664" y="497010"/>
                </a:lnTo>
                <a:lnTo>
                  <a:pt x="1868793" y="492120"/>
                </a:lnTo>
                <a:lnTo>
                  <a:pt x="1869676" y="487148"/>
                </a:lnTo>
                <a:lnTo>
                  <a:pt x="1870314" y="482094"/>
                </a:lnTo>
                <a:lnTo>
                  <a:pt x="1870706" y="476975"/>
                </a:lnTo>
                <a:lnTo>
                  <a:pt x="1870837" y="471904"/>
                </a:lnTo>
                <a:lnTo>
                  <a:pt x="1870837" y="100799"/>
                </a:lnTo>
                <a:lnTo>
                  <a:pt x="1870706" y="95712"/>
                </a:lnTo>
                <a:lnTo>
                  <a:pt x="1870314" y="90593"/>
                </a:lnTo>
                <a:lnTo>
                  <a:pt x="1869676" y="85539"/>
                </a:lnTo>
                <a:lnTo>
                  <a:pt x="1868793" y="80583"/>
                </a:lnTo>
                <a:lnTo>
                  <a:pt x="1867664" y="75693"/>
                </a:lnTo>
                <a:lnTo>
                  <a:pt x="1866307" y="70901"/>
                </a:lnTo>
                <a:lnTo>
                  <a:pt x="1864704" y="66207"/>
                </a:lnTo>
                <a:lnTo>
                  <a:pt x="1862905" y="61627"/>
                </a:lnTo>
                <a:lnTo>
                  <a:pt x="1860877" y="57146"/>
                </a:lnTo>
                <a:lnTo>
                  <a:pt x="1858652" y="52795"/>
                </a:lnTo>
                <a:lnTo>
                  <a:pt x="1856215" y="48576"/>
                </a:lnTo>
                <a:lnTo>
                  <a:pt x="1853549" y="44405"/>
                </a:lnTo>
                <a:lnTo>
                  <a:pt x="1847792" y="36718"/>
                </a:lnTo>
                <a:lnTo>
                  <a:pt x="1841283" y="29554"/>
                </a:lnTo>
                <a:lnTo>
                  <a:pt x="1834119" y="23045"/>
                </a:lnTo>
                <a:lnTo>
                  <a:pt x="1826432" y="17288"/>
                </a:lnTo>
                <a:lnTo>
                  <a:pt x="1822261" y="14605"/>
                </a:lnTo>
                <a:lnTo>
                  <a:pt x="1818025" y="12185"/>
                </a:lnTo>
                <a:lnTo>
                  <a:pt x="1813675" y="9944"/>
                </a:lnTo>
                <a:lnTo>
                  <a:pt x="1809210" y="7932"/>
                </a:lnTo>
                <a:lnTo>
                  <a:pt x="1804630" y="6117"/>
                </a:lnTo>
                <a:lnTo>
                  <a:pt x="1799936" y="4530"/>
                </a:lnTo>
                <a:lnTo>
                  <a:pt x="1795144" y="3173"/>
                </a:lnTo>
                <a:lnTo>
                  <a:pt x="1790254" y="2044"/>
                </a:lnTo>
                <a:lnTo>
                  <a:pt x="1785282" y="1161"/>
                </a:lnTo>
                <a:lnTo>
                  <a:pt x="1780244" y="523"/>
                </a:lnTo>
                <a:lnTo>
                  <a:pt x="1775109" y="131"/>
                </a:lnTo>
                <a:lnTo>
                  <a:pt x="1770038" y="0"/>
                </a:lnTo>
                <a:lnTo>
                  <a:pt x="100799" y="0"/>
                </a:lnTo>
                <a:lnTo>
                  <a:pt x="95712" y="131"/>
                </a:lnTo>
                <a:lnTo>
                  <a:pt x="90593" y="523"/>
                </a:lnTo>
                <a:lnTo>
                  <a:pt x="85539" y="1161"/>
                </a:lnTo>
                <a:lnTo>
                  <a:pt x="80583" y="2044"/>
                </a:lnTo>
                <a:lnTo>
                  <a:pt x="75693" y="3173"/>
                </a:lnTo>
                <a:lnTo>
                  <a:pt x="70901" y="4530"/>
                </a:lnTo>
                <a:lnTo>
                  <a:pt x="66207" y="6117"/>
                </a:lnTo>
                <a:lnTo>
                  <a:pt x="61627" y="7932"/>
                </a:lnTo>
                <a:lnTo>
                  <a:pt x="57146" y="9944"/>
                </a:lnTo>
                <a:lnTo>
                  <a:pt x="52795" y="12185"/>
                </a:lnTo>
                <a:lnTo>
                  <a:pt x="48576" y="14605"/>
                </a:lnTo>
                <a:lnTo>
                  <a:pt x="44405" y="17288"/>
                </a:lnTo>
                <a:lnTo>
                  <a:pt x="36718" y="23045"/>
                </a:lnTo>
                <a:lnTo>
                  <a:pt x="29554" y="29554"/>
                </a:lnTo>
                <a:lnTo>
                  <a:pt x="23045" y="36718"/>
                </a:lnTo>
                <a:lnTo>
                  <a:pt x="17288" y="44405"/>
                </a:lnTo>
                <a:lnTo>
                  <a:pt x="14605" y="48576"/>
                </a:lnTo>
                <a:lnTo>
                  <a:pt x="12185" y="52795"/>
                </a:lnTo>
                <a:lnTo>
                  <a:pt x="9944" y="57146"/>
                </a:lnTo>
                <a:lnTo>
                  <a:pt x="7932" y="61627"/>
                </a:lnTo>
                <a:lnTo>
                  <a:pt x="6117" y="66207"/>
                </a:lnTo>
                <a:lnTo>
                  <a:pt x="4530" y="70901"/>
                </a:lnTo>
                <a:lnTo>
                  <a:pt x="3173" y="75693"/>
                </a:lnTo>
                <a:lnTo>
                  <a:pt x="2044" y="80583"/>
                </a:lnTo>
                <a:lnTo>
                  <a:pt x="1161" y="85539"/>
                </a:lnTo>
                <a:lnTo>
                  <a:pt x="523" y="90593"/>
                </a:lnTo>
                <a:lnTo>
                  <a:pt x="131" y="95712"/>
                </a:lnTo>
                <a:lnTo>
                  <a:pt x="0" y="100799"/>
                </a:lnTo>
                <a:lnTo>
                  <a:pt x="0" y="471904"/>
                </a:lnTo>
                <a:lnTo>
                  <a:pt x="131" y="476975"/>
                </a:lnTo>
                <a:lnTo>
                  <a:pt x="523" y="482094"/>
                </a:lnTo>
                <a:lnTo>
                  <a:pt x="1161" y="487148"/>
                </a:lnTo>
                <a:lnTo>
                  <a:pt x="2044" y="492120"/>
                </a:lnTo>
                <a:close/>
                <a:moveTo>
                  <a:pt x="18075" y="83829"/>
                </a:moveTo>
                <a:lnTo>
                  <a:pt x="19070" y="79569"/>
                </a:lnTo>
                <a:lnTo>
                  <a:pt x="18956" y="79962"/>
                </a:lnTo>
                <a:lnTo>
                  <a:pt x="20200" y="75617"/>
                </a:lnTo>
                <a:lnTo>
                  <a:pt x="21544" y="71674"/>
                </a:lnTo>
                <a:lnTo>
                  <a:pt x="23030" y="67929"/>
                </a:lnTo>
                <a:lnTo>
                  <a:pt x="24745" y="64138"/>
                </a:lnTo>
                <a:lnTo>
                  <a:pt x="26500" y="60713"/>
                </a:lnTo>
                <a:lnTo>
                  <a:pt x="28575" y="57097"/>
                </a:lnTo>
                <a:lnTo>
                  <a:pt x="30661" y="53832"/>
                </a:lnTo>
                <a:lnTo>
                  <a:pt x="35692" y="47105"/>
                </a:lnTo>
                <a:lnTo>
                  <a:pt x="41131" y="41131"/>
                </a:lnTo>
                <a:lnTo>
                  <a:pt x="47105" y="35692"/>
                </a:lnTo>
                <a:lnTo>
                  <a:pt x="53832" y="30661"/>
                </a:lnTo>
                <a:lnTo>
                  <a:pt x="57097" y="28575"/>
                </a:lnTo>
                <a:lnTo>
                  <a:pt x="60713" y="26500"/>
                </a:lnTo>
                <a:lnTo>
                  <a:pt x="64138" y="24745"/>
                </a:lnTo>
                <a:lnTo>
                  <a:pt x="67929" y="23030"/>
                </a:lnTo>
                <a:lnTo>
                  <a:pt x="71674" y="21544"/>
                </a:lnTo>
                <a:lnTo>
                  <a:pt x="75617" y="20200"/>
                </a:lnTo>
                <a:lnTo>
                  <a:pt x="79962" y="18956"/>
                </a:lnTo>
                <a:lnTo>
                  <a:pt x="79569" y="19070"/>
                </a:lnTo>
                <a:lnTo>
                  <a:pt x="83829" y="18075"/>
                </a:lnTo>
                <a:lnTo>
                  <a:pt x="88221" y="17304"/>
                </a:lnTo>
                <a:lnTo>
                  <a:pt x="87813" y="17353"/>
                </a:lnTo>
                <a:lnTo>
                  <a:pt x="92103" y="16809"/>
                </a:lnTo>
                <a:lnTo>
                  <a:pt x="96641" y="16463"/>
                </a:lnTo>
                <a:lnTo>
                  <a:pt x="101110" y="16355"/>
                </a:lnTo>
                <a:lnTo>
                  <a:pt x="1769728" y="16355"/>
                </a:lnTo>
                <a:lnTo>
                  <a:pt x="1774196" y="16463"/>
                </a:lnTo>
                <a:lnTo>
                  <a:pt x="1778734" y="16809"/>
                </a:lnTo>
                <a:lnTo>
                  <a:pt x="1783025" y="17353"/>
                </a:lnTo>
                <a:lnTo>
                  <a:pt x="1782616" y="17304"/>
                </a:lnTo>
                <a:lnTo>
                  <a:pt x="1787008" y="18075"/>
                </a:lnTo>
                <a:lnTo>
                  <a:pt x="1791268" y="19070"/>
                </a:lnTo>
                <a:lnTo>
                  <a:pt x="1790875" y="18956"/>
                </a:lnTo>
                <a:lnTo>
                  <a:pt x="1795213" y="20198"/>
                </a:lnTo>
                <a:lnTo>
                  <a:pt x="1799155" y="21547"/>
                </a:lnTo>
                <a:lnTo>
                  <a:pt x="1802903" y="23029"/>
                </a:lnTo>
                <a:lnTo>
                  <a:pt x="1806691" y="24749"/>
                </a:lnTo>
                <a:lnTo>
                  <a:pt x="1810134" y="26505"/>
                </a:lnTo>
                <a:lnTo>
                  <a:pt x="1813936" y="28687"/>
                </a:lnTo>
                <a:lnTo>
                  <a:pt x="1813593" y="28491"/>
                </a:lnTo>
                <a:lnTo>
                  <a:pt x="1817101" y="30733"/>
                </a:lnTo>
                <a:lnTo>
                  <a:pt x="1823644" y="35626"/>
                </a:lnTo>
                <a:lnTo>
                  <a:pt x="1829710" y="41134"/>
                </a:lnTo>
                <a:lnTo>
                  <a:pt x="1835145" y="47105"/>
                </a:lnTo>
                <a:lnTo>
                  <a:pt x="1840176" y="53832"/>
                </a:lnTo>
                <a:lnTo>
                  <a:pt x="1842262" y="57097"/>
                </a:lnTo>
                <a:lnTo>
                  <a:pt x="1844337" y="60713"/>
                </a:lnTo>
                <a:lnTo>
                  <a:pt x="1846092" y="64138"/>
                </a:lnTo>
                <a:lnTo>
                  <a:pt x="1847807" y="67929"/>
                </a:lnTo>
                <a:lnTo>
                  <a:pt x="1849292" y="71672"/>
                </a:lnTo>
                <a:lnTo>
                  <a:pt x="1850714" y="75889"/>
                </a:lnTo>
                <a:lnTo>
                  <a:pt x="1851822" y="79812"/>
                </a:lnTo>
                <a:lnTo>
                  <a:pt x="1852745" y="83825"/>
                </a:lnTo>
                <a:lnTo>
                  <a:pt x="1853489" y="87973"/>
                </a:lnTo>
                <a:lnTo>
                  <a:pt x="1854030" y="92127"/>
                </a:lnTo>
                <a:lnTo>
                  <a:pt x="1854375" y="96641"/>
                </a:lnTo>
                <a:lnTo>
                  <a:pt x="1854482" y="101110"/>
                </a:lnTo>
                <a:lnTo>
                  <a:pt x="1854482" y="471594"/>
                </a:lnTo>
                <a:lnTo>
                  <a:pt x="1854374" y="476069"/>
                </a:lnTo>
                <a:lnTo>
                  <a:pt x="1854030" y="480577"/>
                </a:lnTo>
                <a:lnTo>
                  <a:pt x="1853489" y="484730"/>
                </a:lnTo>
                <a:lnTo>
                  <a:pt x="1852758" y="488807"/>
                </a:lnTo>
                <a:lnTo>
                  <a:pt x="1851821" y="492895"/>
                </a:lnTo>
                <a:lnTo>
                  <a:pt x="1850715" y="496813"/>
                </a:lnTo>
                <a:lnTo>
                  <a:pt x="1849290" y="501023"/>
                </a:lnTo>
                <a:lnTo>
                  <a:pt x="1847809" y="504769"/>
                </a:lnTo>
                <a:lnTo>
                  <a:pt x="1846088" y="508557"/>
                </a:lnTo>
                <a:lnTo>
                  <a:pt x="1844194" y="512270"/>
                </a:lnTo>
                <a:lnTo>
                  <a:pt x="1844374" y="511910"/>
                </a:lnTo>
                <a:lnTo>
                  <a:pt x="1842346" y="515459"/>
                </a:lnTo>
                <a:lnTo>
                  <a:pt x="1840104" y="518967"/>
                </a:lnTo>
                <a:lnTo>
                  <a:pt x="1835211" y="525510"/>
                </a:lnTo>
                <a:lnTo>
                  <a:pt x="1829706" y="531572"/>
                </a:lnTo>
                <a:lnTo>
                  <a:pt x="1823644" y="537078"/>
                </a:lnTo>
                <a:lnTo>
                  <a:pt x="1817101" y="541970"/>
                </a:lnTo>
                <a:lnTo>
                  <a:pt x="1813593" y="544212"/>
                </a:lnTo>
                <a:lnTo>
                  <a:pt x="1813936" y="544016"/>
                </a:lnTo>
                <a:lnTo>
                  <a:pt x="1810390" y="546051"/>
                </a:lnTo>
                <a:lnTo>
                  <a:pt x="1806671" y="547964"/>
                </a:lnTo>
                <a:lnTo>
                  <a:pt x="1802903" y="549675"/>
                </a:lnTo>
                <a:lnTo>
                  <a:pt x="1799157" y="551156"/>
                </a:lnTo>
                <a:lnTo>
                  <a:pt x="1794946" y="552581"/>
                </a:lnTo>
                <a:lnTo>
                  <a:pt x="1791025" y="553689"/>
                </a:lnTo>
                <a:lnTo>
                  <a:pt x="1787012" y="554611"/>
                </a:lnTo>
                <a:lnTo>
                  <a:pt x="1782875" y="555353"/>
                </a:lnTo>
                <a:lnTo>
                  <a:pt x="1778409" y="555919"/>
                </a:lnTo>
                <a:lnTo>
                  <a:pt x="1774196" y="556241"/>
                </a:lnTo>
                <a:lnTo>
                  <a:pt x="1769728" y="556348"/>
                </a:lnTo>
                <a:lnTo>
                  <a:pt x="101110" y="556348"/>
                </a:lnTo>
                <a:lnTo>
                  <a:pt x="96641" y="556241"/>
                </a:lnTo>
                <a:lnTo>
                  <a:pt x="92428" y="555919"/>
                </a:lnTo>
                <a:lnTo>
                  <a:pt x="87962" y="555353"/>
                </a:lnTo>
                <a:lnTo>
                  <a:pt x="83825" y="554611"/>
                </a:lnTo>
                <a:lnTo>
                  <a:pt x="79812" y="553689"/>
                </a:lnTo>
                <a:lnTo>
                  <a:pt x="75889" y="552580"/>
                </a:lnTo>
                <a:lnTo>
                  <a:pt x="71672" y="551159"/>
                </a:lnTo>
                <a:lnTo>
                  <a:pt x="67929" y="549673"/>
                </a:lnTo>
                <a:lnTo>
                  <a:pt x="64157" y="547966"/>
                </a:lnTo>
                <a:lnTo>
                  <a:pt x="60448" y="546051"/>
                </a:lnTo>
                <a:lnTo>
                  <a:pt x="57097" y="544128"/>
                </a:lnTo>
                <a:lnTo>
                  <a:pt x="53832" y="542042"/>
                </a:lnTo>
                <a:lnTo>
                  <a:pt x="47105" y="537012"/>
                </a:lnTo>
                <a:lnTo>
                  <a:pt x="41134" y="531576"/>
                </a:lnTo>
                <a:lnTo>
                  <a:pt x="35626" y="525510"/>
                </a:lnTo>
                <a:lnTo>
                  <a:pt x="30733" y="518967"/>
                </a:lnTo>
                <a:lnTo>
                  <a:pt x="28491" y="515459"/>
                </a:lnTo>
                <a:lnTo>
                  <a:pt x="26463" y="511910"/>
                </a:lnTo>
                <a:lnTo>
                  <a:pt x="26643" y="512270"/>
                </a:lnTo>
                <a:lnTo>
                  <a:pt x="24749" y="508557"/>
                </a:lnTo>
                <a:lnTo>
                  <a:pt x="23029" y="504769"/>
                </a:lnTo>
                <a:lnTo>
                  <a:pt x="21547" y="501021"/>
                </a:lnTo>
                <a:lnTo>
                  <a:pt x="20198" y="497079"/>
                </a:lnTo>
                <a:lnTo>
                  <a:pt x="18956" y="492741"/>
                </a:lnTo>
                <a:lnTo>
                  <a:pt x="19070" y="493134"/>
                </a:lnTo>
                <a:lnTo>
                  <a:pt x="18064" y="488811"/>
                </a:lnTo>
                <a:lnTo>
                  <a:pt x="17304" y="484482"/>
                </a:lnTo>
                <a:lnTo>
                  <a:pt x="17353" y="484891"/>
                </a:lnTo>
                <a:lnTo>
                  <a:pt x="16809" y="480600"/>
                </a:lnTo>
                <a:lnTo>
                  <a:pt x="16463" y="476069"/>
                </a:lnTo>
                <a:lnTo>
                  <a:pt x="16355" y="471594"/>
                </a:lnTo>
                <a:lnTo>
                  <a:pt x="16355" y="101110"/>
                </a:lnTo>
                <a:lnTo>
                  <a:pt x="16463" y="96641"/>
                </a:lnTo>
                <a:lnTo>
                  <a:pt x="16809" y="92103"/>
                </a:lnTo>
                <a:lnTo>
                  <a:pt x="17353" y="87813"/>
                </a:lnTo>
                <a:lnTo>
                  <a:pt x="17304" y="88221"/>
                </a:lnTo>
                <a:lnTo>
                  <a:pt x="18075" y="8382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Pretrainmodel">
            <a:extLst xmlns:a="http://schemas.openxmlformats.org/drawingml/2006/main">
              <a:ext uri="{FF2B5EF4-FFF2-40B4-BE49-F238E27FC236}">
                <a16:creationId xmlns:a16="http://schemas.microsoft.com/office/drawing/2014/main" id="{C9FF9F87-F7E6-4F85-BD36-E0E90D76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515" y="2838127"/>
            <a:ext cx="1411075" cy="152183"/>
          </a:xfrm>
          <a:custGeom xmlns:a="http://schemas.openxmlformats.org/drawingml/2006/main">
            <a:pathLst>
              <a:path w="1411075" h="152183">
                <a:moveTo>
                  <a:pt x="93341" y="49450"/>
                </a:moveTo>
                <a:cubicBezTo>
                  <a:pt x="93341" y="55775"/>
                  <a:pt x="92239" y="61636"/>
                  <a:pt x="90035" y="67035"/>
                </a:cubicBezTo>
                <a:cubicBezTo>
                  <a:pt x="87831" y="72434"/>
                  <a:pt x="84748" y="77113"/>
                  <a:pt x="80787" y="81075"/>
                </a:cubicBezTo>
                <a:cubicBezTo>
                  <a:pt x="75868" y="85994"/>
                  <a:pt x="70054" y="89684"/>
                  <a:pt x="63346" y="92143"/>
                </a:cubicBezTo>
                <a:cubicBezTo>
                  <a:pt x="56637" y="94603"/>
                  <a:pt x="48172" y="95833"/>
                  <a:pt x="37950" y="95833"/>
                </a:cubicBezTo>
                <a:lnTo>
                  <a:pt x="18975" y="95833"/>
                </a:lnTo>
                <a:lnTo>
                  <a:pt x="18975" y="149116"/>
                </a:lnTo>
                <a:lnTo>
                  <a:pt x="0" y="149116"/>
                </a:lnTo>
                <a:lnTo>
                  <a:pt x="0" y="6325"/>
                </a:lnTo>
                <a:lnTo>
                  <a:pt x="38716" y="6325"/>
                </a:lnTo>
                <a:cubicBezTo>
                  <a:pt x="47278" y="6325"/>
                  <a:pt x="54529" y="7044"/>
                  <a:pt x="60471" y="8481"/>
                </a:cubicBezTo>
                <a:cubicBezTo>
                  <a:pt x="66412" y="9919"/>
                  <a:pt x="71683" y="12171"/>
                  <a:pt x="76283" y="15237"/>
                </a:cubicBezTo>
                <a:cubicBezTo>
                  <a:pt x="81713" y="18879"/>
                  <a:pt x="85914" y="23415"/>
                  <a:pt x="88885" y="28846"/>
                </a:cubicBezTo>
                <a:cubicBezTo>
                  <a:pt x="91856" y="34276"/>
                  <a:pt x="93341" y="41144"/>
                  <a:pt x="93341" y="49450"/>
                </a:cubicBezTo>
                <a:moveTo>
                  <a:pt x="73600" y="49890"/>
                </a:moveTo>
                <a:cubicBezTo>
                  <a:pt x="73600" y="45012"/>
                  <a:pt x="72737" y="40769"/>
                  <a:pt x="71012" y="37159"/>
                </a:cubicBezTo>
                <a:cubicBezTo>
                  <a:pt x="69287" y="33547"/>
                  <a:pt x="66668" y="30601"/>
                  <a:pt x="63154" y="28319"/>
                </a:cubicBezTo>
                <a:cubicBezTo>
                  <a:pt x="60087" y="26356"/>
                  <a:pt x="56589" y="24947"/>
                  <a:pt x="52660" y="24093"/>
                </a:cubicBezTo>
                <a:cubicBezTo>
                  <a:pt x="48731" y="23236"/>
                  <a:pt x="43764" y="22808"/>
                  <a:pt x="37758" y="22808"/>
                </a:cubicBezTo>
                <a:lnTo>
                  <a:pt x="18975" y="22808"/>
                </a:lnTo>
                <a:lnTo>
                  <a:pt x="18975" y="79350"/>
                </a:lnTo>
                <a:lnTo>
                  <a:pt x="34979" y="79350"/>
                </a:lnTo>
                <a:cubicBezTo>
                  <a:pt x="42646" y="79350"/>
                  <a:pt x="48875" y="78669"/>
                  <a:pt x="53666" y="77307"/>
                </a:cubicBezTo>
                <a:cubicBezTo>
                  <a:pt x="58458" y="75946"/>
                  <a:pt x="62355" y="73775"/>
                  <a:pt x="65358" y="70797"/>
                </a:cubicBezTo>
                <a:cubicBezTo>
                  <a:pt x="68361" y="67756"/>
                  <a:pt x="70485" y="64557"/>
                  <a:pt x="71731" y="61201"/>
                </a:cubicBezTo>
                <a:cubicBezTo>
                  <a:pt x="72977" y="57843"/>
                  <a:pt x="73600" y="54073"/>
                  <a:pt x="73600" y="49890"/>
                </a:cubicBezTo>
                <a:close/>
                <a:moveTo>
                  <a:pt x="183935" y="61525"/>
                </a:moveTo>
                <a:lnTo>
                  <a:pt x="182977" y="61525"/>
                </a:lnTo>
                <a:cubicBezTo>
                  <a:pt x="180293" y="60920"/>
                  <a:pt x="177690" y="60481"/>
                  <a:pt x="175166" y="60210"/>
                </a:cubicBezTo>
                <a:cubicBezTo>
                  <a:pt x="172643" y="59936"/>
                  <a:pt x="169656" y="59800"/>
                  <a:pt x="166206" y="59800"/>
                </a:cubicBezTo>
                <a:cubicBezTo>
                  <a:pt x="160648" y="59800"/>
                  <a:pt x="155281" y="61032"/>
                  <a:pt x="150106" y="63495"/>
                </a:cubicBezTo>
                <a:cubicBezTo>
                  <a:pt x="144931" y="65957"/>
                  <a:pt x="139948" y="69138"/>
                  <a:pt x="135156" y="73040"/>
                </a:cubicBezTo>
                <a:lnTo>
                  <a:pt x="135156" y="149116"/>
                </a:lnTo>
                <a:lnTo>
                  <a:pt x="117140" y="149116"/>
                </a:lnTo>
                <a:lnTo>
                  <a:pt x="117140" y="41975"/>
                </a:lnTo>
                <a:lnTo>
                  <a:pt x="135156" y="41975"/>
                </a:lnTo>
                <a:lnTo>
                  <a:pt x="135156" y="57802"/>
                </a:lnTo>
                <a:cubicBezTo>
                  <a:pt x="142312" y="52046"/>
                  <a:pt x="148621" y="47969"/>
                  <a:pt x="154083" y="45572"/>
                </a:cubicBezTo>
                <a:cubicBezTo>
                  <a:pt x="159546" y="43174"/>
                  <a:pt x="165120" y="41975"/>
                  <a:pt x="170806" y="41975"/>
                </a:cubicBezTo>
                <a:cubicBezTo>
                  <a:pt x="173937" y="41975"/>
                  <a:pt x="176205" y="42055"/>
                  <a:pt x="177610" y="42214"/>
                </a:cubicBezTo>
                <a:cubicBezTo>
                  <a:pt x="179016" y="42372"/>
                  <a:pt x="181124" y="42674"/>
                  <a:pt x="183935" y="43119"/>
                </a:cubicBezTo>
                <a:lnTo>
                  <a:pt x="183935" y="61525"/>
                </a:lnTo>
                <a:close/>
                <a:moveTo>
                  <a:pt x="290156" y="97366"/>
                </a:moveTo>
                <a:lnTo>
                  <a:pt x="211286" y="97366"/>
                </a:lnTo>
                <a:cubicBezTo>
                  <a:pt x="211286" y="103963"/>
                  <a:pt x="212276" y="109711"/>
                  <a:pt x="214257" y="114610"/>
                </a:cubicBezTo>
                <a:cubicBezTo>
                  <a:pt x="216237" y="119510"/>
                  <a:pt x="218953" y="123529"/>
                  <a:pt x="222402" y="126667"/>
                </a:cubicBezTo>
                <a:cubicBezTo>
                  <a:pt x="225725" y="129742"/>
                  <a:pt x="229670" y="132048"/>
                  <a:pt x="234238" y="133585"/>
                </a:cubicBezTo>
                <a:cubicBezTo>
                  <a:pt x="238806" y="135122"/>
                  <a:pt x="243837" y="135891"/>
                  <a:pt x="249332" y="135891"/>
                </a:cubicBezTo>
                <a:cubicBezTo>
                  <a:pt x="256615" y="135891"/>
                  <a:pt x="263946" y="134427"/>
                  <a:pt x="271325" y="131498"/>
                </a:cubicBezTo>
                <a:cubicBezTo>
                  <a:pt x="278704" y="128569"/>
                  <a:pt x="283959" y="125689"/>
                  <a:pt x="287090" y="122858"/>
                </a:cubicBezTo>
                <a:lnTo>
                  <a:pt x="288048" y="122858"/>
                </a:lnTo>
                <a:lnTo>
                  <a:pt x="288048" y="142569"/>
                </a:lnTo>
                <a:cubicBezTo>
                  <a:pt x="281979" y="145133"/>
                  <a:pt x="275781" y="147280"/>
                  <a:pt x="269456" y="149011"/>
                </a:cubicBezTo>
                <a:cubicBezTo>
                  <a:pt x="263131" y="150742"/>
                  <a:pt x="256487" y="151608"/>
                  <a:pt x="249523" y="151608"/>
                </a:cubicBezTo>
                <a:cubicBezTo>
                  <a:pt x="231762" y="151608"/>
                  <a:pt x="217898" y="146792"/>
                  <a:pt x="207932" y="137161"/>
                </a:cubicBezTo>
                <a:cubicBezTo>
                  <a:pt x="197965" y="127530"/>
                  <a:pt x="192982" y="113849"/>
                  <a:pt x="192982" y="96120"/>
                </a:cubicBezTo>
                <a:cubicBezTo>
                  <a:pt x="192982" y="78587"/>
                  <a:pt x="197757" y="64668"/>
                  <a:pt x="207309" y="54364"/>
                </a:cubicBezTo>
                <a:cubicBezTo>
                  <a:pt x="216860" y="44060"/>
                  <a:pt x="229430" y="38908"/>
                  <a:pt x="245019" y="38908"/>
                </a:cubicBezTo>
                <a:cubicBezTo>
                  <a:pt x="259458" y="38908"/>
                  <a:pt x="270590" y="43132"/>
                  <a:pt x="278417" y="51579"/>
                </a:cubicBezTo>
                <a:cubicBezTo>
                  <a:pt x="286243" y="60026"/>
                  <a:pt x="290156" y="72025"/>
                  <a:pt x="290156" y="87576"/>
                </a:cubicBezTo>
                <a:lnTo>
                  <a:pt x="290156" y="97366"/>
                </a:lnTo>
                <a:moveTo>
                  <a:pt x="272619" y="83566"/>
                </a:moveTo>
                <a:cubicBezTo>
                  <a:pt x="272555" y="74111"/>
                  <a:pt x="270175" y="66795"/>
                  <a:pt x="265479" y="61621"/>
                </a:cubicBezTo>
                <a:cubicBezTo>
                  <a:pt x="260784" y="56446"/>
                  <a:pt x="253644" y="53858"/>
                  <a:pt x="244061" y="53858"/>
                </a:cubicBezTo>
                <a:cubicBezTo>
                  <a:pt x="234414" y="53858"/>
                  <a:pt x="226731" y="56701"/>
                  <a:pt x="221013" y="62387"/>
                </a:cubicBezTo>
                <a:cubicBezTo>
                  <a:pt x="215295" y="68073"/>
                  <a:pt x="212053" y="75133"/>
                  <a:pt x="211286" y="83566"/>
                </a:cubicBezTo>
                <a:lnTo>
                  <a:pt x="272619" y="83566"/>
                </a:lnTo>
                <a:close/>
                <a:moveTo>
                  <a:pt x="373077" y="148173"/>
                </a:moveTo>
                <a:cubicBezTo>
                  <a:pt x="369691" y="149063"/>
                  <a:pt x="366002" y="149794"/>
                  <a:pt x="362009" y="150365"/>
                </a:cubicBezTo>
                <a:cubicBezTo>
                  <a:pt x="358016" y="150938"/>
                  <a:pt x="354454" y="151224"/>
                  <a:pt x="351323" y="151224"/>
                </a:cubicBezTo>
                <a:cubicBezTo>
                  <a:pt x="340398" y="151224"/>
                  <a:pt x="332093" y="148282"/>
                  <a:pt x="326407" y="142399"/>
                </a:cubicBezTo>
                <a:cubicBezTo>
                  <a:pt x="320721" y="136515"/>
                  <a:pt x="317878" y="127081"/>
                  <a:pt x="317878" y="114098"/>
                </a:cubicBezTo>
                <a:lnTo>
                  <a:pt x="317878" y="57116"/>
                </a:lnTo>
                <a:lnTo>
                  <a:pt x="305707" y="57116"/>
                </a:lnTo>
                <a:lnTo>
                  <a:pt x="305707" y="41975"/>
                </a:lnTo>
                <a:lnTo>
                  <a:pt x="317878" y="41975"/>
                </a:lnTo>
                <a:lnTo>
                  <a:pt x="317878" y="11117"/>
                </a:lnTo>
                <a:lnTo>
                  <a:pt x="335894" y="11117"/>
                </a:lnTo>
                <a:lnTo>
                  <a:pt x="335894" y="41975"/>
                </a:lnTo>
                <a:lnTo>
                  <a:pt x="373077" y="41975"/>
                </a:lnTo>
                <a:lnTo>
                  <a:pt x="373077" y="57116"/>
                </a:lnTo>
                <a:lnTo>
                  <a:pt x="335894" y="57116"/>
                </a:lnTo>
                <a:lnTo>
                  <a:pt x="335894" y="106015"/>
                </a:lnTo>
                <a:cubicBezTo>
                  <a:pt x="335894" y="111651"/>
                  <a:pt x="336022" y="116055"/>
                  <a:pt x="336277" y="119225"/>
                </a:cubicBezTo>
                <a:cubicBezTo>
                  <a:pt x="336533" y="122396"/>
                  <a:pt x="337427" y="125357"/>
                  <a:pt x="338961" y="128111"/>
                </a:cubicBezTo>
                <a:cubicBezTo>
                  <a:pt x="340366" y="130672"/>
                  <a:pt x="342299" y="132546"/>
                  <a:pt x="344759" y="133732"/>
                </a:cubicBezTo>
                <a:cubicBezTo>
                  <a:pt x="347218" y="134916"/>
                  <a:pt x="350972" y="135508"/>
                  <a:pt x="356019" y="135508"/>
                </a:cubicBezTo>
                <a:cubicBezTo>
                  <a:pt x="358958" y="135508"/>
                  <a:pt x="362025" y="135076"/>
                  <a:pt x="365219" y="134214"/>
                </a:cubicBezTo>
                <a:cubicBezTo>
                  <a:pt x="368413" y="133351"/>
                  <a:pt x="370713" y="132633"/>
                  <a:pt x="372119" y="132058"/>
                </a:cubicBezTo>
                <a:lnTo>
                  <a:pt x="373077" y="132058"/>
                </a:lnTo>
                <a:lnTo>
                  <a:pt x="373077" y="148173"/>
                </a:lnTo>
                <a:close/>
                <a:moveTo>
                  <a:pt x="461978" y="61525"/>
                </a:moveTo>
                <a:lnTo>
                  <a:pt x="461020" y="61525"/>
                </a:lnTo>
                <a:cubicBezTo>
                  <a:pt x="458337" y="60920"/>
                  <a:pt x="455733" y="60481"/>
                  <a:pt x="453210" y="60210"/>
                </a:cubicBezTo>
                <a:cubicBezTo>
                  <a:pt x="450686" y="59936"/>
                  <a:pt x="447699" y="59800"/>
                  <a:pt x="444249" y="59800"/>
                </a:cubicBezTo>
                <a:cubicBezTo>
                  <a:pt x="438691" y="59800"/>
                  <a:pt x="433324" y="61032"/>
                  <a:pt x="428149" y="63495"/>
                </a:cubicBezTo>
                <a:cubicBezTo>
                  <a:pt x="422974" y="65957"/>
                  <a:pt x="417991" y="69138"/>
                  <a:pt x="413200" y="73040"/>
                </a:cubicBezTo>
                <a:lnTo>
                  <a:pt x="413200" y="149116"/>
                </a:lnTo>
                <a:lnTo>
                  <a:pt x="395183" y="149116"/>
                </a:lnTo>
                <a:lnTo>
                  <a:pt x="395183" y="41975"/>
                </a:lnTo>
                <a:lnTo>
                  <a:pt x="413200" y="41975"/>
                </a:lnTo>
                <a:lnTo>
                  <a:pt x="413200" y="57802"/>
                </a:lnTo>
                <a:cubicBezTo>
                  <a:pt x="420355" y="52046"/>
                  <a:pt x="426664" y="47969"/>
                  <a:pt x="432126" y="45572"/>
                </a:cubicBezTo>
                <a:cubicBezTo>
                  <a:pt x="437589" y="43174"/>
                  <a:pt x="443163" y="41975"/>
                  <a:pt x="448849" y="41975"/>
                </a:cubicBezTo>
                <a:cubicBezTo>
                  <a:pt x="451980" y="41975"/>
                  <a:pt x="454248" y="42055"/>
                  <a:pt x="455653" y="42214"/>
                </a:cubicBezTo>
                <a:cubicBezTo>
                  <a:pt x="457059" y="42372"/>
                  <a:pt x="459167" y="42674"/>
                  <a:pt x="461978" y="43119"/>
                </a:cubicBezTo>
                <a:lnTo>
                  <a:pt x="461978" y="61525"/>
                </a:lnTo>
                <a:close/>
                <a:moveTo>
                  <a:pt x="561779" y="149116"/>
                </a:moveTo>
                <a:lnTo>
                  <a:pt x="543858" y="149116"/>
                </a:lnTo>
                <a:lnTo>
                  <a:pt x="543858" y="137790"/>
                </a:lnTo>
                <a:cubicBezTo>
                  <a:pt x="542261" y="138878"/>
                  <a:pt x="540104" y="140397"/>
                  <a:pt x="537389" y="142348"/>
                </a:cubicBezTo>
                <a:cubicBezTo>
                  <a:pt x="534674" y="144298"/>
                  <a:pt x="532038" y="145850"/>
                  <a:pt x="529483" y="147002"/>
                </a:cubicBezTo>
                <a:cubicBezTo>
                  <a:pt x="526480" y="148473"/>
                  <a:pt x="523030" y="149704"/>
                  <a:pt x="519133" y="150694"/>
                </a:cubicBezTo>
                <a:cubicBezTo>
                  <a:pt x="515236" y="151686"/>
                  <a:pt x="510668" y="152183"/>
                  <a:pt x="505429" y="152183"/>
                </a:cubicBezTo>
                <a:cubicBezTo>
                  <a:pt x="495782" y="152183"/>
                  <a:pt x="487604" y="148984"/>
                  <a:pt x="480896" y="142587"/>
                </a:cubicBezTo>
                <a:cubicBezTo>
                  <a:pt x="474187" y="136190"/>
                  <a:pt x="470833" y="128034"/>
                  <a:pt x="470833" y="118117"/>
                </a:cubicBezTo>
                <a:cubicBezTo>
                  <a:pt x="470833" y="109993"/>
                  <a:pt x="472574" y="103421"/>
                  <a:pt x="476056" y="98399"/>
                </a:cubicBezTo>
                <a:cubicBezTo>
                  <a:pt x="479538" y="93376"/>
                  <a:pt x="484505" y="89426"/>
                  <a:pt x="490958" y="86549"/>
                </a:cubicBezTo>
                <a:cubicBezTo>
                  <a:pt x="497475" y="83670"/>
                  <a:pt x="505301" y="81718"/>
                  <a:pt x="514437" y="80694"/>
                </a:cubicBezTo>
                <a:cubicBezTo>
                  <a:pt x="523573" y="79670"/>
                  <a:pt x="533380" y="78902"/>
                  <a:pt x="543858" y="78391"/>
                </a:cubicBezTo>
                <a:lnTo>
                  <a:pt x="543858" y="75588"/>
                </a:lnTo>
                <a:cubicBezTo>
                  <a:pt x="543858" y="71465"/>
                  <a:pt x="543139" y="68051"/>
                  <a:pt x="541702" y="65346"/>
                </a:cubicBezTo>
                <a:cubicBezTo>
                  <a:pt x="540264" y="62641"/>
                  <a:pt x="538204" y="60514"/>
                  <a:pt x="535520" y="58967"/>
                </a:cubicBezTo>
                <a:cubicBezTo>
                  <a:pt x="532965" y="57486"/>
                  <a:pt x="529898" y="56487"/>
                  <a:pt x="526320" y="55972"/>
                </a:cubicBezTo>
                <a:cubicBezTo>
                  <a:pt x="522743" y="55457"/>
                  <a:pt x="519005" y="55200"/>
                  <a:pt x="515108" y="55200"/>
                </a:cubicBezTo>
                <a:cubicBezTo>
                  <a:pt x="510380" y="55200"/>
                  <a:pt x="505109" y="55840"/>
                  <a:pt x="499296" y="57119"/>
                </a:cubicBezTo>
                <a:cubicBezTo>
                  <a:pt x="493482" y="58397"/>
                  <a:pt x="487476" y="60249"/>
                  <a:pt x="481279" y="62675"/>
                </a:cubicBezTo>
                <a:lnTo>
                  <a:pt x="480321" y="62675"/>
                </a:lnTo>
                <a:lnTo>
                  <a:pt x="480321" y="44371"/>
                </a:lnTo>
                <a:cubicBezTo>
                  <a:pt x="483835" y="43412"/>
                  <a:pt x="488914" y="42358"/>
                  <a:pt x="495558" y="41208"/>
                </a:cubicBezTo>
                <a:cubicBezTo>
                  <a:pt x="502202" y="40058"/>
                  <a:pt x="508751" y="39483"/>
                  <a:pt x="515204" y="39483"/>
                </a:cubicBezTo>
                <a:cubicBezTo>
                  <a:pt x="522743" y="39483"/>
                  <a:pt x="529307" y="40106"/>
                  <a:pt x="534897" y="41352"/>
                </a:cubicBezTo>
                <a:cubicBezTo>
                  <a:pt x="540488" y="42598"/>
                  <a:pt x="545327" y="44722"/>
                  <a:pt x="549416" y="47725"/>
                </a:cubicBezTo>
                <a:cubicBezTo>
                  <a:pt x="553441" y="50664"/>
                  <a:pt x="556508" y="54465"/>
                  <a:pt x="558616" y="59129"/>
                </a:cubicBezTo>
                <a:cubicBezTo>
                  <a:pt x="560724" y="63793"/>
                  <a:pt x="561779" y="69575"/>
                  <a:pt x="561779" y="76475"/>
                </a:cubicBezTo>
                <a:lnTo>
                  <a:pt x="561779" y="149116"/>
                </a:lnTo>
                <a:moveTo>
                  <a:pt x="543858" y="122897"/>
                </a:moveTo>
                <a:lnTo>
                  <a:pt x="543858" y="92958"/>
                </a:lnTo>
                <a:cubicBezTo>
                  <a:pt x="538363" y="93279"/>
                  <a:pt x="531895" y="93761"/>
                  <a:pt x="524452" y="94404"/>
                </a:cubicBezTo>
                <a:cubicBezTo>
                  <a:pt x="517009" y="95045"/>
                  <a:pt x="511115" y="95975"/>
                  <a:pt x="506771" y="97192"/>
                </a:cubicBezTo>
                <a:cubicBezTo>
                  <a:pt x="501596" y="98670"/>
                  <a:pt x="497411" y="100965"/>
                  <a:pt x="494216" y="104077"/>
                </a:cubicBezTo>
                <a:cubicBezTo>
                  <a:pt x="491022" y="107190"/>
                  <a:pt x="489425" y="111474"/>
                  <a:pt x="489425" y="116928"/>
                </a:cubicBezTo>
                <a:cubicBezTo>
                  <a:pt x="489425" y="123089"/>
                  <a:pt x="491278" y="127726"/>
                  <a:pt x="494983" y="130839"/>
                </a:cubicBezTo>
                <a:cubicBezTo>
                  <a:pt x="498689" y="133951"/>
                  <a:pt x="504343" y="135508"/>
                  <a:pt x="511945" y="135508"/>
                </a:cubicBezTo>
                <a:cubicBezTo>
                  <a:pt x="518270" y="135508"/>
                  <a:pt x="524052" y="134273"/>
                  <a:pt x="529291" y="131803"/>
                </a:cubicBezTo>
                <a:cubicBezTo>
                  <a:pt x="534530" y="129331"/>
                  <a:pt x="539386" y="126363"/>
                  <a:pt x="543858" y="122897"/>
                </a:cubicBezTo>
                <a:close/>
                <a:moveTo>
                  <a:pt x="615713" y="24150"/>
                </a:moveTo>
                <a:lnTo>
                  <a:pt x="595397" y="24150"/>
                </a:lnTo>
                <a:lnTo>
                  <a:pt x="595397" y="5367"/>
                </a:lnTo>
                <a:lnTo>
                  <a:pt x="615713" y="5367"/>
                </a:lnTo>
                <a:lnTo>
                  <a:pt x="615713" y="24150"/>
                </a:lnTo>
                <a:moveTo>
                  <a:pt x="614563" y="149116"/>
                </a:moveTo>
                <a:lnTo>
                  <a:pt x="596547" y="149116"/>
                </a:lnTo>
                <a:lnTo>
                  <a:pt x="596547" y="41975"/>
                </a:lnTo>
                <a:lnTo>
                  <a:pt x="614563" y="41975"/>
                </a:lnTo>
                <a:lnTo>
                  <a:pt x="614563" y="149116"/>
                </a:lnTo>
                <a:close/>
                <a:moveTo>
                  <a:pt x="739836" y="149116"/>
                </a:moveTo>
                <a:lnTo>
                  <a:pt x="721820" y="149116"/>
                </a:lnTo>
                <a:lnTo>
                  <a:pt x="721820" y="88103"/>
                </a:lnTo>
                <a:cubicBezTo>
                  <a:pt x="721820" y="83178"/>
                  <a:pt x="721532" y="78557"/>
                  <a:pt x="720957" y="74241"/>
                </a:cubicBezTo>
                <a:cubicBezTo>
                  <a:pt x="720382" y="69924"/>
                  <a:pt x="719328" y="66551"/>
                  <a:pt x="717795" y="64121"/>
                </a:cubicBezTo>
                <a:cubicBezTo>
                  <a:pt x="716197" y="61434"/>
                  <a:pt x="713897" y="59435"/>
                  <a:pt x="710895" y="58126"/>
                </a:cubicBezTo>
                <a:cubicBezTo>
                  <a:pt x="707892" y="56814"/>
                  <a:pt x="703995" y="56158"/>
                  <a:pt x="699203" y="56158"/>
                </a:cubicBezTo>
                <a:cubicBezTo>
                  <a:pt x="694284" y="56158"/>
                  <a:pt x="689141" y="57374"/>
                  <a:pt x="683774" y="59806"/>
                </a:cubicBezTo>
                <a:cubicBezTo>
                  <a:pt x="678407" y="62235"/>
                  <a:pt x="673264" y="65336"/>
                  <a:pt x="668345" y="69107"/>
                </a:cubicBezTo>
                <a:lnTo>
                  <a:pt x="668345" y="149116"/>
                </a:lnTo>
                <a:lnTo>
                  <a:pt x="650328" y="149116"/>
                </a:lnTo>
                <a:lnTo>
                  <a:pt x="650328" y="41975"/>
                </a:lnTo>
                <a:lnTo>
                  <a:pt x="668345" y="41975"/>
                </a:lnTo>
                <a:lnTo>
                  <a:pt x="668345" y="53789"/>
                </a:lnTo>
                <a:cubicBezTo>
                  <a:pt x="673967" y="49117"/>
                  <a:pt x="679781" y="45470"/>
                  <a:pt x="685786" y="42846"/>
                </a:cubicBezTo>
                <a:cubicBezTo>
                  <a:pt x="691792" y="40221"/>
                  <a:pt x="697957" y="38908"/>
                  <a:pt x="704282" y="38908"/>
                </a:cubicBezTo>
                <a:cubicBezTo>
                  <a:pt x="715846" y="38908"/>
                  <a:pt x="724663" y="42396"/>
                  <a:pt x="730732" y="49372"/>
                </a:cubicBezTo>
                <a:cubicBezTo>
                  <a:pt x="736801" y="56348"/>
                  <a:pt x="739836" y="66396"/>
                  <a:pt x="739836" y="79517"/>
                </a:cubicBezTo>
                <a:lnTo>
                  <a:pt x="739836" y="149116"/>
                </a:lnTo>
                <a:close/>
                <a:moveTo>
                  <a:pt x="999530" y="149116"/>
                </a:moveTo>
                <a:lnTo>
                  <a:pt x="981514" y="149116"/>
                </a:lnTo>
                <a:lnTo>
                  <a:pt x="981514" y="88103"/>
                </a:lnTo>
                <a:cubicBezTo>
                  <a:pt x="981514" y="83499"/>
                  <a:pt x="981306" y="79055"/>
                  <a:pt x="980891" y="74771"/>
                </a:cubicBezTo>
                <a:cubicBezTo>
                  <a:pt x="980476" y="70484"/>
                  <a:pt x="979597" y="67062"/>
                  <a:pt x="978256" y="64504"/>
                </a:cubicBezTo>
                <a:cubicBezTo>
                  <a:pt x="976786" y="61753"/>
                  <a:pt x="974678" y="59675"/>
                  <a:pt x="971931" y="58269"/>
                </a:cubicBezTo>
                <a:cubicBezTo>
                  <a:pt x="969183" y="56862"/>
                  <a:pt x="965222" y="56158"/>
                  <a:pt x="960047" y="56158"/>
                </a:cubicBezTo>
                <a:cubicBezTo>
                  <a:pt x="955000" y="56158"/>
                  <a:pt x="949953" y="57422"/>
                  <a:pt x="944906" y="59949"/>
                </a:cubicBezTo>
                <a:cubicBezTo>
                  <a:pt x="939858" y="62475"/>
                  <a:pt x="934811" y="65688"/>
                  <a:pt x="929764" y="69590"/>
                </a:cubicBezTo>
                <a:cubicBezTo>
                  <a:pt x="929956" y="71059"/>
                  <a:pt x="930115" y="72769"/>
                  <a:pt x="930243" y="74720"/>
                </a:cubicBezTo>
                <a:cubicBezTo>
                  <a:pt x="930371" y="76670"/>
                  <a:pt x="930435" y="78605"/>
                  <a:pt x="930435" y="80524"/>
                </a:cubicBezTo>
                <a:lnTo>
                  <a:pt x="930435" y="149116"/>
                </a:lnTo>
                <a:lnTo>
                  <a:pt x="912418" y="149116"/>
                </a:lnTo>
                <a:lnTo>
                  <a:pt x="912418" y="88103"/>
                </a:lnTo>
                <a:cubicBezTo>
                  <a:pt x="912418" y="83372"/>
                  <a:pt x="912211" y="78879"/>
                  <a:pt x="911795" y="74627"/>
                </a:cubicBezTo>
                <a:cubicBezTo>
                  <a:pt x="911380" y="70372"/>
                  <a:pt x="910502" y="66966"/>
                  <a:pt x="909160" y="64409"/>
                </a:cubicBezTo>
                <a:cubicBezTo>
                  <a:pt x="907691" y="61657"/>
                  <a:pt x="905582" y="59595"/>
                  <a:pt x="902835" y="58221"/>
                </a:cubicBezTo>
                <a:cubicBezTo>
                  <a:pt x="900088" y="56846"/>
                  <a:pt x="896127" y="56158"/>
                  <a:pt x="890952" y="56158"/>
                </a:cubicBezTo>
                <a:cubicBezTo>
                  <a:pt x="886032" y="56158"/>
                  <a:pt x="881097" y="57374"/>
                  <a:pt x="876146" y="59806"/>
                </a:cubicBezTo>
                <a:cubicBezTo>
                  <a:pt x="871194" y="62235"/>
                  <a:pt x="866259" y="65336"/>
                  <a:pt x="861339" y="69107"/>
                </a:cubicBezTo>
                <a:lnTo>
                  <a:pt x="861339" y="149116"/>
                </a:lnTo>
                <a:lnTo>
                  <a:pt x="843323" y="149116"/>
                </a:lnTo>
                <a:lnTo>
                  <a:pt x="843323" y="41975"/>
                </a:lnTo>
                <a:lnTo>
                  <a:pt x="861339" y="41975"/>
                </a:lnTo>
                <a:lnTo>
                  <a:pt x="861339" y="53870"/>
                </a:lnTo>
                <a:cubicBezTo>
                  <a:pt x="866962" y="49172"/>
                  <a:pt x="872568" y="45505"/>
                  <a:pt x="878158" y="42867"/>
                </a:cubicBezTo>
                <a:cubicBezTo>
                  <a:pt x="883748" y="40228"/>
                  <a:pt x="889706" y="38908"/>
                  <a:pt x="896031" y="38908"/>
                </a:cubicBezTo>
                <a:cubicBezTo>
                  <a:pt x="903314" y="38908"/>
                  <a:pt x="909495" y="40451"/>
                  <a:pt x="914575" y="43538"/>
                </a:cubicBezTo>
                <a:cubicBezTo>
                  <a:pt x="919654" y="46623"/>
                  <a:pt x="923439" y="50897"/>
                  <a:pt x="925931" y="56362"/>
                </a:cubicBezTo>
                <a:cubicBezTo>
                  <a:pt x="933214" y="50190"/>
                  <a:pt x="939858" y="45739"/>
                  <a:pt x="945864" y="43008"/>
                </a:cubicBezTo>
                <a:cubicBezTo>
                  <a:pt x="951870" y="40275"/>
                  <a:pt x="958290" y="38908"/>
                  <a:pt x="965126" y="38908"/>
                </a:cubicBezTo>
                <a:cubicBezTo>
                  <a:pt x="976882" y="38908"/>
                  <a:pt x="985555" y="42476"/>
                  <a:pt x="991145" y="49611"/>
                </a:cubicBezTo>
                <a:cubicBezTo>
                  <a:pt x="996735" y="56747"/>
                  <a:pt x="999530" y="66716"/>
                  <a:pt x="999530" y="79517"/>
                </a:cubicBezTo>
                <a:lnTo>
                  <a:pt x="999530" y="149116"/>
                </a:lnTo>
                <a:close/>
                <a:moveTo>
                  <a:pt x="1125097" y="95593"/>
                </a:moveTo>
                <a:cubicBezTo>
                  <a:pt x="1125097" y="113079"/>
                  <a:pt x="1120625" y="126882"/>
                  <a:pt x="1111680" y="137002"/>
                </a:cubicBezTo>
                <a:cubicBezTo>
                  <a:pt x="1102736" y="147122"/>
                  <a:pt x="1090757" y="152183"/>
                  <a:pt x="1075743" y="152183"/>
                </a:cubicBezTo>
                <a:cubicBezTo>
                  <a:pt x="1060601" y="152183"/>
                  <a:pt x="1048574" y="147122"/>
                  <a:pt x="1039662" y="137002"/>
                </a:cubicBezTo>
                <a:cubicBezTo>
                  <a:pt x="1030749" y="126882"/>
                  <a:pt x="1026293" y="113079"/>
                  <a:pt x="1026293" y="95593"/>
                </a:cubicBezTo>
                <a:cubicBezTo>
                  <a:pt x="1026293" y="78108"/>
                  <a:pt x="1030749" y="64289"/>
                  <a:pt x="1039662" y="54137"/>
                </a:cubicBezTo>
                <a:cubicBezTo>
                  <a:pt x="1048574" y="43984"/>
                  <a:pt x="1060601" y="38908"/>
                  <a:pt x="1075743" y="38908"/>
                </a:cubicBezTo>
                <a:cubicBezTo>
                  <a:pt x="1090757" y="38908"/>
                  <a:pt x="1102736" y="43984"/>
                  <a:pt x="1111680" y="54137"/>
                </a:cubicBezTo>
                <a:cubicBezTo>
                  <a:pt x="1120625" y="64289"/>
                  <a:pt x="1125097" y="78108"/>
                  <a:pt x="1125097" y="95593"/>
                </a:cubicBezTo>
                <a:moveTo>
                  <a:pt x="1106505" y="95593"/>
                </a:moveTo>
                <a:cubicBezTo>
                  <a:pt x="1106505" y="81745"/>
                  <a:pt x="1103790" y="71455"/>
                  <a:pt x="1098359" y="64723"/>
                </a:cubicBezTo>
                <a:cubicBezTo>
                  <a:pt x="1092929" y="57991"/>
                  <a:pt x="1085390" y="54625"/>
                  <a:pt x="1075743" y="54625"/>
                </a:cubicBezTo>
                <a:cubicBezTo>
                  <a:pt x="1065968" y="54625"/>
                  <a:pt x="1058381" y="57991"/>
                  <a:pt x="1052983" y="64723"/>
                </a:cubicBezTo>
                <a:cubicBezTo>
                  <a:pt x="1047584" y="71455"/>
                  <a:pt x="1044885" y="81745"/>
                  <a:pt x="1044885" y="95593"/>
                </a:cubicBezTo>
                <a:cubicBezTo>
                  <a:pt x="1044885" y="108994"/>
                  <a:pt x="1047600" y="119156"/>
                  <a:pt x="1053030" y="126080"/>
                </a:cubicBezTo>
                <a:cubicBezTo>
                  <a:pt x="1058461" y="133004"/>
                  <a:pt x="1066032" y="136466"/>
                  <a:pt x="1075743" y="136466"/>
                </a:cubicBezTo>
                <a:cubicBezTo>
                  <a:pt x="1085326" y="136466"/>
                  <a:pt x="1092849" y="133036"/>
                  <a:pt x="1098311" y="126176"/>
                </a:cubicBezTo>
                <a:cubicBezTo>
                  <a:pt x="1103774" y="119316"/>
                  <a:pt x="1106505" y="109122"/>
                  <a:pt x="1106505" y="95593"/>
                </a:cubicBezTo>
                <a:close/>
                <a:moveTo>
                  <a:pt x="1240084" y="149116"/>
                </a:moveTo>
                <a:lnTo>
                  <a:pt x="1222067" y="149116"/>
                </a:lnTo>
                <a:lnTo>
                  <a:pt x="1222067" y="137963"/>
                </a:lnTo>
                <a:cubicBezTo>
                  <a:pt x="1216892" y="142448"/>
                  <a:pt x="1211494" y="145938"/>
                  <a:pt x="1205872" y="148436"/>
                </a:cubicBezTo>
                <a:cubicBezTo>
                  <a:pt x="1200249" y="150934"/>
                  <a:pt x="1194148" y="152183"/>
                  <a:pt x="1187568" y="152183"/>
                </a:cubicBezTo>
                <a:cubicBezTo>
                  <a:pt x="1174790" y="152183"/>
                  <a:pt x="1164647" y="147251"/>
                  <a:pt x="1157141" y="137388"/>
                </a:cubicBezTo>
                <a:cubicBezTo>
                  <a:pt x="1149634" y="127524"/>
                  <a:pt x="1145880" y="113848"/>
                  <a:pt x="1145880" y="96363"/>
                </a:cubicBezTo>
                <a:cubicBezTo>
                  <a:pt x="1145880" y="87267"/>
                  <a:pt x="1147174" y="79164"/>
                  <a:pt x="1149761" y="72054"/>
                </a:cubicBezTo>
                <a:cubicBezTo>
                  <a:pt x="1152349" y="64945"/>
                  <a:pt x="1155847" y="58892"/>
                  <a:pt x="1160255" y="53897"/>
                </a:cubicBezTo>
                <a:cubicBezTo>
                  <a:pt x="1164600" y="49029"/>
                  <a:pt x="1169663" y="45315"/>
                  <a:pt x="1175445" y="42753"/>
                </a:cubicBezTo>
                <a:cubicBezTo>
                  <a:pt x="1181227" y="40190"/>
                  <a:pt x="1187216" y="38908"/>
                  <a:pt x="1193413" y="38908"/>
                </a:cubicBezTo>
                <a:cubicBezTo>
                  <a:pt x="1199036" y="38908"/>
                  <a:pt x="1204019" y="39501"/>
                  <a:pt x="1208363" y="40687"/>
                </a:cubicBezTo>
                <a:cubicBezTo>
                  <a:pt x="1212708" y="41871"/>
                  <a:pt x="1217276" y="43712"/>
                  <a:pt x="1222067" y="46209"/>
                </a:cubicBezTo>
                <a:lnTo>
                  <a:pt x="1222067" y="0"/>
                </a:lnTo>
                <a:lnTo>
                  <a:pt x="1240084" y="0"/>
                </a:lnTo>
                <a:lnTo>
                  <a:pt x="1240084" y="149116"/>
                </a:lnTo>
                <a:moveTo>
                  <a:pt x="1222067" y="122762"/>
                </a:moveTo>
                <a:lnTo>
                  <a:pt x="1222067" y="61333"/>
                </a:lnTo>
                <a:cubicBezTo>
                  <a:pt x="1217212" y="59161"/>
                  <a:pt x="1212867" y="57659"/>
                  <a:pt x="1209034" y="56829"/>
                </a:cubicBezTo>
                <a:cubicBezTo>
                  <a:pt x="1205201" y="55998"/>
                  <a:pt x="1201016" y="55583"/>
                  <a:pt x="1196480" y="55583"/>
                </a:cubicBezTo>
                <a:cubicBezTo>
                  <a:pt x="1186386" y="55583"/>
                  <a:pt x="1178527" y="59097"/>
                  <a:pt x="1172905" y="66125"/>
                </a:cubicBezTo>
                <a:cubicBezTo>
                  <a:pt x="1167283" y="73152"/>
                  <a:pt x="1164472" y="83119"/>
                  <a:pt x="1164472" y="96025"/>
                </a:cubicBezTo>
                <a:cubicBezTo>
                  <a:pt x="1164472" y="108738"/>
                  <a:pt x="1166644" y="118401"/>
                  <a:pt x="1170988" y="125014"/>
                </a:cubicBezTo>
                <a:cubicBezTo>
                  <a:pt x="1175333" y="131626"/>
                  <a:pt x="1182297" y="134933"/>
                  <a:pt x="1191880" y="134933"/>
                </a:cubicBezTo>
                <a:cubicBezTo>
                  <a:pt x="1196991" y="134933"/>
                  <a:pt x="1202166" y="133799"/>
                  <a:pt x="1207405" y="131531"/>
                </a:cubicBezTo>
                <a:cubicBezTo>
                  <a:pt x="1212644" y="129263"/>
                  <a:pt x="1217531" y="126340"/>
                  <a:pt x="1222067" y="122762"/>
                </a:cubicBezTo>
                <a:close/>
                <a:moveTo>
                  <a:pt x="1365529" y="97366"/>
                </a:moveTo>
                <a:lnTo>
                  <a:pt x="1286659" y="97366"/>
                </a:lnTo>
                <a:cubicBezTo>
                  <a:pt x="1286659" y="103963"/>
                  <a:pt x="1287649" y="109711"/>
                  <a:pt x="1289629" y="114610"/>
                </a:cubicBezTo>
                <a:cubicBezTo>
                  <a:pt x="1291610" y="119510"/>
                  <a:pt x="1294325" y="123529"/>
                  <a:pt x="1297775" y="126667"/>
                </a:cubicBezTo>
                <a:cubicBezTo>
                  <a:pt x="1301097" y="129742"/>
                  <a:pt x="1305042" y="132048"/>
                  <a:pt x="1309610" y="133585"/>
                </a:cubicBezTo>
                <a:cubicBezTo>
                  <a:pt x="1314179" y="135122"/>
                  <a:pt x="1319210" y="135891"/>
                  <a:pt x="1324704" y="135891"/>
                </a:cubicBezTo>
                <a:cubicBezTo>
                  <a:pt x="1331987" y="135891"/>
                  <a:pt x="1339319" y="134427"/>
                  <a:pt x="1346698" y="131498"/>
                </a:cubicBezTo>
                <a:cubicBezTo>
                  <a:pt x="1354077" y="128569"/>
                  <a:pt x="1359332" y="125689"/>
                  <a:pt x="1362462" y="122858"/>
                </a:cubicBezTo>
                <a:lnTo>
                  <a:pt x="1363421" y="122858"/>
                </a:lnTo>
                <a:lnTo>
                  <a:pt x="1363421" y="142569"/>
                </a:lnTo>
                <a:cubicBezTo>
                  <a:pt x="1357351" y="145133"/>
                  <a:pt x="1351154" y="147280"/>
                  <a:pt x="1344829" y="149011"/>
                </a:cubicBezTo>
                <a:cubicBezTo>
                  <a:pt x="1338504" y="150742"/>
                  <a:pt x="1331860" y="151608"/>
                  <a:pt x="1324896" y="151608"/>
                </a:cubicBezTo>
                <a:cubicBezTo>
                  <a:pt x="1307135" y="151608"/>
                  <a:pt x="1293271" y="146792"/>
                  <a:pt x="1283304" y="137161"/>
                </a:cubicBezTo>
                <a:cubicBezTo>
                  <a:pt x="1273338" y="127530"/>
                  <a:pt x="1268354" y="113849"/>
                  <a:pt x="1268354" y="96120"/>
                </a:cubicBezTo>
                <a:cubicBezTo>
                  <a:pt x="1268354" y="78587"/>
                  <a:pt x="1273130" y="64668"/>
                  <a:pt x="1282681" y="54364"/>
                </a:cubicBezTo>
                <a:cubicBezTo>
                  <a:pt x="1292233" y="44060"/>
                  <a:pt x="1304803" y="38908"/>
                  <a:pt x="1320392" y="38908"/>
                </a:cubicBezTo>
                <a:cubicBezTo>
                  <a:pt x="1334831" y="38908"/>
                  <a:pt x="1345963" y="43132"/>
                  <a:pt x="1353789" y="51579"/>
                </a:cubicBezTo>
                <a:cubicBezTo>
                  <a:pt x="1361616" y="60026"/>
                  <a:pt x="1365529" y="72025"/>
                  <a:pt x="1365529" y="87576"/>
                </a:cubicBezTo>
                <a:lnTo>
                  <a:pt x="1365529" y="97366"/>
                </a:lnTo>
                <a:moveTo>
                  <a:pt x="1347992" y="83566"/>
                </a:moveTo>
                <a:cubicBezTo>
                  <a:pt x="1347928" y="74111"/>
                  <a:pt x="1345548" y="66795"/>
                  <a:pt x="1340852" y="61621"/>
                </a:cubicBezTo>
                <a:cubicBezTo>
                  <a:pt x="1336156" y="56446"/>
                  <a:pt x="1329017" y="53858"/>
                  <a:pt x="1319433" y="53858"/>
                </a:cubicBezTo>
                <a:cubicBezTo>
                  <a:pt x="1309786" y="53858"/>
                  <a:pt x="1302104" y="56701"/>
                  <a:pt x="1296386" y="62387"/>
                </a:cubicBezTo>
                <a:cubicBezTo>
                  <a:pt x="1290668" y="68073"/>
                  <a:pt x="1287425" y="75133"/>
                  <a:pt x="1286659" y="83566"/>
                </a:cubicBezTo>
                <a:lnTo>
                  <a:pt x="1347992" y="83566"/>
                </a:lnTo>
                <a:close/>
                <a:moveTo>
                  <a:pt x="1411075" y="149116"/>
                </a:moveTo>
                <a:lnTo>
                  <a:pt x="1393058" y="149116"/>
                </a:lnTo>
                <a:lnTo>
                  <a:pt x="1393058" y="0"/>
                </a:lnTo>
                <a:lnTo>
                  <a:pt x="1411075" y="0"/>
                </a:lnTo>
                <a:lnTo>
                  <a:pt x="1411075" y="149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6B45D4-B420-4051-81E9-F99F5486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022" y="3188252"/>
            <a:ext cx="65422" cy="221617"/>
          </a:xfrm>
          <a:custGeom xmlns:a="http://schemas.openxmlformats.org/drawingml/2006/main">
            <a:pathLst>
              <a:path w="65422" h="221617">
                <a:moveTo>
                  <a:pt x="49066" y="0"/>
                </a:moveTo>
                <a:lnTo>
                  <a:pt x="16355" y="0"/>
                </a:lnTo>
                <a:lnTo>
                  <a:pt x="16355" y="156195"/>
                </a:lnTo>
                <a:lnTo>
                  <a:pt x="0" y="156195"/>
                </a:lnTo>
                <a:lnTo>
                  <a:pt x="16355" y="188906"/>
                </a:lnTo>
                <a:lnTo>
                  <a:pt x="16355" y="188906"/>
                </a:lnTo>
                <a:lnTo>
                  <a:pt x="16355" y="188906"/>
                </a:lnTo>
                <a:lnTo>
                  <a:pt x="32711" y="221617"/>
                </a:lnTo>
                <a:lnTo>
                  <a:pt x="65422" y="156195"/>
                </a:lnTo>
                <a:lnTo>
                  <a:pt x="49066" y="156195"/>
                </a:lnTo>
                <a:lnTo>
                  <a:pt x="49066" y="0"/>
                </a:lnTo>
                <a:close/>
              </a:path>
            </a:pathLst>
          </a:custGeom>
          <a:solidFill xmlns:a="http://schemas.openxmlformats.org/drawingml/2006/main">
            <a:srgbClr val="B2B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Weightspace">
            <a:extLst xmlns:a="http://schemas.openxmlformats.org/drawingml/2006/main">
              <a:ext uri="{FF2B5EF4-FFF2-40B4-BE49-F238E27FC236}">
                <a16:creationId xmlns:a16="http://schemas.microsoft.com/office/drawing/2014/main" id="{EC80B6D4-0880-4248-9912-B6B3FD12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17" y="5895619"/>
            <a:ext cx="1301462" cy="189749"/>
          </a:xfrm>
          <a:custGeom xmlns:a="http://schemas.openxmlformats.org/drawingml/2006/main">
            <a:pathLst>
              <a:path w="1301462" h="189749">
                <a:moveTo>
                  <a:pt x="176428" y="6325"/>
                </a:moveTo>
                <a:lnTo>
                  <a:pt x="139341" y="149116"/>
                </a:lnTo>
                <a:lnTo>
                  <a:pt x="117970" y="149116"/>
                </a:lnTo>
                <a:lnTo>
                  <a:pt x="87975" y="30586"/>
                </a:lnTo>
                <a:lnTo>
                  <a:pt x="58650" y="149116"/>
                </a:lnTo>
                <a:lnTo>
                  <a:pt x="37758" y="149116"/>
                </a:lnTo>
                <a:lnTo>
                  <a:pt x="0" y="6325"/>
                </a:lnTo>
                <a:lnTo>
                  <a:pt x="19454" y="6325"/>
                </a:lnTo>
                <a:lnTo>
                  <a:pt x="49450" y="125047"/>
                </a:lnTo>
                <a:lnTo>
                  <a:pt x="78966" y="6325"/>
                </a:lnTo>
                <a:lnTo>
                  <a:pt x="98229" y="6325"/>
                </a:lnTo>
                <a:lnTo>
                  <a:pt x="128033" y="126197"/>
                </a:lnTo>
                <a:lnTo>
                  <a:pt x="157837" y="6325"/>
                </a:lnTo>
                <a:lnTo>
                  <a:pt x="176428" y="6325"/>
                </a:lnTo>
                <a:close/>
                <a:moveTo>
                  <a:pt x="292329" y="97366"/>
                </a:moveTo>
                <a:lnTo>
                  <a:pt x="213459" y="97366"/>
                </a:lnTo>
                <a:cubicBezTo>
                  <a:pt x="213459" y="103963"/>
                  <a:pt x="214449" y="109711"/>
                  <a:pt x="216429" y="114610"/>
                </a:cubicBezTo>
                <a:cubicBezTo>
                  <a:pt x="218410" y="119510"/>
                  <a:pt x="221125" y="123529"/>
                  <a:pt x="224575" y="126667"/>
                </a:cubicBezTo>
                <a:cubicBezTo>
                  <a:pt x="227897" y="129742"/>
                  <a:pt x="231842" y="132048"/>
                  <a:pt x="236410" y="133585"/>
                </a:cubicBezTo>
                <a:cubicBezTo>
                  <a:pt x="240979" y="135122"/>
                  <a:pt x="246010" y="135891"/>
                  <a:pt x="251504" y="135891"/>
                </a:cubicBezTo>
                <a:cubicBezTo>
                  <a:pt x="258787" y="135891"/>
                  <a:pt x="266119" y="134427"/>
                  <a:pt x="273498" y="131498"/>
                </a:cubicBezTo>
                <a:cubicBezTo>
                  <a:pt x="280877" y="128569"/>
                  <a:pt x="286132" y="125689"/>
                  <a:pt x="289262" y="122858"/>
                </a:cubicBezTo>
                <a:lnTo>
                  <a:pt x="290221" y="122858"/>
                </a:lnTo>
                <a:lnTo>
                  <a:pt x="290221" y="142569"/>
                </a:lnTo>
                <a:cubicBezTo>
                  <a:pt x="284151" y="145133"/>
                  <a:pt x="277954" y="147280"/>
                  <a:pt x="271629" y="149011"/>
                </a:cubicBezTo>
                <a:cubicBezTo>
                  <a:pt x="265304" y="150742"/>
                  <a:pt x="258660" y="151608"/>
                  <a:pt x="251696" y="151608"/>
                </a:cubicBezTo>
                <a:cubicBezTo>
                  <a:pt x="233935" y="151608"/>
                  <a:pt x="220071" y="146792"/>
                  <a:pt x="210104" y="137161"/>
                </a:cubicBezTo>
                <a:cubicBezTo>
                  <a:pt x="200138" y="127530"/>
                  <a:pt x="195154" y="113849"/>
                  <a:pt x="195154" y="96120"/>
                </a:cubicBezTo>
                <a:cubicBezTo>
                  <a:pt x="195154" y="78587"/>
                  <a:pt x="199930" y="64668"/>
                  <a:pt x="209481" y="54364"/>
                </a:cubicBezTo>
                <a:cubicBezTo>
                  <a:pt x="219033" y="44060"/>
                  <a:pt x="231603" y="38908"/>
                  <a:pt x="247192" y="38908"/>
                </a:cubicBezTo>
                <a:cubicBezTo>
                  <a:pt x="261631" y="38908"/>
                  <a:pt x="272763" y="43132"/>
                  <a:pt x="280589" y="51579"/>
                </a:cubicBezTo>
                <a:cubicBezTo>
                  <a:pt x="288416" y="60026"/>
                  <a:pt x="292329" y="72025"/>
                  <a:pt x="292329" y="87576"/>
                </a:cubicBezTo>
                <a:lnTo>
                  <a:pt x="292329" y="97366"/>
                </a:lnTo>
                <a:moveTo>
                  <a:pt x="274792" y="83566"/>
                </a:moveTo>
                <a:cubicBezTo>
                  <a:pt x="274728" y="74111"/>
                  <a:pt x="272348" y="66795"/>
                  <a:pt x="267652" y="61621"/>
                </a:cubicBezTo>
                <a:cubicBezTo>
                  <a:pt x="262956" y="56446"/>
                  <a:pt x="255817" y="53858"/>
                  <a:pt x="246233" y="53858"/>
                </a:cubicBezTo>
                <a:cubicBezTo>
                  <a:pt x="236586" y="53858"/>
                  <a:pt x="228904" y="56701"/>
                  <a:pt x="223186" y="62387"/>
                </a:cubicBezTo>
                <a:cubicBezTo>
                  <a:pt x="217468" y="68073"/>
                  <a:pt x="214225" y="75133"/>
                  <a:pt x="213459" y="83566"/>
                </a:cubicBezTo>
                <a:lnTo>
                  <a:pt x="274792" y="83566"/>
                </a:lnTo>
                <a:close/>
                <a:moveTo>
                  <a:pt x="339025" y="24150"/>
                </a:moveTo>
                <a:lnTo>
                  <a:pt x="318708" y="24150"/>
                </a:lnTo>
                <a:lnTo>
                  <a:pt x="318708" y="5367"/>
                </a:lnTo>
                <a:lnTo>
                  <a:pt x="339025" y="5367"/>
                </a:lnTo>
                <a:lnTo>
                  <a:pt x="339025" y="24150"/>
                </a:lnTo>
                <a:moveTo>
                  <a:pt x="337875" y="149116"/>
                </a:moveTo>
                <a:lnTo>
                  <a:pt x="319858" y="149116"/>
                </a:lnTo>
                <a:lnTo>
                  <a:pt x="319858" y="41975"/>
                </a:lnTo>
                <a:lnTo>
                  <a:pt x="337875" y="41975"/>
                </a:lnTo>
                <a:lnTo>
                  <a:pt x="337875" y="149116"/>
                </a:lnTo>
                <a:close/>
                <a:moveTo>
                  <a:pt x="460464" y="136972"/>
                </a:moveTo>
                <a:cubicBezTo>
                  <a:pt x="460464" y="155140"/>
                  <a:pt x="456343" y="168478"/>
                  <a:pt x="448101" y="176985"/>
                </a:cubicBezTo>
                <a:cubicBezTo>
                  <a:pt x="439860" y="185494"/>
                  <a:pt x="427178" y="189749"/>
                  <a:pt x="410056" y="189749"/>
                </a:cubicBezTo>
                <a:cubicBezTo>
                  <a:pt x="404370" y="189749"/>
                  <a:pt x="398827" y="189350"/>
                  <a:pt x="393429" y="188551"/>
                </a:cubicBezTo>
                <a:cubicBezTo>
                  <a:pt x="388030" y="187753"/>
                  <a:pt x="382711" y="186618"/>
                  <a:pt x="377472" y="185149"/>
                </a:cubicBezTo>
                <a:lnTo>
                  <a:pt x="377472" y="166749"/>
                </a:lnTo>
                <a:lnTo>
                  <a:pt x="378431" y="166749"/>
                </a:lnTo>
                <a:cubicBezTo>
                  <a:pt x="381370" y="167883"/>
                  <a:pt x="386034" y="169285"/>
                  <a:pt x="392422" y="170954"/>
                </a:cubicBezTo>
                <a:cubicBezTo>
                  <a:pt x="398811" y="172623"/>
                  <a:pt x="405200" y="173457"/>
                  <a:pt x="411589" y="173457"/>
                </a:cubicBezTo>
                <a:cubicBezTo>
                  <a:pt x="417722" y="173457"/>
                  <a:pt x="422801" y="172724"/>
                  <a:pt x="426826" y="171256"/>
                </a:cubicBezTo>
                <a:cubicBezTo>
                  <a:pt x="430851" y="169789"/>
                  <a:pt x="433982" y="167748"/>
                  <a:pt x="436218" y="165135"/>
                </a:cubicBezTo>
                <a:cubicBezTo>
                  <a:pt x="438454" y="162647"/>
                  <a:pt x="440051" y="159649"/>
                  <a:pt x="441010" y="156139"/>
                </a:cubicBezTo>
                <a:cubicBezTo>
                  <a:pt x="441968" y="152631"/>
                  <a:pt x="442447" y="148709"/>
                  <a:pt x="442447" y="144372"/>
                </a:cubicBezTo>
                <a:lnTo>
                  <a:pt x="442447" y="134612"/>
                </a:lnTo>
                <a:cubicBezTo>
                  <a:pt x="437017" y="138969"/>
                  <a:pt x="431826" y="142220"/>
                  <a:pt x="426874" y="144366"/>
                </a:cubicBezTo>
                <a:cubicBezTo>
                  <a:pt x="421923" y="146510"/>
                  <a:pt x="415614" y="147583"/>
                  <a:pt x="407947" y="147583"/>
                </a:cubicBezTo>
                <a:cubicBezTo>
                  <a:pt x="395170" y="147583"/>
                  <a:pt x="385027" y="142955"/>
                  <a:pt x="377520" y="133699"/>
                </a:cubicBezTo>
                <a:cubicBezTo>
                  <a:pt x="370014" y="124441"/>
                  <a:pt x="366260" y="111389"/>
                  <a:pt x="366260" y="94542"/>
                </a:cubicBezTo>
                <a:cubicBezTo>
                  <a:pt x="366260" y="85318"/>
                  <a:pt x="367554" y="77359"/>
                  <a:pt x="370141" y="70665"/>
                </a:cubicBezTo>
                <a:cubicBezTo>
                  <a:pt x="372729" y="63970"/>
                  <a:pt x="376259" y="58189"/>
                  <a:pt x="380731" y="53322"/>
                </a:cubicBezTo>
                <a:cubicBezTo>
                  <a:pt x="384884" y="48774"/>
                  <a:pt x="389931" y="45235"/>
                  <a:pt x="395872" y="42706"/>
                </a:cubicBezTo>
                <a:cubicBezTo>
                  <a:pt x="401814" y="40174"/>
                  <a:pt x="407724" y="38908"/>
                  <a:pt x="413601" y="38908"/>
                </a:cubicBezTo>
                <a:cubicBezTo>
                  <a:pt x="419799" y="38908"/>
                  <a:pt x="424990" y="39533"/>
                  <a:pt x="429174" y="40783"/>
                </a:cubicBezTo>
                <a:cubicBezTo>
                  <a:pt x="433359" y="42031"/>
                  <a:pt x="437783" y="43936"/>
                  <a:pt x="442447" y="46500"/>
                </a:cubicBezTo>
                <a:lnTo>
                  <a:pt x="443597" y="41975"/>
                </a:lnTo>
                <a:lnTo>
                  <a:pt x="460464" y="41975"/>
                </a:lnTo>
                <a:lnTo>
                  <a:pt x="460464" y="136972"/>
                </a:lnTo>
                <a:moveTo>
                  <a:pt x="442447" y="119764"/>
                </a:moveTo>
                <a:lnTo>
                  <a:pt x="442447" y="61252"/>
                </a:lnTo>
                <a:cubicBezTo>
                  <a:pt x="437656" y="59074"/>
                  <a:pt x="433199" y="57521"/>
                  <a:pt x="429078" y="56592"/>
                </a:cubicBezTo>
                <a:cubicBezTo>
                  <a:pt x="424958" y="55664"/>
                  <a:pt x="420853" y="55200"/>
                  <a:pt x="416764" y="55200"/>
                </a:cubicBezTo>
                <a:cubicBezTo>
                  <a:pt x="406861" y="55200"/>
                  <a:pt x="399067" y="58531"/>
                  <a:pt x="393381" y="65193"/>
                </a:cubicBezTo>
                <a:cubicBezTo>
                  <a:pt x="387695" y="71854"/>
                  <a:pt x="384852" y="81525"/>
                  <a:pt x="384852" y="94207"/>
                </a:cubicBezTo>
                <a:cubicBezTo>
                  <a:pt x="384852" y="106248"/>
                  <a:pt x="386960" y="115375"/>
                  <a:pt x="391177" y="121588"/>
                </a:cubicBezTo>
                <a:cubicBezTo>
                  <a:pt x="395393" y="127801"/>
                  <a:pt x="402389" y="130908"/>
                  <a:pt x="412164" y="130908"/>
                </a:cubicBezTo>
                <a:cubicBezTo>
                  <a:pt x="417403" y="130908"/>
                  <a:pt x="422658" y="129899"/>
                  <a:pt x="427928" y="127883"/>
                </a:cubicBezTo>
                <a:cubicBezTo>
                  <a:pt x="433199" y="125864"/>
                  <a:pt x="438039" y="123158"/>
                  <a:pt x="442447" y="119764"/>
                </a:cubicBezTo>
                <a:close/>
                <a:moveTo>
                  <a:pt x="585814" y="149116"/>
                </a:moveTo>
                <a:lnTo>
                  <a:pt x="567797" y="149116"/>
                </a:lnTo>
                <a:lnTo>
                  <a:pt x="567797" y="88103"/>
                </a:lnTo>
                <a:cubicBezTo>
                  <a:pt x="567797" y="83178"/>
                  <a:pt x="567509" y="78557"/>
                  <a:pt x="566934" y="74241"/>
                </a:cubicBezTo>
                <a:cubicBezTo>
                  <a:pt x="566359" y="69924"/>
                  <a:pt x="565305" y="66551"/>
                  <a:pt x="563772" y="64121"/>
                </a:cubicBezTo>
                <a:cubicBezTo>
                  <a:pt x="562175" y="61434"/>
                  <a:pt x="559875" y="59435"/>
                  <a:pt x="556872" y="58126"/>
                </a:cubicBezTo>
                <a:cubicBezTo>
                  <a:pt x="553869" y="56814"/>
                  <a:pt x="549972" y="56158"/>
                  <a:pt x="545180" y="56158"/>
                </a:cubicBezTo>
                <a:cubicBezTo>
                  <a:pt x="540261" y="56158"/>
                  <a:pt x="535118" y="57374"/>
                  <a:pt x="529751" y="59806"/>
                </a:cubicBezTo>
                <a:cubicBezTo>
                  <a:pt x="524385" y="62235"/>
                  <a:pt x="519242" y="65336"/>
                  <a:pt x="514322" y="69107"/>
                </a:cubicBezTo>
                <a:lnTo>
                  <a:pt x="514322" y="149116"/>
                </a:lnTo>
                <a:lnTo>
                  <a:pt x="496306" y="149116"/>
                </a:lnTo>
                <a:lnTo>
                  <a:pt x="496306" y="0"/>
                </a:lnTo>
                <a:lnTo>
                  <a:pt x="514322" y="0"/>
                </a:lnTo>
                <a:lnTo>
                  <a:pt x="514322" y="53789"/>
                </a:lnTo>
                <a:cubicBezTo>
                  <a:pt x="519944" y="49117"/>
                  <a:pt x="525758" y="45470"/>
                  <a:pt x="531764" y="42846"/>
                </a:cubicBezTo>
                <a:cubicBezTo>
                  <a:pt x="537769" y="40221"/>
                  <a:pt x="543935" y="38908"/>
                  <a:pt x="550260" y="38908"/>
                </a:cubicBezTo>
                <a:cubicBezTo>
                  <a:pt x="561823" y="38908"/>
                  <a:pt x="570640" y="42396"/>
                  <a:pt x="576709" y="49372"/>
                </a:cubicBezTo>
                <a:cubicBezTo>
                  <a:pt x="582779" y="56348"/>
                  <a:pt x="585814" y="66396"/>
                  <a:pt x="585814" y="79517"/>
                </a:cubicBezTo>
                <a:lnTo>
                  <a:pt x="585814" y="149116"/>
                </a:lnTo>
                <a:close/>
                <a:moveTo>
                  <a:pt x="676190" y="148173"/>
                </a:moveTo>
                <a:cubicBezTo>
                  <a:pt x="672804" y="149063"/>
                  <a:pt x="669114" y="149794"/>
                  <a:pt x="665121" y="150365"/>
                </a:cubicBezTo>
                <a:cubicBezTo>
                  <a:pt x="661128" y="150938"/>
                  <a:pt x="657566" y="151224"/>
                  <a:pt x="654436" y="151224"/>
                </a:cubicBezTo>
                <a:cubicBezTo>
                  <a:pt x="643511" y="151224"/>
                  <a:pt x="635205" y="148282"/>
                  <a:pt x="629519" y="142399"/>
                </a:cubicBezTo>
                <a:cubicBezTo>
                  <a:pt x="623833" y="136515"/>
                  <a:pt x="620990" y="127081"/>
                  <a:pt x="620990" y="114098"/>
                </a:cubicBezTo>
                <a:lnTo>
                  <a:pt x="620990" y="57116"/>
                </a:lnTo>
                <a:lnTo>
                  <a:pt x="608819" y="57116"/>
                </a:lnTo>
                <a:lnTo>
                  <a:pt x="608819" y="41975"/>
                </a:lnTo>
                <a:lnTo>
                  <a:pt x="620990" y="41975"/>
                </a:lnTo>
                <a:lnTo>
                  <a:pt x="620990" y="11117"/>
                </a:lnTo>
                <a:lnTo>
                  <a:pt x="639007" y="11117"/>
                </a:lnTo>
                <a:lnTo>
                  <a:pt x="639007" y="41975"/>
                </a:lnTo>
                <a:lnTo>
                  <a:pt x="676190" y="41975"/>
                </a:lnTo>
                <a:lnTo>
                  <a:pt x="676190" y="57116"/>
                </a:lnTo>
                <a:lnTo>
                  <a:pt x="639007" y="57116"/>
                </a:lnTo>
                <a:lnTo>
                  <a:pt x="639007" y="106015"/>
                </a:lnTo>
                <a:cubicBezTo>
                  <a:pt x="639007" y="111651"/>
                  <a:pt x="639135" y="116055"/>
                  <a:pt x="639390" y="119225"/>
                </a:cubicBezTo>
                <a:cubicBezTo>
                  <a:pt x="639646" y="122396"/>
                  <a:pt x="640540" y="125357"/>
                  <a:pt x="642073" y="128111"/>
                </a:cubicBezTo>
                <a:cubicBezTo>
                  <a:pt x="643479" y="130672"/>
                  <a:pt x="645412" y="132546"/>
                  <a:pt x="647871" y="133732"/>
                </a:cubicBezTo>
                <a:cubicBezTo>
                  <a:pt x="650331" y="134916"/>
                  <a:pt x="654085" y="135508"/>
                  <a:pt x="659132" y="135508"/>
                </a:cubicBezTo>
                <a:cubicBezTo>
                  <a:pt x="662071" y="135508"/>
                  <a:pt x="665137" y="135076"/>
                  <a:pt x="668332" y="134214"/>
                </a:cubicBezTo>
                <a:cubicBezTo>
                  <a:pt x="671526" y="133351"/>
                  <a:pt x="673826" y="132633"/>
                  <a:pt x="675232" y="132058"/>
                </a:cubicBezTo>
                <a:lnTo>
                  <a:pt x="676190" y="132058"/>
                </a:lnTo>
                <a:lnTo>
                  <a:pt x="676190" y="148173"/>
                </a:lnTo>
                <a:close/>
                <a:moveTo>
                  <a:pt x="843464" y="118192"/>
                </a:moveTo>
                <a:cubicBezTo>
                  <a:pt x="843464" y="127959"/>
                  <a:pt x="839423" y="135970"/>
                  <a:pt x="831341" y="142225"/>
                </a:cubicBezTo>
                <a:cubicBezTo>
                  <a:pt x="823259" y="148480"/>
                  <a:pt x="812222" y="151608"/>
                  <a:pt x="798230" y="151608"/>
                </a:cubicBezTo>
                <a:cubicBezTo>
                  <a:pt x="790308" y="151608"/>
                  <a:pt x="783041" y="150662"/>
                  <a:pt x="776428" y="148772"/>
                </a:cubicBezTo>
                <a:cubicBezTo>
                  <a:pt x="769816" y="146881"/>
                  <a:pt x="764274" y="144813"/>
                  <a:pt x="759801" y="142569"/>
                </a:cubicBezTo>
                <a:lnTo>
                  <a:pt x="759801" y="122283"/>
                </a:lnTo>
                <a:lnTo>
                  <a:pt x="760760" y="122283"/>
                </a:lnTo>
                <a:cubicBezTo>
                  <a:pt x="766446" y="126621"/>
                  <a:pt x="772771" y="130070"/>
                  <a:pt x="779735" y="132630"/>
                </a:cubicBezTo>
                <a:cubicBezTo>
                  <a:pt x="786699" y="135187"/>
                  <a:pt x="793375" y="136466"/>
                  <a:pt x="799764" y="136466"/>
                </a:cubicBezTo>
                <a:cubicBezTo>
                  <a:pt x="807686" y="136466"/>
                  <a:pt x="813883" y="135183"/>
                  <a:pt x="818355" y="132618"/>
                </a:cubicBezTo>
                <a:cubicBezTo>
                  <a:pt x="822828" y="130050"/>
                  <a:pt x="825064" y="126007"/>
                  <a:pt x="825064" y="120489"/>
                </a:cubicBezTo>
                <a:cubicBezTo>
                  <a:pt x="825064" y="116276"/>
                  <a:pt x="823850" y="113085"/>
                  <a:pt x="821422" y="110915"/>
                </a:cubicBezTo>
                <a:cubicBezTo>
                  <a:pt x="818994" y="108744"/>
                  <a:pt x="814330" y="106893"/>
                  <a:pt x="807430" y="105359"/>
                </a:cubicBezTo>
                <a:cubicBezTo>
                  <a:pt x="804875" y="104786"/>
                  <a:pt x="801537" y="104116"/>
                  <a:pt x="797416" y="103350"/>
                </a:cubicBezTo>
                <a:cubicBezTo>
                  <a:pt x="793295" y="102583"/>
                  <a:pt x="789542" y="101754"/>
                  <a:pt x="786155" y="100861"/>
                </a:cubicBezTo>
                <a:cubicBezTo>
                  <a:pt x="776764" y="98371"/>
                  <a:pt x="770103" y="94717"/>
                  <a:pt x="766174" y="89897"/>
                </a:cubicBezTo>
                <a:cubicBezTo>
                  <a:pt x="762245" y="85078"/>
                  <a:pt x="760281" y="79157"/>
                  <a:pt x="760281" y="72135"/>
                </a:cubicBezTo>
                <a:cubicBezTo>
                  <a:pt x="760281" y="67731"/>
                  <a:pt x="761191" y="63582"/>
                  <a:pt x="763012" y="59689"/>
                </a:cubicBezTo>
                <a:cubicBezTo>
                  <a:pt x="764833" y="55794"/>
                  <a:pt x="767596" y="52314"/>
                  <a:pt x="771301" y="49249"/>
                </a:cubicBezTo>
                <a:cubicBezTo>
                  <a:pt x="774879" y="46250"/>
                  <a:pt x="779431" y="43873"/>
                  <a:pt x="784958" y="42119"/>
                </a:cubicBezTo>
                <a:cubicBezTo>
                  <a:pt x="790484" y="40362"/>
                  <a:pt x="796665" y="39483"/>
                  <a:pt x="803501" y="39483"/>
                </a:cubicBezTo>
                <a:cubicBezTo>
                  <a:pt x="809890" y="39483"/>
                  <a:pt x="816359" y="40263"/>
                  <a:pt x="822907" y="41822"/>
                </a:cubicBezTo>
                <a:cubicBezTo>
                  <a:pt x="829456" y="43381"/>
                  <a:pt x="834902" y="45276"/>
                  <a:pt x="839247" y="47506"/>
                </a:cubicBezTo>
                <a:lnTo>
                  <a:pt x="839247" y="66700"/>
                </a:lnTo>
                <a:lnTo>
                  <a:pt x="838289" y="66700"/>
                </a:lnTo>
                <a:cubicBezTo>
                  <a:pt x="833689" y="63314"/>
                  <a:pt x="828098" y="60455"/>
                  <a:pt x="821518" y="58123"/>
                </a:cubicBezTo>
                <a:cubicBezTo>
                  <a:pt x="814937" y="55791"/>
                  <a:pt x="808485" y="54625"/>
                  <a:pt x="802160" y="54625"/>
                </a:cubicBezTo>
                <a:cubicBezTo>
                  <a:pt x="795579" y="54625"/>
                  <a:pt x="790021" y="55893"/>
                  <a:pt x="785485" y="58428"/>
                </a:cubicBezTo>
                <a:cubicBezTo>
                  <a:pt x="780949" y="60964"/>
                  <a:pt x="778681" y="64734"/>
                  <a:pt x="778681" y="69739"/>
                </a:cubicBezTo>
                <a:cubicBezTo>
                  <a:pt x="778681" y="74144"/>
                  <a:pt x="780054" y="77463"/>
                  <a:pt x="782801" y="79697"/>
                </a:cubicBezTo>
                <a:cubicBezTo>
                  <a:pt x="785485" y="81931"/>
                  <a:pt x="789829" y="83751"/>
                  <a:pt x="795835" y="85156"/>
                </a:cubicBezTo>
                <a:cubicBezTo>
                  <a:pt x="799157" y="85923"/>
                  <a:pt x="802878" y="86690"/>
                  <a:pt x="806999" y="87456"/>
                </a:cubicBezTo>
                <a:cubicBezTo>
                  <a:pt x="811120" y="88221"/>
                  <a:pt x="814554" y="88923"/>
                  <a:pt x="817301" y="89562"/>
                </a:cubicBezTo>
                <a:cubicBezTo>
                  <a:pt x="825671" y="91476"/>
                  <a:pt x="832123" y="94764"/>
                  <a:pt x="836659" y="99424"/>
                </a:cubicBezTo>
                <a:cubicBezTo>
                  <a:pt x="841195" y="104147"/>
                  <a:pt x="843464" y="110403"/>
                  <a:pt x="843464" y="118192"/>
                </a:cubicBezTo>
                <a:close/>
                <a:moveTo>
                  <a:pt x="963414" y="94204"/>
                </a:moveTo>
                <a:cubicBezTo>
                  <a:pt x="963414" y="102907"/>
                  <a:pt x="962168" y="110858"/>
                  <a:pt x="959676" y="118057"/>
                </a:cubicBezTo>
                <a:cubicBezTo>
                  <a:pt x="957185" y="125257"/>
                  <a:pt x="953671" y="131353"/>
                  <a:pt x="949135" y="136346"/>
                </a:cubicBezTo>
                <a:cubicBezTo>
                  <a:pt x="944918" y="141082"/>
                  <a:pt x="939951" y="144746"/>
                  <a:pt x="934233" y="147337"/>
                </a:cubicBezTo>
                <a:cubicBezTo>
                  <a:pt x="928515" y="149928"/>
                  <a:pt x="922461" y="151224"/>
                  <a:pt x="916073" y="151224"/>
                </a:cubicBezTo>
                <a:cubicBezTo>
                  <a:pt x="910514" y="151224"/>
                  <a:pt x="905483" y="150616"/>
                  <a:pt x="900979" y="149400"/>
                </a:cubicBezTo>
                <a:cubicBezTo>
                  <a:pt x="896475" y="148185"/>
                  <a:pt x="891891" y="146297"/>
                  <a:pt x="887227" y="143737"/>
                </a:cubicBezTo>
                <a:lnTo>
                  <a:pt x="887227" y="188599"/>
                </a:lnTo>
                <a:lnTo>
                  <a:pt x="869210" y="188599"/>
                </a:lnTo>
                <a:lnTo>
                  <a:pt x="869210" y="41975"/>
                </a:lnTo>
                <a:lnTo>
                  <a:pt x="887227" y="41975"/>
                </a:lnTo>
                <a:lnTo>
                  <a:pt x="887227" y="53115"/>
                </a:lnTo>
                <a:cubicBezTo>
                  <a:pt x="892018" y="49084"/>
                  <a:pt x="897401" y="45709"/>
                  <a:pt x="903375" y="42990"/>
                </a:cubicBezTo>
                <a:cubicBezTo>
                  <a:pt x="909348" y="40269"/>
                  <a:pt x="915721" y="38908"/>
                  <a:pt x="922493" y="38908"/>
                </a:cubicBezTo>
                <a:cubicBezTo>
                  <a:pt x="935399" y="38908"/>
                  <a:pt x="945445" y="43789"/>
                  <a:pt x="952633" y="53550"/>
                </a:cubicBezTo>
                <a:cubicBezTo>
                  <a:pt x="959820" y="63309"/>
                  <a:pt x="963414" y="76860"/>
                  <a:pt x="963414" y="94204"/>
                </a:cubicBezTo>
                <a:moveTo>
                  <a:pt x="944822" y="94683"/>
                </a:moveTo>
                <a:cubicBezTo>
                  <a:pt x="944822" y="81777"/>
                  <a:pt x="942618" y="72130"/>
                  <a:pt x="938210" y="65741"/>
                </a:cubicBezTo>
                <a:cubicBezTo>
                  <a:pt x="933802" y="59352"/>
                  <a:pt x="927029" y="56158"/>
                  <a:pt x="917893" y="56158"/>
                </a:cubicBezTo>
                <a:cubicBezTo>
                  <a:pt x="912718" y="56158"/>
                  <a:pt x="907511" y="57276"/>
                  <a:pt x="902273" y="59512"/>
                </a:cubicBezTo>
                <a:cubicBezTo>
                  <a:pt x="897034" y="61748"/>
                  <a:pt x="892018" y="64687"/>
                  <a:pt x="887227" y="68329"/>
                </a:cubicBezTo>
                <a:lnTo>
                  <a:pt x="887227" y="128991"/>
                </a:lnTo>
                <a:cubicBezTo>
                  <a:pt x="892338" y="131291"/>
                  <a:pt x="896730" y="132856"/>
                  <a:pt x="900404" y="133687"/>
                </a:cubicBezTo>
                <a:cubicBezTo>
                  <a:pt x="904077" y="134517"/>
                  <a:pt x="908246" y="134933"/>
                  <a:pt x="912910" y="134933"/>
                </a:cubicBezTo>
                <a:cubicBezTo>
                  <a:pt x="922941" y="134933"/>
                  <a:pt x="930767" y="131547"/>
                  <a:pt x="936389" y="124774"/>
                </a:cubicBezTo>
                <a:cubicBezTo>
                  <a:pt x="942011" y="118002"/>
                  <a:pt x="944822" y="107972"/>
                  <a:pt x="944822" y="94683"/>
                </a:cubicBezTo>
                <a:close/>
                <a:moveTo>
                  <a:pt x="1075060" y="149116"/>
                </a:moveTo>
                <a:lnTo>
                  <a:pt x="1057139" y="149116"/>
                </a:lnTo>
                <a:lnTo>
                  <a:pt x="1057139" y="137790"/>
                </a:lnTo>
                <a:cubicBezTo>
                  <a:pt x="1055542" y="138878"/>
                  <a:pt x="1053385" y="140397"/>
                  <a:pt x="1050670" y="142348"/>
                </a:cubicBezTo>
                <a:cubicBezTo>
                  <a:pt x="1047955" y="144298"/>
                  <a:pt x="1045320" y="145850"/>
                  <a:pt x="1042764" y="147002"/>
                </a:cubicBezTo>
                <a:cubicBezTo>
                  <a:pt x="1039761" y="148473"/>
                  <a:pt x="1036311" y="149704"/>
                  <a:pt x="1032414" y="150694"/>
                </a:cubicBezTo>
                <a:cubicBezTo>
                  <a:pt x="1028517" y="151686"/>
                  <a:pt x="1023949" y="152183"/>
                  <a:pt x="1018710" y="152183"/>
                </a:cubicBezTo>
                <a:cubicBezTo>
                  <a:pt x="1009063" y="152183"/>
                  <a:pt x="1000885" y="148984"/>
                  <a:pt x="994177" y="142587"/>
                </a:cubicBezTo>
                <a:cubicBezTo>
                  <a:pt x="987468" y="136190"/>
                  <a:pt x="984114" y="128034"/>
                  <a:pt x="984114" y="118117"/>
                </a:cubicBezTo>
                <a:cubicBezTo>
                  <a:pt x="984114" y="109993"/>
                  <a:pt x="985855" y="103421"/>
                  <a:pt x="989337" y="98399"/>
                </a:cubicBezTo>
                <a:cubicBezTo>
                  <a:pt x="992819" y="93376"/>
                  <a:pt x="997786" y="89426"/>
                  <a:pt x="1004239" y="86549"/>
                </a:cubicBezTo>
                <a:cubicBezTo>
                  <a:pt x="1010756" y="83670"/>
                  <a:pt x="1018582" y="81718"/>
                  <a:pt x="1027718" y="80694"/>
                </a:cubicBezTo>
                <a:cubicBezTo>
                  <a:pt x="1036854" y="79670"/>
                  <a:pt x="1046661" y="78902"/>
                  <a:pt x="1057139" y="78391"/>
                </a:cubicBezTo>
                <a:lnTo>
                  <a:pt x="1057139" y="75588"/>
                </a:lnTo>
                <a:cubicBezTo>
                  <a:pt x="1057139" y="71465"/>
                  <a:pt x="1056420" y="68051"/>
                  <a:pt x="1054983" y="65346"/>
                </a:cubicBezTo>
                <a:cubicBezTo>
                  <a:pt x="1053545" y="62641"/>
                  <a:pt x="1051485" y="60514"/>
                  <a:pt x="1048801" y="58967"/>
                </a:cubicBezTo>
                <a:cubicBezTo>
                  <a:pt x="1046246" y="57486"/>
                  <a:pt x="1043179" y="56487"/>
                  <a:pt x="1039601" y="55972"/>
                </a:cubicBezTo>
                <a:cubicBezTo>
                  <a:pt x="1036024" y="55457"/>
                  <a:pt x="1032286" y="55200"/>
                  <a:pt x="1028389" y="55200"/>
                </a:cubicBezTo>
                <a:cubicBezTo>
                  <a:pt x="1023661" y="55200"/>
                  <a:pt x="1018390" y="55840"/>
                  <a:pt x="1012577" y="57119"/>
                </a:cubicBezTo>
                <a:cubicBezTo>
                  <a:pt x="1006763" y="58397"/>
                  <a:pt x="1000757" y="60249"/>
                  <a:pt x="994560" y="62675"/>
                </a:cubicBezTo>
                <a:lnTo>
                  <a:pt x="993602" y="62675"/>
                </a:lnTo>
                <a:lnTo>
                  <a:pt x="993602" y="44371"/>
                </a:lnTo>
                <a:cubicBezTo>
                  <a:pt x="997116" y="43412"/>
                  <a:pt x="1002195" y="42358"/>
                  <a:pt x="1008839" y="41208"/>
                </a:cubicBezTo>
                <a:cubicBezTo>
                  <a:pt x="1015484" y="40058"/>
                  <a:pt x="1022032" y="39483"/>
                  <a:pt x="1028485" y="39483"/>
                </a:cubicBezTo>
                <a:cubicBezTo>
                  <a:pt x="1036024" y="39483"/>
                  <a:pt x="1042588" y="40106"/>
                  <a:pt x="1048179" y="41352"/>
                </a:cubicBezTo>
                <a:cubicBezTo>
                  <a:pt x="1053769" y="42598"/>
                  <a:pt x="1058608" y="44722"/>
                  <a:pt x="1062697" y="47725"/>
                </a:cubicBezTo>
                <a:cubicBezTo>
                  <a:pt x="1066722" y="50664"/>
                  <a:pt x="1069789" y="54465"/>
                  <a:pt x="1071897" y="59129"/>
                </a:cubicBezTo>
                <a:cubicBezTo>
                  <a:pt x="1074005" y="63793"/>
                  <a:pt x="1075060" y="69575"/>
                  <a:pt x="1075060" y="76475"/>
                </a:cubicBezTo>
                <a:lnTo>
                  <a:pt x="1075060" y="149116"/>
                </a:lnTo>
                <a:moveTo>
                  <a:pt x="1057139" y="122897"/>
                </a:moveTo>
                <a:lnTo>
                  <a:pt x="1057139" y="92958"/>
                </a:lnTo>
                <a:cubicBezTo>
                  <a:pt x="1051644" y="93279"/>
                  <a:pt x="1045176" y="93761"/>
                  <a:pt x="1037733" y="94404"/>
                </a:cubicBezTo>
                <a:cubicBezTo>
                  <a:pt x="1030290" y="95045"/>
                  <a:pt x="1024396" y="95975"/>
                  <a:pt x="1020052" y="97192"/>
                </a:cubicBezTo>
                <a:cubicBezTo>
                  <a:pt x="1014877" y="98670"/>
                  <a:pt x="1010692" y="100965"/>
                  <a:pt x="1007497" y="104077"/>
                </a:cubicBezTo>
                <a:cubicBezTo>
                  <a:pt x="1004303" y="107190"/>
                  <a:pt x="1002706" y="111474"/>
                  <a:pt x="1002706" y="116928"/>
                </a:cubicBezTo>
                <a:cubicBezTo>
                  <a:pt x="1002706" y="123089"/>
                  <a:pt x="1004559" y="127726"/>
                  <a:pt x="1008264" y="130839"/>
                </a:cubicBezTo>
                <a:cubicBezTo>
                  <a:pt x="1011970" y="133951"/>
                  <a:pt x="1017624" y="135508"/>
                  <a:pt x="1025227" y="135508"/>
                </a:cubicBezTo>
                <a:cubicBezTo>
                  <a:pt x="1031552" y="135508"/>
                  <a:pt x="1037333" y="134273"/>
                  <a:pt x="1042572" y="131803"/>
                </a:cubicBezTo>
                <a:cubicBezTo>
                  <a:pt x="1047811" y="129331"/>
                  <a:pt x="1052667" y="126363"/>
                  <a:pt x="1057139" y="122897"/>
                </a:cubicBezTo>
                <a:close/>
                <a:moveTo>
                  <a:pt x="1188794" y="142503"/>
                </a:moveTo>
                <a:cubicBezTo>
                  <a:pt x="1182788" y="145378"/>
                  <a:pt x="1177086" y="147615"/>
                  <a:pt x="1171688" y="149212"/>
                </a:cubicBezTo>
                <a:cubicBezTo>
                  <a:pt x="1166289" y="150809"/>
                  <a:pt x="1160555" y="151608"/>
                  <a:pt x="1154486" y="151608"/>
                </a:cubicBezTo>
                <a:cubicBezTo>
                  <a:pt x="1146755" y="151608"/>
                  <a:pt x="1139664" y="150472"/>
                  <a:pt x="1133211" y="148200"/>
                </a:cubicBezTo>
                <a:cubicBezTo>
                  <a:pt x="1126758" y="145927"/>
                  <a:pt x="1121232" y="142487"/>
                  <a:pt x="1116632" y="137880"/>
                </a:cubicBezTo>
                <a:cubicBezTo>
                  <a:pt x="1111968" y="133272"/>
                  <a:pt x="1108358" y="127448"/>
                  <a:pt x="1105803" y="120408"/>
                </a:cubicBezTo>
                <a:cubicBezTo>
                  <a:pt x="1103247" y="113368"/>
                  <a:pt x="1101969" y="105145"/>
                  <a:pt x="1101969" y="95737"/>
                </a:cubicBezTo>
                <a:cubicBezTo>
                  <a:pt x="1101969" y="78202"/>
                  <a:pt x="1106777" y="64443"/>
                  <a:pt x="1116392" y="54460"/>
                </a:cubicBezTo>
                <a:cubicBezTo>
                  <a:pt x="1126007" y="44475"/>
                  <a:pt x="1138705" y="39483"/>
                  <a:pt x="1154486" y="39483"/>
                </a:cubicBezTo>
                <a:cubicBezTo>
                  <a:pt x="1160619" y="39483"/>
                  <a:pt x="1166641" y="40346"/>
                  <a:pt x="1172550" y="42071"/>
                </a:cubicBezTo>
                <a:cubicBezTo>
                  <a:pt x="1178460" y="43796"/>
                  <a:pt x="1183875" y="45904"/>
                  <a:pt x="1188794" y="48396"/>
                </a:cubicBezTo>
                <a:lnTo>
                  <a:pt x="1188794" y="68425"/>
                </a:lnTo>
                <a:lnTo>
                  <a:pt x="1187836" y="68425"/>
                </a:lnTo>
                <a:cubicBezTo>
                  <a:pt x="1182341" y="64174"/>
                  <a:pt x="1176671" y="60908"/>
                  <a:pt x="1170825" y="58626"/>
                </a:cubicBezTo>
                <a:cubicBezTo>
                  <a:pt x="1164979" y="56342"/>
                  <a:pt x="1159277" y="55200"/>
                  <a:pt x="1153719" y="55200"/>
                </a:cubicBezTo>
                <a:cubicBezTo>
                  <a:pt x="1143497" y="55200"/>
                  <a:pt x="1135431" y="58634"/>
                  <a:pt x="1129521" y="65502"/>
                </a:cubicBezTo>
                <a:cubicBezTo>
                  <a:pt x="1123612" y="72370"/>
                  <a:pt x="1120657" y="82448"/>
                  <a:pt x="1120657" y="95737"/>
                </a:cubicBezTo>
                <a:cubicBezTo>
                  <a:pt x="1120657" y="108642"/>
                  <a:pt x="1123548" y="118561"/>
                  <a:pt x="1129330" y="125493"/>
                </a:cubicBezTo>
                <a:cubicBezTo>
                  <a:pt x="1135112" y="132425"/>
                  <a:pt x="1143241" y="135891"/>
                  <a:pt x="1153719" y="135891"/>
                </a:cubicBezTo>
                <a:cubicBezTo>
                  <a:pt x="1157361" y="135891"/>
                  <a:pt x="1161066" y="135416"/>
                  <a:pt x="1164836" y="134465"/>
                </a:cubicBezTo>
                <a:cubicBezTo>
                  <a:pt x="1168605" y="133513"/>
                  <a:pt x="1171991" y="132275"/>
                  <a:pt x="1174994" y="130752"/>
                </a:cubicBezTo>
                <a:cubicBezTo>
                  <a:pt x="1177613" y="129420"/>
                  <a:pt x="1180073" y="128010"/>
                  <a:pt x="1182373" y="126520"/>
                </a:cubicBezTo>
                <a:cubicBezTo>
                  <a:pt x="1184673" y="125029"/>
                  <a:pt x="1186494" y="123744"/>
                  <a:pt x="1187836" y="122666"/>
                </a:cubicBezTo>
                <a:lnTo>
                  <a:pt x="1188794" y="122666"/>
                </a:lnTo>
                <a:lnTo>
                  <a:pt x="1188794" y="142503"/>
                </a:lnTo>
                <a:close/>
                <a:moveTo>
                  <a:pt x="1301462" y="97366"/>
                </a:moveTo>
                <a:lnTo>
                  <a:pt x="1222591" y="97366"/>
                </a:lnTo>
                <a:cubicBezTo>
                  <a:pt x="1222591" y="103963"/>
                  <a:pt x="1223581" y="109711"/>
                  <a:pt x="1225562" y="114610"/>
                </a:cubicBezTo>
                <a:cubicBezTo>
                  <a:pt x="1227543" y="119510"/>
                  <a:pt x="1230258" y="123529"/>
                  <a:pt x="1233708" y="126667"/>
                </a:cubicBezTo>
                <a:cubicBezTo>
                  <a:pt x="1237030" y="129742"/>
                  <a:pt x="1240975" y="132048"/>
                  <a:pt x="1245543" y="133585"/>
                </a:cubicBezTo>
                <a:cubicBezTo>
                  <a:pt x="1250111" y="135122"/>
                  <a:pt x="1255142" y="135891"/>
                  <a:pt x="1260637" y="135891"/>
                </a:cubicBezTo>
                <a:cubicBezTo>
                  <a:pt x="1267920" y="135891"/>
                  <a:pt x="1275251" y="134427"/>
                  <a:pt x="1282631" y="131498"/>
                </a:cubicBezTo>
                <a:cubicBezTo>
                  <a:pt x="1290010" y="128569"/>
                  <a:pt x="1295264" y="125689"/>
                  <a:pt x="1298395" y="122858"/>
                </a:cubicBezTo>
                <a:lnTo>
                  <a:pt x="1299353" y="122858"/>
                </a:lnTo>
                <a:lnTo>
                  <a:pt x="1299353" y="142569"/>
                </a:lnTo>
                <a:cubicBezTo>
                  <a:pt x="1293284" y="145133"/>
                  <a:pt x="1287087" y="147280"/>
                  <a:pt x="1280762" y="149011"/>
                </a:cubicBezTo>
                <a:cubicBezTo>
                  <a:pt x="1274437" y="150742"/>
                  <a:pt x="1267792" y="151608"/>
                  <a:pt x="1260829" y="151608"/>
                </a:cubicBezTo>
                <a:cubicBezTo>
                  <a:pt x="1243068" y="151608"/>
                  <a:pt x="1229204" y="146792"/>
                  <a:pt x="1219237" y="137161"/>
                </a:cubicBezTo>
                <a:cubicBezTo>
                  <a:pt x="1209270" y="127530"/>
                  <a:pt x="1204287" y="113849"/>
                  <a:pt x="1204287" y="96120"/>
                </a:cubicBezTo>
                <a:cubicBezTo>
                  <a:pt x="1204287" y="78587"/>
                  <a:pt x="1209063" y="64668"/>
                  <a:pt x="1218614" y="54364"/>
                </a:cubicBezTo>
                <a:cubicBezTo>
                  <a:pt x="1228166" y="44060"/>
                  <a:pt x="1240736" y="38908"/>
                  <a:pt x="1256324" y="38908"/>
                </a:cubicBezTo>
                <a:cubicBezTo>
                  <a:pt x="1270763" y="38908"/>
                  <a:pt x="1281896" y="43132"/>
                  <a:pt x="1289722" y="51579"/>
                </a:cubicBezTo>
                <a:cubicBezTo>
                  <a:pt x="1297548" y="60026"/>
                  <a:pt x="1301462" y="72025"/>
                  <a:pt x="1301462" y="87576"/>
                </a:cubicBezTo>
                <a:lnTo>
                  <a:pt x="1301462" y="97366"/>
                </a:lnTo>
                <a:moveTo>
                  <a:pt x="1283924" y="83566"/>
                </a:moveTo>
                <a:cubicBezTo>
                  <a:pt x="1283860" y="74111"/>
                  <a:pt x="1281481" y="66795"/>
                  <a:pt x="1276785" y="61621"/>
                </a:cubicBezTo>
                <a:cubicBezTo>
                  <a:pt x="1272089" y="56446"/>
                  <a:pt x="1264949" y="53858"/>
                  <a:pt x="1255366" y="53858"/>
                </a:cubicBezTo>
                <a:cubicBezTo>
                  <a:pt x="1245719" y="53858"/>
                  <a:pt x="1238036" y="56701"/>
                  <a:pt x="1232318" y="62387"/>
                </a:cubicBezTo>
                <a:cubicBezTo>
                  <a:pt x="1226600" y="68073"/>
                  <a:pt x="1223358" y="75133"/>
                  <a:pt x="1222591" y="83566"/>
                </a:cubicBezTo>
                <a:lnTo>
                  <a:pt x="1283924" y="835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1F242-F74B-4EC8-B0AA-2C7274D7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500" y="6066815"/>
            <a:ext cx="1319887" cy="10"/>
          </a:xfrm>
          <a:custGeom xmlns:a="http://schemas.openxmlformats.org/drawingml/2006/main">
            <a:pathLst>
              <a:path w="1319887" h="1" fill="none">
                <a:moveTo>
                  <a:pt x="0" y="0"/>
                </a:moveTo>
                <a:lnTo>
                  <a:pt x="1319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13" cap="flat">
            <a:solidFill>
              <a:srgbClr val="000000"/>
            </a:solidFill>
            <a:bevel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690E5-C063-4AC8-AD72-1D4F9784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11" y="65174"/>
            <a:ext cx="6503754" cy="2329837"/>
          </a:xfrm>
          <a:custGeom xmlns:a="http://schemas.openxmlformats.org/drawingml/2006/main">
            <a:pathLst>
              <a:path w="6503754" h="2329837">
                <a:moveTo>
                  <a:pt x="0" y="2329837"/>
                </a:moveTo>
                <a:lnTo>
                  <a:pt x="6503754" y="2329837"/>
                </a:lnTo>
                <a:lnTo>
                  <a:pt x="6503754" y="0"/>
                </a:lnTo>
                <a:lnTo>
                  <a:pt x="0" y="0"/>
                </a:lnTo>
                <a:lnTo>
                  <a:pt x="0" y="2329837"/>
                </a:lnTo>
                <a:close/>
                <a:moveTo>
                  <a:pt x="6487398" y="2313482"/>
                </a:moveTo>
                <a:lnTo>
                  <a:pt x="16355" y="2313482"/>
                </a:lnTo>
                <a:lnTo>
                  <a:pt x="16355" y="16355"/>
                </a:lnTo>
                <a:lnTo>
                  <a:pt x="6487398" y="16355"/>
                </a:lnTo>
                <a:lnTo>
                  <a:pt x="6487398" y="23134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dadff286c4c7b"/>
          <a:stretch xmlns:a="http://schemas.openxmlformats.org/drawingml/2006/main"/>
        </p:blipFill>
        <p:spPr>
          <a:xfrm xmlns:a="http://schemas.openxmlformats.org/drawingml/2006/main">
            <a:off x="56167" y="48198"/>
            <a:ext cx="467341" cy="467341"/>
          </a:xfrm>
          <a:prstGeom xmlns:a="http://schemas.openxmlformats.org/drawingml/2006/main" prst="rect">
            <a:avLst/>
          </a:prstGeom>
        </p:spPr>
      </p:pic>
      <p:sp>
        <p:nvSpPr>
          <p:cNvPr id="33" name="Text 1">
            <a:extLst xmlns:a="http://schemas.openxmlformats.org/drawingml/2006/main">
              <a:ext uri="{FF2B5EF4-FFF2-40B4-BE49-F238E27FC236}">
                <a16:creationId xmlns:a16="http://schemas.microsoft.com/office/drawing/2014/main" id="{5B015C0F-7FBD-4E87-88C6-96C5A255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59" y="170701"/>
            <a:ext cx="77241" cy="143174"/>
          </a:xfrm>
          <a:custGeom xmlns:a="http://schemas.openxmlformats.org/drawingml/2006/main">
            <a:pathLst>
              <a:path w="77241" h="143174">
                <a:moveTo>
                  <a:pt x="77241" y="143174"/>
                </a:moveTo>
                <a:lnTo>
                  <a:pt x="0" y="143174"/>
                </a:lnTo>
                <a:lnTo>
                  <a:pt x="0" y="128608"/>
                </a:lnTo>
                <a:lnTo>
                  <a:pt x="29708" y="128608"/>
                </a:lnTo>
                <a:lnTo>
                  <a:pt x="29708" y="32966"/>
                </a:lnTo>
                <a:lnTo>
                  <a:pt x="0" y="32966"/>
                </a:lnTo>
                <a:lnTo>
                  <a:pt x="0" y="19933"/>
                </a:lnTo>
                <a:cubicBezTo>
                  <a:pt x="4025" y="19933"/>
                  <a:pt x="8337" y="19598"/>
                  <a:pt x="12937" y="18927"/>
                </a:cubicBezTo>
                <a:cubicBezTo>
                  <a:pt x="17537" y="18256"/>
                  <a:pt x="21019" y="17282"/>
                  <a:pt x="23383" y="16004"/>
                </a:cubicBezTo>
                <a:cubicBezTo>
                  <a:pt x="26322" y="14407"/>
                  <a:pt x="28638" y="12378"/>
                  <a:pt x="30331" y="9919"/>
                </a:cubicBezTo>
                <a:cubicBezTo>
                  <a:pt x="32024" y="7459"/>
                  <a:pt x="32998" y="4153"/>
                  <a:pt x="33254" y="0"/>
                </a:cubicBezTo>
                <a:lnTo>
                  <a:pt x="48108" y="0"/>
                </a:lnTo>
                <a:lnTo>
                  <a:pt x="48108" y="128608"/>
                </a:lnTo>
                <a:lnTo>
                  <a:pt x="77241" y="128608"/>
                </a:lnTo>
                <a:lnTo>
                  <a:pt x="77241" y="1431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1">
            <a:extLst xmlns:a="http://schemas.openxmlformats.org/drawingml/2006/main">
              <a:ext uri="{FF2B5EF4-FFF2-40B4-BE49-F238E27FC236}">
                <a16:creationId xmlns:a16="http://schemas.microsoft.com/office/drawing/2014/main" id="{EDF18A80-8247-4DAF-84B0-6736BE9B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59" y="170701"/>
            <a:ext cx="77241" cy="143174"/>
          </a:xfrm>
          <a:custGeom xmlns:a="http://schemas.openxmlformats.org/drawingml/2006/main">
            <a:pathLst>
              <a:path w="77241" h="143174" fill="none">
                <a:moveTo>
                  <a:pt x="77241" y="143174"/>
                </a:moveTo>
                <a:lnTo>
                  <a:pt x="0" y="143174"/>
                </a:lnTo>
                <a:lnTo>
                  <a:pt x="0" y="128608"/>
                </a:lnTo>
                <a:lnTo>
                  <a:pt x="29708" y="128608"/>
                </a:lnTo>
                <a:lnTo>
                  <a:pt x="29708" y="32966"/>
                </a:lnTo>
                <a:lnTo>
                  <a:pt x="0" y="32966"/>
                </a:lnTo>
                <a:lnTo>
                  <a:pt x="0" y="19933"/>
                </a:lnTo>
                <a:cubicBezTo>
                  <a:pt x="4025" y="19933"/>
                  <a:pt x="8337" y="19598"/>
                  <a:pt x="12937" y="18927"/>
                </a:cubicBezTo>
                <a:cubicBezTo>
                  <a:pt x="17537" y="18256"/>
                  <a:pt x="21019" y="17282"/>
                  <a:pt x="23383" y="16004"/>
                </a:cubicBezTo>
                <a:cubicBezTo>
                  <a:pt x="26322" y="14407"/>
                  <a:pt x="28638" y="12378"/>
                  <a:pt x="30331" y="9919"/>
                </a:cubicBezTo>
                <a:cubicBezTo>
                  <a:pt x="32024" y="7459"/>
                  <a:pt x="32998" y="4153"/>
                  <a:pt x="33254" y="0"/>
                </a:cubicBezTo>
                <a:lnTo>
                  <a:pt x="48108" y="0"/>
                </a:lnTo>
                <a:lnTo>
                  <a:pt x="48108" y="128608"/>
                </a:lnTo>
                <a:lnTo>
                  <a:pt x="77241" y="128608"/>
                </a:lnTo>
                <a:lnTo>
                  <a:pt x="77241" y="1431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0138C-05C4-4D8B-BD84-DE92D7F8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18" y="335955"/>
            <a:ext cx="125937" cy="10"/>
          </a:xfrm>
          <a:custGeom xmlns:a="http://schemas.openxmlformats.org/drawingml/2006/main">
            <a:pathLst>
              <a:path w="125937" h="1" fill="none">
                <a:moveTo>
                  <a:pt x="0" y="0"/>
                </a:moveTo>
                <a:lnTo>
                  <a:pt x="1259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13" cap="flat">
            <a:solidFill>
              <a:srgbClr val="000000"/>
            </a:solidFill>
            <a:bevel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38359-8AC3-4934-86B1-102B6AAB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98" y="1322910"/>
            <a:ext cx="2798421" cy="956795"/>
          </a:xfrm>
          <a:custGeom xmlns:a="http://schemas.openxmlformats.org/drawingml/2006/main">
            <a:pathLst>
              <a:path w="2798421" h="956795">
                <a:moveTo>
                  <a:pt x="0" y="956795"/>
                </a:moveTo>
                <a:lnTo>
                  <a:pt x="2798421" y="956795"/>
                </a:lnTo>
                <a:lnTo>
                  <a:pt x="2798421" y="0"/>
                </a:lnTo>
                <a:lnTo>
                  <a:pt x="0" y="0"/>
                </a:lnTo>
                <a:lnTo>
                  <a:pt x="0" y="956795"/>
                </a:lnTo>
                <a:close/>
                <a:moveTo>
                  <a:pt x="2782066" y="940440"/>
                </a:moveTo>
                <a:lnTo>
                  <a:pt x="16355" y="940440"/>
                </a:lnTo>
                <a:lnTo>
                  <a:pt x="16355" y="16355"/>
                </a:lnTo>
                <a:lnTo>
                  <a:pt x="2782066" y="16355"/>
                </a:lnTo>
                <a:lnTo>
                  <a:pt x="2782066" y="940440"/>
                </a:lnTo>
                <a:close/>
              </a:path>
            </a:pathLst>
          </a:custGeom>
          <a:solidFill xmlns:a="http://schemas.openxmlformats.org/drawingml/2006/main">
            <a:srgbClr val="41719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Image:">
            <a:extLst xmlns:a="http://schemas.openxmlformats.org/drawingml/2006/main">
              <a:ext uri="{FF2B5EF4-FFF2-40B4-BE49-F238E27FC236}">
                <a16:creationId xmlns:a16="http://schemas.microsoft.com/office/drawing/2014/main" id="{D1731362-76C4-41F0-8E8E-9CFBB4CC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64" y="1500686"/>
            <a:ext cx="673436" cy="183424"/>
          </a:xfrm>
          <a:custGeom xmlns:a="http://schemas.openxmlformats.org/drawingml/2006/main">
            <a:pathLst>
              <a:path w="673436" h="183424">
                <a:moveTo>
                  <a:pt x="56350" y="142791"/>
                </a:moveTo>
                <a:lnTo>
                  <a:pt x="0" y="142791"/>
                </a:lnTo>
                <a:lnTo>
                  <a:pt x="0" y="128224"/>
                </a:lnTo>
                <a:lnTo>
                  <a:pt x="18687" y="128224"/>
                </a:lnTo>
                <a:lnTo>
                  <a:pt x="18687" y="14567"/>
                </a:lnTo>
                <a:lnTo>
                  <a:pt x="0" y="14567"/>
                </a:lnTo>
                <a:lnTo>
                  <a:pt x="0" y="0"/>
                </a:lnTo>
                <a:lnTo>
                  <a:pt x="56350" y="0"/>
                </a:lnTo>
                <a:lnTo>
                  <a:pt x="56350" y="14567"/>
                </a:lnTo>
                <a:lnTo>
                  <a:pt x="37662" y="14567"/>
                </a:lnTo>
                <a:lnTo>
                  <a:pt x="37662" y="128224"/>
                </a:lnTo>
                <a:lnTo>
                  <a:pt x="56350" y="128224"/>
                </a:lnTo>
                <a:lnTo>
                  <a:pt x="56350" y="142791"/>
                </a:lnTo>
                <a:close/>
                <a:moveTo>
                  <a:pt x="243403" y="142791"/>
                </a:moveTo>
                <a:lnTo>
                  <a:pt x="225386" y="142791"/>
                </a:lnTo>
                <a:lnTo>
                  <a:pt x="225386" y="81778"/>
                </a:lnTo>
                <a:cubicBezTo>
                  <a:pt x="225386" y="77174"/>
                  <a:pt x="225178" y="72730"/>
                  <a:pt x="224763" y="68446"/>
                </a:cubicBezTo>
                <a:cubicBezTo>
                  <a:pt x="224348" y="64159"/>
                  <a:pt x="223469" y="60737"/>
                  <a:pt x="222128" y="58180"/>
                </a:cubicBezTo>
                <a:cubicBezTo>
                  <a:pt x="220658" y="55428"/>
                  <a:pt x="218550" y="53350"/>
                  <a:pt x="215803" y="51944"/>
                </a:cubicBezTo>
                <a:cubicBezTo>
                  <a:pt x="213055" y="50537"/>
                  <a:pt x="209094" y="49833"/>
                  <a:pt x="203919" y="49833"/>
                </a:cubicBezTo>
                <a:cubicBezTo>
                  <a:pt x="198872" y="49833"/>
                  <a:pt x="193825" y="51097"/>
                  <a:pt x="188778" y="53624"/>
                </a:cubicBezTo>
                <a:cubicBezTo>
                  <a:pt x="183731" y="56150"/>
                  <a:pt x="178683" y="59363"/>
                  <a:pt x="173636" y="63265"/>
                </a:cubicBezTo>
                <a:cubicBezTo>
                  <a:pt x="173828" y="64734"/>
                  <a:pt x="173988" y="66444"/>
                  <a:pt x="174115" y="68395"/>
                </a:cubicBezTo>
                <a:cubicBezTo>
                  <a:pt x="174243" y="70345"/>
                  <a:pt x="174307" y="72280"/>
                  <a:pt x="174307" y="74199"/>
                </a:cubicBezTo>
                <a:lnTo>
                  <a:pt x="174307" y="142791"/>
                </a:lnTo>
                <a:lnTo>
                  <a:pt x="156290" y="142791"/>
                </a:lnTo>
                <a:lnTo>
                  <a:pt x="156290" y="81778"/>
                </a:lnTo>
                <a:cubicBezTo>
                  <a:pt x="156290" y="77047"/>
                  <a:pt x="156083" y="72554"/>
                  <a:pt x="155668" y="68302"/>
                </a:cubicBezTo>
                <a:cubicBezTo>
                  <a:pt x="155252" y="64047"/>
                  <a:pt x="154374" y="60641"/>
                  <a:pt x="153032" y="58084"/>
                </a:cubicBezTo>
                <a:cubicBezTo>
                  <a:pt x="151563" y="55332"/>
                  <a:pt x="149454" y="53270"/>
                  <a:pt x="146707" y="51896"/>
                </a:cubicBezTo>
                <a:cubicBezTo>
                  <a:pt x="143960" y="50521"/>
                  <a:pt x="139999" y="49833"/>
                  <a:pt x="134824" y="49833"/>
                </a:cubicBezTo>
                <a:cubicBezTo>
                  <a:pt x="129905" y="49833"/>
                  <a:pt x="124969" y="51049"/>
                  <a:pt x="120018" y="53481"/>
                </a:cubicBezTo>
                <a:cubicBezTo>
                  <a:pt x="115066" y="55910"/>
                  <a:pt x="110131" y="59011"/>
                  <a:pt x="105212" y="62783"/>
                </a:cubicBezTo>
                <a:lnTo>
                  <a:pt x="105212" y="142791"/>
                </a:lnTo>
                <a:lnTo>
                  <a:pt x="87195" y="142791"/>
                </a:lnTo>
                <a:lnTo>
                  <a:pt x="87195" y="35650"/>
                </a:lnTo>
                <a:lnTo>
                  <a:pt x="105212" y="35650"/>
                </a:lnTo>
                <a:lnTo>
                  <a:pt x="105212" y="47545"/>
                </a:lnTo>
                <a:cubicBezTo>
                  <a:pt x="110834" y="42847"/>
                  <a:pt x="116440" y="39180"/>
                  <a:pt x="122030" y="36542"/>
                </a:cubicBezTo>
                <a:cubicBezTo>
                  <a:pt x="127621" y="33903"/>
                  <a:pt x="133578" y="32583"/>
                  <a:pt x="139903" y="32583"/>
                </a:cubicBezTo>
                <a:cubicBezTo>
                  <a:pt x="147186" y="32583"/>
                  <a:pt x="153368" y="34126"/>
                  <a:pt x="158447" y="37213"/>
                </a:cubicBezTo>
                <a:cubicBezTo>
                  <a:pt x="163526" y="40298"/>
                  <a:pt x="167311" y="44572"/>
                  <a:pt x="169803" y="50037"/>
                </a:cubicBezTo>
                <a:cubicBezTo>
                  <a:pt x="177086" y="43865"/>
                  <a:pt x="183731" y="39414"/>
                  <a:pt x="189736" y="36683"/>
                </a:cubicBezTo>
                <a:cubicBezTo>
                  <a:pt x="195742" y="33950"/>
                  <a:pt x="202162" y="32583"/>
                  <a:pt x="208999" y="32583"/>
                </a:cubicBezTo>
                <a:cubicBezTo>
                  <a:pt x="220754" y="32583"/>
                  <a:pt x="229427" y="36151"/>
                  <a:pt x="235017" y="43287"/>
                </a:cubicBezTo>
                <a:cubicBezTo>
                  <a:pt x="240607" y="50422"/>
                  <a:pt x="243403" y="60391"/>
                  <a:pt x="243403" y="73192"/>
                </a:cubicBezTo>
                <a:lnTo>
                  <a:pt x="243403" y="142791"/>
                </a:lnTo>
                <a:close/>
                <a:moveTo>
                  <a:pt x="360919" y="142791"/>
                </a:moveTo>
                <a:lnTo>
                  <a:pt x="342998" y="142791"/>
                </a:lnTo>
                <a:lnTo>
                  <a:pt x="342998" y="131465"/>
                </a:lnTo>
                <a:cubicBezTo>
                  <a:pt x="341401" y="132553"/>
                  <a:pt x="339245" y="134072"/>
                  <a:pt x="336530" y="136023"/>
                </a:cubicBezTo>
                <a:cubicBezTo>
                  <a:pt x="333814" y="137973"/>
                  <a:pt x="331179" y="139525"/>
                  <a:pt x="328623" y="140677"/>
                </a:cubicBezTo>
                <a:cubicBezTo>
                  <a:pt x="325621" y="142148"/>
                  <a:pt x="322171" y="143379"/>
                  <a:pt x="318273" y="144369"/>
                </a:cubicBezTo>
                <a:cubicBezTo>
                  <a:pt x="314376" y="145361"/>
                  <a:pt x="309808" y="145858"/>
                  <a:pt x="304569" y="145858"/>
                </a:cubicBezTo>
                <a:cubicBezTo>
                  <a:pt x="294922" y="145858"/>
                  <a:pt x="286744" y="142659"/>
                  <a:pt x="280036" y="136262"/>
                </a:cubicBezTo>
                <a:cubicBezTo>
                  <a:pt x="273328" y="129865"/>
                  <a:pt x="269974" y="121709"/>
                  <a:pt x="269974" y="111792"/>
                </a:cubicBezTo>
                <a:cubicBezTo>
                  <a:pt x="269974" y="103668"/>
                  <a:pt x="271715" y="97096"/>
                  <a:pt x="275197" y="92074"/>
                </a:cubicBezTo>
                <a:cubicBezTo>
                  <a:pt x="278678" y="87051"/>
                  <a:pt x="283646" y="83101"/>
                  <a:pt x="290099" y="80224"/>
                </a:cubicBezTo>
                <a:cubicBezTo>
                  <a:pt x="296615" y="77345"/>
                  <a:pt x="304442" y="75394"/>
                  <a:pt x="313578" y="74369"/>
                </a:cubicBezTo>
                <a:cubicBezTo>
                  <a:pt x="322714" y="73345"/>
                  <a:pt x="332521" y="72577"/>
                  <a:pt x="342998" y="72066"/>
                </a:cubicBezTo>
                <a:lnTo>
                  <a:pt x="342998" y="69263"/>
                </a:lnTo>
                <a:cubicBezTo>
                  <a:pt x="342998" y="65140"/>
                  <a:pt x="342280" y="61726"/>
                  <a:pt x="340842" y="59021"/>
                </a:cubicBezTo>
                <a:cubicBezTo>
                  <a:pt x="339405" y="56316"/>
                  <a:pt x="337344" y="54189"/>
                  <a:pt x="334661" y="52642"/>
                </a:cubicBezTo>
                <a:cubicBezTo>
                  <a:pt x="332105" y="51161"/>
                  <a:pt x="329039" y="50163"/>
                  <a:pt x="325461" y="49647"/>
                </a:cubicBezTo>
                <a:cubicBezTo>
                  <a:pt x="321883" y="49132"/>
                  <a:pt x="318146" y="48875"/>
                  <a:pt x="314248" y="48875"/>
                </a:cubicBezTo>
                <a:cubicBezTo>
                  <a:pt x="309521" y="48875"/>
                  <a:pt x="304250" y="49515"/>
                  <a:pt x="298436" y="50794"/>
                </a:cubicBezTo>
                <a:cubicBezTo>
                  <a:pt x="292622" y="52072"/>
                  <a:pt x="286617" y="53924"/>
                  <a:pt x="280419" y="56350"/>
                </a:cubicBezTo>
                <a:lnTo>
                  <a:pt x="279461" y="56350"/>
                </a:lnTo>
                <a:lnTo>
                  <a:pt x="279461" y="38046"/>
                </a:lnTo>
                <a:cubicBezTo>
                  <a:pt x="282975" y="37087"/>
                  <a:pt x="288054" y="36033"/>
                  <a:pt x="294699" y="34883"/>
                </a:cubicBezTo>
                <a:cubicBezTo>
                  <a:pt x="301343" y="33733"/>
                  <a:pt x="307892" y="33158"/>
                  <a:pt x="314344" y="33158"/>
                </a:cubicBezTo>
                <a:cubicBezTo>
                  <a:pt x="321883" y="33158"/>
                  <a:pt x="328448" y="33781"/>
                  <a:pt x="334038" y="35027"/>
                </a:cubicBezTo>
                <a:cubicBezTo>
                  <a:pt x="339628" y="36273"/>
                  <a:pt x="344468" y="38397"/>
                  <a:pt x="348557" y="41400"/>
                </a:cubicBezTo>
                <a:cubicBezTo>
                  <a:pt x="352582" y="44339"/>
                  <a:pt x="355648" y="48140"/>
                  <a:pt x="357757" y="52804"/>
                </a:cubicBezTo>
                <a:cubicBezTo>
                  <a:pt x="359865" y="57468"/>
                  <a:pt x="360919" y="63250"/>
                  <a:pt x="360919" y="70150"/>
                </a:cubicBezTo>
                <a:lnTo>
                  <a:pt x="360919" y="142791"/>
                </a:lnTo>
                <a:moveTo>
                  <a:pt x="342998" y="116572"/>
                </a:moveTo>
                <a:lnTo>
                  <a:pt x="342998" y="86633"/>
                </a:lnTo>
                <a:cubicBezTo>
                  <a:pt x="337504" y="86954"/>
                  <a:pt x="331035" y="87436"/>
                  <a:pt x="323592" y="88079"/>
                </a:cubicBezTo>
                <a:cubicBezTo>
                  <a:pt x="316149" y="88720"/>
                  <a:pt x="310255" y="89650"/>
                  <a:pt x="305911" y="90868"/>
                </a:cubicBezTo>
                <a:cubicBezTo>
                  <a:pt x="300736" y="92345"/>
                  <a:pt x="296551" y="94640"/>
                  <a:pt x="293357" y="97753"/>
                </a:cubicBezTo>
                <a:cubicBezTo>
                  <a:pt x="290162" y="100865"/>
                  <a:pt x="288565" y="105149"/>
                  <a:pt x="288565" y="110603"/>
                </a:cubicBezTo>
                <a:cubicBezTo>
                  <a:pt x="288565" y="116764"/>
                  <a:pt x="290418" y="121401"/>
                  <a:pt x="294124" y="124514"/>
                </a:cubicBezTo>
                <a:cubicBezTo>
                  <a:pt x="297829" y="127626"/>
                  <a:pt x="303483" y="129183"/>
                  <a:pt x="311086" y="129183"/>
                </a:cubicBezTo>
                <a:cubicBezTo>
                  <a:pt x="317411" y="129183"/>
                  <a:pt x="323193" y="127948"/>
                  <a:pt x="328432" y="125478"/>
                </a:cubicBezTo>
                <a:cubicBezTo>
                  <a:pt x="333671" y="123006"/>
                  <a:pt x="338526" y="120038"/>
                  <a:pt x="342998" y="116572"/>
                </a:cubicBezTo>
                <a:close/>
                <a:moveTo>
                  <a:pt x="482320" y="130647"/>
                </a:moveTo>
                <a:cubicBezTo>
                  <a:pt x="482320" y="148815"/>
                  <a:pt x="478199" y="162153"/>
                  <a:pt x="469958" y="170660"/>
                </a:cubicBezTo>
                <a:cubicBezTo>
                  <a:pt x="461716" y="179169"/>
                  <a:pt x="449034" y="183424"/>
                  <a:pt x="431912" y="183424"/>
                </a:cubicBezTo>
                <a:cubicBezTo>
                  <a:pt x="426226" y="183424"/>
                  <a:pt x="420684" y="183025"/>
                  <a:pt x="415285" y="182226"/>
                </a:cubicBezTo>
                <a:cubicBezTo>
                  <a:pt x="409886" y="181428"/>
                  <a:pt x="404568" y="180294"/>
                  <a:pt x="399329" y="178824"/>
                </a:cubicBezTo>
                <a:lnTo>
                  <a:pt x="399329" y="160424"/>
                </a:lnTo>
                <a:lnTo>
                  <a:pt x="400287" y="160424"/>
                </a:lnTo>
                <a:cubicBezTo>
                  <a:pt x="403226" y="161558"/>
                  <a:pt x="407890" y="162960"/>
                  <a:pt x="414279" y="164629"/>
                </a:cubicBezTo>
                <a:cubicBezTo>
                  <a:pt x="420668" y="166298"/>
                  <a:pt x="427056" y="167132"/>
                  <a:pt x="433445" y="167132"/>
                </a:cubicBezTo>
                <a:cubicBezTo>
                  <a:pt x="439579" y="167132"/>
                  <a:pt x="444658" y="166399"/>
                  <a:pt x="448683" y="164931"/>
                </a:cubicBezTo>
                <a:cubicBezTo>
                  <a:pt x="452708" y="163464"/>
                  <a:pt x="455838" y="161423"/>
                  <a:pt x="458074" y="158810"/>
                </a:cubicBezTo>
                <a:cubicBezTo>
                  <a:pt x="460310" y="156322"/>
                  <a:pt x="461908" y="153324"/>
                  <a:pt x="462866" y="149814"/>
                </a:cubicBezTo>
                <a:cubicBezTo>
                  <a:pt x="463824" y="146306"/>
                  <a:pt x="464304" y="142384"/>
                  <a:pt x="464304" y="138047"/>
                </a:cubicBezTo>
                <a:lnTo>
                  <a:pt x="464304" y="128287"/>
                </a:lnTo>
                <a:cubicBezTo>
                  <a:pt x="458873" y="132644"/>
                  <a:pt x="453682" y="135895"/>
                  <a:pt x="448731" y="138041"/>
                </a:cubicBezTo>
                <a:cubicBezTo>
                  <a:pt x="443779" y="140185"/>
                  <a:pt x="437470" y="141258"/>
                  <a:pt x="429804" y="141258"/>
                </a:cubicBezTo>
                <a:cubicBezTo>
                  <a:pt x="417026" y="141258"/>
                  <a:pt x="406884" y="136630"/>
                  <a:pt x="399377" y="127374"/>
                </a:cubicBezTo>
                <a:cubicBezTo>
                  <a:pt x="391870" y="118116"/>
                  <a:pt x="388116" y="105064"/>
                  <a:pt x="388116" y="88217"/>
                </a:cubicBezTo>
                <a:cubicBezTo>
                  <a:pt x="388116" y="78993"/>
                  <a:pt x="389410" y="71034"/>
                  <a:pt x="391998" y="64340"/>
                </a:cubicBezTo>
                <a:cubicBezTo>
                  <a:pt x="394585" y="57645"/>
                  <a:pt x="398115" y="51865"/>
                  <a:pt x="402587" y="46997"/>
                </a:cubicBezTo>
                <a:cubicBezTo>
                  <a:pt x="406740" y="42449"/>
                  <a:pt x="411787" y="38910"/>
                  <a:pt x="417729" y="36381"/>
                </a:cubicBezTo>
                <a:cubicBezTo>
                  <a:pt x="423670" y="33849"/>
                  <a:pt x="429580" y="32583"/>
                  <a:pt x="435458" y="32583"/>
                </a:cubicBezTo>
                <a:cubicBezTo>
                  <a:pt x="441655" y="32583"/>
                  <a:pt x="446846" y="33208"/>
                  <a:pt x="451031" y="34458"/>
                </a:cubicBezTo>
                <a:cubicBezTo>
                  <a:pt x="455215" y="35706"/>
                  <a:pt x="459640" y="37611"/>
                  <a:pt x="464304" y="40175"/>
                </a:cubicBezTo>
                <a:lnTo>
                  <a:pt x="465453" y="35650"/>
                </a:lnTo>
                <a:lnTo>
                  <a:pt x="482320" y="35650"/>
                </a:lnTo>
                <a:lnTo>
                  <a:pt x="482320" y="130647"/>
                </a:lnTo>
                <a:moveTo>
                  <a:pt x="464304" y="113439"/>
                </a:moveTo>
                <a:lnTo>
                  <a:pt x="464304" y="54927"/>
                </a:lnTo>
                <a:cubicBezTo>
                  <a:pt x="459512" y="52749"/>
                  <a:pt x="455056" y="51196"/>
                  <a:pt x="450935" y="50267"/>
                </a:cubicBezTo>
                <a:cubicBezTo>
                  <a:pt x="446814" y="49339"/>
                  <a:pt x="442709" y="48875"/>
                  <a:pt x="438620" y="48875"/>
                </a:cubicBezTo>
                <a:cubicBezTo>
                  <a:pt x="428718" y="48875"/>
                  <a:pt x="420923" y="52206"/>
                  <a:pt x="415237" y="58868"/>
                </a:cubicBezTo>
                <a:cubicBezTo>
                  <a:pt x="409551" y="65529"/>
                  <a:pt x="406708" y="75200"/>
                  <a:pt x="406708" y="87882"/>
                </a:cubicBezTo>
                <a:cubicBezTo>
                  <a:pt x="406708" y="99923"/>
                  <a:pt x="408816" y="109050"/>
                  <a:pt x="413033" y="115263"/>
                </a:cubicBezTo>
                <a:cubicBezTo>
                  <a:pt x="417250" y="121476"/>
                  <a:pt x="424245" y="124583"/>
                  <a:pt x="434020" y="124583"/>
                </a:cubicBezTo>
                <a:cubicBezTo>
                  <a:pt x="439259" y="124583"/>
                  <a:pt x="444514" y="123574"/>
                  <a:pt x="449785" y="121558"/>
                </a:cubicBezTo>
                <a:cubicBezTo>
                  <a:pt x="455056" y="119540"/>
                  <a:pt x="459895" y="116833"/>
                  <a:pt x="464304" y="113439"/>
                </a:cubicBezTo>
                <a:close/>
                <a:moveTo>
                  <a:pt x="607765" y="91041"/>
                </a:moveTo>
                <a:lnTo>
                  <a:pt x="528895" y="91041"/>
                </a:lnTo>
                <a:cubicBezTo>
                  <a:pt x="528895" y="97638"/>
                  <a:pt x="529885" y="103386"/>
                  <a:pt x="531866" y="108285"/>
                </a:cubicBezTo>
                <a:cubicBezTo>
                  <a:pt x="533846" y="113185"/>
                  <a:pt x="536562" y="117204"/>
                  <a:pt x="540012" y="120342"/>
                </a:cubicBezTo>
                <a:cubicBezTo>
                  <a:pt x="543334" y="123417"/>
                  <a:pt x="547279" y="125723"/>
                  <a:pt x="551847" y="127260"/>
                </a:cubicBezTo>
                <a:cubicBezTo>
                  <a:pt x="556415" y="128797"/>
                  <a:pt x="561446" y="129566"/>
                  <a:pt x="566941" y="129566"/>
                </a:cubicBezTo>
                <a:cubicBezTo>
                  <a:pt x="574224" y="129566"/>
                  <a:pt x="581555" y="128102"/>
                  <a:pt x="588934" y="125173"/>
                </a:cubicBezTo>
                <a:cubicBezTo>
                  <a:pt x="596313" y="122244"/>
                  <a:pt x="601568" y="119364"/>
                  <a:pt x="604699" y="116533"/>
                </a:cubicBezTo>
                <a:lnTo>
                  <a:pt x="605657" y="116533"/>
                </a:lnTo>
                <a:lnTo>
                  <a:pt x="605657" y="136244"/>
                </a:lnTo>
                <a:cubicBezTo>
                  <a:pt x="599588" y="138808"/>
                  <a:pt x="593390" y="140955"/>
                  <a:pt x="587065" y="142686"/>
                </a:cubicBezTo>
                <a:cubicBezTo>
                  <a:pt x="580741" y="144417"/>
                  <a:pt x="574096" y="145283"/>
                  <a:pt x="567132" y="145283"/>
                </a:cubicBezTo>
                <a:cubicBezTo>
                  <a:pt x="549371" y="145283"/>
                  <a:pt x="535507" y="140467"/>
                  <a:pt x="525541" y="130836"/>
                </a:cubicBezTo>
                <a:cubicBezTo>
                  <a:pt x="515574" y="121205"/>
                  <a:pt x="510591" y="107524"/>
                  <a:pt x="510591" y="89795"/>
                </a:cubicBezTo>
                <a:cubicBezTo>
                  <a:pt x="510591" y="72262"/>
                  <a:pt x="515367" y="58343"/>
                  <a:pt x="524918" y="48039"/>
                </a:cubicBezTo>
                <a:cubicBezTo>
                  <a:pt x="534469" y="37735"/>
                  <a:pt x="547039" y="32583"/>
                  <a:pt x="562628" y="32583"/>
                </a:cubicBezTo>
                <a:cubicBezTo>
                  <a:pt x="577067" y="32583"/>
                  <a:pt x="588199" y="36807"/>
                  <a:pt x="596026" y="45254"/>
                </a:cubicBezTo>
                <a:cubicBezTo>
                  <a:pt x="603852" y="53701"/>
                  <a:pt x="607765" y="65700"/>
                  <a:pt x="607765" y="81251"/>
                </a:cubicBezTo>
                <a:lnTo>
                  <a:pt x="607765" y="91041"/>
                </a:lnTo>
                <a:moveTo>
                  <a:pt x="590228" y="77241"/>
                </a:moveTo>
                <a:cubicBezTo>
                  <a:pt x="590164" y="67786"/>
                  <a:pt x="587784" y="60471"/>
                  <a:pt x="583088" y="55296"/>
                </a:cubicBezTo>
                <a:cubicBezTo>
                  <a:pt x="578393" y="50121"/>
                  <a:pt x="571253" y="47533"/>
                  <a:pt x="561670" y="47533"/>
                </a:cubicBezTo>
                <a:cubicBezTo>
                  <a:pt x="552023" y="47533"/>
                  <a:pt x="544340" y="50376"/>
                  <a:pt x="538622" y="56062"/>
                </a:cubicBezTo>
                <a:cubicBezTo>
                  <a:pt x="532904" y="61748"/>
                  <a:pt x="529662" y="68808"/>
                  <a:pt x="528895" y="77241"/>
                </a:cubicBezTo>
                <a:lnTo>
                  <a:pt x="590228" y="77241"/>
                </a:lnTo>
                <a:close/>
                <a:moveTo>
                  <a:pt x="673436" y="63058"/>
                </a:moveTo>
                <a:lnTo>
                  <a:pt x="650532" y="63058"/>
                </a:lnTo>
                <a:lnTo>
                  <a:pt x="650532" y="35650"/>
                </a:lnTo>
                <a:lnTo>
                  <a:pt x="673436" y="35650"/>
                </a:lnTo>
                <a:lnTo>
                  <a:pt x="673436" y="63058"/>
                </a:lnTo>
                <a:moveTo>
                  <a:pt x="673436" y="142791"/>
                </a:moveTo>
                <a:lnTo>
                  <a:pt x="650532" y="142791"/>
                </a:lnTo>
                <a:lnTo>
                  <a:pt x="650532" y="115383"/>
                </a:lnTo>
                <a:lnTo>
                  <a:pt x="673436" y="115383"/>
                </a:lnTo>
                <a:lnTo>
                  <a:pt x="673436" y="1427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Prompt:MickeyMouse">
            <a:extLst xmlns:a="http://schemas.openxmlformats.org/drawingml/2006/main">
              <a:ext uri="{FF2B5EF4-FFF2-40B4-BE49-F238E27FC236}">
                <a16:creationId xmlns:a16="http://schemas.microsoft.com/office/drawing/2014/main" id="{C5C0BD13-9CBB-4F56-B48C-7F6E43BC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901" y="1965399"/>
            <a:ext cx="2208654" cy="188599"/>
          </a:xfrm>
          <a:custGeom xmlns:a="http://schemas.openxmlformats.org/drawingml/2006/main">
            <a:pathLst>
              <a:path w="2208654" h="188599">
                <a:moveTo>
                  <a:pt x="93341" y="49450"/>
                </a:moveTo>
                <a:cubicBezTo>
                  <a:pt x="93341" y="55775"/>
                  <a:pt x="92239" y="61636"/>
                  <a:pt x="90035" y="67035"/>
                </a:cubicBezTo>
                <a:cubicBezTo>
                  <a:pt x="87831" y="72434"/>
                  <a:pt x="84748" y="77113"/>
                  <a:pt x="80787" y="81075"/>
                </a:cubicBezTo>
                <a:cubicBezTo>
                  <a:pt x="75868" y="85994"/>
                  <a:pt x="70054" y="89684"/>
                  <a:pt x="63346" y="92143"/>
                </a:cubicBezTo>
                <a:cubicBezTo>
                  <a:pt x="56637" y="94603"/>
                  <a:pt x="48172" y="95833"/>
                  <a:pt x="37950" y="95833"/>
                </a:cubicBezTo>
                <a:lnTo>
                  <a:pt x="18975" y="95833"/>
                </a:lnTo>
                <a:lnTo>
                  <a:pt x="18975" y="149116"/>
                </a:lnTo>
                <a:lnTo>
                  <a:pt x="0" y="149116"/>
                </a:lnTo>
                <a:lnTo>
                  <a:pt x="0" y="6325"/>
                </a:lnTo>
                <a:lnTo>
                  <a:pt x="38716" y="6325"/>
                </a:lnTo>
                <a:cubicBezTo>
                  <a:pt x="47278" y="6325"/>
                  <a:pt x="54529" y="7044"/>
                  <a:pt x="60471" y="8481"/>
                </a:cubicBezTo>
                <a:cubicBezTo>
                  <a:pt x="66412" y="9919"/>
                  <a:pt x="71683" y="12171"/>
                  <a:pt x="76283" y="15237"/>
                </a:cubicBezTo>
                <a:cubicBezTo>
                  <a:pt x="81713" y="18879"/>
                  <a:pt x="85914" y="23415"/>
                  <a:pt x="88885" y="28846"/>
                </a:cubicBezTo>
                <a:cubicBezTo>
                  <a:pt x="91856" y="34276"/>
                  <a:pt x="93341" y="41144"/>
                  <a:pt x="93341" y="49450"/>
                </a:cubicBezTo>
                <a:moveTo>
                  <a:pt x="73600" y="49890"/>
                </a:moveTo>
                <a:cubicBezTo>
                  <a:pt x="73600" y="45012"/>
                  <a:pt x="72737" y="40769"/>
                  <a:pt x="71012" y="37159"/>
                </a:cubicBezTo>
                <a:cubicBezTo>
                  <a:pt x="69287" y="33547"/>
                  <a:pt x="66668" y="30601"/>
                  <a:pt x="63154" y="28319"/>
                </a:cubicBezTo>
                <a:cubicBezTo>
                  <a:pt x="60087" y="26356"/>
                  <a:pt x="56589" y="24947"/>
                  <a:pt x="52660" y="24093"/>
                </a:cubicBezTo>
                <a:cubicBezTo>
                  <a:pt x="48731" y="23236"/>
                  <a:pt x="43764" y="22808"/>
                  <a:pt x="37758" y="22808"/>
                </a:cubicBezTo>
                <a:lnTo>
                  <a:pt x="18975" y="22808"/>
                </a:lnTo>
                <a:lnTo>
                  <a:pt x="18975" y="79350"/>
                </a:lnTo>
                <a:lnTo>
                  <a:pt x="34979" y="79350"/>
                </a:lnTo>
                <a:cubicBezTo>
                  <a:pt x="42646" y="79350"/>
                  <a:pt x="48875" y="78669"/>
                  <a:pt x="53666" y="77307"/>
                </a:cubicBezTo>
                <a:cubicBezTo>
                  <a:pt x="58458" y="75946"/>
                  <a:pt x="62355" y="73775"/>
                  <a:pt x="65358" y="70797"/>
                </a:cubicBezTo>
                <a:cubicBezTo>
                  <a:pt x="68361" y="67756"/>
                  <a:pt x="70485" y="64557"/>
                  <a:pt x="71731" y="61201"/>
                </a:cubicBezTo>
                <a:cubicBezTo>
                  <a:pt x="72977" y="57843"/>
                  <a:pt x="73600" y="54073"/>
                  <a:pt x="73600" y="49890"/>
                </a:cubicBezTo>
                <a:close/>
                <a:moveTo>
                  <a:pt x="183935" y="61525"/>
                </a:moveTo>
                <a:lnTo>
                  <a:pt x="182977" y="61525"/>
                </a:lnTo>
                <a:cubicBezTo>
                  <a:pt x="180293" y="60920"/>
                  <a:pt x="177690" y="60481"/>
                  <a:pt x="175166" y="60210"/>
                </a:cubicBezTo>
                <a:cubicBezTo>
                  <a:pt x="172643" y="59936"/>
                  <a:pt x="169656" y="59800"/>
                  <a:pt x="166206" y="59800"/>
                </a:cubicBezTo>
                <a:cubicBezTo>
                  <a:pt x="160648" y="59800"/>
                  <a:pt x="155281" y="61032"/>
                  <a:pt x="150106" y="63495"/>
                </a:cubicBezTo>
                <a:cubicBezTo>
                  <a:pt x="144931" y="65957"/>
                  <a:pt x="139948" y="69138"/>
                  <a:pt x="135156" y="73040"/>
                </a:cubicBezTo>
                <a:lnTo>
                  <a:pt x="135156" y="149116"/>
                </a:lnTo>
                <a:lnTo>
                  <a:pt x="117140" y="149116"/>
                </a:lnTo>
                <a:lnTo>
                  <a:pt x="117140" y="41975"/>
                </a:lnTo>
                <a:lnTo>
                  <a:pt x="135156" y="41975"/>
                </a:lnTo>
                <a:lnTo>
                  <a:pt x="135156" y="57802"/>
                </a:lnTo>
                <a:cubicBezTo>
                  <a:pt x="142312" y="52046"/>
                  <a:pt x="148621" y="47969"/>
                  <a:pt x="154083" y="45572"/>
                </a:cubicBezTo>
                <a:cubicBezTo>
                  <a:pt x="159546" y="43174"/>
                  <a:pt x="165120" y="41975"/>
                  <a:pt x="170806" y="41975"/>
                </a:cubicBezTo>
                <a:cubicBezTo>
                  <a:pt x="173937" y="41975"/>
                  <a:pt x="176205" y="42055"/>
                  <a:pt x="177610" y="42214"/>
                </a:cubicBezTo>
                <a:cubicBezTo>
                  <a:pt x="179016" y="42372"/>
                  <a:pt x="181124" y="42674"/>
                  <a:pt x="183935" y="43119"/>
                </a:cubicBezTo>
                <a:lnTo>
                  <a:pt x="183935" y="61525"/>
                </a:lnTo>
                <a:close/>
                <a:moveTo>
                  <a:pt x="291786" y="95593"/>
                </a:moveTo>
                <a:cubicBezTo>
                  <a:pt x="291786" y="113079"/>
                  <a:pt x="287313" y="126882"/>
                  <a:pt x="278369" y="137002"/>
                </a:cubicBezTo>
                <a:cubicBezTo>
                  <a:pt x="269425" y="147122"/>
                  <a:pt x="257445" y="152183"/>
                  <a:pt x="242432" y="152183"/>
                </a:cubicBezTo>
                <a:cubicBezTo>
                  <a:pt x="227290" y="152183"/>
                  <a:pt x="215263" y="147122"/>
                  <a:pt x="206351" y="137002"/>
                </a:cubicBezTo>
                <a:cubicBezTo>
                  <a:pt x="197438" y="126882"/>
                  <a:pt x="192982" y="113079"/>
                  <a:pt x="192982" y="95593"/>
                </a:cubicBezTo>
                <a:cubicBezTo>
                  <a:pt x="192982" y="78108"/>
                  <a:pt x="197438" y="64289"/>
                  <a:pt x="206351" y="54137"/>
                </a:cubicBezTo>
                <a:cubicBezTo>
                  <a:pt x="215263" y="43984"/>
                  <a:pt x="227290" y="38908"/>
                  <a:pt x="242432" y="38908"/>
                </a:cubicBezTo>
                <a:cubicBezTo>
                  <a:pt x="257445" y="38908"/>
                  <a:pt x="269425" y="43984"/>
                  <a:pt x="278369" y="54137"/>
                </a:cubicBezTo>
                <a:cubicBezTo>
                  <a:pt x="287313" y="64289"/>
                  <a:pt x="291786" y="78108"/>
                  <a:pt x="291786" y="95593"/>
                </a:cubicBezTo>
                <a:moveTo>
                  <a:pt x="273194" y="95593"/>
                </a:moveTo>
                <a:cubicBezTo>
                  <a:pt x="273194" y="81745"/>
                  <a:pt x="270479" y="71455"/>
                  <a:pt x="265048" y="64723"/>
                </a:cubicBezTo>
                <a:cubicBezTo>
                  <a:pt x="259618" y="57991"/>
                  <a:pt x="252079" y="54625"/>
                  <a:pt x="242432" y="54625"/>
                </a:cubicBezTo>
                <a:cubicBezTo>
                  <a:pt x="232657" y="54625"/>
                  <a:pt x="225070" y="57991"/>
                  <a:pt x="219671" y="64723"/>
                </a:cubicBezTo>
                <a:cubicBezTo>
                  <a:pt x="214273" y="71455"/>
                  <a:pt x="211573" y="81745"/>
                  <a:pt x="211573" y="95593"/>
                </a:cubicBezTo>
                <a:cubicBezTo>
                  <a:pt x="211573" y="108994"/>
                  <a:pt x="214289" y="119156"/>
                  <a:pt x="219719" y="126080"/>
                </a:cubicBezTo>
                <a:cubicBezTo>
                  <a:pt x="225150" y="133004"/>
                  <a:pt x="232721" y="136466"/>
                  <a:pt x="242432" y="136466"/>
                </a:cubicBezTo>
                <a:cubicBezTo>
                  <a:pt x="252015" y="136466"/>
                  <a:pt x="259538" y="133036"/>
                  <a:pt x="265000" y="126176"/>
                </a:cubicBezTo>
                <a:cubicBezTo>
                  <a:pt x="270463" y="119316"/>
                  <a:pt x="273194" y="109122"/>
                  <a:pt x="273194" y="95593"/>
                </a:cubicBezTo>
                <a:close/>
                <a:moveTo>
                  <a:pt x="476155" y="149116"/>
                </a:moveTo>
                <a:lnTo>
                  <a:pt x="458139" y="149116"/>
                </a:lnTo>
                <a:lnTo>
                  <a:pt x="458139" y="88103"/>
                </a:lnTo>
                <a:cubicBezTo>
                  <a:pt x="458139" y="83499"/>
                  <a:pt x="457931" y="79055"/>
                  <a:pt x="457516" y="74771"/>
                </a:cubicBezTo>
                <a:cubicBezTo>
                  <a:pt x="457100" y="70484"/>
                  <a:pt x="456222" y="67062"/>
                  <a:pt x="454880" y="64504"/>
                </a:cubicBezTo>
                <a:cubicBezTo>
                  <a:pt x="453411" y="61753"/>
                  <a:pt x="451302" y="59675"/>
                  <a:pt x="448555" y="58269"/>
                </a:cubicBezTo>
                <a:cubicBezTo>
                  <a:pt x="445808" y="56862"/>
                  <a:pt x="441847" y="56158"/>
                  <a:pt x="436672" y="56158"/>
                </a:cubicBezTo>
                <a:cubicBezTo>
                  <a:pt x="431625" y="56158"/>
                  <a:pt x="426578" y="57422"/>
                  <a:pt x="421530" y="59949"/>
                </a:cubicBezTo>
                <a:cubicBezTo>
                  <a:pt x="416483" y="62475"/>
                  <a:pt x="411436" y="65688"/>
                  <a:pt x="406389" y="69590"/>
                </a:cubicBezTo>
                <a:cubicBezTo>
                  <a:pt x="406580" y="71059"/>
                  <a:pt x="406740" y="72769"/>
                  <a:pt x="406868" y="74720"/>
                </a:cubicBezTo>
                <a:cubicBezTo>
                  <a:pt x="406996" y="76670"/>
                  <a:pt x="407060" y="78605"/>
                  <a:pt x="407060" y="80524"/>
                </a:cubicBezTo>
                <a:lnTo>
                  <a:pt x="407060" y="149116"/>
                </a:lnTo>
                <a:lnTo>
                  <a:pt x="389043" y="149116"/>
                </a:lnTo>
                <a:lnTo>
                  <a:pt x="389043" y="88103"/>
                </a:lnTo>
                <a:cubicBezTo>
                  <a:pt x="389043" y="83372"/>
                  <a:pt x="388835" y="78879"/>
                  <a:pt x="388420" y="74627"/>
                </a:cubicBezTo>
                <a:cubicBezTo>
                  <a:pt x="388005" y="70372"/>
                  <a:pt x="387126" y="66966"/>
                  <a:pt x="385785" y="64409"/>
                </a:cubicBezTo>
                <a:cubicBezTo>
                  <a:pt x="384315" y="61657"/>
                  <a:pt x="382207" y="59595"/>
                  <a:pt x="379460" y="58221"/>
                </a:cubicBezTo>
                <a:cubicBezTo>
                  <a:pt x="376713" y="56846"/>
                  <a:pt x="372751" y="56158"/>
                  <a:pt x="367576" y="56158"/>
                </a:cubicBezTo>
                <a:cubicBezTo>
                  <a:pt x="362657" y="56158"/>
                  <a:pt x="357722" y="57374"/>
                  <a:pt x="352770" y="59806"/>
                </a:cubicBezTo>
                <a:cubicBezTo>
                  <a:pt x="347819" y="62235"/>
                  <a:pt x="342884" y="65336"/>
                  <a:pt x="337964" y="69107"/>
                </a:cubicBezTo>
                <a:lnTo>
                  <a:pt x="337964" y="149116"/>
                </a:lnTo>
                <a:lnTo>
                  <a:pt x="319948" y="149116"/>
                </a:lnTo>
                <a:lnTo>
                  <a:pt x="319948" y="41975"/>
                </a:lnTo>
                <a:lnTo>
                  <a:pt x="337964" y="41975"/>
                </a:lnTo>
                <a:lnTo>
                  <a:pt x="337964" y="53870"/>
                </a:lnTo>
                <a:cubicBezTo>
                  <a:pt x="343586" y="49172"/>
                  <a:pt x="349193" y="45505"/>
                  <a:pt x="354783" y="42867"/>
                </a:cubicBezTo>
                <a:cubicBezTo>
                  <a:pt x="360373" y="40228"/>
                  <a:pt x="366331" y="38908"/>
                  <a:pt x="372656" y="38908"/>
                </a:cubicBezTo>
                <a:cubicBezTo>
                  <a:pt x="379939" y="38908"/>
                  <a:pt x="386120" y="40451"/>
                  <a:pt x="391199" y="43538"/>
                </a:cubicBezTo>
                <a:cubicBezTo>
                  <a:pt x="396278" y="46623"/>
                  <a:pt x="400064" y="50897"/>
                  <a:pt x="402555" y="56362"/>
                </a:cubicBezTo>
                <a:cubicBezTo>
                  <a:pt x="409839" y="50190"/>
                  <a:pt x="416483" y="45739"/>
                  <a:pt x="422489" y="43008"/>
                </a:cubicBezTo>
                <a:cubicBezTo>
                  <a:pt x="428494" y="40275"/>
                  <a:pt x="434915" y="38908"/>
                  <a:pt x="441751" y="38908"/>
                </a:cubicBezTo>
                <a:cubicBezTo>
                  <a:pt x="453507" y="38908"/>
                  <a:pt x="462179" y="42476"/>
                  <a:pt x="467770" y="49611"/>
                </a:cubicBezTo>
                <a:cubicBezTo>
                  <a:pt x="473360" y="56747"/>
                  <a:pt x="476155" y="66716"/>
                  <a:pt x="476155" y="79517"/>
                </a:cubicBezTo>
                <a:lnTo>
                  <a:pt x="476155" y="149116"/>
                </a:lnTo>
                <a:close/>
                <a:moveTo>
                  <a:pt x="604692" y="94204"/>
                </a:moveTo>
                <a:cubicBezTo>
                  <a:pt x="604692" y="102907"/>
                  <a:pt x="603447" y="110858"/>
                  <a:pt x="600955" y="118057"/>
                </a:cubicBezTo>
                <a:cubicBezTo>
                  <a:pt x="598463" y="125257"/>
                  <a:pt x="594949" y="131353"/>
                  <a:pt x="590413" y="136346"/>
                </a:cubicBezTo>
                <a:cubicBezTo>
                  <a:pt x="586197" y="141082"/>
                  <a:pt x="581229" y="144746"/>
                  <a:pt x="575511" y="147337"/>
                </a:cubicBezTo>
                <a:cubicBezTo>
                  <a:pt x="569793" y="149928"/>
                  <a:pt x="563740" y="151224"/>
                  <a:pt x="557351" y="151224"/>
                </a:cubicBezTo>
                <a:cubicBezTo>
                  <a:pt x="551793" y="151224"/>
                  <a:pt x="546761" y="150616"/>
                  <a:pt x="542257" y="149400"/>
                </a:cubicBezTo>
                <a:cubicBezTo>
                  <a:pt x="537753" y="148185"/>
                  <a:pt x="533169" y="146297"/>
                  <a:pt x="528505" y="143737"/>
                </a:cubicBezTo>
                <a:lnTo>
                  <a:pt x="528505" y="188599"/>
                </a:lnTo>
                <a:lnTo>
                  <a:pt x="510489" y="188599"/>
                </a:lnTo>
                <a:lnTo>
                  <a:pt x="510489" y="41975"/>
                </a:lnTo>
                <a:lnTo>
                  <a:pt x="528505" y="41975"/>
                </a:lnTo>
                <a:lnTo>
                  <a:pt x="528505" y="53115"/>
                </a:lnTo>
                <a:cubicBezTo>
                  <a:pt x="533297" y="49084"/>
                  <a:pt x="538679" y="45709"/>
                  <a:pt x="544653" y="42990"/>
                </a:cubicBezTo>
                <a:cubicBezTo>
                  <a:pt x="550627" y="40269"/>
                  <a:pt x="557000" y="38908"/>
                  <a:pt x="563772" y="38908"/>
                </a:cubicBezTo>
                <a:cubicBezTo>
                  <a:pt x="576677" y="38908"/>
                  <a:pt x="586724" y="43789"/>
                  <a:pt x="593911" y="53550"/>
                </a:cubicBezTo>
                <a:cubicBezTo>
                  <a:pt x="601099" y="63309"/>
                  <a:pt x="604692" y="76860"/>
                  <a:pt x="604692" y="94204"/>
                </a:cubicBezTo>
                <a:moveTo>
                  <a:pt x="586101" y="94683"/>
                </a:moveTo>
                <a:cubicBezTo>
                  <a:pt x="586101" y="81777"/>
                  <a:pt x="583897" y="72130"/>
                  <a:pt x="579488" y="65741"/>
                </a:cubicBezTo>
                <a:cubicBezTo>
                  <a:pt x="575080" y="59352"/>
                  <a:pt x="568308" y="56158"/>
                  <a:pt x="559172" y="56158"/>
                </a:cubicBezTo>
                <a:cubicBezTo>
                  <a:pt x="553997" y="56158"/>
                  <a:pt x="548790" y="57276"/>
                  <a:pt x="543551" y="59512"/>
                </a:cubicBezTo>
                <a:cubicBezTo>
                  <a:pt x="538312" y="61748"/>
                  <a:pt x="533297" y="64687"/>
                  <a:pt x="528505" y="68329"/>
                </a:cubicBezTo>
                <a:lnTo>
                  <a:pt x="528505" y="128991"/>
                </a:lnTo>
                <a:cubicBezTo>
                  <a:pt x="533616" y="131291"/>
                  <a:pt x="538009" y="132856"/>
                  <a:pt x="541682" y="133687"/>
                </a:cubicBezTo>
                <a:cubicBezTo>
                  <a:pt x="545356" y="134517"/>
                  <a:pt x="549525" y="134933"/>
                  <a:pt x="554188" y="134933"/>
                </a:cubicBezTo>
                <a:cubicBezTo>
                  <a:pt x="564219" y="134933"/>
                  <a:pt x="572045" y="131547"/>
                  <a:pt x="577667" y="124774"/>
                </a:cubicBezTo>
                <a:cubicBezTo>
                  <a:pt x="583290" y="118002"/>
                  <a:pt x="586101" y="107972"/>
                  <a:pt x="586101" y="94683"/>
                </a:cubicBezTo>
                <a:close/>
                <a:moveTo>
                  <a:pt x="688738" y="148173"/>
                </a:moveTo>
                <a:cubicBezTo>
                  <a:pt x="685352" y="149063"/>
                  <a:pt x="681662" y="149794"/>
                  <a:pt x="677669" y="150365"/>
                </a:cubicBezTo>
                <a:cubicBezTo>
                  <a:pt x="673676" y="150938"/>
                  <a:pt x="670114" y="151224"/>
                  <a:pt x="666984" y="151224"/>
                </a:cubicBezTo>
                <a:cubicBezTo>
                  <a:pt x="656059" y="151224"/>
                  <a:pt x="647753" y="148282"/>
                  <a:pt x="642067" y="142399"/>
                </a:cubicBezTo>
                <a:cubicBezTo>
                  <a:pt x="636381" y="136515"/>
                  <a:pt x="633538" y="127081"/>
                  <a:pt x="633538" y="114098"/>
                </a:cubicBezTo>
                <a:lnTo>
                  <a:pt x="633538" y="57116"/>
                </a:lnTo>
                <a:lnTo>
                  <a:pt x="621367" y="57116"/>
                </a:lnTo>
                <a:lnTo>
                  <a:pt x="621367" y="41975"/>
                </a:lnTo>
                <a:lnTo>
                  <a:pt x="633538" y="41975"/>
                </a:lnTo>
                <a:lnTo>
                  <a:pt x="633538" y="11117"/>
                </a:lnTo>
                <a:lnTo>
                  <a:pt x="651555" y="11117"/>
                </a:lnTo>
                <a:lnTo>
                  <a:pt x="651555" y="41975"/>
                </a:lnTo>
                <a:lnTo>
                  <a:pt x="688738" y="41975"/>
                </a:lnTo>
                <a:lnTo>
                  <a:pt x="688738" y="57116"/>
                </a:lnTo>
                <a:lnTo>
                  <a:pt x="651555" y="57116"/>
                </a:lnTo>
                <a:lnTo>
                  <a:pt x="651555" y="106015"/>
                </a:lnTo>
                <a:cubicBezTo>
                  <a:pt x="651555" y="111651"/>
                  <a:pt x="651683" y="116055"/>
                  <a:pt x="651938" y="119225"/>
                </a:cubicBezTo>
                <a:cubicBezTo>
                  <a:pt x="652194" y="122396"/>
                  <a:pt x="653088" y="125357"/>
                  <a:pt x="654621" y="128111"/>
                </a:cubicBezTo>
                <a:cubicBezTo>
                  <a:pt x="656027" y="130672"/>
                  <a:pt x="657960" y="132546"/>
                  <a:pt x="660419" y="133732"/>
                </a:cubicBezTo>
                <a:cubicBezTo>
                  <a:pt x="662879" y="134916"/>
                  <a:pt x="666632" y="135508"/>
                  <a:pt x="671680" y="135508"/>
                </a:cubicBezTo>
                <a:cubicBezTo>
                  <a:pt x="674619" y="135508"/>
                  <a:pt x="677685" y="135076"/>
                  <a:pt x="680880" y="134214"/>
                </a:cubicBezTo>
                <a:cubicBezTo>
                  <a:pt x="684074" y="133351"/>
                  <a:pt x="686374" y="132633"/>
                  <a:pt x="687780" y="132058"/>
                </a:cubicBezTo>
                <a:lnTo>
                  <a:pt x="688738" y="132058"/>
                </a:lnTo>
                <a:lnTo>
                  <a:pt x="688738" y="148173"/>
                </a:lnTo>
                <a:close/>
                <a:moveTo>
                  <a:pt x="749176" y="69383"/>
                </a:moveTo>
                <a:lnTo>
                  <a:pt x="726272" y="69383"/>
                </a:lnTo>
                <a:lnTo>
                  <a:pt x="726272" y="41975"/>
                </a:lnTo>
                <a:lnTo>
                  <a:pt x="749176" y="41975"/>
                </a:lnTo>
                <a:lnTo>
                  <a:pt x="749176" y="69383"/>
                </a:lnTo>
                <a:moveTo>
                  <a:pt x="749176" y="149116"/>
                </a:moveTo>
                <a:lnTo>
                  <a:pt x="726272" y="149116"/>
                </a:lnTo>
                <a:lnTo>
                  <a:pt x="726272" y="121708"/>
                </a:lnTo>
                <a:lnTo>
                  <a:pt x="749176" y="121708"/>
                </a:lnTo>
                <a:lnTo>
                  <a:pt x="749176" y="149116"/>
                </a:lnTo>
                <a:close/>
                <a:moveTo>
                  <a:pt x="997185" y="149116"/>
                </a:moveTo>
                <a:lnTo>
                  <a:pt x="978211" y="149116"/>
                </a:lnTo>
                <a:lnTo>
                  <a:pt x="978211" y="26084"/>
                </a:lnTo>
                <a:lnTo>
                  <a:pt x="938536" y="109824"/>
                </a:lnTo>
                <a:lnTo>
                  <a:pt x="927227" y="109824"/>
                </a:lnTo>
                <a:lnTo>
                  <a:pt x="887840" y="26084"/>
                </a:lnTo>
                <a:lnTo>
                  <a:pt x="887840" y="149116"/>
                </a:lnTo>
                <a:lnTo>
                  <a:pt x="870111" y="149116"/>
                </a:lnTo>
                <a:lnTo>
                  <a:pt x="870111" y="6325"/>
                </a:lnTo>
                <a:lnTo>
                  <a:pt x="895986" y="6325"/>
                </a:lnTo>
                <a:lnTo>
                  <a:pt x="934032" y="85845"/>
                </a:lnTo>
                <a:lnTo>
                  <a:pt x="970831" y="6325"/>
                </a:lnTo>
                <a:lnTo>
                  <a:pt x="997185" y="6325"/>
                </a:lnTo>
                <a:lnTo>
                  <a:pt x="997185" y="149116"/>
                </a:lnTo>
                <a:close/>
                <a:moveTo>
                  <a:pt x="1053222" y="24150"/>
                </a:moveTo>
                <a:lnTo>
                  <a:pt x="1032905" y="24150"/>
                </a:lnTo>
                <a:lnTo>
                  <a:pt x="1032905" y="5367"/>
                </a:lnTo>
                <a:lnTo>
                  <a:pt x="1053222" y="5367"/>
                </a:lnTo>
                <a:lnTo>
                  <a:pt x="1053222" y="24150"/>
                </a:lnTo>
                <a:moveTo>
                  <a:pt x="1052072" y="149116"/>
                </a:moveTo>
                <a:lnTo>
                  <a:pt x="1034055" y="149116"/>
                </a:lnTo>
                <a:lnTo>
                  <a:pt x="1034055" y="41975"/>
                </a:lnTo>
                <a:lnTo>
                  <a:pt x="1052072" y="41975"/>
                </a:lnTo>
                <a:lnTo>
                  <a:pt x="1052072" y="149116"/>
                </a:lnTo>
                <a:close/>
                <a:moveTo>
                  <a:pt x="1166995" y="142503"/>
                </a:moveTo>
                <a:cubicBezTo>
                  <a:pt x="1160989" y="145378"/>
                  <a:pt x="1155287" y="147615"/>
                  <a:pt x="1149889" y="149212"/>
                </a:cubicBezTo>
                <a:cubicBezTo>
                  <a:pt x="1144490" y="150809"/>
                  <a:pt x="1138756" y="151608"/>
                  <a:pt x="1132687" y="151608"/>
                </a:cubicBezTo>
                <a:cubicBezTo>
                  <a:pt x="1124956" y="151608"/>
                  <a:pt x="1117864" y="150472"/>
                  <a:pt x="1111412" y="148200"/>
                </a:cubicBezTo>
                <a:cubicBezTo>
                  <a:pt x="1104959" y="145927"/>
                  <a:pt x="1099433" y="142487"/>
                  <a:pt x="1094833" y="137880"/>
                </a:cubicBezTo>
                <a:cubicBezTo>
                  <a:pt x="1090169" y="133272"/>
                  <a:pt x="1086559" y="127448"/>
                  <a:pt x="1084004" y="120408"/>
                </a:cubicBezTo>
                <a:cubicBezTo>
                  <a:pt x="1081448" y="113368"/>
                  <a:pt x="1080170" y="105145"/>
                  <a:pt x="1080170" y="95737"/>
                </a:cubicBezTo>
                <a:cubicBezTo>
                  <a:pt x="1080170" y="78202"/>
                  <a:pt x="1084978" y="64443"/>
                  <a:pt x="1094593" y="54460"/>
                </a:cubicBezTo>
                <a:cubicBezTo>
                  <a:pt x="1104208" y="44475"/>
                  <a:pt x="1116906" y="39483"/>
                  <a:pt x="1132687" y="39483"/>
                </a:cubicBezTo>
                <a:cubicBezTo>
                  <a:pt x="1138820" y="39483"/>
                  <a:pt x="1144841" y="40346"/>
                  <a:pt x="1150751" y="42071"/>
                </a:cubicBezTo>
                <a:cubicBezTo>
                  <a:pt x="1156661" y="43796"/>
                  <a:pt x="1162075" y="45904"/>
                  <a:pt x="1166995" y="48396"/>
                </a:cubicBezTo>
                <a:lnTo>
                  <a:pt x="1166995" y="68425"/>
                </a:lnTo>
                <a:lnTo>
                  <a:pt x="1166036" y="68425"/>
                </a:lnTo>
                <a:cubicBezTo>
                  <a:pt x="1160542" y="64174"/>
                  <a:pt x="1154872" y="60908"/>
                  <a:pt x="1149026" y="58626"/>
                </a:cubicBezTo>
                <a:cubicBezTo>
                  <a:pt x="1143180" y="56342"/>
                  <a:pt x="1137478" y="55200"/>
                  <a:pt x="1131920" y="55200"/>
                </a:cubicBezTo>
                <a:cubicBezTo>
                  <a:pt x="1121698" y="55200"/>
                  <a:pt x="1113632" y="58634"/>
                  <a:pt x="1107722" y="65502"/>
                </a:cubicBezTo>
                <a:cubicBezTo>
                  <a:pt x="1101812" y="72370"/>
                  <a:pt x="1098858" y="82448"/>
                  <a:pt x="1098858" y="95737"/>
                </a:cubicBezTo>
                <a:cubicBezTo>
                  <a:pt x="1098858" y="108642"/>
                  <a:pt x="1101749" y="118561"/>
                  <a:pt x="1107530" y="125493"/>
                </a:cubicBezTo>
                <a:cubicBezTo>
                  <a:pt x="1113312" y="132425"/>
                  <a:pt x="1121442" y="135891"/>
                  <a:pt x="1131920" y="135891"/>
                </a:cubicBezTo>
                <a:cubicBezTo>
                  <a:pt x="1135562" y="135891"/>
                  <a:pt x="1139267" y="135416"/>
                  <a:pt x="1143037" y="134465"/>
                </a:cubicBezTo>
                <a:cubicBezTo>
                  <a:pt x="1146806" y="133513"/>
                  <a:pt x="1150192" y="132275"/>
                  <a:pt x="1153195" y="130752"/>
                </a:cubicBezTo>
                <a:cubicBezTo>
                  <a:pt x="1155814" y="129420"/>
                  <a:pt x="1158274" y="128010"/>
                  <a:pt x="1160574" y="126520"/>
                </a:cubicBezTo>
                <a:cubicBezTo>
                  <a:pt x="1162874" y="125029"/>
                  <a:pt x="1164695" y="123744"/>
                  <a:pt x="1166036" y="122666"/>
                </a:cubicBezTo>
                <a:lnTo>
                  <a:pt x="1166995" y="122666"/>
                </a:lnTo>
                <a:lnTo>
                  <a:pt x="1166995" y="142503"/>
                </a:lnTo>
                <a:close/>
                <a:moveTo>
                  <a:pt x="1287233" y="149116"/>
                </a:moveTo>
                <a:lnTo>
                  <a:pt x="1263467" y="149116"/>
                </a:lnTo>
                <a:lnTo>
                  <a:pt x="1220534" y="102212"/>
                </a:lnTo>
                <a:lnTo>
                  <a:pt x="1208842" y="113337"/>
                </a:lnTo>
                <a:lnTo>
                  <a:pt x="1208842" y="149116"/>
                </a:lnTo>
                <a:lnTo>
                  <a:pt x="1190825" y="149116"/>
                </a:lnTo>
                <a:lnTo>
                  <a:pt x="1190825" y="0"/>
                </a:lnTo>
                <a:lnTo>
                  <a:pt x="1208842" y="0"/>
                </a:lnTo>
                <a:lnTo>
                  <a:pt x="1208842" y="95593"/>
                </a:lnTo>
                <a:lnTo>
                  <a:pt x="1260879" y="41975"/>
                </a:lnTo>
                <a:lnTo>
                  <a:pt x="1283592" y="41975"/>
                </a:lnTo>
                <a:lnTo>
                  <a:pt x="1233854" y="91469"/>
                </a:lnTo>
                <a:lnTo>
                  <a:pt x="1287233" y="149116"/>
                </a:lnTo>
                <a:close/>
                <a:moveTo>
                  <a:pt x="1395786" y="97366"/>
                </a:moveTo>
                <a:lnTo>
                  <a:pt x="1316916" y="97366"/>
                </a:lnTo>
                <a:cubicBezTo>
                  <a:pt x="1316916" y="103963"/>
                  <a:pt x="1317906" y="109711"/>
                  <a:pt x="1319887" y="114610"/>
                </a:cubicBezTo>
                <a:cubicBezTo>
                  <a:pt x="1321867" y="119510"/>
                  <a:pt x="1324583" y="123529"/>
                  <a:pt x="1328033" y="126667"/>
                </a:cubicBezTo>
                <a:cubicBezTo>
                  <a:pt x="1331355" y="129742"/>
                  <a:pt x="1335300" y="132048"/>
                  <a:pt x="1339868" y="133585"/>
                </a:cubicBezTo>
                <a:cubicBezTo>
                  <a:pt x="1344436" y="135122"/>
                  <a:pt x="1349467" y="135891"/>
                  <a:pt x="1354962" y="135891"/>
                </a:cubicBezTo>
                <a:cubicBezTo>
                  <a:pt x="1362245" y="135891"/>
                  <a:pt x="1369576" y="134427"/>
                  <a:pt x="1376955" y="131498"/>
                </a:cubicBezTo>
                <a:cubicBezTo>
                  <a:pt x="1384334" y="128569"/>
                  <a:pt x="1389589" y="125689"/>
                  <a:pt x="1392720" y="122858"/>
                </a:cubicBezTo>
                <a:lnTo>
                  <a:pt x="1393678" y="122858"/>
                </a:lnTo>
                <a:lnTo>
                  <a:pt x="1393678" y="142569"/>
                </a:lnTo>
                <a:cubicBezTo>
                  <a:pt x="1387609" y="145133"/>
                  <a:pt x="1381411" y="147280"/>
                  <a:pt x="1375086" y="149011"/>
                </a:cubicBezTo>
                <a:cubicBezTo>
                  <a:pt x="1368762" y="150742"/>
                  <a:pt x="1362117" y="151608"/>
                  <a:pt x="1355153" y="151608"/>
                </a:cubicBezTo>
                <a:cubicBezTo>
                  <a:pt x="1337392" y="151608"/>
                  <a:pt x="1323528" y="146792"/>
                  <a:pt x="1313562" y="137161"/>
                </a:cubicBezTo>
                <a:cubicBezTo>
                  <a:pt x="1303595" y="127530"/>
                  <a:pt x="1298612" y="113849"/>
                  <a:pt x="1298612" y="96120"/>
                </a:cubicBezTo>
                <a:cubicBezTo>
                  <a:pt x="1298612" y="78587"/>
                  <a:pt x="1303388" y="64668"/>
                  <a:pt x="1312939" y="54364"/>
                </a:cubicBezTo>
                <a:cubicBezTo>
                  <a:pt x="1322490" y="44060"/>
                  <a:pt x="1335060" y="38908"/>
                  <a:pt x="1350649" y="38908"/>
                </a:cubicBezTo>
                <a:cubicBezTo>
                  <a:pt x="1365088" y="38908"/>
                  <a:pt x="1376220" y="43132"/>
                  <a:pt x="1384047" y="51579"/>
                </a:cubicBezTo>
                <a:cubicBezTo>
                  <a:pt x="1391873" y="60026"/>
                  <a:pt x="1395786" y="72025"/>
                  <a:pt x="1395786" y="87576"/>
                </a:cubicBezTo>
                <a:lnTo>
                  <a:pt x="1395786" y="97366"/>
                </a:lnTo>
                <a:moveTo>
                  <a:pt x="1378249" y="83566"/>
                </a:moveTo>
                <a:cubicBezTo>
                  <a:pt x="1378185" y="74111"/>
                  <a:pt x="1375805" y="66795"/>
                  <a:pt x="1371109" y="61621"/>
                </a:cubicBezTo>
                <a:cubicBezTo>
                  <a:pt x="1366414" y="56446"/>
                  <a:pt x="1359274" y="53858"/>
                  <a:pt x="1349691" y="53858"/>
                </a:cubicBezTo>
                <a:cubicBezTo>
                  <a:pt x="1340044" y="53858"/>
                  <a:pt x="1332361" y="56701"/>
                  <a:pt x="1326643" y="62387"/>
                </a:cubicBezTo>
                <a:cubicBezTo>
                  <a:pt x="1320925" y="68073"/>
                  <a:pt x="1317683" y="75133"/>
                  <a:pt x="1316916" y="83566"/>
                </a:cubicBezTo>
                <a:lnTo>
                  <a:pt x="1378249" y="83566"/>
                </a:lnTo>
                <a:close/>
                <a:moveTo>
                  <a:pt x="1515699" y="41975"/>
                </a:moveTo>
                <a:lnTo>
                  <a:pt x="1453216" y="188599"/>
                </a:lnTo>
                <a:lnTo>
                  <a:pt x="1433954" y="188599"/>
                </a:lnTo>
                <a:lnTo>
                  <a:pt x="1453887" y="143911"/>
                </a:lnTo>
                <a:lnTo>
                  <a:pt x="1411241" y="41975"/>
                </a:lnTo>
                <a:lnTo>
                  <a:pt x="1430791" y="41975"/>
                </a:lnTo>
                <a:lnTo>
                  <a:pt x="1463662" y="121324"/>
                </a:lnTo>
                <a:lnTo>
                  <a:pt x="1496820" y="41975"/>
                </a:lnTo>
                <a:lnTo>
                  <a:pt x="1515699" y="41975"/>
                </a:lnTo>
                <a:close/>
                <a:moveTo>
                  <a:pt x="1736453" y="149116"/>
                </a:moveTo>
                <a:lnTo>
                  <a:pt x="1717478" y="149116"/>
                </a:lnTo>
                <a:lnTo>
                  <a:pt x="1717478" y="26084"/>
                </a:lnTo>
                <a:lnTo>
                  <a:pt x="1677803" y="109824"/>
                </a:lnTo>
                <a:lnTo>
                  <a:pt x="1666495" y="109824"/>
                </a:lnTo>
                <a:lnTo>
                  <a:pt x="1627108" y="26084"/>
                </a:lnTo>
                <a:lnTo>
                  <a:pt x="1627108" y="149116"/>
                </a:lnTo>
                <a:lnTo>
                  <a:pt x="1609378" y="149116"/>
                </a:lnTo>
                <a:lnTo>
                  <a:pt x="1609378" y="6325"/>
                </a:lnTo>
                <a:lnTo>
                  <a:pt x="1635253" y="6325"/>
                </a:lnTo>
                <a:lnTo>
                  <a:pt x="1673299" y="85845"/>
                </a:lnTo>
                <a:lnTo>
                  <a:pt x="1710099" y="6325"/>
                </a:lnTo>
                <a:lnTo>
                  <a:pt x="1736453" y="6325"/>
                </a:lnTo>
                <a:lnTo>
                  <a:pt x="1736453" y="149116"/>
                </a:lnTo>
                <a:close/>
                <a:moveTo>
                  <a:pt x="1864364" y="95593"/>
                </a:moveTo>
                <a:cubicBezTo>
                  <a:pt x="1864364" y="113079"/>
                  <a:pt x="1859892" y="126882"/>
                  <a:pt x="1850948" y="137002"/>
                </a:cubicBezTo>
                <a:cubicBezTo>
                  <a:pt x="1842003" y="147122"/>
                  <a:pt x="1830024" y="152183"/>
                  <a:pt x="1815011" y="152183"/>
                </a:cubicBezTo>
                <a:cubicBezTo>
                  <a:pt x="1799869" y="152183"/>
                  <a:pt x="1787842" y="147122"/>
                  <a:pt x="1778930" y="137002"/>
                </a:cubicBezTo>
                <a:cubicBezTo>
                  <a:pt x="1770017" y="126882"/>
                  <a:pt x="1765561" y="113079"/>
                  <a:pt x="1765561" y="95593"/>
                </a:cubicBezTo>
                <a:cubicBezTo>
                  <a:pt x="1765561" y="78108"/>
                  <a:pt x="1770017" y="64289"/>
                  <a:pt x="1778930" y="54137"/>
                </a:cubicBezTo>
                <a:cubicBezTo>
                  <a:pt x="1787842" y="43984"/>
                  <a:pt x="1799869" y="38908"/>
                  <a:pt x="1815011" y="38908"/>
                </a:cubicBezTo>
                <a:cubicBezTo>
                  <a:pt x="1830024" y="38908"/>
                  <a:pt x="1842003" y="43984"/>
                  <a:pt x="1850948" y="54137"/>
                </a:cubicBezTo>
                <a:cubicBezTo>
                  <a:pt x="1859892" y="64289"/>
                  <a:pt x="1864364" y="78108"/>
                  <a:pt x="1864364" y="95593"/>
                </a:cubicBezTo>
                <a:moveTo>
                  <a:pt x="1845773" y="95593"/>
                </a:moveTo>
                <a:cubicBezTo>
                  <a:pt x="1845773" y="81745"/>
                  <a:pt x="1843058" y="71455"/>
                  <a:pt x="1837627" y="64723"/>
                </a:cubicBezTo>
                <a:cubicBezTo>
                  <a:pt x="1832197" y="57991"/>
                  <a:pt x="1824658" y="54625"/>
                  <a:pt x="1815011" y="54625"/>
                </a:cubicBezTo>
                <a:cubicBezTo>
                  <a:pt x="1805236" y="54625"/>
                  <a:pt x="1797649" y="57991"/>
                  <a:pt x="1792250" y="64723"/>
                </a:cubicBezTo>
                <a:cubicBezTo>
                  <a:pt x="1786852" y="71455"/>
                  <a:pt x="1784152" y="81745"/>
                  <a:pt x="1784152" y="95593"/>
                </a:cubicBezTo>
                <a:cubicBezTo>
                  <a:pt x="1784152" y="108994"/>
                  <a:pt x="1786868" y="119156"/>
                  <a:pt x="1792298" y="126080"/>
                </a:cubicBezTo>
                <a:cubicBezTo>
                  <a:pt x="1797729" y="133004"/>
                  <a:pt x="1805300" y="136466"/>
                  <a:pt x="1815011" y="136466"/>
                </a:cubicBezTo>
                <a:cubicBezTo>
                  <a:pt x="1824594" y="136466"/>
                  <a:pt x="1832117" y="133036"/>
                  <a:pt x="1837579" y="126176"/>
                </a:cubicBezTo>
                <a:cubicBezTo>
                  <a:pt x="1843042" y="119316"/>
                  <a:pt x="1845773" y="109122"/>
                  <a:pt x="1845773" y="95593"/>
                </a:cubicBezTo>
                <a:close/>
                <a:moveTo>
                  <a:pt x="1981268" y="149116"/>
                </a:moveTo>
                <a:lnTo>
                  <a:pt x="1963251" y="149116"/>
                </a:lnTo>
                <a:lnTo>
                  <a:pt x="1963251" y="137302"/>
                </a:lnTo>
                <a:cubicBezTo>
                  <a:pt x="1957182" y="142101"/>
                  <a:pt x="1951368" y="145782"/>
                  <a:pt x="1945810" y="148343"/>
                </a:cubicBezTo>
                <a:cubicBezTo>
                  <a:pt x="1940251" y="150903"/>
                  <a:pt x="1934118" y="152183"/>
                  <a:pt x="1927410" y="152183"/>
                </a:cubicBezTo>
                <a:cubicBezTo>
                  <a:pt x="1916165" y="152183"/>
                  <a:pt x="1907413" y="148743"/>
                  <a:pt x="1901151" y="141863"/>
                </a:cubicBezTo>
                <a:cubicBezTo>
                  <a:pt x="1894890" y="134983"/>
                  <a:pt x="1891760" y="124886"/>
                  <a:pt x="1891760" y="111573"/>
                </a:cubicBezTo>
                <a:lnTo>
                  <a:pt x="1891760" y="41975"/>
                </a:lnTo>
                <a:lnTo>
                  <a:pt x="1909776" y="41975"/>
                </a:lnTo>
                <a:lnTo>
                  <a:pt x="1909776" y="102987"/>
                </a:lnTo>
                <a:cubicBezTo>
                  <a:pt x="1909776" y="108424"/>
                  <a:pt x="1910032" y="113077"/>
                  <a:pt x="1910543" y="116946"/>
                </a:cubicBezTo>
                <a:cubicBezTo>
                  <a:pt x="1911054" y="120815"/>
                  <a:pt x="1912140" y="124124"/>
                  <a:pt x="1913801" y="126874"/>
                </a:cubicBezTo>
                <a:cubicBezTo>
                  <a:pt x="1915526" y="129689"/>
                  <a:pt x="1917762" y="131736"/>
                  <a:pt x="1920510" y="133016"/>
                </a:cubicBezTo>
                <a:cubicBezTo>
                  <a:pt x="1923257" y="134294"/>
                  <a:pt x="1927250" y="134933"/>
                  <a:pt x="1932489" y="134933"/>
                </a:cubicBezTo>
                <a:cubicBezTo>
                  <a:pt x="1937153" y="134933"/>
                  <a:pt x="1942248" y="133718"/>
                  <a:pt x="1947774" y="131288"/>
                </a:cubicBezTo>
                <a:cubicBezTo>
                  <a:pt x="1953301" y="128856"/>
                  <a:pt x="1958460" y="125755"/>
                  <a:pt x="1963251" y="121983"/>
                </a:cubicBezTo>
                <a:lnTo>
                  <a:pt x="1963251" y="41975"/>
                </a:lnTo>
                <a:lnTo>
                  <a:pt x="1981268" y="41975"/>
                </a:lnTo>
                <a:lnTo>
                  <a:pt x="1981268" y="149116"/>
                </a:lnTo>
                <a:close/>
                <a:moveTo>
                  <a:pt x="2093303" y="118192"/>
                </a:moveTo>
                <a:cubicBezTo>
                  <a:pt x="2093303" y="127959"/>
                  <a:pt x="2089262" y="135970"/>
                  <a:pt x="2081180" y="142225"/>
                </a:cubicBezTo>
                <a:cubicBezTo>
                  <a:pt x="2073098" y="148480"/>
                  <a:pt x="2062061" y="151608"/>
                  <a:pt x="2048070" y="151608"/>
                </a:cubicBezTo>
                <a:cubicBezTo>
                  <a:pt x="2040148" y="151608"/>
                  <a:pt x="2032880" y="150662"/>
                  <a:pt x="2026268" y="148772"/>
                </a:cubicBezTo>
                <a:cubicBezTo>
                  <a:pt x="2019655" y="146881"/>
                  <a:pt x="2014113" y="144813"/>
                  <a:pt x="2009641" y="142569"/>
                </a:cubicBezTo>
                <a:lnTo>
                  <a:pt x="2009641" y="122283"/>
                </a:lnTo>
                <a:lnTo>
                  <a:pt x="2010599" y="122283"/>
                </a:lnTo>
                <a:cubicBezTo>
                  <a:pt x="2016285" y="126621"/>
                  <a:pt x="2022610" y="130070"/>
                  <a:pt x="2029574" y="132630"/>
                </a:cubicBezTo>
                <a:cubicBezTo>
                  <a:pt x="2036538" y="135187"/>
                  <a:pt x="2043214" y="136466"/>
                  <a:pt x="2049603" y="136466"/>
                </a:cubicBezTo>
                <a:cubicBezTo>
                  <a:pt x="2057525" y="136466"/>
                  <a:pt x="2063723" y="135183"/>
                  <a:pt x="2068195" y="132618"/>
                </a:cubicBezTo>
                <a:cubicBezTo>
                  <a:pt x="2072667" y="130050"/>
                  <a:pt x="2074903" y="126007"/>
                  <a:pt x="2074903" y="120489"/>
                </a:cubicBezTo>
                <a:cubicBezTo>
                  <a:pt x="2074903" y="116276"/>
                  <a:pt x="2073689" y="113085"/>
                  <a:pt x="2071261" y="110915"/>
                </a:cubicBezTo>
                <a:cubicBezTo>
                  <a:pt x="2068834" y="108744"/>
                  <a:pt x="2064170" y="106893"/>
                  <a:pt x="2057270" y="105359"/>
                </a:cubicBezTo>
                <a:cubicBezTo>
                  <a:pt x="2054714" y="104786"/>
                  <a:pt x="2051376" y="104116"/>
                  <a:pt x="2047255" y="103350"/>
                </a:cubicBezTo>
                <a:cubicBezTo>
                  <a:pt x="2043134" y="102583"/>
                  <a:pt x="2039381" y="101754"/>
                  <a:pt x="2035995" y="100861"/>
                </a:cubicBezTo>
                <a:cubicBezTo>
                  <a:pt x="2026603" y="98371"/>
                  <a:pt x="2019943" y="94717"/>
                  <a:pt x="2016014" y="89897"/>
                </a:cubicBezTo>
                <a:cubicBezTo>
                  <a:pt x="2012085" y="85078"/>
                  <a:pt x="2010120" y="79157"/>
                  <a:pt x="2010120" y="72135"/>
                </a:cubicBezTo>
                <a:cubicBezTo>
                  <a:pt x="2010120" y="67731"/>
                  <a:pt x="2011030" y="63582"/>
                  <a:pt x="2012851" y="59689"/>
                </a:cubicBezTo>
                <a:cubicBezTo>
                  <a:pt x="2014672" y="55794"/>
                  <a:pt x="2017435" y="52314"/>
                  <a:pt x="2021141" y="49249"/>
                </a:cubicBezTo>
                <a:cubicBezTo>
                  <a:pt x="2024719" y="46250"/>
                  <a:pt x="2029271" y="43873"/>
                  <a:pt x="2034797" y="42119"/>
                </a:cubicBezTo>
                <a:cubicBezTo>
                  <a:pt x="2040323" y="40362"/>
                  <a:pt x="2046505" y="39483"/>
                  <a:pt x="2053341" y="39483"/>
                </a:cubicBezTo>
                <a:cubicBezTo>
                  <a:pt x="2059730" y="39483"/>
                  <a:pt x="2066198" y="40263"/>
                  <a:pt x="2072747" y="41822"/>
                </a:cubicBezTo>
                <a:cubicBezTo>
                  <a:pt x="2079295" y="43381"/>
                  <a:pt x="2084742" y="45276"/>
                  <a:pt x="2089086" y="47506"/>
                </a:cubicBezTo>
                <a:lnTo>
                  <a:pt x="2089086" y="66700"/>
                </a:lnTo>
                <a:lnTo>
                  <a:pt x="2088128" y="66700"/>
                </a:lnTo>
                <a:cubicBezTo>
                  <a:pt x="2083528" y="63314"/>
                  <a:pt x="2077938" y="60455"/>
                  <a:pt x="2071357" y="58123"/>
                </a:cubicBezTo>
                <a:cubicBezTo>
                  <a:pt x="2064777" y="55791"/>
                  <a:pt x="2058324" y="54625"/>
                  <a:pt x="2051999" y="54625"/>
                </a:cubicBezTo>
                <a:cubicBezTo>
                  <a:pt x="2045418" y="54625"/>
                  <a:pt x="2039860" y="55893"/>
                  <a:pt x="2035324" y="58428"/>
                </a:cubicBezTo>
                <a:cubicBezTo>
                  <a:pt x="2030788" y="60964"/>
                  <a:pt x="2028520" y="64734"/>
                  <a:pt x="2028520" y="69739"/>
                </a:cubicBezTo>
                <a:cubicBezTo>
                  <a:pt x="2028520" y="74144"/>
                  <a:pt x="2029894" y="77463"/>
                  <a:pt x="2032641" y="79697"/>
                </a:cubicBezTo>
                <a:cubicBezTo>
                  <a:pt x="2035324" y="81931"/>
                  <a:pt x="2039669" y="83751"/>
                  <a:pt x="2045674" y="85156"/>
                </a:cubicBezTo>
                <a:cubicBezTo>
                  <a:pt x="2048996" y="85923"/>
                  <a:pt x="2052718" y="86690"/>
                  <a:pt x="2056839" y="87456"/>
                </a:cubicBezTo>
                <a:cubicBezTo>
                  <a:pt x="2060959" y="88221"/>
                  <a:pt x="2064393" y="88923"/>
                  <a:pt x="2067141" y="89562"/>
                </a:cubicBezTo>
                <a:cubicBezTo>
                  <a:pt x="2075510" y="91476"/>
                  <a:pt x="2081963" y="94764"/>
                  <a:pt x="2086499" y="99424"/>
                </a:cubicBezTo>
                <a:cubicBezTo>
                  <a:pt x="2091035" y="104147"/>
                  <a:pt x="2093303" y="110403"/>
                  <a:pt x="2093303" y="118192"/>
                </a:cubicBezTo>
                <a:close/>
                <a:moveTo>
                  <a:pt x="2208654" y="97366"/>
                </a:moveTo>
                <a:lnTo>
                  <a:pt x="2129783" y="97366"/>
                </a:lnTo>
                <a:cubicBezTo>
                  <a:pt x="2129783" y="103963"/>
                  <a:pt x="2130774" y="109711"/>
                  <a:pt x="2132754" y="114610"/>
                </a:cubicBezTo>
                <a:cubicBezTo>
                  <a:pt x="2134735" y="119510"/>
                  <a:pt x="2137450" y="123529"/>
                  <a:pt x="2140900" y="126667"/>
                </a:cubicBezTo>
                <a:cubicBezTo>
                  <a:pt x="2144222" y="129742"/>
                  <a:pt x="2148167" y="132048"/>
                  <a:pt x="2152735" y="133585"/>
                </a:cubicBezTo>
                <a:cubicBezTo>
                  <a:pt x="2157303" y="135122"/>
                  <a:pt x="2162334" y="135891"/>
                  <a:pt x="2167829" y="135891"/>
                </a:cubicBezTo>
                <a:cubicBezTo>
                  <a:pt x="2175112" y="135891"/>
                  <a:pt x="2182443" y="134427"/>
                  <a:pt x="2189823" y="131498"/>
                </a:cubicBezTo>
                <a:cubicBezTo>
                  <a:pt x="2197202" y="128569"/>
                  <a:pt x="2202457" y="125689"/>
                  <a:pt x="2205587" y="122858"/>
                </a:cubicBezTo>
                <a:lnTo>
                  <a:pt x="2206545" y="122858"/>
                </a:lnTo>
                <a:lnTo>
                  <a:pt x="2206545" y="142569"/>
                </a:lnTo>
                <a:cubicBezTo>
                  <a:pt x="2200476" y="145133"/>
                  <a:pt x="2194279" y="147280"/>
                  <a:pt x="2187954" y="149011"/>
                </a:cubicBezTo>
                <a:cubicBezTo>
                  <a:pt x="2181629" y="150742"/>
                  <a:pt x="2174984" y="151608"/>
                  <a:pt x="2168021" y="151608"/>
                </a:cubicBezTo>
                <a:cubicBezTo>
                  <a:pt x="2150260" y="151608"/>
                  <a:pt x="2136396" y="146792"/>
                  <a:pt x="2126429" y="137161"/>
                </a:cubicBezTo>
                <a:cubicBezTo>
                  <a:pt x="2116463" y="127530"/>
                  <a:pt x="2111479" y="113849"/>
                  <a:pt x="2111479" y="96120"/>
                </a:cubicBezTo>
                <a:cubicBezTo>
                  <a:pt x="2111479" y="78587"/>
                  <a:pt x="2116255" y="64668"/>
                  <a:pt x="2125806" y="54364"/>
                </a:cubicBezTo>
                <a:cubicBezTo>
                  <a:pt x="2135358" y="44060"/>
                  <a:pt x="2147928" y="38908"/>
                  <a:pt x="2163516" y="38908"/>
                </a:cubicBezTo>
                <a:cubicBezTo>
                  <a:pt x="2177955" y="38908"/>
                  <a:pt x="2189088" y="43132"/>
                  <a:pt x="2196914" y="51579"/>
                </a:cubicBezTo>
                <a:cubicBezTo>
                  <a:pt x="2204741" y="60026"/>
                  <a:pt x="2208654" y="72025"/>
                  <a:pt x="2208654" y="87576"/>
                </a:cubicBezTo>
                <a:lnTo>
                  <a:pt x="2208654" y="97366"/>
                </a:lnTo>
                <a:moveTo>
                  <a:pt x="2191116" y="83566"/>
                </a:moveTo>
                <a:cubicBezTo>
                  <a:pt x="2191052" y="74111"/>
                  <a:pt x="2188673" y="66795"/>
                  <a:pt x="2183977" y="61621"/>
                </a:cubicBezTo>
                <a:cubicBezTo>
                  <a:pt x="2179281" y="56446"/>
                  <a:pt x="2172141" y="53858"/>
                  <a:pt x="2162558" y="53858"/>
                </a:cubicBezTo>
                <a:cubicBezTo>
                  <a:pt x="2152911" y="53858"/>
                  <a:pt x="2145228" y="56701"/>
                  <a:pt x="2139510" y="62387"/>
                </a:cubicBezTo>
                <a:cubicBezTo>
                  <a:pt x="2133792" y="68073"/>
                  <a:pt x="2130550" y="75133"/>
                  <a:pt x="2129783" y="83566"/>
                </a:cubicBezTo>
                <a:lnTo>
                  <a:pt x="2191116" y="835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870f85a4e4984"/>
          <a:stretch xmlns:a="http://schemas.openxmlformats.org/drawingml/2006/main"/>
        </p:blipFill>
        <p:spPr>
          <a:xfrm xmlns:a="http://schemas.openxmlformats.org/drawingml/2006/main">
            <a:off x="1668432" y="1404687"/>
            <a:ext cx="463187" cy="463187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d056a4ed9467c"/>
          <a:stretch xmlns:a="http://schemas.openxmlformats.org/drawingml/2006/main"/>
        </p:blipFill>
        <p:spPr>
          <a:xfrm xmlns:a="http://schemas.openxmlformats.org/drawingml/2006/main">
            <a:off x="2131618" y="1404687"/>
            <a:ext cx="463187" cy="463187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1b0a6ad1443b7"/>
          <a:stretch xmlns:a="http://schemas.openxmlformats.org/drawingml/2006/main"/>
        </p:blipFill>
        <p:spPr>
          <a:xfrm xmlns:a="http://schemas.openxmlformats.org/drawingml/2006/main">
            <a:off x="2594806" y="1404687"/>
            <a:ext cx="463187" cy="463187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6b17b479a4395"/>
          <a:stretch xmlns:a="http://schemas.openxmlformats.org/drawingml/2006/main"/>
        </p:blipFill>
        <p:spPr>
          <a:xfrm xmlns:a="http://schemas.openxmlformats.org/drawingml/2006/main">
            <a:off x="3056030" y="1404687"/>
            <a:ext cx="463187" cy="463187"/>
          </a:xfrm>
          <a:prstGeom xmlns:a="http://schemas.openxmlformats.org/drawingml/2006/main" prst="rect">
            <a:avLst/>
          </a:prstGeom>
        </p:spPr>
      </p:pic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9E615-A854-482D-AA33-757A2FE8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1" y="1628430"/>
            <a:ext cx="465150" cy="405125"/>
          </a:xfrm>
          <a:custGeom xmlns:a="http://schemas.openxmlformats.org/drawingml/2006/main">
            <a:pathLst>
              <a:path w="465150" h="405125">
                <a:moveTo>
                  <a:pt x="0" y="0"/>
                </a:moveTo>
                <a:cubicBezTo>
                  <a:pt x="491" y="31419"/>
                  <a:pt x="104282" y="57359"/>
                  <a:pt x="232329" y="57359"/>
                </a:cubicBezTo>
                <a:cubicBezTo>
                  <a:pt x="360376" y="57359"/>
                  <a:pt x="464168" y="31419"/>
                  <a:pt x="465150" y="0"/>
                </a:cubicBezTo>
                <a:lnTo>
                  <a:pt x="465150" y="347390"/>
                </a:lnTo>
                <a:cubicBezTo>
                  <a:pt x="464168" y="379169"/>
                  <a:pt x="360376" y="405125"/>
                  <a:pt x="232329" y="405125"/>
                </a:cubicBezTo>
                <a:cubicBezTo>
                  <a:pt x="104282" y="405125"/>
                  <a:pt x="491" y="379169"/>
                  <a:pt x="0" y="347390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67092dfeb436d"/>
          <a:stretch xmlns:a="http://schemas.openxmlformats.org/drawingml/2006/main"/>
        </p:blipFill>
        <p:spPr>
          <a:xfrm xmlns:a="http://schemas.openxmlformats.org/drawingml/2006/main">
            <a:off x="496726" y="1565753"/>
            <a:ext cx="473000" cy="123391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db140b0f5412b"/>
          <a:stretch xmlns:a="http://schemas.openxmlformats.org/drawingml/2006/main"/>
        </p:blipFill>
        <p:spPr>
          <a:xfrm xmlns:a="http://schemas.openxmlformats.org/drawingml/2006/main">
            <a:off x="481515" y="1550251"/>
            <a:ext cx="502931" cy="502931"/>
          </a:xfrm>
          <a:prstGeom xmlns:a="http://schemas.openxmlformats.org/drawingml/2006/main" prst="rect">
            <a:avLst/>
          </a:prstGeom>
        </p:spPr>
      </p:pic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EEBEC-997E-4786-A436-026034F7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279" y="1322910"/>
            <a:ext cx="2798421" cy="956795"/>
          </a:xfrm>
          <a:custGeom xmlns:a="http://schemas.openxmlformats.org/drawingml/2006/main">
            <a:pathLst>
              <a:path w="2798421" h="956795">
                <a:moveTo>
                  <a:pt x="0" y="956795"/>
                </a:moveTo>
                <a:lnTo>
                  <a:pt x="2798421" y="956795"/>
                </a:lnTo>
                <a:lnTo>
                  <a:pt x="2798421" y="0"/>
                </a:lnTo>
                <a:lnTo>
                  <a:pt x="0" y="0"/>
                </a:lnTo>
                <a:lnTo>
                  <a:pt x="0" y="956795"/>
                </a:lnTo>
                <a:close/>
                <a:moveTo>
                  <a:pt x="2782066" y="940440"/>
                </a:moveTo>
                <a:lnTo>
                  <a:pt x="16355" y="940440"/>
                </a:lnTo>
                <a:lnTo>
                  <a:pt x="16355" y="16355"/>
                </a:lnTo>
                <a:lnTo>
                  <a:pt x="2782066" y="16355"/>
                </a:lnTo>
                <a:lnTo>
                  <a:pt x="2782066" y="940440"/>
                </a:lnTo>
                <a:close/>
              </a:path>
            </a:pathLst>
          </a:custGeom>
          <a:solidFill xmlns:a="http://schemas.openxmlformats.org/drawingml/2006/main">
            <a:srgbClr val="41719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Image:">
            <a:extLst xmlns:a="http://schemas.openxmlformats.org/drawingml/2006/main">
              <a:ext uri="{FF2B5EF4-FFF2-40B4-BE49-F238E27FC236}">
                <a16:creationId xmlns:a16="http://schemas.microsoft.com/office/drawing/2014/main" id="{1EC4456D-93A9-4F35-9F27-8E057546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345" y="1500686"/>
            <a:ext cx="673437" cy="183424"/>
          </a:xfrm>
          <a:custGeom xmlns:a="http://schemas.openxmlformats.org/drawingml/2006/main">
            <a:pathLst>
              <a:path w="673437" h="183424">
                <a:moveTo>
                  <a:pt x="56350" y="142791"/>
                </a:moveTo>
                <a:lnTo>
                  <a:pt x="0" y="142791"/>
                </a:lnTo>
                <a:lnTo>
                  <a:pt x="0" y="128224"/>
                </a:lnTo>
                <a:lnTo>
                  <a:pt x="18687" y="128224"/>
                </a:lnTo>
                <a:lnTo>
                  <a:pt x="18687" y="14567"/>
                </a:lnTo>
                <a:lnTo>
                  <a:pt x="0" y="14567"/>
                </a:lnTo>
                <a:lnTo>
                  <a:pt x="0" y="0"/>
                </a:lnTo>
                <a:lnTo>
                  <a:pt x="56350" y="0"/>
                </a:lnTo>
                <a:lnTo>
                  <a:pt x="56350" y="14567"/>
                </a:lnTo>
                <a:lnTo>
                  <a:pt x="37662" y="14567"/>
                </a:lnTo>
                <a:lnTo>
                  <a:pt x="37662" y="128224"/>
                </a:lnTo>
                <a:lnTo>
                  <a:pt x="56350" y="128224"/>
                </a:lnTo>
                <a:lnTo>
                  <a:pt x="56350" y="142791"/>
                </a:lnTo>
                <a:close/>
                <a:moveTo>
                  <a:pt x="243402" y="142791"/>
                </a:moveTo>
                <a:lnTo>
                  <a:pt x="225386" y="142791"/>
                </a:lnTo>
                <a:lnTo>
                  <a:pt x="225386" y="81778"/>
                </a:lnTo>
                <a:cubicBezTo>
                  <a:pt x="225386" y="77174"/>
                  <a:pt x="225178" y="72730"/>
                  <a:pt x="224763" y="68446"/>
                </a:cubicBezTo>
                <a:cubicBezTo>
                  <a:pt x="224348" y="64159"/>
                  <a:pt x="223469" y="60737"/>
                  <a:pt x="222128" y="58180"/>
                </a:cubicBezTo>
                <a:cubicBezTo>
                  <a:pt x="220658" y="55428"/>
                  <a:pt x="218550" y="53350"/>
                  <a:pt x="215803" y="51944"/>
                </a:cubicBezTo>
                <a:cubicBezTo>
                  <a:pt x="213055" y="50537"/>
                  <a:pt x="209094" y="49833"/>
                  <a:pt x="203919" y="49833"/>
                </a:cubicBezTo>
                <a:cubicBezTo>
                  <a:pt x="198872" y="49833"/>
                  <a:pt x="193825" y="51097"/>
                  <a:pt x="188778" y="53624"/>
                </a:cubicBezTo>
                <a:cubicBezTo>
                  <a:pt x="183731" y="56150"/>
                  <a:pt x="178683" y="59363"/>
                  <a:pt x="173636" y="63265"/>
                </a:cubicBezTo>
                <a:cubicBezTo>
                  <a:pt x="173828" y="64734"/>
                  <a:pt x="173987" y="66444"/>
                  <a:pt x="174115" y="68395"/>
                </a:cubicBezTo>
                <a:cubicBezTo>
                  <a:pt x="174243" y="70345"/>
                  <a:pt x="174307" y="72280"/>
                  <a:pt x="174307" y="74199"/>
                </a:cubicBezTo>
                <a:lnTo>
                  <a:pt x="174307" y="142791"/>
                </a:lnTo>
                <a:lnTo>
                  <a:pt x="156290" y="142791"/>
                </a:lnTo>
                <a:lnTo>
                  <a:pt x="156290" y="81778"/>
                </a:lnTo>
                <a:cubicBezTo>
                  <a:pt x="156290" y="77047"/>
                  <a:pt x="156083" y="72554"/>
                  <a:pt x="155667" y="68302"/>
                </a:cubicBezTo>
                <a:cubicBezTo>
                  <a:pt x="155252" y="64047"/>
                  <a:pt x="154374" y="60641"/>
                  <a:pt x="153032" y="58084"/>
                </a:cubicBezTo>
                <a:cubicBezTo>
                  <a:pt x="151563" y="55332"/>
                  <a:pt x="149454" y="53270"/>
                  <a:pt x="146707" y="51896"/>
                </a:cubicBezTo>
                <a:cubicBezTo>
                  <a:pt x="143960" y="50521"/>
                  <a:pt x="139999" y="49833"/>
                  <a:pt x="134824" y="49833"/>
                </a:cubicBezTo>
                <a:cubicBezTo>
                  <a:pt x="129904" y="49833"/>
                  <a:pt x="124969" y="51049"/>
                  <a:pt x="120018" y="53481"/>
                </a:cubicBezTo>
                <a:cubicBezTo>
                  <a:pt x="115066" y="55910"/>
                  <a:pt x="110131" y="59011"/>
                  <a:pt x="105211" y="62783"/>
                </a:cubicBezTo>
                <a:lnTo>
                  <a:pt x="105211" y="142791"/>
                </a:lnTo>
                <a:lnTo>
                  <a:pt x="87195" y="142791"/>
                </a:lnTo>
                <a:lnTo>
                  <a:pt x="87195" y="35650"/>
                </a:lnTo>
                <a:lnTo>
                  <a:pt x="105211" y="35650"/>
                </a:lnTo>
                <a:lnTo>
                  <a:pt x="105211" y="47545"/>
                </a:lnTo>
                <a:cubicBezTo>
                  <a:pt x="110834" y="42847"/>
                  <a:pt x="116440" y="39180"/>
                  <a:pt x="122030" y="36542"/>
                </a:cubicBezTo>
                <a:cubicBezTo>
                  <a:pt x="127620" y="33903"/>
                  <a:pt x="133578" y="32583"/>
                  <a:pt x="139903" y="32583"/>
                </a:cubicBezTo>
                <a:cubicBezTo>
                  <a:pt x="147186" y="32583"/>
                  <a:pt x="153367" y="34126"/>
                  <a:pt x="158447" y="37213"/>
                </a:cubicBezTo>
                <a:cubicBezTo>
                  <a:pt x="163526" y="40298"/>
                  <a:pt x="167311" y="44572"/>
                  <a:pt x="169803" y="50037"/>
                </a:cubicBezTo>
                <a:cubicBezTo>
                  <a:pt x="177086" y="43865"/>
                  <a:pt x="183731" y="39414"/>
                  <a:pt x="189736" y="36683"/>
                </a:cubicBezTo>
                <a:cubicBezTo>
                  <a:pt x="195742" y="33950"/>
                  <a:pt x="202162" y="32583"/>
                  <a:pt x="208998" y="32583"/>
                </a:cubicBezTo>
                <a:cubicBezTo>
                  <a:pt x="220754" y="32583"/>
                  <a:pt x="229427" y="36151"/>
                  <a:pt x="235017" y="43287"/>
                </a:cubicBezTo>
                <a:cubicBezTo>
                  <a:pt x="240607" y="50422"/>
                  <a:pt x="243402" y="60391"/>
                  <a:pt x="243402" y="73192"/>
                </a:cubicBezTo>
                <a:lnTo>
                  <a:pt x="243402" y="142791"/>
                </a:lnTo>
                <a:close/>
                <a:moveTo>
                  <a:pt x="360919" y="142791"/>
                </a:moveTo>
                <a:lnTo>
                  <a:pt x="342998" y="142791"/>
                </a:lnTo>
                <a:lnTo>
                  <a:pt x="342998" y="131465"/>
                </a:lnTo>
                <a:cubicBezTo>
                  <a:pt x="341401" y="132553"/>
                  <a:pt x="339245" y="134072"/>
                  <a:pt x="336530" y="136023"/>
                </a:cubicBezTo>
                <a:cubicBezTo>
                  <a:pt x="333814" y="137973"/>
                  <a:pt x="331179" y="139525"/>
                  <a:pt x="328623" y="140677"/>
                </a:cubicBezTo>
                <a:cubicBezTo>
                  <a:pt x="325621" y="142148"/>
                  <a:pt x="322171" y="143379"/>
                  <a:pt x="318273" y="144369"/>
                </a:cubicBezTo>
                <a:cubicBezTo>
                  <a:pt x="314376" y="145361"/>
                  <a:pt x="309808" y="145858"/>
                  <a:pt x="304569" y="145858"/>
                </a:cubicBezTo>
                <a:cubicBezTo>
                  <a:pt x="294922" y="145858"/>
                  <a:pt x="286744" y="142659"/>
                  <a:pt x="280036" y="136262"/>
                </a:cubicBezTo>
                <a:cubicBezTo>
                  <a:pt x="273328" y="129865"/>
                  <a:pt x="269974" y="121709"/>
                  <a:pt x="269974" y="111792"/>
                </a:cubicBezTo>
                <a:cubicBezTo>
                  <a:pt x="269974" y="103668"/>
                  <a:pt x="271715" y="97096"/>
                  <a:pt x="275197" y="92074"/>
                </a:cubicBezTo>
                <a:cubicBezTo>
                  <a:pt x="278678" y="87051"/>
                  <a:pt x="283646" y="83101"/>
                  <a:pt x="290099" y="80224"/>
                </a:cubicBezTo>
                <a:cubicBezTo>
                  <a:pt x="296615" y="77345"/>
                  <a:pt x="304442" y="75394"/>
                  <a:pt x="313578" y="74369"/>
                </a:cubicBezTo>
                <a:cubicBezTo>
                  <a:pt x="322714" y="73345"/>
                  <a:pt x="332521" y="72577"/>
                  <a:pt x="342998" y="72066"/>
                </a:cubicBezTo>
                <a:lnTo>
                  <a:pt x="342998" y="69263"/>
                </a:lnTo>
                <a:cubicBezTo>
                  <a:pt x="342998" y="65140"/>
                  <a:pt x="342280" y="61726"/>
                  <a:pt x="340842" y="59021"/>
                </a:cubicBezTo>
                <a:cubicBezTo>
                  <a:pt x="339405" y="56316"/>
                  <a:pt x="337344" y="54189"/>
                  <a:pt x="334661" y="52642"/>
                </a:cubicBezTo>
                <a:cubicBezTo>
                  <a:pt x="332105" y="51161"/>
                  <a:pt x="329039" y="50163"/>
                  <a:pt x="325461" y="49647"/>
                </a:cubicBezTo>
                <a:cubicBezTo>
                  <a:pt x="321883" y="49132"/>
                  <a:pt x="318146" y="48875"/>
                  <a:pt x="314248" y="48875"/>
                </a:cubicBezTo>
                <a:cubicBezTo>
                  <a:pt x="309521" y="48875"/>
                  <a:pt x="304250" y="49515"/>
                  <a:pt x="298436" y="50794"/>
                </a:cubicBezTo>
                <a:cubicBezTo>
                  <a:pt x="292622" y="52072"/>
                  <a:pt x="286617" y="53924"/>
                  <a:pt x="280419" y="56350"/>
                </a:cubicBezTo>
                <a:lnTo>
                  <a:pt x="279461" y="56350"/>
                </a:lnTo>
                <a:lnTo>
                  <a:pt x="279461" y="38046"/>
                </a:lnTo>
                <a:cubicBezTo>
                  <a:pt x="282975" y="37087"/>
                  <a:pt x="288054" y="36033"/>
                  <a:pt x="294699" y="34883"/>
                </a:cubicBezTo>
                <a:cubicBezTo>
                  <a:pt x="301343" y="33733"/>
                  <a:pt x="307892" y="33158"/>
                  <a:pt x="314344" y="33158"/>
                </a:cubicBezTo>
                <a:cubicBezTo>
                  <a:pt x="321883" y="33158"/>
                  <a:pt x="328448" y="33781"/>
                  <a:pt x="334038" y="35027"/>
                </a:cubicBezTo>
                <a:cubicBezTo>
                  <a:pt x="339628" y="36273"/>
                  <a:pt x="344468" y="38397"/>
                  <a:pt x="348557" y="41400"/>
                </a:cubicBezTo>
                <a:cubicBezTo>
                  <a:pt x="352582" y="44339"/>
                  <a:pt x="355648" y="48140"/>
                  <a:pt x="357757" y="52804"/>
                </a:cubicBezTo>
                <a:cubicBezTo>
                  <a:pt x="359865" y="57468"/>
                  <a:pt x="360919" y="63250"/>
                  <a:pt x="360919" y="70150"/>
                </a:cubicBezTo>
                <a:lnTo>
                  <a:pt x="360919" y="142791"/>
                </a:lnTo>
                <a:moveTo>
                  <a:pt x="342998" y="116572"/>
                </a:moveTo>
                <a:lnTo>
                  <a:pt x="342998" y="86633"/>
                </a:lnTo>
                <a:cubicBezTo>
                  <a:pt x="337504" y="86954"/>
                  <a:pt x="331035" y="87436"/>
                  <a:pt x="323592" y="88079"/>
                </a:cubicBezTo>
                <a:cubicBezTo>
                  <a:pt x="316149" y="88720"/>
                  <a:pt x="310255" y="89650"/>
                  <a:pt x="305911" y="90868"/>
                </a:cubicBezTo>
                <a:cubicBezTo>
                  <a:pt x="300736" y="92345"/>
                  <a:pt x="296551" y="94640"/>
                  <a:pt x="293357" y="97753"/>
                </a:cubicBezTo>
                <a:cubicBezTo>
                  <a:pt x="290162" y="100865"/>
                  <a:pt x="288565" y="105149"/>
                  <a:pt x="288565" y="110603"/>
                </a:cubicBezTo>
                <a:cubicBezTo>
                  <a:pt x="288565" y="116764"/>
                  <a:pt x="290418" y="121401"/>
                  <a:pt x="294124" y="124514"/>
                </a:cubicBezTo>
                <a:cubicBezTo>
                  <a:pt x="297829" y="127626"/>
                  <a:pt x="303483" y="129183"/>
                  <a:pt x="311086" y="129183"/>
                </a:cubicBezTo>
                <a:cubicBezTo>
                  <a:pt x="317411" y="129183"/>
                  <a:pt x="323193" y="127948"/>
                  <a:pt x="328432" y="125478"/>
                </a:cubicBezTo>
                <a:cubicBezTo>
                  <a:pt x="333671" y="123006"/>
                  <a:pt x="338526" y="120038"/>
                  <a:pt x="342998" y="116572"/>
                </a:cubicBezTo>
                <a:close/>
                <a:moveTo>
                  <a:pt x="482321" y="130647"/>
                </a:moveTo>
                <a:cubicBezTo>
                  <a:pt x="482321" y="148815"/>
                  <a:pt x="478200" y="162153"/>
                  <a:pt x="469958" y="170660"/>
                </a:cubicBezTo>
                <a:cubicBezTo>
                  <a:pt x="461716" y="179169"/>
                  <a:pt x="449035" y="183424"/>
                  <a:pt x="431912" y="183424"/>
                </a:cubicBezTo>
                <a:cubicBezTo>
                  <a:pt x="426226" y="183424"/>
                  <a:pt x="420684" y="183025"/>
                  <a:pt x="415285" y="182226"/>
                </a:cubicBezTo>
                <a:cubicBezTo>
                  <a:pt x="409887" y="181428"/>
                  <a:pt x="404568" y="180294"/>
                  <a:pt x="399329" y="178824"/>
                </a:cubicBezTo>
                <a:lnTo>
                  <a:pt x="399329" y="160424"/>
                </a:lnTo>
                <a:lnTo>
                  <a:pt x="400288" y="160424"/>
                </a:lnTo>
                <a:cubicBezTo>
                  <a:pt x="403226" y="161558"/>
                  <a:pt x="407890" y="162960"/>
                  <a:pt x="414279" y="164629"/>
                </a:cubicBezTo>
                <a:cubicBezTo>
                  <a:pt x="420668" y="166298"/>
                  <a:pt x="427057" y="167132"/>
                  <a:pt x="433446" y="167132"/>
                </a:cubicBezTo>
                <a:cubicBezTo>
                  <a:pt x="439579" y="167132"/>
                  <a:pt x="444658" y="166399"/>
                  <a:pt x="448683" y="164931"/>
                </a:cubicBezTo>
                <a:cubicBezTo>
                  <a:pt x="452708" y="163464"/>
                  <a:pt x="455839" y="161423"/>
                  <a:pt x="458075" y="158810"/>
                </a:cubicBezTo>
                <a:cubicBezTo>
                  <a:pt x="460311" y="156322"/>
                  <a:pt x="461908" y="153324"/>
                  <a:pt x="462866" y="149814"/>
                </a:cubicBezTo>
                <a:cubicBezTo>
                  <a:pt x="463825" y="146306"/>
                  <a:pt x="464304" y="142384"/>
                  <a:pt x="464304" y="138047"/>
                </a:cubicBezTo>
                <a:lnTo>
                  <a:pt x="464304" y="128287"/>
                </a:lnTo>
                <a:cubicBezTo>
                  <a:pt x="458873" y="132644"/>
                  <a:pt x="453682" y="135895"/>
                  <a:pt x="448731" y="138041"/>
                </a:cubicBezTo>
                <a:cubicBezTo>
                  <a:pt x="443780" y="140185"/>
                  <a:pt x="437471" y="141258"/>
                  <a:pt x="429804" y="141258"/>
                </a:cubicBezTo>
                <a:cubicBezTo>
                  <a:pt x="417026" y="141258"/>
                  <a:pt x="406884" y="136630"/>
                  <a:pt x="399377" y="127374"/>
                </a:cubicBezTo>
                <a:cubicBezTo>
                  <a:pt x="391870" y="118116"/>
                  <a:pt x="388117" y="105064"/>
                  <a:pt x="388117" y="88217"/>
                </a:cubicBezTo>
                <a:cubicBezTo>
                  <a:pt x="388117" y="78993"/>
                  <a:pt x="389411" y="71034"/>
                  <a:pt x="391998" y="64340"/>
                </a:cubicBezTo>
                <a:cubicBezTo>
                  <a:pt x="394586" y="57645"/>
                  <a:pt x="398115" y="51865"/>
                  <a:pt x="402588" y="46997"/>
                </a:cubicBezTo>
                <a:cubicBezTo>
                  <a:pt x="406740" y="42449"/>
                  <a:pt x="411788" y="38910"/>
                  <a:pt x="417729" y="36381"/>
                </a:cubicBezTo>
                <a:cubicBezTo>
                  <a:pt x="423671" y="33849"/>
                  <a:pt x="429581" y="32583"/>
                  <a:pt x="435458" y="32583"/>
                </a:cubicBezTo>
                <a:cubicBezTo>
                  <a:pt x="441655" y="32583"/>
                  <a:pt x="446846" y="33208"/>
                  <a:pt x="451031" y="34458"/>
                </a:cubicBezTo>
                <a:cubicBezTo>
                  <a:pt x="455216" y="35706"/>
                  <a:pt x="459640" y="37611"/>
                  <a:pt x="464304" y="40175"/>
                </a:cubicBezTo>
                <a:lnTo>
                  <a:pt x="465454" y="35650"/>
                </a:lnTo>
                <a:lnTo>
                  <a:pt x="482321" y="35650"/>
                </a:lnTo>
                <a:lnTo>
                  <a:pt x="482321" y="130647"/>
                </a:lnTo>
                <a:moveTo>
                  <a:pt x="464304" y="113439"/>
                </a:moveTo>
                <a:lnTo>
                  <a:pt x="464304" y="54927"/>
                </a:lnTo>
                <a:cubicBezTo>
                  <a:pt x="459512" y="52749"/>
                  <a:pt x="455056" y="51196"/>
                  <a:pt x="450935" y="50267"/>
                </a:cubicBezTo>
                <a:cubicBezTo>
                  <a:pt x="446814" y="49339"/>
                  <a:pt x="442710" y="48875"/>
                  <a:pt x="438621" y="48875"/>
                </a:cubicBezTo>
                <a:cubicBezTo>
                  <a:pt x="428718" y="48875"/>
                  <a:pt x="420924" y="52206"/>
                  <a:pt x="415238" y="58868"/>
                </a:cubicBezTo>
                <a:cubicBezTo>
                  <a:pt x="409551" y="65529"/>
                  <a:pt x="406708" y="75200"/>
                  <a:pt x="406708" y="87882"/>
                </a:cubicBezTo>
                <a:cubicBezTo>
                  <a:pt x="406708" y="99923"/>
                  <a:pt x="408817" y="109050"/>
                  <a:pt x="413033" y="115263"/>
                </a:cubicBezTo>
                <a:cubicBezTo>
                  <a:pt x="417250" y="121476"/>
                  <a:pt x="424246" y="124583"/>
                  <a:pt x="434021" y="124583"/>
                </a:cubicBezTo>
                <a:cubicBezTo>
                  <a:pt x="439260" y="124583"/>
                  <a:pt x="444514" y="123574"/>
                  <a:pt x="449785" y="121558"/>
                </a:cubicBezTo>
                <a:cubicBezTo>
                  <a:pt x="455056" y="119540"/>
                  <a:pt x="459896" y="116833"/>
                  <a:pt x="464304" y="113439"/>
                </a:cubicBezTo>
                <a:close/>
                <a:moveTo>
                  <a:pt x="607765" y="91041"/>
                </a:moveTo>
                <a:lnTo>
                  <a:pt x="528895" y="91041"/>
                </a:lnTo>
                <a:cubicBezTo>
                  <a:pt x="528895" y="97638"/>
                  <a:pt x="529885" y="103386"/>
                  <a:pt x="531866" y="108285"/>
                </a:cubicBezTo>
                <a:cubicBezTo>
                  <a:pt x="533846" y="113185"/>
                  <a:pt x="536561" y="117204"/>
                  <a:pt x="540011" y="120342"/>
                </a:cubicBezTo>
                <a:cubicBezTo>
                  <a:pt x="543334" y="123417"/>
                  <a:pt x="547279" y="125723"/>
                  <a:pt x="551847" y="127260"/>
                </a:cubicBezTo>
                <a:cubicBezTo>
                  <a:pt x="556415" y="128797"/>
                  <a:pt x="561446" y="129566"/>
                  <a:pt x="566941" y="129566"/>
                </a:cubicBezTo>
                <a:cubicBezTo>
                  <a:pt x="574224" y="129566"/>
                  <a:pt x="581555" y="128102"/>
                  <a:pt x="588934" y="125173"/>
                </a:cubicBezTo>
                <a:cubicBezTo>
                  <a:pt x="596313" y="122244"/>
                  <a:pt x="601568" y="119364"/>
                  <a:pt x="604699" y="116533"/>
                </a:cubicBezTo>
                <a:lnTo>
                  <a:pt x="605657" y="116533"/>
                </a:lnTo>
                <a:lnTo>
                  <a:pt x="605657" y="136244"/>
                </a:lnTo>
                <a:cubicBezTo>
                  <a:pt x="599588" y="138808"/>
                  <a:pt x="593390" y="140955"/>
                  <a:pt x="587065" y="142686"/>
                </a:cubicBezTo>
                <a:cubicBezTo>
                  <a:pt x="580740" y="144417"/>
                  <a:pt x="574096" y="145283"/>
                  <a:pt x="567132" y="145283"/>
                </a:cubicBezTo>
                <a:cubicBezTo>
                  <a:pt x="549371" y="145283"/>
                  <a:pt x="535507" y="140467"/>
                  <a:pt x="525541" y="130836"/>
                </a:cubicBezTo>
                <a:cubicBezTo>
                  <a:pt x="515574" y="121205"/>
                  <a:pt x="510591" y="107524"/>
                  <a:pt x="510591" y="89795"/>
                </a:cubicBezTo>
                <a:cubicBezTo>
                  <a:pt x="510591" y="72262"/>
                  <a:pt x="515366" y="58343"/>
                  <a:pt x="524918" y="48039"/>
                </a:cubicBezTo>
                <a:cubicBezTo>
                  <a:pt x="534469" y="37735"/>
                  <a:pt x="547039" y="32583"/>
                  <a:pt x="562628" y="32583"/>
                </a:cubicBezTo>
                <a:cubicBezTo>
                  <a:pt x="577067" y="32583"/>
                  <a:pt x="588199" y="36807"/>
                  <a:pt x="596026" y="45254"/>
                </a:cubicBezTo>
                <a:cubicBezTo>
                  <a:pt x="603852" y="53701"/>
                  <a:pt x="607765" y="65700"/>
                  <a:pt x="607765" y="81251"/>
                </a:cubicBezTo>
                <a:lnTo>
                  <a:pt x="607765" y="91041"/>
                </a:lnTo>
                <a:moveTo>
                  <a:pt x="590228" y="77241"/>
                </a:moveTo>
                <a:cubicBezTo>
                  <a:pt x="590164" y="67786"/>
                  <a:pt x="587784" y="60471"/>
                  <a:pt x="583088" y="55296"/>
                </a:cubicBezTo>
                <a:cubicBezTo>
                  <a:pt x="578393" y="50121"/>
                  <a:pt x="571253" y="47533"/>
                  <a:pt x="561670" y="47533"/>
                </a:cubicBezTo>
                <a:cubicBezTo>
                  <a:pt x="552023" y="47533"/>
                  <a:pt x="544340" y="50376"/>
                  <a:pt x="538622" y="56062"/>
                </a:cubicBezTo>
                <a:cubicBezTo>
                  <a:pt x="532904" y="61748"/>
                  <a:pt x="529662" y="68808"/>
                  <a:pt x="528895" y="77241"/>
                </a:cubicBezTo>
                <a:lnTo>
                  <a:pt x="590228" y="77241"/>
                </a:lnTo>
                <a:close/>
                <a:moveTo>
                  <a:pt x="673437" y="63058"/>
                </a:moveTo>
                <a:lnTo>
                  <a:pt x="650533" y="63058"/>
                </a:lnTo>
                <a:lnTo>
                  <a:pt x="650533" y="35650"/>
                </a:lnTo>
                <a:lnTo>
                  <a:pt x="673437" y="35650"/>
                </a:lnTo>
                <a:lnTo>
                  <a:pt x="673437" y="63058"/>
                </a:lnTo>
                <a:moveTo>
                  <a:pt x="673437" y="142791"/>
                </a:moveTo>
                <a:lnTo>
                  <a:pt x="650533" y="142791"/>
                </a:lnTo>
                <a:lnTo>
                  <a:pt x="650533" y="115383"/>
                </a:lnTo>
                <a:lnTo>
                  <a:pt x="673437" y="115383"/>
                </a:lnTo>
                <a:lnTo>
                  <a:pt x="673437" y="1427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Prompt:MickeyMouse">
            <a:extLst xmlns:a="http://schemas.openxmlformats.org/drawingml/2006/main">
              <a:ext uri="{FF2B5EF4-FFF2-40B4-BE49-F238E27FC236}">
                <a16:creationId xmlns:a16="http://schemas.microsoft.com/office/drawing/2014/main" id="{F9AFF4C1-9B58-45AA-8B52-0C51C53E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383" y="1965399"/>
            <a:ext cx="2208654" cy="188599"/>
          </a:xfrm>
          <a:custGeom xmlns:a="http://schemas.openxmlformats.org/drawingml/2006/main">
            <a:pathLst>
              <a:path w="2208654" h="188599">
                <a:moveTo>
                  <a:pt x="93341" y="49450"/>
                </a:moveTo>
                <a:cubicBezTo>
                  <a:pt x="93341" y="55775"/>
                  <a:pt x="92239" y="61636"/>
                  <a:pt x="90035" y="67035"/>
                </a:cubicBezTo>
                <a:cubicBezTo>
                  <a:pt x="87831" y="72434"/>
                  <a:pt x="84748" y="77113"/>
                  <a:pt x="80787" y="81075"/>
                </a:cubicBezTo>
                <a:cubicBezTo>
                  <a:pt x="75868" y="85994"/>
                  <a:pt x="70054" y="89684"/>
                  <a:pt x="63346" y="92143"/>
                </a:cubicBezTo>
                <a:cubicBezTo>
                  <a:pt x="56637" y="94603"/>
                  <a:pt x="48172" y="95833"/>
                  <a:pt x="37950" y="95833"/>
                </a:cubicBezTo>
                <a:lnTo>
                  <a:pt x="18975" y="95833"/>
                </a:lnTo>
                <a:lnTo>
                  <a:pt x="18975" y="149116"/>
                </a:lnTo>
                <a:lnTo>
                  <a:pt x="0" y="149116"/>
                </a:lnTo>
                <a:lnTo>
                  <a:pt x="0" y="6325"/>
                </a:lnTo>
                <a:lnTo>
                  <a:pt x="38716" y="6325"/>
                </a:lnTo>
                <a:cubicBezTo>
                  <a:pt x="47278" y="6325"/>
                  <a:pt x="54529" y="7044"/>
                  <a:pt x="60471" y="8481"/>
                </a:cubicBezTo>
                <a:cubicBezTo>
                  <a:pt x="66412" y="9919"/>
                  <a:pt x="71683" y="12171"/>
                  <a:pt x="76283" y="15237"/>
                </a:cubicBezTo>
                <a:cubicBezTo>
                  <a:pt x="81713" y="18879"/>
                  <a:pt x="85914" y="23415"/>
                  <a:pt x="88885" y="28846"/>
                </a:cubicBezTo>
                <a:cubicBezTo>
                  <a:pt x="91856" y="34276"/>
                  <a:pt x="93341" y="41144"/>
                  <a:pt x="93341" y="49450"/>
                </a:cubicBezTo>
                <a:moveTo>
                  <a:pt x="73600" y="49890"/>
                </a:moveTo>
                <a:cubicBezTo>
                  <a:pt x="73600" y="45012"/>
                  <a:pt x="72737" y="40769"/>
                  <a:pt x="71012" y="37159"/>
                </a:cubicBezTo>
                <a:cubicBezTo>
                  <a:pt x="69287" y="33547"/>
                  <a:pt x="66668" y="30601"/>
                  <a:pt x="63154" y="28319"/>
                </a:cubicBezTo>
                <a:cubicBezTo>
                  <a:pt x="60087" y="26356"/>
                  <a:pt x="56589" y="24947"/>
                  <a:pt x="52660" y="24093"/>
                </a:cubicBezTo>
                <a:cubicBezTo>
                  <a:pt x="48731" y="23236"/>
                  <a:pt x="43764" y="22808"/>
                  <a:pt x="37758" y="22808"/>
                </a:cubicBezTo>
                <a:lnTo>
                  <a:pt x="18975" y="22808"/>
                </a:lnTo>
                <a:lnTo>
                  <a:pt x="18975" y="79350"/>
                </a:lnTo>
                <a:lnTo>
                  <a:pt x="34979" y="79350"/>
                </a:lnTo>
                <a:cubicBezTo>
                  <a:pt x="42646" y="79350"/>
                  <a:pt x="48875" y="78669"/>
                  <a:pt x="53666" y="77307"/>
                </a:cubicBezTo>
                <a:cubicBezTo>
                  <a:pt x="58458" y="75946"/>
                  <a:pt x="62355" y="73775"/>
                  <a:pt x="65358" y="70797"/>
                </a:cubicBezTo>
                <a:cubicBezTo>
                  <a:pt x="68361" y="67756"/>
                  <a:pt x="70485" y="64557"/>
                  <a:pt x="71731" y="61201"/>
                </a:cubicBezTo>
                <a:cubicBezTo>
                  <a:pt x="72977" y="57843"/>
                  <a:pt x="73600" y="54073"/>
                  <a:pt x="73600" y="49890"/>
                </a:cubicBezTo>
                <a:close/>
                <a:moveTo>
                  <a:pt x="183935" y="61525"/>
                </a:moveTo>
                <a:lnTo>
                  <a:pt x="182977" y="61525"/>
                </a:lnTo>
                <a:cubicBezTo>
                  <a:pt x="180294" y="60920"/>
                  <a:pt x="177690" y="60481"/>
                  <a:pt x="175167" y="60210"/>
                </a:cubicBezTo>
                <a:cubicBezTo>
                  <a:pt x="172643" y="59936"/>
                  <a:pt x="169656" y="59800"/>
                  <a:pt x="166206" y="59800"/>
                </a:cubicBezTo>
                <a:cubicBezTo>
                  <a:pt x="160648" y="59800"/>
                  <a:pt x="155281" y="61032"/>
                  <a:pt x="150106" y="63495"/>
                </a:cubicBezTo>
                <a:cubicBezTo>
                  <a:pt x="144931" y="65957"/>
                  <a:pt x="139948" y="69138"/>
                  <a:pt x="135156" y="73040"/>
                </a:cubicBezTo>
                <a:lnTo>
                  <a:pt x="135156" y="149116"/>
                </a:lnTo>
                <a:lnTo>
                  <a:pt x="117140" y="149116"/>
                </a:lnTo>
                <a:lnTo>
                  <a:pt x="117140" y="41975"/>
                </a:lnTo>
                <a:lnTo>
                  <a:pt x="135156" y="41975"/>
                </a:lnTo>
                <a:lnTo>
                  <a:pt x="135156" y="57802"/>
                </a:lnTo>
                <a:cubicBezTo>
                  <a:pt x="142312" y="52046"/>
                  <a:pt x="148621" y="47969"/>
                  <a:pt x="154083" y="45572"/>
                </a:cubicBezTo>
                <a:cubicBezTo>
                  <a:pt x="159546" y="43174"/>
                  <a:pt x="165120" y="41975"/>
                  <a:pt x="170806" y="41975"/>
                </a:cubicBezTo>
                <a:cubicBezTo>
                  <a:pt x="173937" y="41975"/>
                  <a:pt x="176205" y="42055"/>
                  <a:pt x="177610" y="42214"/>
                </a:cubicBezTo>
                <a:cubicBezTo>
                  <a:pt x="179016" y="42372"/>
                  <a:pt x="181124" y="42674"/>
                  <a:pt x="183935" y="43119"/>
                </a:cubicBezTo>
                <a:lnTo>
                  <a:pt x="183935" y="61525"/>
                </a:lnTo>
                <a:close/>
                <a:moveTo>
                  <a:pt x="291786" y="95593"/>
                </a:moveTo>
                <a:cubicBezTo>
                  <a:pt x="291786" y="113079"/>
                  <a:pt x="287314" y="126882"/>
                  <a:pt x="278369" y="137002"/>
                </a:cubicBezTo>
                <a:cubicBezTo>
                  <a:pt x="269425" y="147122"/>
                  <a:pt x="257446" y="152183"/>
                  <a:pt x="242432" y="152183"/>
                </a:cubicBezTo>
                <a:cubicBezTo>
                  <a:pt x="227290" y="152183"/>
                  <a:pt x="215263" y="147122"/>
                  <a:pt x="206351" y="137002"/>
                </a:cubicBezTo>
                <a:cubicBezTo>
                  <a:pt x="197438" y="126882"/>
                  <a:pt x="192982" y="113079"/>
                  <a:pt x="192982" y="95593"/>
                </a:cubicBezTo>
                <a:cubicBezTo>
                  <a:pt x="192982" y="78108"/>
                  <a:pt x="197438" y="64289"/>
                  <a:pt x="206351" y="54137"/>
                </a:cubicBezTo>
                <a:cubicBezTo>
                  <a:pt x="215263" y="43984"/>
                  <a:pt x="227290" y="38908"/>
                  <a:pt x="242432" y="38908"/>
                </a:cubicBezTo>
                <a:cubicBezTo>
                  <a:pt x="257446" y="38908"/>
                  <a:pt x="269425" y="43984"/>
                  <a:pt x="278369" y="54137"/>
                </a:cubicBezTo>
                <a:cubicBezTo>
                  <a:pt x="287314" y="64289"/>
                  <a:pt x="291786" y="78108"/>
                  <a:pt x="291786" y="95593"/>
                </a:cubicBezTo>
                <a:moveTo>
                  <a:pt x="273194" y="95593"/>
                </a:moveTo>
                <a:cubicBezTo>
                  <a:pt x="273194" y="81745"/>
                  <a:pt x="270479" y="71455"/>
                  <a:pt x="265048" y="64723"/>
                </a:cubicBezTo>
                <a:cubicBezTo>
                  <a:pt x="259618" y="57991"/>
                  <a:pt x="252079" y="54625"/>
                  <a:pt x="242432" y="54625"/>
                </a:cubicBezTo>
                <a:cubicBezTo>
                  <a:pt x="232657" y="54625"/>
                  <a:pt x="225070" y="57991"/>
                  <a:pt x="219672" y="64723"/>
                </a:cubicBezTo>
                <a:cubicBezTo>
                  <a:pt x="214273" y="71455"/>
                  <a:pt x="211574" y="81745"/>
                  <a:pt x="211574" y="95593"/>
                </a:cubicBezTo>
                <a:cubicBezTo>
                  <a:pt x="211574" y="108994"/>
                  <a:pt x="214289" y="119156"/>
                  <a:pt x="219719" y="126080"/>
                </a:cubicBezTo>
                <a:cubicBezTo>
                  <a:pt x="225150" y="133004"/>
                  <a:pt x="232721" y="136466"/>
                  <a:pt x="242432" y="136466"/>
                </a:cubicBezTo>
                <a:cubicBezTo>
                  <a:pt x="252015" y="136466"/>
                  <a:pt x="259538" y="133036"/>
                  <a:pt x="265000" y="126176"/>
                </a:cubicBezTo>
                <a:cubicBezTo>
                  <a:pt x="270463" y="119316"/>
                  <a:pt x="273194" y="109122"/>
                  <a:pt x="273194" y="95593"/>
                </a:cubicBezTo>
                <a:close/>
                <a:moveTo>
                  <a:pt x="476155" y="149116"/>
                </a:moveTo>
                <a:lnTo>
                  <a:pt x="458138" y="149116"/>
                </a:lnTo>
                <a:lnTo>
                  <a:pt x="458138" y="88103"/>
                </a:lnTo>
                <a:cubicBezTo>
                  <a:pt x="458138" y="83499"/>
                  <a:pt x="457931" y="79055"/>
                  <a:pt x="457516" y="74771"/>
                </a:cubicBezTo>
                <a:cubicBezTo>
                  <a:pt x="457100" y="70484"/>
                  <a:pt x="456222" y="67062"/>
                  <a:pt x="454880" y="64504"/>
                </a:cubicBezTo>
                <a:cubicBezTo>
                  <a:pt x="453411" y="61753"/>
                  <a:pt x="451302" y="59675"/>
                  <a:pt x="448555" y="58269"/>
                </a:cubicBezTo>
                <a:cubicBezTo>
                  <a:pt x="445808" y="56862"/>
                  <a:pt x="441847" y="56158"/>
                  <a:pt x="436672" y="56158"/>
                </a:cubicBezTo>
                <a:cubicBezTo>
                  <a:pt x="431625" y="56158"/>
                  <a:pt x="426578" y="57422"/>
                  <a:pt x="421530" y="59949"/>
                </a:cubicBezTo>
                <a:cubicBezTo>
                  <a:pt x="416483" y="62475"/>
                  <a:pt x="411436" y="65688"/>
                  <a:pt x="406389" y="69590"/>
                </a:cubicBezTo>
                <a:cubicBezTo>
                  <a:pt x="406580" y="71059"/>
                  <a:pt x="406740" y="72769"/>
                  <a:pt x="406868" y="74720"/>
                </a:cubicBezTo>
                <a:cubicBezTo>
                  <a:pt x="406996" y="76670"/>
                  <a:pt x="407060" y="78605"/>
                  <a:pt x="407060" y="80524"/>
                </a:cubicBezTo>
                <a:lnTo>
                  <a:pt x="407060" y="149116"/>
                </a:lnTo>
                <a:lnTo>
                  <a:pt x="389043" y="149116"/>
                </a:lnTo>
                <a:lnTo>
                  <a:pt x="389043" y="88103"/>
                </a:lnTo>
                <a:cubicBezTo>
                  <a:pt x="389043" y="83372"/>
                  <a:pt x="388835" y="78879"/>
                  <a:pt x="388420" y="74627"/>
                </a:cubicBezTo>
                <a:cubicBezTo>
                  <a:pt x="388005" y="70372"/>
                  <a:pt x="387126" y="66966"/>
                  <a:pt x="385785" y="64409"/>
                </a:cubicBezTo>
                <a:cubicBezTo>
                  <a:pt x="384315" y="61657"/>
                  <a:pt x="382207" y="59595"/>
                  <a:pt x="379460" y="58221"/>
                </a:cubicBezTo>
                <a:cubicBezTo>
                  <a:pt x="376713" y="56846"/>
                  <a:pt x="372751" y="56158"/>
                  <a:pt x="367576" y="56158"/>
                </a:cubicBezTo>
                <a:cubicBezTo>
                  <a:pt x="362657" y="56158"/>
                  <a:pt x="357722" y="57374"/>
                  <a:pt x="352770" y="59806"/>
                </a:cubicBezTo>
                <a:cubicBezTo>
                  <a:pt x="347819" y="62235"/>
                  <a:pt x="342884" y="65336"/>
                  <a:pt x="337964" y="69107"/>
                </a:cubicBezTo>
                <a:lnTo>
                  <a:pt x="337964" y="149116"/>
                </a:lnTo>
                <a:lnTo>
                  <a:pt x="319948" y="149116"/>
                </a:lnTo>
                <a:lnTo>
                  <a:pt x="319948" y="41975"/>
                </a:lnTo>
                <a:lnTo>
                  <a:pt x="337964" y="41975"/>
                </a:lnTo>
                <a:lnTo>
                  <a:pt x="337964" y="53870"/>
                </a:lnTo>
                <a:cubicBezTo>
                  <a:pt x="343586" y="49172"/>
                  <a:pt x="349193" y="45505"/>
                  <a:pt x="354783" y="42867"/>
                </a:cubicBezTo>
                <a:cubicBezTo>
                  <a:pt x="360373" y="40228"/>
                  <a:pt x="366331" y="38908"/>
                  <a:pt x="372656" y="38908"/>
                </a:cubicBezTo>
                <a:cubicBezTo>
                  <a:pt x="379939" y="38908"/>
                  <a:pt x="386120" y="40451"/>
                  <a:pt x="391199" y="43538"/>
                </a:cubicBezTo>
                <a:cubicBezTo>
                  <a:pt x="396278" y="46623"/>
                  <a:pt x="400064" y="50897"/>
                  <a:pt x="402555" y="56362"/>
                </a:cubicBezTo>
                <a:cubicBezTo>
                  <a:pt x="409839" y="50190"/>
                  <a:pt x="416483" y="45739"/>
                  <a:pt x="422489" y="43008"/>
                </a:cubicBezTo>
                <a:cubicBezTo>
                  <a:pt x="428494" y="40275"/>
                  <a:pt x="434915" y="38908"/>
                  <a:pt x="441751" y="38908"/>
                </a:cubicBezTo>
                <a:cubicBezTo>
                  <a:pt x="453507" y="38908"/>
                  <a:pt x="462179" y="42476"/>
                  <a:pt x="467770" y="49611"/>
                </a:cubicBezTo>
                <a:cubicBezTo>
                  <a:pt x="473360" y="56747"/>
                  <a:pt x="476155" y="66716"/>
                  <a:pt x="476155" y="79517"/>
                </a:cubicBezTo>
                <a:lnTo>
                  <a:pt x="476155" y="149116"/>
                </a:lnTo>
                <a:close/>
                <a:moveTo>
                  <a:pt x="604692" y="94204"/>
                </a:moveTo>
                <a:cubicBezTo>
                  <a:pt x="604692" y="102907"/>
                  <a:pt x="603447" y="110858"/>
                  <a:pt x="600955" y="118057"/>
                </a:cubicBezTo>
                <a:cubicBezTo>
                  <a:pt x="598463" y="125257"/>
                  <a:pt x="594949" y="131353"/>
                  <a:pt x="590413" y="136346"/>
                </a:cubicBezTo>
                <a:cubicBezTo>
                  <a:pt x="586197" y="141082"/>
                  <a:pt x="581229" y="144746"/>
                  <a:pt x="575511" y="147337"/>
                </a:cubicBezTo>
                <a:cubicBezTo>
                  <a:pt x="569793" y="149928"/>
                  <a:pt x="563740" y="151224"/>
                  <a:pt x="557351" y="151224"/>
                </a:cubicBezTo>
                <a:cubicBezTo>
                  <a:pt x="551793" y="151224"/>
                  <a:pt x="546762" y="150616"/>
                  <a:pt x="542257" y="149400"/>
                </a:cubicBezTo>
                <a:cubicBezTo>
                  <a:pt x="537753" y="148185"/>
                  <a:pt x="533169" y="146297"/>
                  <a:pt x="528505" y="143737"/>
                </a:cubicBezTo>
                <a:lnTo>
                  <a:pt x="528505" y="188599"/>
                </a:lnTo>
                <a:lnTo>
                  <a:pt x="510489" y="188599"/>
                </a:lnTo>
                <a:lnTo>
                  <a:pt x="510489" y="41975"/>
                </a:lnTo>
                <a:lnTo>
                  <a:pt x="528505" y="41975"/>
                </a:lnTo>
                <a:lnTo>
                  <a:pt x="528505" y="53115"/>
                </a:lnTo>
                <a:cubicBezTo>
                  <a:pt x="533297" y="49084"/>
                  <a:pt x="538680" y="45709"/>
                  <a:pt x="544653" y="42990"/>
                </a:cubicBezTo>
                <a:cubicBezTo>
                  <a:pt x="550627" y="40269"/>
                  <a:pt x="557000" y="38908"/>
                  <a:pt x="563772" y="38908"/>
                </a:cubicBezTo>
                <a:cubicBezTo>
                  <a:pt x="576677" y="38908"/>
                  <a:pt x="586724" y="43789"/>
                  <a:pt x="593911" y="53550"/>
                </a:cubicBezTo>
                <a:cubicBezTo>
                  <a:pt x="601099" y="63309"/>
                  <a:pt x="604692" y="76860"/>
                  <a:pt x="604692" y="94204"/>
                </a:cubicBezTo>
                <a:moveTo>
                  <a:pt x="586101" y="94683"/>
                </a:moveTo>
                <a:cubicBezTo>
                  <a:pt x="586101" y="81777"/>
                  <a:pt x="583897" y="72130"/>
                  <a:pt x="579488" y="65741"/>
                </a:cubicBezTo>
                <a:cubicBezTo>
                  <a:pt x="575080" y="59352"/>
                  <a:pt x="568308" y="56158"/>
                  <a:pt x="559172" y="56158"/>
                </a:cubicBezTo>
                <a:cubicBezTo>
                  <a:pt x="553997" y="56158"/>
                  <a:pt x="548790" y="57276"/>
                  <a:pt x="543551" y="59512"/>
                </a:cubicBezTo>
                <a:cubicBezTo>
                  <a:pt x="538312" y="61748"/>
                  <a:pt x="533297" y="64687"/>
                  <a:pt x="528505" y="68329"/>
                </a:cubicBezTo>
                <a:lnTo>
                  <a:pt x="528505" y="128991"/>
                </a:lnTo>
                <a:cubicBezTo>
                  <a:pt x="533616" y="131291"/>
                  <a:pt x="538009" y="132856"/>
                  <a:pt x="541682" y="133687"/>
                </a:cubicBezTo>
                <a:cubicBezTo>
                  <a:pt x="545356" y="134517"/>
                  <a:pt x="549525" y="134933"/>
                  <a:pt x="554189" y="134933"/>
                </a:cubicBezTo>
                <a:cubicBezTo>
                  <a:pt x="564219" y="134933"/>
                  <a:pt x="572045" y="131547"/>
                  <a:pt x="577668" y="124774"/>
                </a:cubicBezTo>
                <a:cubicBezTo>
                  <a:pt x="583290" y="118002"/>
                  <a:pt x="586101" y="107972"/>
                  <a:pt x="586101" y="94683"/>
                </a:cubicBezTo>
                <a:close/>
                <a:moveTo>
                  <a:pt x="688738" y="148173"/>
                </a:moveTo>
                <a:cubicBezTo>
                  <a:pt x="685352" y="149063"/>
                  <a:pt x="681662" y="149794"/>
                  <a:pt x="677669" y="150365"/>
                </a:cubicBezTo>
                <a:cubicBezTo>
                  <a:pt x="673676" y="150938"/>
                  <a:pt x="670114" y="151224"/>
                  <a:pt x="666984" y="151224"/>
                </a:cubicBezTo>
                <a:cubicBezTo>
                  <a:pt x="656059" y="151224"/>
                  <a:pt x="647753" y="148282"/>
                  <a:pt x="642067" y="142399"/>
                </a:cubicBezTo>
                <a:cubicBezTo>
                  <a:pt x="636381" y="136515"/>
                  <a:pt x="633538" y="127081"/>
                  <a:pt x="633538" y="114098"/>
                </a:cubicBezTo>
                <a:lnTo>
                  <a:pt x="633538" y="57116"/>
                </a:lnTo>
                <a:lnTo>
                  <a:pt x="621367" y="57116"/>
                </a:lnTo>
                <a:lnTo>
                  <a:pt x="621367" y="41975"/>
                </a:lnTo>
                <a:lnTo>
                  <a:pt x="633538" y="41975"/>
                </a:lnTo>
                <a:lnTo>
                  <a:pt x="633538" y="11117"/>
                </a:lnTo>
                <a:lnTo>
                  <a:pt x="651555" y="11117"/>
                </a:lnTo>
                <a:lnTo>
                  <a:pt x="651555" y="41975"/>
                </a:lnTo>
                <a:lnTo>
                  <a:pt x="688738" y="41975"/>
                </a:lnTo>
                <a:lnTo>
                  <a:pt x="688738" y="57116"/>
                </a:lnTo>
                <a:lnTo>
                  <a:pt x="651555" y="57116"/>
                </a:lnTo>
                <a:lnTo>
                  <a:pt x="651555" y="106015"/>
                </a:lnTo>
                <a:cubicBezTo>
                  <a:pt x="651555" y="111651"/>
                  <a:pt x="651682" y="116055"/>
                  <a:pt x="651938" y="119225"/>
                </a:cubicBezTo>
                <a:cubicBezTo>
                  <a:pt x="652193" y="122396"/>
                  <a:pt x="653088" y="125357"/>
                  <a:pt x="654621" y="128111"/>
                </a:cubicBezTo>
                <a:cubicBezTo>
                  <a:pt x="656027" y="130672"/>
                  <a:pt x="657959" y="132546"/>
                  <a:pt x="660419" y="133732"/>
                </a:cubicBezTo>
                <a:cubicBezTo>
                  <a:pt x="662879" y="134916"/>
                  <a:pt x="666632" y="135508"/>
                  <a:pt x="671679" y="135508"/>
                </a:cubicBezTo>
                <a:cubicBezTo>
                  <a:pt x="674618" y="135508"/>
                  <a:pt x="677685" y="135076"/>
                  <a:pt x="680879" y="134214"/>
                </a:cubicBezTo>
                <a:cubicBezTo>
                  <a:pt x="684074" y="133351"/>
                  <a:pt x="686374" y="132633"/>
                  <a:pt x="687779" y="132058"/>
                </a:cubicBezTo>
                <a:lnTo>
                  <a:pt x="688738" y="132058"/>
                </a:lnTo>
                <a:lnTo>
                  <a:pt x="688738" y="148173"/>
                </a:lnTo>
                <a:close/>
                <a:moveTo>
                  <a:pt x="749176" y="69383"/>
                </a:moveTo>
                <a:lnTo>
                  <a:pt x="726272" y="69383"/>
                </a:lnTo>
                <a:lnTo>
                  <a:pt x="726272" y="41975"/>
                </a:lnTo>
                <a:lnTo>
                  <a:pt x="749176" y="41975"/>
                </a:lnTo>
                <a:lnTo>
                  <a:pt x="749176" y="69383"/>
                </a:lnTo>
                <a:moveTo>
                  <a:pt x="749176" y="149116"/>
                </a:moveTo>
                <a:lnTo>
                  <a:pt x="726272" y="149116"/>
                </a:lnTo>
                <a:lnTo>
                  <a:pt x="726272" y="121708"/>
                </a:lnTo>
                <a:lnTo>
                  <a:pt x="749176" y="121708"/>
                </a:lnTo>
                <a:lnTo>
                  <a:pt x="749176" y="149116"/>
                </a:lnTo>
                <a:close/>
                <a:moveTo>
                  <a:pt x="997186" y="149116"/>
                </a:moveTo>
                <a:lnTo>
                  <a:pt x="978211" y="149116"/>
                </a:lnTo>
                <a:lnTo>
                  <a:pt x="978211" y="26084"/>
                </a:lnTo>
                <a:lnTo>
                  <a:pt x="938536" y="109824"/>
                </a:lnTo>
                <a:lnTo>
                  <a:pt x="927228" y="109824"/>
                </a:lnTo>
                <a:lnTo>
                  <a:pt x="887840" y="26084"/>
                </a:lnTo>
                <a:lnTo>
                  <a:pt x="887840" y="149116"/>
                </a:lnTo>
                <a:lnTo>
                  <a:pt x="870111" y="149116"/>
                </a:lnTo>
                <a:lnTo>
                  <a:pt x="870111" y="6325"/>
                </a:lnTo>
                <a:lnTo>
                  <a:pt x="895986" y="6325"/>
                </a:lnTo>
                <a:lnTo>
                  <a:pt x="934032" y="85845"/>
                </a:lnTo>
                <a:lnTo>
                  <a:pt x="970832" y="6325"/>
                </a:lnTo>
                <a:lnTo>
                  <a:pt x="997186" y="6325"/>
                </a:lnTo>
                <a:lnTo>
                  <a:pt x="997186" y="149116"/>
                </a:lnTo>
                <a:close/>
                <a:moveTo>
                  <a:pt x="1053223" y="24150"/>
                </a:moveTo>
                <a:lnTo>
                  <a:pt x="1032906" y="24150"/>
                </a:lnTo>
                <a:lnTo>
                  <a:pt x="1032906" y="5367"/>
                </a:lnTo>
                <a:lnTo>
                  <a:pt x="1053223" y="5367"/>
                </a:lnTo>
                <a:lnTo>
                  <a:pt x="1053223" y="24150"/>
                </a:lnTo>
                <a:moveTo>
                  <a:pt x="1052073" y="149116"/>
                </a:moveTo>
                <a:lnTo>
                  <a:pt x="1034056" y="149116"/>
                </a:lnTo>
                <a:lnTo>
                  <a:pt x="1034056" y="41975"/>
                </a:lnTo>
                <a:lnTo>
                  <a:pt x="1052073" y="41975"/>
                </a:lnTo>
                <a:lnTo>
                  <a:pt x="1052073" y="149116"/>
                </a:lnTo>
                <a:close/>
                <a:moveTo>
                  <a:pt x="1166995" y="142503"/>
                </a:moveTo>
                <a:cubicBezTo>
                  <a:pt x="1160990" y="145378"/>
                  <a:pt x="1155288" y="147615"/>
                  <a:pt x="1149889" y="149212"/>
                </a:cubicBezTo>
                <a:cubicBezTo>
                  <a:pt x="1144490" y="150809"/>
                  <a:pt x="1138756" y="151608"/>
                  <a:pt x="1132687" y="151608"/>
                </a:cubicBezTo>
                <a:cubicBezTo>
                  <a:pt x="1124956" y="151608"/>
                  <a:pt x="1117865" y="150472"/>
                  <a:pt x="1111412" y="148200"/>
                </a:cubicBezTo>
                <a:cubicBezTo>
                  <a:pt x="1104959" y="145927"/>
                  <a:pt x="1099433" y="142487"/>
                  <a:pt x="1094833" y="137880"/>
                </a:cubicBezTo>
                <a:cubicBezTo>
                  <a:pt x="1090169" y="133272"/>
                  <a:pt x="1086559" y="127448"/>
                  <a:pt x="1084004" y="120408"/>
                </a:cubicBezTo>
                <a:cubicBezTo>
                  <a:pt x="1081448" y="113368"/>
                  <a:pt x="1080171" y="105145"/>
                  <a:pt x="1080171" y="95737"/>
                </a:cubicBezTo>
                <a:cubicBezTo>
                  <a:pt x="1080171" y="78202"/>
                  <a:pt x="1084978" y="64443"/>
                  <a:pt x="1094593" y="54460"/>
                </a:cubicBezTo>
                <a:cubicBezTo>
                  <a:pt x="1104209" y="44475"/>
                  <a:pt x="1116907" y="39483"/>
                  <a:pt x="1132687" y="39483"/>
                </a:cubicBezTo>
                <a:cubicBezTo>
                  <a:pt x="1138820" y="39483"/>
                  <a:pt x="1144842" y="40346"/>
                  <a:pt x="1150751" y="42071"/>
                </a:cubicBezTo>
                <a:cubicBezTo>
                  <a:pt x="1156661" y="43796"/>
                  <a:pt x="1162076" y="45904"/>
                  <a:pt x="1166995" y="48396"/>
                </a:cubicBezTo>
                <a:lnTo>
                  <a:pt x="1166995" y="68425"/>
                </a:lnTo>
                <a:lnTo>
                  <a:pt x="1166037" y="68425"/>
                </a:lnTo>
                <a:cubicBezTo>
                  <a:pt x="1160542" y="64174"/>
                  <a:pt x="1154872" y="60908"/>
                  <a:pt x="1149026" y="58626"/>
                </a:cubicBezTo>
                <a:cubicBezTo>
                  <a:pt x="1143181" y="56342"/>
                  <a:pt x="1137479" y="55200"/>
                  <a:pt x="1131920" y="55200"/>
                </a:cubicBezTo>
                <a:cubicBezTo>
                  <a:pt x="1121698" y="55200"/>
                  <a:pt x="1113632" y="58634"/>
                  <a:pt x="1107723" y="65502"/>
                </a:cubicBezTo>
                <a:cubicBezTo>
                  <a:pt x="1101813" y="72370"/>
                  <a:pt x="1098858" y="82448"/>
                  <a:pt x="1098858" y="95737"/>
                </a:cubicBezTo>
                <a:cubicBezTo>
                  <a:pt x="1098858" y="108642"/>
                  <a:pt x="1101749" y="118561"/>
                  <a:pt x="1107531" y="125493"/>
                </a:cubicBezTo>
                <a:cubicBezTo>
                  <a:pt x="1113313" y="132425"/>
                  <a:pt x="1121443" y="135891"/>
                  <a:pt x="1131920" y="135891"/>
                </a:cubicBezTo>
                <a:cubicBezTo>
                  <a:pt x="1135562" y="135891"/>
                  <a:pt x="1139268" y="135416"/>
                  <a:pt x="1143037" y="134465"/>
                </a:cubicBezTo>
                <a:cubicBezTo>
                  <a:pt x="1146806" y="133513"/>
                  <a:pt x="1150192" y="132275"/>
                  <a:pt x="1153195" y="130752"/>
                </a:cubicBezTo>
                <a:cubicBezTo>
                  <a:pt x="1155815" y="129420"/>
                  <a:pt x="1158274" y="128010"/>
                  <a:pt x="1160574" y="126520"/>
                </a:cubicBezTo>
                <a:cubicBezTo>
                  <a:pt x="1162874" y="125029"/>
                  <a:pt x="1164695" y="123744"/>
                  <a:pt x="1166037" y="122666"/>
                </a:cubicBezTo>
                <a:lnTo>
                  <a:pt x="1166995" y="122666"/>
                </a:lnTo>
                <a:lnTo>
                  <a:pt x="1166995" y="142503"/>
                </a:lnTo>
                <a:close/>
                <a:moveTo>
                  <a:pt x="1287233" y="149116"/>
                </a:moveTo>
                <a:lnTo>
                  <a:pt x="1263467" y="149116"/>
                </a:lnTo>
                <a:lnTo>
                  <a:pt x="1220534" y="102212"/>
                </a:lnTo>
                <a:lnTo>
                  <a:pt x="1208842" y="113337"/>
                </a:lnTo>
                <a:lnTo>
                  <a:pt x="1208842" y="149116"/>
                </a:lnTo>
                <a:lnTo>
                  <a:pt x="1190826" y="149116"/>
                </a:lnTo>
                <a:lnTo>
                  <a:pt x="1190826" y="0"/>
                </a:lnTo>
                <a:lnTo>
                  <a:pt x="1208842" y="0"/>
                </a:lnTo>
                <a:lnTo>
                  <a:pt x="1208842" y="95593"/>
                </a:lnTo>
                <a:lnTo>
                  <a:pt x="1260879" y="41975"/>
                </a:lnTo>
                <a:lnTo>
                  <a:pt x="1283592" y="41975"/>
                </a:lnTo>
                <a:lnTo>
                  <a:pt x="1233854" y="91469"/>
                </a:lnTo>
                <a:lnTo>
                  <a:pt x="1287233" y="149116"/>
                </a:lnTo>
                <a:close/>
                <a:moveTo>
                  <a:pt x="1395787" y="97366"/>
                </a:moveTo>
                <a:lnTo>
                  <a:pt x="1316916" y="97366"/>
                </a:lnTo>
                <a:cubicBezTo>
                  <a:pt x="1316916" y="103963"/>
                  <a:pt x="1317906" y="109711"/>
                  <a:pt x="1319887" y="114610"/>
                </a:cubicBezTo>
                <a:cubicBezTo>
                  <a:pt x="1321867" y="119510"/>
                  <a:pt x="1324583" y="123529"/>
                  <a:pt x="1328033" y="126667"/>
                </a:cubicBezTo>
                <a:cubicBezTo>
                  <a:pt x="1331355" y="129742"/>
                  <a:pt x="1335300" y="132048"/>
                  <a:pt x="1339868" y="133585"/>
                </a:cubicBezTo>
                <a:cubicBezTo>
                  <a:pt x="1344436" y="135122"/>
                  <a:pt x="1349467" y="135891"/>
                  <a:pt x="1354962" y="135891"/>
                </a:cubicBezTo>
                <a:cubicBezTo>
                  <a:pt x="1362245" y="135891"/>
                  <a:pt x="1369576" y="134427"/>
                  <a:pt x="1376955" y="131498"/>
                </a:cubicBezTo>
                <a:cubicBezTo>
                  <a:pt x="1384334" y="128569"/>
                  <a:pt x="1389589" y="125689"/>
                  <a:pt x="1392720" y="122858"/>
                </a:cubicBezTo>
                <a:lnTo>
                  <a:pt x="1393678" y="122858"/>
                </a:lnTo>
                <a:lnTo>
                  <a:pt x="1393678" y="142569"/>
                </a:lnTo>
                <a:cubicBezTo>
                  <a:pt x="1387609" y="145133"/>
                  <a:pt x="1381412" y="147280"/>
                  <a:pt x="1375087" y="149011"/>
                </a:cubicBezTo>
                <a:cubicBezTo>
                  <a:pt x="1368762" y="150742"/>
                  <a:pt x="1362117" y="151608"/>
                  <a:pt x="1355153" y="151608"/>
                </a:cubicBezTo>
                <a:cubicBezTo>
                  <a:pt x="1337392" y="151608"/>
                  <a:pt x="1323529" y="146792"/>
                  <a:pt x="1313562" y="137161"/>
                </a:cubicBezTo>
                <a:cubicBezTo>
                  <a:pt x="1303595" y="127530"/>
                  <a:pt x="1298612" y="113849"/>
                  <a:pt x="1298612" y="96120"/>
                </a:cubicBezTo>
                <a:cubicBezTo>
                  <a:pt x="1298612" y="78587"/>
                  <a:pt x="1303388" y="64668"/>
                  <a:pt x="1312939" y="54364"/>
                </a:cubicBezTo>
                <a:cubicBezTo>
                  <a:pt x="1322490" y="44060"/>
                  <a:pt x="1335060" y="38908"/>
                  <a:pt x="1350649" y="38908"/>
                </a:cubicBezTo>
                <a:cubicBezTo>
                  <a:pt x="1365088" y="38908"/>
                  <a:pt x="1376221" y="43132"/>
                  <a:pt x="1384047" y="51579"/>
                </a:cubicBezTo>
                <a:cubicBezTo>
                  <a:pt x="1391873" y="60026"/>
                  <a:pt x="1395787" y="72025"/>
                  <a:pt x="1395787" y="87576"/>
                </a:cubicBezTo>
                <a:lnTo>
                  <a:pt x="1395787" y="97366"/>
                </a:lnTo>
                <a:moveTo>
                  <a:pt x="1378249" y="83566"/>
                </a:moveTo>
                <a:cubicBezTo>
                  <a:pt x="1378185" y="74111"/>
                  <a:pt x="1375805" y="66795"/>
                  <a:pt x="1371110" y="61621"/>
                </a:cubicBezTo>
                <a:cubicBezTo>
                  <a:pt x="1366414" y="56446"/>
                  <a:pt x="1359274" y="53858"/>
                  <a:pt x="1349691" y="53858"/>
                </a:cubicBezTo>
                <a:cubicBezTo>
                  <a:pt x="1340044" y="53858"/>
                  <a:pt x="1332361" y="56701"/>
                  <a:pt x="1326643" y="62387"/>
                </a:cubicBezTo>
                <a:cubicBezTo>
                  <a:pt x="1320925" y="68073"/>
                  <a:pt x="1317683" y="75133"/>
                  <a:pt x="1316916" y="83566"/>
                </a:cubicBezTo>
                <a:lnTo>
                  <a:pt x="1378249" y="83566"/>
                </a:lnTo>
                <a:close/>
                <a:moveTo>
                  <a:pt x="1515699" y="41975"/>
                </a:moveTo>
                <a:lnTo>
                  <a:pt x="1453216" y="188599"/>
                </a:lnTo>
                <a:lnTo>
                  <a:pt x="1433954" y="188599"/>
                </a:lnTo>
                <a:lnTo>
                  <a:pt x="1453887" y="143911"/>
                </a:lnTo>
                <a:lnTo>
                  <a:pt x="1411241" y="41975"/>
                </a:lnTo>
                <a:lnTo>
                  <a:pt x="1430791" y="41975"/>
                </a:lnTo>
                <a:lnTo>
                  <a:pt x="1463662" y="121324"/>
                </a:lnTo>
                <a:lnTo>
                  <a:pt x="1496820" y="41975"/>
                </a:lnTo>
                <a:lnTo>
                  <a:pt x="1515699" y="41975"/>
                </a:lnTo>
                <a:close/>
                <a:moveTo>
                  <a:pt x="1736454" y="149116"/>
                </a:moveTo>
                <a:lnTo>
                  <a:pt x="1717479" y="149116"/>
                </a:lnTo>
                <a:lnTo>
                  <a:pt x="1717479" y="26084"/>
                </a:lnTo>
                <a:lnTo>
                  <a:pt x="1677804" y="109824"/>
                </a:lnTo>
                <a:lnTo>
                  <a:pt x="1666496" y="109824"/>
                </a:lnTo>
                <a:lnTo>
                  <a:pt x="1627108" y="26084"/>
                </a:lnTo>
                <a:lnTo>
                  <a:pt x="1627108" y="149116"/>
                </a:lnTo>
                <a:lnTo>
                  <a:pt x="1609379" y="149116"/>
                </a:lnTo>
                <a:lnTo>
                  <a:pt x="1609379" y="6325"/>
                </a:lnTo>
                <a:lnTo>
                  <a:pt x="1635254" y="6325"/>
                </a:lnTo>
                <a:lnTo>
                  <a:pt x="1673300" y="85845"/>
                </a:lnTo>
                <a:lnTo>
                  <a:pt x="1710099" y="6325"/>
                </a:lnTo>
                <a:lnTo>
                  <a:pt x="1736454" y="6325"/>
                </a:lnTo>
                <a:lnTo>
                  <a:pt x="1736454" y="149116"/>
                </a:lnTo>
                <a:close/>
                <a:moveTo>
                  <a:pt x="1864365" y="95593"/>
                </a:moveTo>
                <a:cubicBezTo>
                  <a:pt x="1864365" y="113079"/>
                  <a:pt x="1859892" y="126882"/>
                  <a:pt x="1850948" y="137002"/>
                </a:cubicBezTo>
                <a:cubicBezTo>
                  <a:pt x="1842004" y="147122"/>
                  <a:pt x="1830024" y="152183"/>
                  <a:pt x="1815011" y="152183"/>
                </a:cubicBezTo>
                <a:cubicBezTo>
                  <a:pt x="1799869" y="152183"/>
                  <a:pt x="1787842" y="147122"/>
                  <a:pt x="1778930" y="137002"/>
                </a:cubicBezTo>
                <a:cubicBezTo>
                  <a:pt x="1770017" y="126882"/>
                  <a:pt x="1765561" y="113079"/>
                  <a:pt x="1765561" y="95593"/>
                </a:cubicBezTo>
                <a:cubicBezTo>
                  <a:pt x="1765561" y="78108"/>
                  <a:pt x="1770017" y="64289"/>
                  <a:pt x="1778930" y="54137"/>
                </a:cubicBezTo>
                <a:cubicBezTo>
                  <a:pt x="1787842" y="43984"/>
                  <a:pt x="1799869" y="38908"/>
                  <a:pt x="1815011" y="38908"/>
                </a:cubicBezTo>
                <a:cubicBezTo>
                  <a:pt x="1830024" y="38908"/>
                  <a:pt x="1842004" y="43984"/>
                  <a:pt x="1850948" y="54137"/>
                </a:cubicBezTo>
                <a:cubicBezTo>
                  <a:pt x="1859892" y="64289"/>
                  <a:pt x="1864365" y="78108"/>
                  <a:pt x="1864365" y="95593"/>
                </a:cubicBezTo>
                <a:moveTo>
                  <a:pt x="1845773" y="95593"/>
                </a:moveTo>
                <a:cubicBezTo>
                  <a:pt x="1845773" y="81745"/>
                  <a:pt x="1843058" y="71455"/>
                  <a:pt x="1837627" y="64723"/>
                </a:cubicBezTo>
                <a:cubicBezTo>
                  <a:pt x="1832197" y="57991"/>
                  <a:pt x="1824658" y="54625"/>
                  <a:pt x="1815011" y="54625"/>
                </a:cubicBezTo>
                <a:cubicBezTo>
                  <a:pt x="1805236" y="54625"/>
                  <a:pt x="1797649" y="57991"/>
                  <a:pt x="1792250" y="64723"/>
                </a:cubicBezTo>
                <a:cubicBezTo>
                  <a:pt x="1786852" y="71455"/>
                  <a:pt x="1784153" y="81745"/>
                  <a:pt x="1784153" y="95593"/>
                </a:cubicBezTo>
                <a:cubicBezTo>
                  <a:pt x="1784153" y="108994"/>
                  <a:pt x="1786868" y="119156"/>
                  <a:pt x="1792298" y="126080"/>
                </a:cubicBezTo>
                <a:cubicBezTo>
                  <a:pt x="1797729" y="133004"/>
                  <a:pt x="1805300" y="136466"/>
                  <a:pt x="1815011" y="136466"/>
                </a:cubicBezTo>
                <a:cubicBezTo>
                  <a:pt x="1824594" y="136466"/>
                  <a:pt x="1832117" y="133036"/>
                  <a:pt x="1837579" y="126176"/>
                </a:cubicBezTo>
                <a:cubicBezTo>
                  <a:pt x="1843042" y="119316"/>
                  <a:pt x="1845773" y="109122"/>
                  <a:pt x="1845773" y="95593"/>
                </a:cubicBezTo>
                <a:close/>
                <a:moveTo>
                  <a:pt x="1981268" y="149116"/>
                </a:moveTo>
                <a:lnTo>
                  <a:pt x="1963252" y="149116"/>
                </a:lnTo>
                <a:lnTo>
                  <a:pt x="1963252" y="137302"/>
                </a:lnTo>
                <a:cubicBezTo>
                  <a:pt x="1957182" y="142101"/>
                  <a:pt x="1951369" y="145782"/>
                  <a:pt x="1945810" y="148343"/>
                </a:cubicBezTo>
                <a:cubicBezTo>
                  <a:pt x="1940252" y="150903"/>
                  <a:pt x="1934119" y="152183"/>
                  <a:pt x="1927410" y="152183"/>
                </a:cubicBezTo>
                <a:cubicBezTo>
                  <a:pt x="1916166" y="152183"/>
                  <a:pt x="1907413" y="148743"/>
                  <a:pt x="1901152" y="141863"/>
                </a:cubicBezTo>
                <a:cubicBezTo>
                  <a:pt x="1894891" y="134983"/>
                  <a:pt x="1891761" y="124886"/>
                  <a:pt x="1891761" y="111573"/>
                </a:cubicBezTo>
                <a:lnTo>
                  <a:pt x="1891761" y="41975"/>
                </a:lnTo>
                <a:lnTo>
                  <a:pt x="1909777" y="41975"/>
                </a:lnTo>
                <a:lnTo>
                  <a:pt x="1909777" y="102987"/>
                </a:lnTo>
                <a:cubicBezTo>
                  <a:pt x="1909777" y="108424"/>
                  <a:pt x="1910033" y="113077"/>
                  <a:pt x="1910544" y="116946"/>
                </a:cubicBezTo>
                <a:cubicBezTo>
                  <a:pt x="1911055" y="120815"/>
                  <a:pt x="1912141" y="124124"/>
                  <a:pt x="1913802" y="126874"/>
                </a:cubicBezTo>
                <a:cubicBezTo>
                  <a:pt x="1915527" y="129689"/>
                  <a:pt x="1917763" y="131736"/>
                  <a:pt x="1920510" y="133016"/>
                </a:cubicBezTo>
                <a:cubicBezTo>
                  <a:pt x="1923258" y="134294"/>
                  <a:pt x="1927251" y="134933"/>
                  <a:pt x="1932490" y="134933"/>
                </a:cubicBezTo>
                <a:cubicBezTo>
                  <a:pt x="1937153" y="134933"/>
                  <a:pt x="1942248" y="133718"/>
                  <a:pt x="1947775" y="131288"/>
                </a:cubicBezTo>
                <a:cubicBezTo>
                  <a:pt x="1953301" y="128856"/>
                  <a:pt x="1958460" y="125755"/>
                  <a:pt x="1963252" y="121983"/>
                </a:cubicBezTo>
                <a:lnTo>
                  <a:pt x="1963252" y="41975"/>
                </a:lnTo>
                <a:lnTo>
                  <a:pt x="1981268" y="41975"/>
                </a:lnTo>
                <a:lnTo>
                  <a:pt x="1981268" y="149116"/>
                </a:lnTo>
                <a:close/>
                <a:moveTo>
                  <a:pt x="2093303" y="118192"/>
                </a:moveTo>
                <a:cubicBezTo>
                  <a:pt x="2093303" y="127959"/>
                  <a:pt x="2089262" y="135970"/>
                  <a:pt x="2081180" y="142225"/>
                </a:cubicBezTo>
                <a:cubicBezTo>
                  <a:pt x="2073098" y="148480"/>
                  <a:pt x="2062062" y="151608"/>
                  <a:pt x="2048070" y="151608"/>
                </a:cubicBezTo>
                <a:cubicBezTo>
                  <a:pt x="2040148" y="151608"/>
                  <a:pt x="2032880" y="150662"/>
                  <a:pt x="2026268" y="148772"/>
                </a:cubicBezTo>
                <a:cubicBezTo>
                  <a:pt x="2019656" y="146881"/>
                  <a:pt x="2014113" y="144813"/>
                  <a:pt x="2009641" y="142569"/>
                </a:cubicBezTo>
                <a:lnTo>
                  <a:pt x="2009641" y="122283"/>
                </a:lnTo>
                <a:lnTo>
                  <a:pt x="2010599" y="122283"/>
                </a:lnTo>
                <a:cubicBezTo>
                  <a:pt x="2016285" y="126621"/>
                  <a:pt x="2022610" y="130070"/>
                  <a:pt x="2029574" y="132630"/>
                </a:cubicBezTo>
                <a:cubicBezTo>
                  <a:pt x="2036538" y="135187"/>
                  <a:pt x="2043214" y="136466"/>
                  <a:pt x="2049603" y="136466"/>
                </a:cubicBezTo>
                <a:cubicBezTo>
                  <a:pt x="2057525" y="136466"/>
                  <a:pt x="2063723" y="135183"/>
                  <a:pt x="2068195" y="132618"/>
                </a:cubicBezTo>
                <a:cubicBezTo>
                  <a:pt x="2072667" y="130050"/>
                  <a:pt x="2074903" y="126007"/>
                  <a:pt x="2074903" y="120489"/>
                </a:cubicBezTo>
                <a:cubicBezTo>
                  <a:pt x="2074903" y="116276"/>
                  <a:pt x="2073689" y="113085"/>
                  <a:pt x="2071262" y="110915"/>
                </a:cubicBezTo>
                <a:cubicBezTo>
                  <a:pt x="2068834" y="108744"/>
                  <a:pt x="2064170" y="106893"/>
                  <a:pt x="2057270" y="105359"/>
                </a:cubicBezTo>
                <a:cubicBezTo>
                  <a:pt x="2054714" y="104786"/>
                  <a:pt x="2051376" y="104116"/>
                  <a:pt x="2047255" y="103350"/>
                </a:cubicBezTo>
                <a:cubicBezTo>
                  <a:pt x="2043135" y="102583"/>
                  <a:pt x="2039381" y="101754"/>
                  <a:pt x="2035995" y="100861"/>
                </a:cubicBezTo>
                <a:cubicBezTo>
                  <a:pt x="2026603" y="98371"/>
                  <a:pt x="2019943" y="94717"/>
                  <a:pt x="2016014" y="89897"/>
                </a:cubicBezTo>
                <a:cubicBezTo>
                  <a:pt x="2012085" y="85078"/>
                  <a:pt x="2010120" y="79157"/>
                  <a:pt x="2010120" y="72135"/>
                </a:cubicBezTo>
                <a:cubicBezTo>
                  <a:pt x="2010120" y="67731"/>
                  <a:pt x="2011031" y="63582"/>
                  <a:pt x="2012851" y="59689"/>
                </a:cubicBezTo>
                <a:cubicBezTo>
                  <a:pt x="2014672" y="55794"/>
                  <a:pt x="2017435" y="52314"/>
                  <a:pt x="2021141" y="49249"/>
                </a:cubicBezTo>
                <a:cubicBezTo>
                  <a:pt x="2024719" y="46250"/>
                  <a:pt x="2029271" y="43873"/>
                  <a:pt x="2034797" y="42119"/>
                </a:cubicBezTo>
                <a:cubicBezTo>
                  <a:pt x="2040323" y="40362"/>
                  <a:pt x="2046505" y="39483"/>
                  <a:pt x="2053341" y="39483"/>
                </a:cubicBezTo>
                <a:cubicBezTo>
                  <a:pt x="2059730" y="39483"/>
                  <a:pt x="2066198" y="40263"/>
                  <a:pt x="2072747" y="41822"/>
                </a:cubicBezTo>
                <a:cubicBezTo>
                  <a:pt x="2079296" y="43381"/>
                  <a:pt x="2084742" y="45276"/>
                  <a:pt x="2089086" y="47506"/>
                </a:cubicBezTo>
                <a:lnTo>
                  <a:pt x="2089086" y="66700"/>
                </a:lnTo>
                <a:lnTo>
                  <a:pt x="2088128" y="66700"/>
                </a:lnTo>
                <a:cubicBezTo>
                  <a:pt x="2083528" y="63314"/>
                  <a:pt x="2077938" y="60455"/>
                  <a:pt x="2071357" y="58123"/>
                </a:cubicBezTo>
                <a:cubicBezTo>
                  <a:pt x="2064777" y="55791"/>
                  <a:pt x="2058324" y="54625"/>
                  <a:pt x="2051999" y="54625"/>
                </a:cubicBezTo>
                <a:cubicBezTo>
                  <a:pt x="2045419" y="54625"/>
                  <a:pt x="2039860" y="55893"/>
                  <a:pt x="2035324" y="58428"/>
                </a:cubicBezTo>
                <a:cubicBezTo>
                  <a:pt x="2030788" y="60964"/>
                  <a:pt x="2028520" y="64734"/>
                  <a:pt x="2028520" y="69739"/>
                </a:cubicBezTo>
                <a:cubicBezTo>
                  <a:pt x="2028520" y="74144"/>
                  <a:pt x="2029894" y="77463"/>
                  <a:pt x="2032641" y="79697"/>
                </a:cubicBezTo>
                <a:cubicBezTo>
                  <a:pt x="2035324" y="81931"/>
                  <a:pt x="2039669" y="83751"/>
                  <a:pt x="2045674" y="85156"/>
                </a:cubicBezTo>
                <a:cubicBezTo>
                  <a:pt x="2048996" y="85923"/>
                  <a:pt x="2052718" y="86690"/>
                  <a:pt x="2056839" y="87456"/>
                </a:cubicBezTo>
                <a:cubicBezTo>
                  <a:pt x="2060960" y="88221"/>
                  <a:pt x="2064394" y="88923"/>
                  <a:pt x="2067141" y="89562"/>
                </a:cubicBezTo>
                <a:cubicBezTo>
                  <a:pt x="2075510" y="91476"/>
                  <a:pt x="2081963" y="94764"/>
                  <a:pt x="2086499" y="99424"/>
                </a:cubicBezTo>
                <a:cubicBezTo>
                  <a:pt x="2091035" y="104147"/>
                  <a:pt x="2093303" y="110403"/>
                  <a:pt x="2093303" y="118192"/>
                </a:cubicBezTo>
                <a:close/>
                <a:moveTo>
                  <a:pt x="2208654" y="97366"/>
                </a:moveTo>
                <a:lnTo>
                  <a:pt x="2129783" y="97366"/>
                </a:lnTo>
                <a:cubicBezTo>
                  <a:pt x="2129783" y="103963"/>
                  <a:pt x="2130773" y="109711"/>
                  <a:pt x="2132754" y="114610"/>
                </a:cubicBezTo>
                <a:cubicBezTo>
                  <a:pt x="2134734" y="119510"/>
                  <a:pt x="2137450" y="123529"/>
                  <a:pt x="2140900" y="126667"/>
                </a:cubicBezTo>
                <a:cubicBezTo>
                  <a:pt x="2144222" y="129742"/>
                  <a:pt x="2148167" y="132048"/>
                  <a:pt x="2152735" y="133585"/>
                </a:cubicBezTo>
                <a:cubicBezTo>
                  <a:pt x="2157303" y="135122"/>
                  <a:pt x="2162334" y="135891"/>
                  <a:pt x="2167829" y="135891"/>
                </a:cubicBezTo>
                <a:cubicBezTo>
                  <a:pt x="2175112" y="135891"/>
                  <a:pt x="2182443" y="134427"/>
                  <a:pt x="2189822" y="131498"/>
                </a:cubicBezTo>
                <a:cubicBezTo>
                  <a:pt x="2197202" y="128569"/>
                  <a:pt x="2202456" y="125689"/>
                  <a:pt x="2205587" y="122858"/>
                </a:cubicBezTo>
                <a:lnTo>
                  <a:pt x="2206545" y="122858"/>
                </a:lnTo>
                <a:lnTo>
                  <a:pt x="2206545" y="142569"/>
                </a:lnTo>
                <a:cubicBezTo>
                  <a:pt x="2200476" y="145133"/>
                  <a:pt x="2194279" y="147280"/>
                  <a:pt x="2187954" y="149011"/>
                </a:cubicBezTo>
                <a:cubicBezTo>
                  <a:pt x="2181629" y="150742"/>
                  <a:pt x="2174984" y="151608"/>
                  <a:pt x="2168020" y="151608"/>
                </a:cubicBezTo>
                <a:cubicBezTo>
                  <a:pt x="2150259" y="151608"/>
                  <a:pt x="2136396" y="146792"/>
                  <a:pt x="2126429" y="137161"/>
                </a:cubicBezTo>
                <a:cubicBezTo>
                  <a:pt x="2116462" y="127530"/>
                  <a:pt x="2111479" y="113849"/>
                  <a:pt x="2111479" y="96120"/>
                </a:cubicBezTo>
                <a:cubicBezTo>
                  <a:pt x="2111479" y="78587"/>
                  <a:pt x="2116255" y="64668"/>
                  <a:pt x="2125806" y="54364"/>
                </a:cubicBezTo>
                <a:cubicBezTo>
                  <a:pt x="2135357" y="44060"/>
                  <a:pt x="2147927" y="38908"/>
                  <a:pt x="2163516" y="38908"/>
                </a:cubicBezTo>
                <a:cubicBezTo>
                  <a:pt x="2177955" y="38908"/>
                  <a:pt x="2189088" y="43132"/>
                  <a:pt x="2196914" y="51579"/>
                </a:cubicBezTo>
                <a:cubicBezTo>
                  <a:pt x="2204740" y="60026"/>
                  <a:pt x="2208654" y="72025"/>
                  <a:pt x="2208654" y="87576"/>
                </a:cubicBezTo>
                <a:lnTo>
                  <a:pt x="2208654" y="97366"/>
                </a:lnTo>
                <a:moveTo>
                  <a:pt x="2191116" y="83566"/>
                </a:moveTo>
                <a:cubicBezTo>
                  <a:pt x="2191052" y="74111"/>
                  <a:pt x="2188672" y="66795"/>
                  <a:pt x="2183977" y="61621"/>
                </a:cubicBezTo>
                <a:cubicBezTo>
                  <a:pt x="2179281" y="56446"/>
                  <a:pt x="2172141" y="53858"/>
                  <a:pt x="2162558" y="53858"/>
                </a:cubicBezTo>
                <a:cubicBezTo>
                  <a:pt x="2152911" y="53858"/>
                  <a:pt x="2145228" y="56701"/>
                  <a:pt x="2139510" y="62387"/>
                </a:cubicBezTo>
                <a:cubicBezTo>
                  <a:pt x="2133792" y="68073"/>
                  <a:pt x="2130550" y="75133"/>
                  <a:pt x="2129783" y="83566"/>
                </a:cubicBezTo>
                <a:lnTo>
                  <a:pt x="2191116" y="835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6e7fbb7b44546"/>
          <a:stretch xmlns:a="http://schemas.openxmlformats.org/drawingml/2006/main"/>
        </p:blipFill>
        <p:spPr>
          <a:xfrm xmlns:a="http://schemas.openxmlformats.org/drawingml/2006/main">
            <a:off x="5368040" y="1404687"/>
            <a:ext cx="463187" cy="463187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1f6c6f2254a7d"/>
          <a:stretch xmlns:a="http://schemas.openxmlformats.org/drawingml/2006/main"/>
        </p:blipFill>
        <p:spPr>
          <a:xfrm xmlns:a="http://schemas.openxmlformats.org/drawingml/2006/main">
            <a:off x="4904853" y="1404687"/>
            <a:ext cx="463187" cy="463187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b6774bff44631"/>
          <a:stretch xmlns:a="http://schemas.openxmlformats.org/drawingml/2006/main"/>
        </p:blipFill>
        <p:spPr>
          <a:xfrm xmlns:a="http://schemas.openxmlformats.org/drawingml/2006/main">
            <a:off x="5831227" y="1404687"/>
            <a:ext cx="463187" cy="463187"/>
          </a:xfrm>
          <a:prstGeom xmlns:a="http://schemas.openxmlformats.org/drawingml/2006/main" prst="rect">
            <a:avLst/>
          </a:prstGeom>
        </p:spPr>
      </p:pic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5288e20f3430e"/>
          <a:stretch xmlns:a="http://schemas.openxmlformats.org/drawingml/2006/main"/>
        </p:blipFill>
        <p:spPr>
          <a:xfrm xmlns:a="http://schemas.openxmlformats.org/drawingml/2006/main">
            <a:off x="6294413" y="1404687"/>
            <a:ext cx="463187" cy="463187"/>
          </a:xfrm>
          <a:prstGeom xmlns:a="http://schemas.openxmlformats.org/drawingml/2006/main" prst="rect">
            <a:avLst/>
          </a:prstGeom>
        </p:spPr>
      </p:pic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6A22A-C01B-4DC6-94CC-30B5DFD3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170" y="1626468"/>
            <a:ext cx="463678" cy="406270"/>
          </a:xfrm>
          <a:custGeom xmlns:a="http://schemas.openxmlformats.org/drawingml/2006/main">
            <a:pathLst>
              <a:path w="463678" h="406270">
                <a:moveTo>
                  <a:pt x="164" y="0"/>
                </a:moveTo>
                <a:cubicBezTo>
                  <a:pt x="0" y="32564"/>
                  <a:pt x="103792" y="58504"/>
                  <a:pt x="231839" y="58504"/>
                </a:cubicBezTo>
                <a:cubicBezTo>
                  <a:pt x="359886" y="58504"/>
                  <a:pt x="463678" y="32564"/>
                  <a:pt x="463351" y="0"/>
                </a:cubicBezTo>
                <a:lnTo>
                  <a:pt x="463351" y="347390"/>
                </a:lnTo>
                <a:cubicBezTo>
                  <a:pt x="463678" y="380314"/>
                  <a:pt x="359886" y="406270"/>
                  <a:pt x="231839" y="406270"/>
                </a:cubicBezTo>
                <a:cubicBezTo>
                  <a:pt x="103792" y="406270"/>
                  <a:pt x="0" y="380314"/>
                  <a:pt x="164" y="347390"/>
                </a:cubicBezTo>
                <a:lnTo>
                  <a:pt x="164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cd374a87b4445"/>
          <a:stretch xmlns:a="http://schemas.openxmlformats.org/drawingml/2006/main"/>
        </p:blipFill>
        <p:spPr>
          <a:xfrm xmlns:a="http://schemas.openxmlformats.org/drawingml/2006/main">
            <a:off x="3719408" y="1565625"/>
            <a:ext cx="471038" cy="123647"/>
          </a:xfrm>
          <a:prstGeom xmlns:a="http://schemas.openxmlformats.org/drawingml/2006/main" prst="rect">
            <a:avLst/>
          </a:prstGeom>
        </p:spPr>
      </p:pic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ae87ed4e04690"/>
          <a:stretch xmlns:a="http://schemas.openxmlformats.org/drawingml/2006/main"/>
        </p:blipFill>
        <p:spPr>
          <a:xfrm xmlns:a="http://schemas.openxmlformats.org/drawingml/2006/main">
            <a:off x="3703543" y="1549433"/>
            <a:ext cx="502931" cy="502931"/>
          </a:xfrm>
          <a:prstGeom xmlns:a="http://schemas.openxmlformats.org/drawingml/2006/main" prst="rect">
            <a:avLst/>
          </a:prstGeom>
        </p:spPr>
      </p:pic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5AAD3-C86F-420F-9733-792FE5F1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77" y="3409868"/>
            <a:ext cx="1854711" cy="556348"/>
          </a:xfrm>
          <a:custGeom xmlns:a="http://schemas.openxmlformats.org/drawingml/2006/main">
            <a:pathLst>
              <a:path w="1854711" h="556348">
                <a:moveTo>
                  <a:pt x="0" y="92899"/>
                </a:moveTo>
                <a:cubicBezTo>
                  <a:pt x="0" y="41510"/>
                  <a:pt x="41510" y="0"/>
                  <a:pt x="92245" y="654"/>
                </a:cubicBezTo>
                <a:lnTo>
                  <a:pt x="1762466" y="654"/>
                </a:lnTo>
                <a:cubicBezTo>
                  <a:pt x="1812971" y="0"/>
                  <a:pt x="1854482" y="41510"/>
                  <a:pt x="1854711" y="92899"/>
                </a:cubicBezTo>
                <a:lnTo>
                  <a:pt x="1854711" y="463841"/>
                </a:lnTo>
                <a:cubicBezTo>
                  <a:pt x="1854482" y="514821"/>
                  <a:pt x="1812971" y="556348"/>
                  <a:pt x="1762466" y="556086"/>
                </a:cubicBezTo>
                <a:lnTo>
                  <a:pt x="92245" y="556086"/>
                </a:lnTo>
                <a:cubicBezTo>
                  <a:pt x="41510" y="556348"/>
                  <a:pt x="0" y="514821"/>
                  <a:pt x="0" y="463841"/>
                </a:cubicBezTo>
                <a:lnTo>
                  <a:pt x="0" y="92899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3D1A5-5BC5-4D67-BFD9-5FFA49E8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200" y="3401691"/>
            <a:ext cx="1870837" cy="572703"/>
          </a:xfrm>
          <a:custGeom xmlns:a="http://schemas.openxmlformats.org/drawingml/2006/main">
            <a:pathLst>
              <a:path w="1870837" h="572703">
                <a:moveTo>
                  <a:pt x="2044" y="492120"/>
                </a:moveTo>
                <a:lnTo>
                  <a:pt x="3173" y="497010"/>
                </a:lnTo>
                <a:lnTo>
                  <a:pt x="4530" y="501802"/>
                </a:lnTo>
                <a:lnTo>
                  <a:pt x="6117" y="506496"/>
                </a:lnTo>
                <a:lnTo>
                  <a:pt x="7932" y="511076"/>
                </a:lnTo>
                <a:lnTo>
                  <a:pt x="9944" y="515541"/>
                </a:lnTo>
                <a:lnTo>
                  <a:pt x="12185" y="519891"/>
                </a:lnTo>
                <a:lnTo>
                  <a:pt x="14605" y="524127"/>
                </a:lnTo>
                <a:lnTo>
                  <a:pt x="17288" y="528298"/>
                </a:lnTo>
                <a:lnTo>
                  <a:pt x="23045" y="535985"/>
                </a:lnTo>
                <a:lnTo>
                  <a:pt x="29554" y="543149"/>
                </a:lnTo>
                <a:lnTo>
                  <a:pt x="36718" y="549658"/>
                </a:lnTo>
                <a:lnTo>
                  <a:pt x="44405" y="555415"/>
                </a:lnTo>
                <a:lnTo>
                  <a:pt x="48576" y="558081"/>
                </a:lnTo>
                <a:lnTo>
                  <a:pt x="52795" y="560518"/>
                </a:lnTo>
                <a:lnTo>
                  <a:pt x="57146" y="562743"/>
                </a:lnTo>
                <a:lnTo>
                  <a:pt x="61627" y="564771"/>
                </a:lnTo>
                <a:lnTo>
                  <a:pt x="66207" y="566570"/>
                </a:lnTo>
                <a:lnTo>
                  <a:pt x="70901" y="568156"/>
                </a:lnTo>
                <a:lnTo>
                  <a:pt x="75693" y="569530"/>
                </a:lnTo>
                <a:lnTo>
                  <a:pt x="80583" y="570659"/>
                </a:lnTo>
                <a:lnTo>
                  <a:pt x="85539" y="571542"/>
                </a:lnTo>
                <a:lnTo>
                  <a:pt x="90593" y="572180"/>
                </a:lnTo>
                <a:lnTo>
                  <a:pt x="95712" y="572572"/>
                </a:lnTo>
                <a:lnTo>
                  <a:pt x="100799" y="572703"/>
                </a:lnTo>
                <a:lnTo>
                  <a:pt x="1770038" y="572703"/>
                </a:lnTo>
                <a:lnTo>
                  <a:pt x="1775109" y="572572"/>
                </a:lnTo>
                <a:lnTo>
                  <a:pt x="1780244" y="572180"/>
                </a:lnTo>
                <a:lnTo>
                  <a:pt x="1785282" y="571542"/>
                </a:lnTo>
                <a:lnTo>
                  <a:pt x="1790254" y="570659"/>
                </a:lnTo>
                <a:lnTo>
                  <a:pt x="1795144" y="569530"/>
                </a:lnTo>
                <a:lnTo>
                  <a:pt x="1799936" y="568156"/>
                </a:lnTo>
                <a:lnTo>
                  <a:pt x="1804630" y="566570"/>
                </a:lnTo>
                <a:lnTo>
                  <a:pt x="1809210" y="564771"/>
                </a:lnTo>
                <a:lnTo>
                  <a:pt x="1813675" y="562743"/>
                </a:lnTo>
                <a:lnTo>
                  <a:pt x="1818025" y="560518"/>
                </a:lnTo>
                <a:lnTo>
                  <a:pt x="1822261" y="558081"/>
                </a:lnTo>
                <a:lnTo>
                  <a:pt x="1826432" y="555415"/>
                </a:lnTo>
                <a:lnTo>
                  <a:pt x="1834119" y="549658"/>
                </a:lnTo>
                <a:lnTo>
                  <a:pt x="1841283" y="543149"/>
                </a:lnTo>
                <a:lnTo>
                  <a:pt x="1847792" y="535985"/>
                </a:lnTo>
                <a:lnTo>
                  <a:pt x="1853549" y="528298"/>
                </a:lnTo>
                <a:lnTo>
                  <a:pt x="1856215" y="524127"/>
                </a:lnTo>
                <a:lnTo>
                  <a:pt x="1858652" y="519891"/>
                </a:lnTo>
                <a:lnTo>
                  <a:pt x="1860877" y="515541"/>
                </a:lnTo>
                <a:lnTo>
                  <a:pt x="1862905" y="511076"/>
                </a:lnTo>
                <a:lnTo>
                  <a:pt x="1864704" y="506496"/>
                </a:lnTo>
                <a:lnTo>
                  <a:pt x="1866307" y="501802"/>
                </a:lnTo>
                <a:lnTo>
                  <a:pt x="1867664" y="497010"/>
                </a:lnTo>
                <a:lnTo>
                  <a:pt x="1868793" y="492120"/>
                </a:lnTo>
                <a:lnTo>
                  <a:pt x="1869676" y="487148"/>
                </a:lnTo>
                <a:lnTo>
                  <a:pt x="1870314" y="482110"/>
                </a:lnTo>
                <a:lnTo>
                  <a:pt x="1870706" y="476975"/>
                </a:lnTo>
                <a:lnTo>
                  <a:pt x="1870837" y="471904"/>
                </a:lnTo>
                <a:lnTo>
                  <a:pt x="1870837" y="100799"/>
                </a:lnTo>
                <a:lnTo>
                  <a:pt x="1870706" y="95712"/>
                </a:lnTo>
                <a:lnTo>
                  <a:pt x="1870314" y="90593"/>
                </a:lnTo>
                <a:lnTo>
                  <a:pt x="1869676" y="85539"/>
                </a:lnTo>
                <a:lnTo>
                  <a:pt x="1868793" y="80583"/>
                </a:lnTo>
                <a:lnTo>
                  <a:pt x="1867664" y="75693"/>
                </a:lnTo>
                <a:lnTo>
                  <a:pt x="1866307" y="70901"/>
                </a:lnTo>
                <a:lnTo>
                  <a:pt x="1864704" y="66207"/>
                </a:lnTo>
                <a:lnTo>
                  <a:pt x="1862905" y="61627"/>
                </a:lnTo>
                <a:lnTo>
                  <a:pt x="1860877" y="57146"/>
                </a:lnTo>
                <a:lnTo>
                  <a:pt x="1858652" y="52795"/>
                </a:lnTo>
                <a:lnTo>
                  <a:pt x="1856215" y="48576"/>
                </a:lnTo>
                <a:lnTo>
                  <a:pt x="1853549" y="44405"/>
                </a:lnTo>
                <a:lnTo>
                  <a:pt x="1847792" y="36718"/>
                </a:lnTo>
                <a:lnTo>
                  <a:pt x="1841283" y="29554"/>
                </a:lnTo>
                <a:lnTo>
                  <a:pt x="1834119" y="23045"/>
                </a:lnTo>
                <a:lnTo>
                  <a:pt x="1826432" y="17288"/>
                </a:lnTo>
                <a:lnTo>
                  <a:pt x="1822261" y="14605"/>
                </a:lnTo>
                <a:lnTo>
                  <a:pt x="1818025" y="12185"/>
                </a:lnTo>
                <a:lnTo>
                  <a:pt x="1813675" y="9944"/>
                </a:lnTo>
                <a:lnTo>
                  <a:pt x="1809210" y="7932"/>
                </a:lnTo>
                <a:lnTo>
                  <a:pt x="1804630" y="6117"/>
                </a:lnTo>
                <a:lnTo>
                  <a:pt x="1799936" y="4530"/>
                </a:lnTo>
                <a:lnTo>
                  <a:pt x="1795144" y="3173"/>
                </a:lnTo>
                <a:lnTo>
                  <a:pt x="1790254" y="2044"/>
                </a:lnTo>
                <a:lnTo>
                  <a:pt x="1785282" y="1161"/>
                </a:lnTo>
                <a:lnTo>
                  <a:pt x="1780244" y="523"/>
                </a:lnTo>
                <a:lnTo>
                  <a:pt x="1775109" y="131"/>
                </a:lnTo>
                <a:lnTo>
                  <a:pt x="1770038" y="0"/>
                </a:lnTo>
                <a:lnTo>
                  <a:pt x="100799" y="0"/>
                </a:lnTo>
                <a:lnTo>
                  <a:pt x="95712" y="131"/>
                </a:lnTo>
                <a:lnTo>
                  <a:pt x="90593" y="523"/>
                </a:lnTo>
                <a:lnTo>
                  <a:pt x="85539" y="1161"/>
                </a:lnTo>
                <a:lnTo>
                  <a:pt x="80583" y="2044"/>
                </a:lnTo>
                <a:lnTo>
                  <a:pt x="75693" y="3173"/>
                </a:lnTo>
                <a:lnTo>
                  <a:pt x="70901" y="4530"/>
                </a:lnTo>
                <a:lnTo>
                  <a:pt x="66207" y="6117"/>
                </a:lnTo>
                <a:lnTo>
                  <a:pt x="61627" y="7932"/>
                </a:lnTo>
                <a:lnTo>
                  <a:pt x="57146" y="9944"/>
                </a:lnTo>
                <a:lnTo>
                  <a:pt x="52795" y="12185"/>
                </a:lnTo>
                <a:lnTo>
                  <a:pt x="48576" y="14605"/>
                </a:lnTo>
                <a:lnTo>
                  <a:pt x="44405" y="17288"/>
                </a:lnTo>
                <a:lnTo>
                  <a:pt x="36718" y="23045"/>
                </a:lnTo>
                <a:lnTo>
                  <a:pt x="29554" y="29554"/>
                </a:lnTo>
                <a:lnTo>
                  <a:pt x="23045" y="36718"/>
                </a:lnTo>
                <a:lnTo>
                  <a:pt x="17288" y="44405"/>
                </a:lnTo>
                <a:lnTo>
                  <a:pt x="14605" y="48576"/>
                </a:lnTo>
                <a:lnTo>
                  <a:pt x="12185" y="52795"/>
                </a:lnTo>
                <a:lnTo>
                  <a:pt x="9944" y="57146"/>
                </a:lnTo>
                <a:lnTo>
                  <a:pt x="7932" y="61627"/>
                </a:lnTo>
                <a:lnTo>
                  <a:pt x="6117" y="66207"/>
                </a:lnTo>
                <a:lnTo>
                  <a:pt x="4530" y="70901"/>
                </a:lnTo>
                <a:lnTo>
                  <a:pt x="3173" y="75693"/>
                </a:lnTo>
                <a:lnTo>
                  <a:pt x="2044" y="80583"/>
                </a:lnTo>
                <a:lnTo>
                  <a:pt x="1161" y="85539"/>
                </a:lnTo>
                <a:lnTo>
                  <a:pt x="523" y="90593"/>
                </a:lnTo>
                <a:lnTo>
                  <a:pt x="131" y="95712"/>
                </a:lnTo>
                <a:lnTo>
                  <a:pt x="0" y="100799"/>
                </a:lnTo>
                <a:lnTo>
                  <a:pt x="0" y="471904"/>
                </a:lnTo>
                <a:lnTo>
                  <a:pt x="131" y="476975"/>
                </a:lnTo>
                <a:lnTo>
                  <a:pt x="523" y="482110"/>
                </a:lnTo>
                <a:lnTo>
                  <a:pt x="1161" y="487148"/>
                </a:lnTo>
                <a:lnTo>
                  <a:pt x="2044" y="492120"/>
                </a:lnTo>
                <a:close/>
                <a:moveTo>
                  <a:pt x="18075" y="83829"/>
                </a:moveTo>
                <a:lnTo>
                  <a:pt x="19070" y="79569"/>
                </a:lnTo>
                <a:lnTo>
                  <a:pt x="18956" y="79962"/>
                </a:lnTo>
                <a:lnTo>
                  <a:pt x="20200" y="75617"/>
                </a:lnTo>
                <a:lnTo>
                  <a:pt x="21544" y="71674"/>
                </a:lnTo>
                <a:lnTo>
                  <a:pt x="23030" y="67929"/>
                </a:lnTo>
                <a:lnTo>
                  <a:pt x="24745" y="64138"/>
                </a:lnTo>
                <a:lnTo>
                  <a:pt x="26500" y="60713"/>
                </a:lnTo>
                <a:lnTo>
                  <a:pt x="28575" y="57097"/>
                </a:lnTo>
                <a:lnTo>
                  <a:pt x="30661" y="53832"/>
                </a:lnTo>
                <a:lnTo>
                  <a:pt x="35692" y="47105"/>
                </a:lnTo>
                <a:lnTo>
                  <a:pt x="41131" y="41131"/>
                </a:lnTo>
                <a:lnTo>
                  <a:pt x="47105" y="35692"/>
                </a:lnTo>
                <a:lnTo>
                  <a:pt x="53832" y="30661"/>
                </a:lnTo>
                <a:lnTo>
                  <a:pt x="57097" y="28575"/>
                </a:lnTo>
                <a:lnTo>
                  <a:pt x="60713" y="26500"/>
                </a:lnTo>
                <a:lnTo>
                  <a:pt x="64138" y="24745"/>
                </a:lnTo>
                <a:lnTo>
                  <a:pt x="67929" y="23030"/>
                </a:lnTo>
                <a:lnTo>
                  <a:pt x="71674" y="21544"/>
                </a:lnTo>
                <a:lnTo>
                  <a:pt x="75617" y="20200"/>
                </a:lnTo>
                <a:lnTo>
                  <a:pt x="79962" y="18956"/>
                </a:lnTo>
                <a:lnTo>
                  <a:pt x="79569" y="19070"/>
                </a:lnTo>
                <a:lnTo>
                  <a:pt x="83829" y="18075"/>
                </a:lnTo>
                <a:lnTo>
                  <a:pt x="88221" y="17304"/>
                </a:lnTo>
                <a:lnTo>
                  <a:pt x="87813" y="17353"/>
                </a:lnTo>
                <a:lnTo>
                  <a:pt x="92103" y="16809"/>
                </a:lnTo>
                <a:lnTo>
                  <a:pt x="96641" y="16463"/>
                </a:lnTo>
                <a:lnTo>
                  <a:pt x="101110" y="16355"/>
                </a:lnTo>
                <a:lnTo>
                  <a:pt x="1769728" y="16355"/>
                </a:lnTo>
                <a:lnTo>
                  <a:pt x="1774196" y="16463"/>
                </a:lnTo>
                <a:lnTo>
                  <a:pt x="1778734" y="16809"/>
                </a:lnTo>
                <a:lnTo>
                  <a:pt x="1783025" y="17353"/>
                </a:lnTo>
                <a:lnTo>
                  <a:pt x="1782616" y="17304"/>
                </a:lnTo>
                <a:lnTo>
                  <a:pt x="1787008" y="18075"/>
                </a:lnTo>
                <a:lnTo>
                  <a:pt x="1791268" y="19070"/>
                </a:lnTo>
                <a:lnTo>
                  <a:pt x="1790875" y="18956"/>
                </a:lnTo>
                <a:lnTo>
                  <a:pt x="1795213" y="20198"/>
                </a:lnTo>
                <a:lnTo>
                  <a:pt x="1799155" y="21547"/>
                </a:lnTo>
                <a:lnTo>
                  <a:pt x="1802903" y="23029"/>
                </a:lnTo>
                <a:lnTo>
                  <a:pt x="1806691" y="24749"/>
                </a:lnTo>
                <a:lnTo>
                  <a:pt x="1810134" y="26505"/>
                </a:lnTo>
                <a:lnTo>
                  <a:pt x="1813936" y="28687"/>
                </a:lnTo>
                <a:lnTo>
                  <a:pt x="1813593" y="28491"/>
                </a:lnTo>
                <a:lnTo>
                  <a:pt x="1817101" y="30733"/>
                </a:lnTo>
                <a:lnTo>
                  <a:pt x="1823644" y="35626"/>
                </a:lnTo>
                <a:lnTo>
                  <a:pt x="1829710" y="41134"/>
                </a:lnTo>
                <a:lnTo>
                  <a:pt x="1835145" y="47105"/>
                </a:lnTo>
                <a:lnTo>
                  <a:pt x="1840176" y="53832"/>
                </a:lnTo>
                <a:lnTo>
                  <a:pt x="1842262" y="57097"/>
                </a:lnTo>
                <a:lnTo>
                  <a:pt x="1844337" y="60713"/>
                </a:lnTo>
                <a:lnTo>
                  <a:pt x="1846092" y="64138"/>
                </a:lnTo>
                <a:lnTo>
                  <a:pt x="1847807" y="67929"/>
                </a:lnTo>
                <a:lnTo>
                  <a:pt x="1849292" y="71672"/>
                </a:lnTo>
                <a:lnTo>
                  <a:pt x="1850714" y="75889"/>
                </a:lnTo>
                <a:lnTo>
                  <a:pt x="1851822" y="79812"/>
                </a:lnTo>
                <a:lnTo>
                  <a:pt x="1852745" y="83825"/>
                </a:lnTo>
                <a:lnTo>
                  <a:pt x="1853489" y="87973"/>
                </a:lnTo>
                <a:lnTo>
                  <a:pt x="1854030" y="92127"/>
                </a:lnTo>
                <a:lnTo>
                  <a:pt x="1854375" y="96641"/>
                </a:lnTo>
                <a:lnTo>
                  <a:pt x="1854482" y="101110"/>
                </a:lnTo>
                <a:lnTo>
                  <a:pt x="1854482" y="471594"/>
                </a:lnTo>
                <a:lnTo>
                  <a:pt x="1854374" y="476069"/>
                </a:lnTo>
                <a:lnTo>
                  <a:pt x="1854030" y="480577"/>
                </a:lnTo>
                <a:lnTo>
                  <a:pt x="1853489" y="484730"/>
                </a:lnTo>
                <a:lnTo>
                  <a:pt x="1852758" y="488807"/>
                </a:lnTo>
                <a:lnTo>
                  <a:pt x="1851821" y="492895"/>
                </a:lnTo>
                <a:lnTo>
                  <a:pt x="1850715" y="496813"/>
                </a:lnTo>
                <a:lnTo>
                  <a:pt x="1849290" y="501023"/>
                </a:lnTo>
                <a:lnTo>
                  <a:pt x="1847809" y="504769"/>
                </a:lnTo>
                <a:lnTo>
                  <a:pt x="1846088" y="508557"/>
                </a:lnTo>
                <a:lnTo>
                  <a:pt x="1844194" y="512270"/>
                </a:lnTo>
                <a:lnTo>
                  <a:pt x="1844374" y="511910"/>
                </a:lnTo>
                <a:lnTo>
                  <a:pt x="1842346" y="515459"/>
                </a:lnTo>
                <a:lnTo>
                  <a:pt x="1840104" y="518967"/>
                </a:lnTo>
                <a:lnTo>
                  <a:pt x="1835211" y="525510"/>
                </a:lnTo>
                <a:lnTo>
                  <a:pt x="1829706" y="531572"/>
                </a:lnTo>
                <a:lnTo>
                  <a:pt x="1823644" y="537078"/>
                </a:lnTo>
                <a:lnTo>
                  <a:pt x="1817101" y="541970"/>
                </a:lnTo>
                <a:lnTo>
                  <a:pt x="1813593" y="544212"/>
                </a:lnTo>
                <a:lnTo>
                  <a:pt x="1813936" y="544016"/>
                </a:lnTo>
                <a:lnTo>
                  <a:pt x="1810390" y="546051"/>
                </a:lnTo>
                <a:lnTo>
                  <a:pt x="1806671" y="547964"/>
                </a:lnTo>
                <a:lnTo>
                  <a:pt x="1802903" y="549675"/>
                </a:lnTo>
                <a:lnTo>
                  <a:pt x="1799157" y="551156"/>
                </a:lnTo>
                <a:lnTo>
                  <a:pt x="1794946" y="552581"/>
                </a:lnTo>
                <a:lnTo>
                  <a:pt x="1791025" y="553689"/>
                </a:lnTo>
                <a:lnTo>
                  <a:pt x="1787012" y="554611"/>
                </a:lnTo>
                <a:lnTo>
                  <a:pt x="1782875" y="555353"/>
                </a:lnTo>
                <a:lnTo>
                  <a:pt x="1778409" y="555919"/>
                </a:lnTo>
                <a:lnTo>
                  <a:pt x="1774196" y="556241"/>
                </a:lnTo>
                <a:lnTo>
                  <a:pt x="1769728" y="556348"/>
                </a:lnTo>
                <a:lnTo>
                  <a:pt x="101110" y="556348"/>
                </a:lnTo>
                <a:lnTo>
                  <a:pt x="96641" y="556241"/>
                </a:lnTo>
                <a:lnTo>
                  <a:pt x="92428" y="555919"/>
                </a:lnTo>
                <a:lnTo>
                  <a:pt x="87962" y="555353"/>
                </a:lnTo>
                <a:lnTo>
                  <a:pt x="83825" y="554611"/>
                </a:lnTo>
                <a:lnTo>
                  <a:pt x="79812" y="553689"/>
                </a:lnTo>
                <a:lnTo>
                  <a:pt x="75889" y="552580"/>
                </a:lnTo>
                <a:lnTo>
                  <a:pt x="71672" y="551159"/>
                </a:lnTo>
                <a:lnTo>
                  <a:pt x="67929" y="549673"/>
                </a:lnTo>
                <a:lnTo>
                  <a:pt x="64157" y="547966"/>
                </a:lnTo>
                <a:lnTo>
                  <a:pt x="60448" y="546051"/>
                </a:lnTo>
                <a:lnTo>
                  <a:pt x="57097" y="544128"/>
                </a:lnTo>
                <a:lnTo>
                  <a:pt x="53832" y="542042"/>
                </a:lnTo>
                <a:lnTo>
                  <a:pt x="47105" y="537012"/>
                </a:lnTo>
                <a:lnTo>
                  <a:pt x="41134" y="531576"/>
                </a:lnTo>
                <a:lnTo>
                  <a:pt x="35626" y="525510"/>
                </a:lnTo>
                <a:lnTo>
                  <a:pt x="30733" y="518967"/>
                </a:lnTo>
                <a:lnTo>
                  <a:pt x="28491" y="515459"/>
                </a:lnTo>
                <a:lnTo>
                  <a:pt x="26463" y="511910"/>
                </a:lnTo>
                <a:lnTo>
                  <a:pt x="26643" y="512270"/>
                </a:lnTo>
                <a:lnTo>
                  <a:pt x="24749" y="508557"/>
                </a:lnTo>
                <a:lnTo>
                  <a:pt x="23029" y="504769"/>
                </a:lnTo>
                <a:lnTo>
                  <a:pt x="21547" y="501021"/>
                </a:lnTo>
                <a:lnTo>
                  <a:pt x="20198" y="497079"/>
                </a:lnTo>
                <a:lnTo>
                  <a:pt x="18956" y="492741"/>
                </a:lnTo>
                <a:lnTo>
                  <a:pt x="19070" y="493134"/>
                </a:lnTo>
                <a:lnTo>
                  <a:pt x="18064" y="488811"/>
                </a:lnTo>
                <a:lnTo>
                  <a:pt x="17304" y="484482"/>
                </a:lnTo>
                <a:lnTo>
                  <a:pt x="17353" y="484891"/>
                </a:lnTo>
                <a:lnTo>
                  <a:pt x="16809" y="480600"/>
                </a:lnTo>
                <a:lnTo>
                  <a:pt x="16463" y="476069"/>
                </a:lnTo>
                <a:lnTo>
                  <a:pt x="16355" y="471594"/>
                </a:lnTo>
                <a:lnTo>
                  <a:pt x="16355" y="101110"/>
                </a:lnTo>
                <a:lnTo>
                  <a:pt x="16463" y="96641"/>
                </a:lnTo>
                <a:lnTo>
                  <a:pt x="16809" y="92103"/>
                </a:lnTo>
                <a:lnTo>
                  <a:pt x="17353" y="87813"/>
                </a:lnTo>
                <a:lnTo>
                  <a:pt x="17304" y="88221"/>
                </a:lnTo>
                <a:lnTo>
                  <a:pt x="18075" y="8382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Fine-tuned">
            <a:extLst xmlns:a="http://schemas.openxmlformats.org/drawingml/2006/main">
              <a:ext uri="{FF2B5EF4-FFF2-40B4-BE49-F238E27FC236}">
                <a16:creationId xmlns:a16="http://schemas.microsoft.com/office/drawing/2014/main" id="{5D725FBA-99D9-4BA6-850F-7D715728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692" y="3498888"/>
            <a:ext cx="1025827" cy="152183"/>
          </a:xfrm>
          <a:custGeom xmlns:a="http://schemas.openxmlformats.org/drawingml/2006/main">
            <a:pathLst>
              <a:path w="1025827" h="152183">
                <a:moveTo>
                  <a:pt x="91137" y="23192"/>
                </a:moveTo>
                <a:lnTo>
                  <a:pt x="18975" y="23192"/>
                </a:lnTo>
                <a:lnTo>
                  <a:pt x="18975" y="63441"/>
                </a:lnTo>
                <a:lnTo>
                  <a:pt x="80979" y="63441"/>
                </a:lnTo>
                <a:lnTo>
                  <a:pt x="80979" y="80308"/>
                </a:lnTo>
                <a:lnTo>
                  <a:pt x="18975" y="80308"/>
                </a:lnTo>
                <a:lnTo>
                  <a:pt x="18975" y="149116"/>
                </a:lnTo>
                <a:lnTo>
                  <a:pt x="0" y="149116"/>
                </a:lnTo>
                <a:lnTo>
                  <a:pt x="0" y="6325"/>
                </a:lnTo>
                <a:lnTo>
                  <a:pt x="91137" y="6325"/>
                </a:lnTo>
                <a:lnTo>
                  <a:pt x="91137" y="23192"/>
                </a:lnTo>
                <a:close/>
                <a:moveTo>
                  <a:pt x="130773" y="24150"/>
                </a:moveTo>
                <a:lnTo>
                  <a:pt x="110457" y="24150"/>
                </a:lnTo>
                <a:lnTo>
                  <a:pt x="110457" y="5367"/>
                </a:lnTo>
                <a:lnTo>
                  <a:pt x="130773" y="5367"/>
                </a:lnTo>
                <a:lnTo>
                  <a:pt x="130773" y="24150"/>
                </a:lnTo>
                <a:moveTo>
                  <a:pt x="129623" y="149116"/>
                </a:moveTo>
                <a:lnTo>
                  <a:pt x="111607" y="149116"/>
                </a:lnTo>
                <a:lnTo>
                  <a:pt x="111607" y="41975"/>
                </a:lnTo>
                <a:lnTo>
                  <a:pt x="129623" y="41975"/>
                </a:lnTo>
                <a:lnTo>
                  <a:pt x="129623" y="149116"/>
                </a:lnTo>
                <a:close/>
                <a:moveTo>
                  <a:pt x="254896" y="149116"/>
                </a:moveTo>
                <a:lnTo>
                  <a:pt x="236880" y="149116"/>
                </a:lnTo>
                <a:lnTo>
                  <a:pt x="236880" y="88103"/>
                </a:lnTo>
                <a:cubicBezTo>
                  <a:pt x="236880" y="83178"/>
                  <a:pt x="236592" y="78557"/>
                  <a:pt x="236017" y="74241"/>
                </a:cubicBezTo>
                <a:cubicBezTo>
                  <a:pt x="235442" y="69924"/>
                  <a:pt x="234388" y="66551"/>
                  <a:pt x="232855" y="64121"/>
                </a:cubicBezTo>
                <a:cubicBezTo>
                  <a:pt x="231258" y="61434"/>
                  <a:pt x="228958" y="59435"/>
                  <a:pt x="225955" y="58126"/>
                </a:cubicBezTo>
                <a:cubicBezTo>
                  <a:pt x="222952" y="56814"/>
                  <a:pt x="219055" y="56158"/>
                  <a:pt x="214263" y="56158"/>
                </a:cubicBezTo>
                <a:cubicBezTo>
                  <a:pt x="209344" y="56158"/>
                  <a:pt x="204201" y="57374"/>
                  <a:pt x="198834" y="59806"/>
                </a:cubicBezTo>
                <a:cubicBezTo>
                  <a:pt x="193467" y="62235"/>
                  <a:pt x="188324" y="65336"/>
                  <a:pt x="183405" y="69107"/>
                </a:cubicBezTo>
                <a:lnTo>
                  <a:pt x="183405" y="149116"/>
                </a:lnTo>
                <a:lnTo>
                  <a:pt x="165388" y="149116"/>
                </a:lnTo>
                <a:lnTo>
                  <a:pt x="165388" y="41975"/>
                </a:lnTo>
                <a:lnTo>
                  <a:pt x="183405" y="41975"/>
                </a:lnTo>
                <a:lnTo>
                  <a:pt x="183405" y="53789"/>
                </a:lnTo>
                <a:cubicBezTo>
                  <a:pt x="189027" y="49117"/>
                  <a:pt x="194841" y="45470"/>
                  <a:pt x="200847" y="42846"/>
                </a:cubicBezTo>
                <a:cubicBezTo>
                  <a:pt x="206852" y="40221"/>
                  <a:pt x="213017" y="38908"/>
                  <a:pt x="219342" y="38908"/>
                </a:cubicBezTo>
                <a:cubicBezTo>
                  <a:pt x="230906" y="38908"/>
                  <a:pt x="239723" y="42396"/>
                  <a:pt x="245792" y="49372"/>
                </a:cubicBezTo>
                <a:cubicBezTo>
                  <a:pt x="251862" y="56348"/>
                  <a:pt x="254896" y="66396"/>
                  <a:pt x="254896" y="79517"/>
                </a:cubicBezTo>
                <a:lnTo>
                  <a:pt x="254896" y="149116"/>
                </a:lnTo>
                <a:close/>
                <a:moveTo>
                  <a:pt x="379293" y="97366"/>
                </a:moveTo>
                <a:lnTo>
                  <a:pt x="300423" y="97366"/>
                </a:lnTo>
                <a:cubicBezTo>
                  <a:pt x="300423" y="103963"/>
                  <a:pt x="301413" y="109711"/>
                  <a:pt x="303394" y="114610"/>
                </a:cubicBezTo>
                <a:cubicBezTo>
                  <a:pt x="305374" y="119510"/>
                  <a:pt x="308090" y="123529"/>
                  <a:pt x="311540" y="126667"/>
                </a:cubicBezTo>
                <a:cubicBezTo>
                  <a:pt x="314862" y="129742"/>
                  <a:pt x="318807" y="132048"/>
                  <a:pt x="323375" y="133585"/>
                </a:cubicBezTo>
                <a:cubicBezTo>
                  <a:pt x="327943" y="135122"/>
                  <a:pt x="332974" y="135891"/>
                  <a:pt x="338469" y="135891"/>
                </a:cubicBezTo>
                <a:cubicBezTo>
                  <a:pt x="345752" y="135891"/>
                  <a:pt x="353083" y="134427"/>
                  <a:pt x="360462" y="131498"/>
                </a:cubicBezTo>
                <a:cubicBezTo>
                  <a:pt x="367841" y="128569"/>
                  <a:pt x="373096" y="125689"/>
                  <a:pt x="376227" y="122858"/>
                </a:cubicBezTo>
                <a:lnTo>
                  <a:pt x="377185" y="122858"/>
                </a:lnTo>
                <a:lnTo>
                  <a:pt x="377185" y="142569"/>
                </a:lnTo>
                <a:cubicBezTo>
                  <a:pt x="371116" y="145133"/>
                  <a:pt x="364919" y="147280"/>
                  <a:pt x="358594" y="149011"/>
                </a:cubicBezTo>
                <a:cubicBezTo>
                  <a:pt x="352269" y="150742"/>
                  <a:pt x="345624" y="151608"/>
                  <a:pt x="338660" y="151608"/>
                </a:cubicBezTo>
                <a:cubicBezTo>
                  <a:pt x="320899" y="151608"/>
                  <a:pt x="307036" y="146792"/>
                  <a:pt x="297069" y="137161"/>
                </a:cubicBezTo>
                <a:cubicBezTo>
                  <a:pt x="287102" y="127530"/>
                  <a:pt x="282119" y="113849"/>
                  <a:pt x="282119" y="96120"/>
                </a:cubicBezTo>
                <a:cubicBezTo>
                  <a:pt x="282119" y="78587"/>
                  <a:pt x="286895" y="64668"/>
                  <a:pt x="296446" y="54364"/>
                </a:cubicBezTo>
                <a:cubicBezTo>
                  <a:pt x="305997" y="44060"/>
                  <a:pt x="318567" y="38908"/>
                  <a:pt x="334156" y="38908"/>
                </a:cubicBezTo>
                <a:cubicBezTo>
                  <a:pt x="348595" y="38908"/>
                  <a:pt x="359728" y="43132"/>
                  <a:pt x="367554" y="51579"/>
                </a:cubicBezTo>
                <a:cubicBezTo>
                  <a:pt x="375380" y="60026"/>
                  <a:pt x="379293" y="72025"/>
                  <a:pt x="379293" y="87576"/>
                </a:cubicBezTo>
                <a:lnTo>
                  <a:pt x="379293" y="97366"/>
                </a:lnTo>
                <a:moveTo>
                  <a:pt x="361756" y="83566"/>
                </a:moveTo>
                <a:cubicBezTo>
                  <a:pt x="361692" y="74111"/>
                  <a:pt x="359312" y="66795"/>
                  <a:pt x="354617" y="61621"/>
                </a:cubicBezTo>
                <a:cubicBezTo>
                  <a:pt x="349921" y="56446"/>
                  <a:pt x="342781" y="53858"/>
                  <a:pt x="333198" y="53858"/>
                </a:cubicBezTo>
                <a:cubicBezTo>
                  <a:pt x="323551" y="53858"/>
                  <a:pt x="315868" y="56701"/>
                  <a:pt x="310150" y="62387"/>
                </a:cubicBezTo>
                <a:cubicBezTo>
                  <a:pt x="304432" y="68073"/>
                  <a:pt x="301190" y="75133"/>
                  <a:pt x="300423" y="83566"/>
                </a:cubicBezTo>
                <a:lnTo>
                  <a:pt x="361756" y="83566"/>
                </a:lnTo>
                <a:close/>
                <a:moveTo>
                  <a:pt x="463364" y="95258"/>
                </a:moveTo>
                <a:lnTo>
                  <a:pt x="403565" y="95258"/>
                </a:lnTo>
                <a:lnTo>
                  <a:pt x="403565" y="78008"/>
                </a:lnTo>
                <a:lnTo>
                  <a:pt x="463364" y="78008"/>
                </a:lnTo>
                <a:lnTo>
                  <a:pt x="463364" y="95258"/>
                </a:lnTo>
                <a:close/>
                <a:moveTo>
                  <a:pt x="551351" y="148173"/>
                </a:moveTo>
                <a:cubicBezTo>
                  <a:pt x="547965" y="149063"/>
                  <a:pt x="544276" y="149794"/>
                  <a:pt x="540283" y="150365"/>
                </a:cubicBezTo>
                <a:cubicBezTo>
                  <a:pt x="536290" y="150938"/>
                  <a:pt x="532728" y="151224"/>
                  <a:pt x="529597" y="151224"/>
                </a:cubicBezTo>
                <a:cubicBezTo>
                  <a:pt x="518672" y="151224"/>
                  <a:pt x="510367" y="148282"/>
                  <a:pt x="504681" y="142399"/>
                </a:cubicBezTo>
                <a:cubicBezTo>
                  <a:pt x="498995" y="136515"/>
                  <a:pt x="496152" y="127081"/>
                  <a:pt x="496152" y="114098"/>
                </a:cubicBezTo>
                <a:lnTo>
                  <a:pt x="496152" y="57116"/>
                </a:lnTo>
                <a:lnTo>
                  <a:pt x="483981" y="57116"/>
                </a:lnTo>
                <a:lnTo>
                  <a:pt x="483981" y="41975"/>
                </a:lnTo>
                <a:lnTo>
                  <a:pt x="496152" y="41975"/>
                </a:lnTo>
                <a:lnTo>
                  <a:pt x="496152" y="11117"/>
                </a:lnTo>
                <a:lnTo>
                  <a:pt x="514168" y="11117"/>
                </a:lnTo>
                <a:lnTo>
                  <a:pt x="514168" y="41975"/>
                </a:lnTo>
                <a:lnTo>
                  <a:pt x="551351" y="41975"/>
                </a:lnTo>
                <a:lnTo>
                  <a:pt x="551351" y="57116"/>
                </a:lnTo>
                <a:lnTo>
                  <a:pt x="514168" y="57116"/>
                </a:lnTo>
                <a:lnTo>
                  <a:pt x="514168" y="106015"/>
                </a:lnTo>
                <a:cubicBezTo>
                  <a:pt x="514168" y="111651"/>
                  <a:pt x="514296" y="116055"/>
                  <a:pt x="514552" y="119225"/>
                </a:cubicBezTo>
                <a:cubicBezTo>
                  <a:pt x="514807" y="122396"/>
                  <a:pt x="515702" y="125357"/>
                  <a:pt x="517235" y="128111"/>
                </a:cubicBezTo>
                <a:cubicBezTo>
                  <a:pt x="518640" y="130672"/>
                  <a:pt x="520573" y="132546"/>
                  <a:pt x="523033" y="133732"/>
                </a:cubicBezTo>
                <a:cubicBezTo>
                  <a:pt x="525493" y="134916"/>
                  <a:pt x="529246" y="135508"/>
                  <a:pt x="534293" y="135508"/>
                </a:cubicBezTo>
                <a:cubicBezTo>
                  <a:pt x="537232" y="135508"/>
                  <a:pt x="540299" y="135076"/>
                  <a:pt x="543493" y="134214"/>
                </a:cubicBezTo>
                <a:cubicBezTo>
                  <a:pt x="546688" y="133351"/>
                  <a:pt x="548988" y="132633"/>
                  <a:pt x="550393" y="132058"/>
                </a:cubicBezTo>
                <a:lnTo>
                  <a:pt x="551351" y="132058"/>
                </a:lnTo>
                <a:lnTo>
                  <a:pt x="551351" y="148173"/>
                </a:lnTo>
                <a:close/>
                <a:moveTo>
                  <a:pt x="662198" y="149116"/>
                </a:moveTo>
                <a:lnTo>
                  <a:pt x="644182" y="149116"/>
                </a:lnTo>
                <a:lnTo>
                  <a:pt x="644182" y="137302"/>
                </a:lnTo>
                <a:cubicBezTo>
                  <a:pt x="638112" y="142101"/>
                  <a:pt x="632299" y="145782"/>
                  <a:pt x="626740" y="148343"/>
                </a:cubicBezTo>
                <a:cubicBezTo>
                  <a:pt x="621182" y="150903"/>
                  <a:pt x="615049" y="152183"/>
                  <a:pt x="608340" y="152183"/>
                </a:cubicBezTo>
                <a:cubicBezTo>
                  <a:pt x="597096" y="152183"/>
                  <a:pt x="588343" y="148743"/>
                  <a:pt x="582082" y="141863"/>
                </a:cubicBezTo>
                <a:cubicBezTo>
                  <a:pt x="575821" y="134983"/>
                  <a:pt x="572691" y="124886"/>
                  <a:pt x="572691" y="111573"/>
                </a:cubicBezTo>
                <a:lnTo>
                  <a:pt x="572691" y="41975"/>
                </a:lnTo>
                <a:lnTo>
                  <a:pt x="590707" y="41975"/>
                </a:lnTo>
                <a:lnTo>
                  <a:pt x="590707" y="102987"/>
                </a:lnTo>
                <a:cubicBezTo>
                  <a:pt x="590707" y="108424"/>
                  <a:pt x="590963" y="113077"/>
                  <a:pt x="591474" y="116946"/>
                </a:cubicBezTo>
                <a:cubicBezTo>
                  <a:pt x="591985" y="120815"/>
                  <a:pt x="593071" y="124124"/>
                  <a:pt x="594732" y="126874"/>
                </a:cubicBezTo>
                <a:cubicBezTo>
                  <a:pt x="596457" y="129689"/>
                  <a:pt x="598693" y="131736"/>
                  <a:pt x="601440" y="133016"/>
                </a:cubicBezTo>
                <a:cubicBezTo>
                  <a:pt x="604188" y="134294"/>
                  <a:pt x="608181" y="134933"/>
                  <a:pt x="613420" y="134933"/>
                </a:cubicBezTo>
                <a:cubicBezTo>
                  <a:pt x="618083" y="134933"/>
                  <a:pt x="623179" y="133718"/>
                  <a:pt x="628705" y="131288"/>
                </a:cubicBezTo>
                <a:cubicBezTo>
                  <a:pt x="634231" y="128856"/>
                  <a:pt x="639390" y="125755"/>
                  <a:pt x="644182" y="121983"/>
                </a:cubicBezTo>
                <a:lnTo>
                  <a:pt x="644182" y="41975"/>
                </a:lnTo>
                <a:lnTo>
                  <a:pt x="662198" y="41975"/>
                </a:lnTo>
                <a:lnTo>
                  <a:pt x="662198" y="149116"/>
                </a:lnTo>
                <a:close/>
                <a:moveTo>
                  <a:pt x="787267" y="149116"/>
                </a:moveTo>
                <a:lnTo>
                  <a:pt x="769250" y="149116"/>
                </a:lnTo>
                <a:lnTo>
                  <a:pt x="769250" y="88103"/>
                </a:lnTo>
                <a:cubicBezTo>
                  <a:pt x="769250" y="83178"/>
                  <a:pt x="768963" y="78557"/>
                  <a:pt x="768388" y="74241"/>
                </a:cubicBezTo>
                <a:cubicBezTo>
                  <a:pt x="767813" y="69924"/>
                  <a:pt x="766759" y="66551"/>
                  <a:pt x="765225" y="64121"/>
                </a:cubicBezTo>
                <a:cubicBezTo>
                  <a:pt x="763628" y="61434"/>
                  <a:pt x="761328" y="59435"/>
                  <a:pt x="758325" y="58126"/>
                </a:cubicBezTo>
                <a:cubicBezTo>
                  <a:pt x="755323" y="56814"/>
                  <a:pt x="751425" y="56158"/>
                  <a:pt x="746634" y="56158"/>
                </a:cubicBezTo>
                <a:cubicBezTo>
                  <a:pt x="741714" y="56158"/>
                  <a:pt x="736571" y="57374"/>
                  <a:pt x="731205" y="59806"/>
                </a:cubicBezTo>
                <a:cubicBezTo>
                  <a:pt x="725838" y="62235"/>
                  <a:pt x="720695" y="65336"/>
                  <a:pt x="715776" y="69107"/>
                </a:cubicBezTo>
                <a:lnTo>
                  <a:pt x="715776" y="149116"/>
                </a:lnTo>
                <a:lnTo>
                  <a:pt x="697759" y="149116"/>
                </a:lnTo>
                <a:lnTo>
                  <a:pt x="697759" y="41975"/>
                </a:lnTo>
                <a:lnTo>
                  <a:pt x="715776" y="41975"/>
                </a:lnTo>
                <a:lnTo>
                  <a:pt x="715776" y="53789"/>
                </a:lnTo>
                <a:cubicBezTo>
                  <a:pt x="721398" y="49117"/>
                  <a:pt x="727212" y="45470"/>
                  <a:pt x="733217" y="42846"/>
                </a:cubicBezTo>
                <a:cubicBezTo>
                  <a:pt x="739223" y="40221"/>
                  <a:pt x="745388" y="38908"/>
                  <a:pt x="751713" y="38908"/>
                </a:cubicBezTo>
                <a:cubicBezTo>
                  <a:pt x="763277" y="38908"/>
                  <a:pt x="772093" y="42396"/>
                  <a:pt x="778163" y="49372"/>
                </a:cubicBezTo>
                <a:cubicBezTo>
                  <a:pt x="784232" y="56348"/>
                  <a:pt x="787267" y="66396"/>
                  <a:pt x="787267" y="79517"/>
                </a:cubicBezTo>
                <a:lnTo>
                  <a:pt x="787267" y="149116"/>
                </a:lnTo>
                <a:close/>
                <a:moveTo>
                  <a:pt x="911664" y="97366"/>
                </a:moveTo>
                <a:lnTo>
                  <a:pt x="832794" y="97366"/>
                </a:lnTo>
                <a:cubicBezTo>
                  <a:pt x="832794" y="103963"/>
                  <a:pt x="833784" y="109711"/>
                  <a:pt x="835765" y="114610"/>
                </a:cubicBezTo>
                <a:cubicBezTo>
                  <a:pt x="837745" y="119510"/>
                  <a:pt x="840460" y="123529"/>
                  <a:pt x="843910" y="126667"/>
                </a:cubicBezTo>
                <a:cubicBezTo>
                  <a:pt x="847233" y="129742"/>
                  <a:pt x="851178" y="132048"/>
                  <a:pt x="855746" y="133585"/>
                </a:cubicBezTo>
                <a:cubicBezTo>
                  <a:pt x="860314" y="135122"/>
                  <a:pt x="865345" y="135891"/>
                  <a:pt x="870839" y="135891"/>
                </a:cubicBezTo>
                <a:cubicBezTo>
                  <a:pt x="878123" y="135891"/>
                  <a:pt x="885454" y="134427"/>
                  <a:pt x="892833" y="131498"/>
                </a:cubicBezTo>
                <a:cubicBezTo>
                  <a:pt x="900212" y="128569"/>
                  <a:pt x="905467" y="125689"/>
                  <a:pt x="908598" y="122858"/>
                </a:cubicBezTo>
                <a:lnTo>
                  <a:pt x="909556" y="122858"/>
                </a:lnTo>
                <a:lnTo>
                  <a:pt x="909556" y="142569"/>
                </a:lnTo>
                <a:cubicBezTo>
                  <a:pt x="903487" y="145133"/>
                  <a:pt x="897289" y="147280"/>
                  <a:pt x="890964" y="149011"/>
                </a:cubicBezTo>
                <a:cubicBezTo>
                  <a:pt x="884639" y="150742"/>
                  <a:pt x="877995" y="151608"/>
                  <a:pt x="871031" y="151608"/>
                </a:cubicBezTo>
                <a:cubicBezTo>
                  <a:pt x="853270" y="151608"/>
                  <a:pt x="839406" y="146792"/>
                  <a:pt x="829440" y="137161"/>
                </a:cubicBezTo>
                <a:cubicBezTo>
                  <a:pt x="819473" y="127530"/>
                  <a:pt x="814490" y="113849"/>
                  <a:pt x="814490" y="96120"/>
                </a:cubicBezTo>
                <a:cubicBezTo>
                  <a:pt x="814490" y="78587"/>
                  <a:pt x="819265" y="64668"/>
                  <a:pt x="828817" y="54364"/>
                </a:cubicBezTo>
                <a:cubicBezTo>
                  <a:pt x="838368" y="44060"/>
                  <a:pt x="850938" y="38908"/>
                  <a:pt x="866527" y="38908"/>
                </a:cubicBezTo>
                <a:cubicBezTo>
                  <a:pt x="880966" y="38908"/>
                  <a:pt x="892098" y="43132"/>
                  <a:pt x="899925" y="51579"/>
                </a:cubicBezTo>
                <a:cubicBezTo>
                  <a:pt x="907751" y="60026"/>
                  <a:pt x="911664" y="72025"/>
                  <a:pt x="911664" y="87576"/>
                </a:cubicBezTo>
                <a:lnTo>
                  <a:pt x="911664" y="97366"/>
                </a:lnTo>
                <a:moveTo>
                  <a:pt x="894127" y="83566"/>
                </a:moveTo>
                <a:cubicBezTo>
                  <a:pt x="894063" y="74111"/>
                  <a:pt x="891683" y="66795"/>
                  <a:pt x="886987" y="61621"/>
                </a:cubicBezTo>
                <a:cubicBezTo>
                  <a:pt x="882292" y="56446"/>
                  <a:pt x="875152" y="53858"/>
                  <a:pt x="865569" y="53858"/>
                </a:cubicBezTo>
                <a:cubicBezTo>
                  <a:pt x="855922" y="53858"/>
                  <a:pt x="848239" y="56701"/>
                  <a:pt x="842521" y="62387"/>
                </a:cubicBezTo>
                <a:cubicBezTo>
                  <a:pt x="836803" y="68073"/>
                  <a:pt x="833561" y="75133"/>
                  <a:pt x="832794" y="83566"/>
                </a:cubicBezTo>
                <a:lnTo>
                  <a:pt x="894127" y="83566"/>
                </a:lnTo>
                <a:close/>
                <a:moveTo>
                  <a:pt x="1025827" y="149116"/>
                </a:moveTo>
                <a:lnTo>
                  <a:pt x="1007810" y="149116"/>
                </a:lnTo>
                <a:lnTo>
                  <a:pt x="1007810" y="137963"/>
                </a:lnTo>
                <a:cubicBezTo>
                  <a:pt x="1002635" y="142448"/>
                  <a:pt x="997237" y="145938"/>
                  <a:pt x="991615" y="148436"/>
                </a:cubicBezTo>
                <a:cubicBezTo>
                  <a:pt x="985992" y="150934"/>
                  <a:pt x="979891" y="152183"/>
                  <a:pt x="973311" y="152183"/>
                </a:cubicBezTo>
                <a:cubicBezTo>
                  <a:pt x="960533" y="152183"/>
                  <a:pt x="950391" y="147251"/>
                  <a:pt x="942884" y="137388"/>
                </a:cubicBezTo>
                <a:cubicBezTo>
                  <a:pt x="935377" y="127524"/>
                  <a:pt x="931623" y="113848"/>
                  <a:pt x="931623" y="96363"/>
                </a:cubicBezTo>
                <a:cubicBezTo>
                  <a:pt x="931623" y="87267"/>
                  <a:pt x="932917" y="79164"/>
                  <a:pt x="935504" y="72054"/>
                </a:cubicBezTo>
                <a:cubicBezTo>
                  <a:pt x="938092" y="64945"/>
                  <a:pt x="941590" y="58892"/>
                  <a:pt x="945998" y="53897"/>
                </a:cubicBezTo>
                <a:cubicBezTo>
                  <a:pt x="950343" y="49029"/>
                  <a:pt x="955406" y="45315"/>
                  <a:pt x="961188" y="42753"/>
                </a:cubicBezTo>
                <a:cubicBezTo>
                  <a:pt x="966970" y="40190"/>
                  <a:pt x="972959" y="38908"/>
                  <a:pt x="979156" y="38908"/>
                </a:cubicBezTo>
                <a:cubicBezTo>
                  <a:pt x="984779" y="38908"/>
                  <a:pt x="989762" y="39501"/>
                  <a:pt x="994106" y="40687"/>
                </a:cubicBezTo>
                <a:cubicBezTo>
                  <a:pt x="998451" y="41871"/>
                  <a:pt x="1003019" y="43712"/>
                  <a:pt x="1007810" y="46209"/>
                </a:cubicBezTo>
                <a:lnTo>
                  <a:pt x="1007810" y="0"/>
                </a:lnTo>
                <a:lnTo>
                  <a:pt x="1025827" y="0"/>
                </a:lnTo>
                <a:lnTo>
                  <a:pt x="1025827" y="149116"/>
                </a:lnTo>
                <a:moveTo>
                  <a:pt x="1007810" y="122762"/>
                </a:moveTo>
                <a:lnTo>
                  <a:pt x="1007810" y="61333"/>
                </a:lnTo>
                <a:cubicBezTo>
                  <a:pt x="1002955" y="59161"/>
                  <a:pt x="998610" y="57659"/>
                  <a:pt x="994777" y="56829"/>
                </a:cubicBezTo>
                <a:cubicBezTo>
                  <a:pt x="990944" y="55998"/>
                  <a:pt x="986759" y="55583"/>
                  <a:pt x="982223" y="55583"/>
                </a:cubicBezTo>
                <a:cubicBezTo>
                  <a:pt x="972129" y="55583"/>
                  <a:pt x="964270" y="59097"/>
                  <a:pt x="958648" y="66125"/>
                </a:cubicBezTo>
                <a:cubicBezTo>
                  <a:pt x="953026" y="73152"/>
                  <a:pt x="950215" y="83119"/>
                  <a:pt x="950215" y="96025"/>
                </a:cubicBezTo>
                <a:cubicBezTo>
                  <a:pt x="950215" y="108738"/>
                  <a:pt x="952387" y="118401"/>
                  <a:pt x="956731" y="125014"/>
                </a:cubicBezTo>
                <a:cubicBezTo>
                  <a:pt x="961076" y="131626"/>
                  <a:pt x="968040" y="134933"/>
                  <a:pt x="977623" y="134933"/>
                </a:cubicBezTo>
                <a:cubicBezTo>
                  <a:pt x="982734" y="134933"/>
                  <a:pt x="987909" y="133799"/>
                  <a:pt x="993148" y="131531"/>
                </a:cubicBezTo>
                <a:cubicBezTo>
                  <a:pt x="998387" y="129263"/>
                  <a:pt x="1003274" y="126340"/>
                  <a:pt x="1007810" y="122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model">
            <a:extLst xmlns:a="http://schemas.openxmlformats.org/drawingml/2006/main">
              <a:ext uri="{FF2B5EF4-FFF2-40B4-BE49-F238E27FC236}">
                <a16:creationId xmlns:a16="http://schemas.microsoft.com/office/drawing/2014/main" id="{A9DCA046-D052-4B0C-98CB-80AC4E92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049" y="3734407"/>
            <a:ext cx="567752" cy="152183"/>
          </a:xfrm>
          <a:custGeom xmlns:a="http://schemas.openxmlformats.org/drawingml/2006/main">
            <a:pathLst>
              <a:path w="567752" h="152183">
                <a:moveTo>
                  <a:pt x="156208" y="149116"/>
                </a:moveTo>
                <a:lnTo>
                  <a:pt x="138191" y="149116"/>
                </a:lnTo>
                <a:lnTo>
                  <a:pt x="138191" y="88103"/>
                </a:lnTo>
                <a:cubicBezTo>
                  <a:pt x="138191" y="83499"/>
                  <a:pt x="137983" y="79055"/>
                  <a:pt x="137568" y="74771"/>
                </a:cubicBezTo>
                <a:cubicBezTo>
                  <a:pt x="137153" y="70484"/>
                  <a:pt x="136274" y="67062"/>
                  <a:pt x="134933" y="64504"/>
                </a:cubicBezTo>
                <a:cubicBezTo>
                  <a:pt x="133463" y="61753"/>
                  <a:pt x="131355" y="59675"/>
                  <a:pt x="128608" y="58269"/>
                </a:cubicBezTo>
                <a:cubicBezTo>
                  <a:pt x="125860" y="56862"/>
                  <a:pt x="121899" y="56158"/>
                  <a:pt x="116724" y="56158"/>
                </a:cubicBezTo>
                <a:cubicBezTo>
                  <a:pt x="111677" y="56158"/>
                  <a:pt x="106630" y="57422"/>
                  <a:pt x="101583" y="59949"/>
                </a:cubicBezTo>
                <a:cubicBezTo>
                  <a:pt x="96536" y="62475"/>
                  <a:pt x="91488" y="65688"/>
                  <a:pt x="86441" y="69590"/>
                </a:cubicBezTo>
                <a:cubicBezTo>
                  <a:pt x="86633" y="71059"/>
                  <a:pt x="86793" y="72769"/>
                  <a:pt x="86920" y="74720"/>
                </a:cubicBezTo>
                <a:cubicBezTo>
                  <a:pt x="87048" y="76670"/>
                  <a:pt x="87112" y="78605"/>
                  <a:pt x="87112" y="80524"/>
                </a:cubicBezTo>
                <a:lnTo>
                  <a:pt x="87112" y="149116"/>
                </a:lnTo>
                <a:lnTo>
                  <a:pt x="69095" y="149116"/>
                </a:lnTo>
                <a:lnTo>
                  <a:pt x="69095" y="88103"/>
                </a:lnTo>
                <a:cubicBezTo>
                  <a:pt x="69095" y="83372"/>
                  <a:pt x="68888" y="78879"/>
                  <a:pt x="68473" y="74627"/>
                </a:cubicBezTo>
                <a:cubicBezTo>
                  <a:pt x="68057" y="70372"/>
                  <a:pt x="67179" y="66966"/>
                  <a:pt x="65837" y="64409"/>
                </a:cubicBezTo>
                <a:cubicBezTo>
                  <a:pt x="64368" y="61657"/>
                  <a:pt x="62259" y="59595"/>
                  <a:pt x="59512" y="58221"/>
                </a:cubicBezTo>
                <a:cubicBezTo>
                  <a:pt x="56765" y="56846"/>
                  <a:pt x="52804" y="56158"/>
                  <a:pt x="47629" y="56158"/>
                </a:cubicBezTo>
                <a:cubicBezTo>
                  <a:pt x="42710" y="56158"/>
                  <a:pt x="37774" y="57374"/>
                  <a:pt x="32823" y="59806"/>
                </a:cubicBezTo>
                <a:cubicBezTo>
                  <a:pt x="27871" y="62235"/>
                  <a:pt x="22936" y="65336"/>
                  <a:pt x="18017" y="69107"/>
                </a:cubicBezTo>
                <a:lnTo>
                  <a:pt x="18017" y="149116"/>
                </a:lnTo>
                <a:lnTo>
                  <a:pt x="0" y="149116"/>
                </a:lnTo>
                <a:lnTo>
                  <a:pt x="0" y="41975"/>
                </a:lnTo>
                <a:lnTo>
                  <a:pt x="18017" y="41975"/>
                </a:lnTo>
                <a:lnTo>
                  <a:pt x="18017" y="53870"/>
                </a:lnTo>
                <a:cubicBezTo>
                  <a:pt x="23639" y="49172"/>
                  <a:pt x="29245" y="45505"/>
                  <a:pt x="34835" y="42867"/>
                </a:cubicBezTo>
                <a:cubicBezTo>
                  <a:pt x="40425" y="40228"/>
                  <a:pt x="46383" y="38908"/>
                  <a:pt x="52708" y="38908"/>
                </a:cubicBezTo>
                <a:cubicBezTo>
                  <a:pt x="59991" y="38908"/>
                  <a:pt x="66173" y="40451"/>
                  <a:pt x="71252" y="43538"/>
                </a:cubicBezTo>
                <a:cubicBezTo>
                  <a:pt x="76331" y="46623"/>
                  <a:pt x="80116" y="50897"/>
                  <a:pt x="82608" y="56362"/>
                </a:cubicBezTo>
                <a:cubicBezTo>
                  <a:pt x="89891" y="50190"/>
                  <a:pt x="96536" y="45739"/>
                  <a:pt x="102541" y="43008"/>
                </a:cubicBezTo>
                <a:cubicBezTo>
                  <a:pt x="108547" y="40275"/>
                  <a:pt x="114967" y="38908"/>
                  <a:pt x="121804" y="38908"/>
                </a:cubicBezTo>
                <a:cubicBezTo>
                  <a:pt x="133559" y="38908"/>
                  <a:pt x="142232" y="42476"/>
                  <a:pt x="147822" y="49611"/>
                </a:cubicBezTo>
                <a:cubicBezTo>
                  <a:pt x="153412" y="56747"/>
                  <a:pt x="156208" y="66716"/>
                  <a:pt x="156208" y="79517"/>
                </a:cubicBezTo>
                <a:lnTo>
                  <a:pt x="156208" y="149116"/>
                </a:lnTo>
                <a:close/>
                <a:moveTo>
                  <a:pt x="281774" y="95593"/>
                </a:moveTo>
                <a:cubicBezTo>
                  <a:pt x="281774" y="113079"/>
                  <a:pt x="277302" y="126882"/>
                  <a:pt x="268358" y="137002"/>
                </a:cubicBezTo>
                <a:cubicBezTo>
                  <a:pt x="259413" y="147122"/>
                  <a:pt x="247434" y="152183"/>
                  <a:pt x="232420" y="152183"/>
                </a:cubicBezTo>
                <a:cubicBezTo>
                  <a:pt x="217279" y="152183"/>
                  <a:pt x="205252" y="147122"/>
                  <a:pt x="196339" y="137002"/>
                </a:cubicBezTo>
                <a:cubicBezTo>
                  <a:pt x="187427" y="126882"/>
                  <a:pt x="182970" y="113079"/>
                  <a:pt x="182970" y="95593"/>
                </a:cubicBezTo>
                <a:cubicBezTo>
                  <a:pt x="182970" y="78108"/>
                  <a:pt x="187427" y="64289"/>
                  <a:pt x="196339" y="54137"/>
                </a:cubicBezTo>
                <a:cubicBezTo>
                  <a:pt x="205252" y="43984"/>
                  <a:pt x="217279" y="38908"/>
                  <a:pt x="232420" y="38908"/>
                </a:cubicBezTo>
                <a:cubicBezTo>
                  <a:pt x="247434" y="38908"/>
                  <a:pt x="259413" y="43984"/>
                  <a:pt x="268358" y="54137"/>
                </a:cubicBezTo>
                <a:cubicBezTo>
                  <a:pt x="277302" y="64289"/>
                  <a:pt x="281774" y="78108"/>
                  <a:pt x="281774" y="95593"/>
                </a:cubicBezTo>
                <a:moveTo>
                  <a:pt x="263183" y="95593"/>
                </a:moveTo>
                <a:cubicBezTo>
                  <a:pt x="263183" y="81745"/>
                  <a:pt x="260467" y="71455"/>
                  <a:pt x="255037" y="64723"/>
                </a:cubicBezTo>
                <a:cubicBezTo>
                  <a:pt x="249606" y="57991"/>
                  <a:pt x="242067" y="54625"/>
                  <a:pt x="232420" y="54625"/>
                </a:cubicBezTo>
                <a:cubicBezTo>
                  <a:pt x="222645" y="54625"/>
                  <a:pt x="215058" y="57991"/>
                  <a:pt x="209660" y="64723"/>
                </a:cubicBezTo>
                <a:cubicBezTo>
                  <a:pt x="204261" y="71455"/>
                  <a:pt x="201562" y="81745"/>
                  <a:pt x="201562" y="95593"/>
                </a:cubicBezTo>
                <a:cubicBezTo>
                  <a:pt x="201562" y="108994"/>
                  <a:pt x="204277" y="119156"/>
                  <a:pt x="209708" y="126080"/>
                </a:cubicBezTo>
                <a:cubicBezTo>
                  <a:pt x="215138" y="133004"/>
                  <a:pt x="222709" y="136466"/>
                  <a:pt x="232420" y="136466"/>
                </a:cubicBezTo>
                <a:cubicBezTo>
                  <a:pt x="242003" y="136466"/>
                  <a:pt x="249526" y="133036"/>
                  <a:pt x="254989" y="126176"/>
                </a:cubicBezTo>
                <a:cubicBezTo>
                  <a:pt x="260451" y="119316"/>
                  <a:pt x="263183" y="109122"/>
                  <a:pt x="263183" y="95593"/>
                </a:cubicBezTo>
                <a:close/>
                <a:moveTo>
                  <a:pt x="396761" y="149116"/>
                </a:moveTo>
                <a:lnTo>
                  <a:pt x="378744" y="149116"/>
                </a:lnTo>
                <a:lnTo>
                  <a:pt x="378744" y="137963"/>
                </a:lnTo>
                <a:cubicBezTo>
                  <a:pt x="373569" y="142448"/>
                  <a:pt x="368171" y="145938"/>
                  <a:pt x="362548" y="148436"/>
                </a:cubicBezTo>
                <a:cubicBezTo>
                  <a:pt x="356926" y="150934"/>
                  <a:pt x="350825" y="152183"/>
                  <a:pt x="344244" y="152183"/>
                </a:cubicBezTo>
                <a:cubicBezTo>
                  <a:pt x="331467" y="152183"/>
                  <a:pt x="321324" y="147251"/>
                  <a:pt x="313817" y="137388"/>
                </a:cubicBezTo>
                <a:cubicBezTo>
                  <a:pt x="306310" y="127524"/>
                  <a:pt x="302557" y="113848"/>
                  <a:pt x="302557" y="96363"/>
                </a:cubicBezTo>
                <a:cubicBezTo>
                  <a:pt x="302557" y="87267"/>
                  <a:pt x="303851" y="79164"/>
                  <a:pt x="306438" y="72054"/>
                </a:cubicBezTo>
                <a:cubicBezTo>
                  <a:pt x="309026" y="64945"/>
                  <a:pt x="312524" y="58892"/>
                  <a:pt x="316932" y="53897"/>
                </a:cubicBezTo>
                <a:cubicBezTo>
                  <a:pt x="321276" y="49029"/>
                  <a:pt x="326340" y="45315"/>
                  <a:pt x="332121" y="42753"/>
                </a:cubicBezTo>
                <a:cubicBezTo>
                  <a:pt x="337903" y="40190"/>
                  <a:pt x="343893" y="38908"/>
                  <a:pt x="350090" y="38908"/>
                </a:cubicBezTo>
                <a:cubicBezTo>
                  <a:pt x="355712" y="38908"/>
                  <a:pt x="360696" y="39501"/>
                  <a:pt x="365040" y="40687"/>
                </a:cubicBezTo>
                <a:cubicBezTo>
                  <a:pt x="369384" y="41871"/>
                  <a:pt x="373953" y="43712"/>
                  <a:pt x="378744" y="46209"/>
                </a:cubicBezTo>
                <a:lnTo>
                  <a:pt x="378744" y="0"/>
                </a:lnTo>
                <a:lnTo>
                  <a:pt x="396761" y="0"/>
                </a:lnTo>
                <a:lnTo>
                  <a:pt x="396761" y="149116"/>
                </a:lnTo>
                <a:moveTo>
                  <a:pt x="378744" y="122762"/>
                </a:moveTo>
                <a:lnTo>
                  <a:pt x="378744" y="61333"/>
                </a:lnTo>
                <a:cubicBezTo>
                  <a:pt x="373889" y="59161"/>
                  <a:pt x="369544" y="57659"/>
                  <a:pt x="365711" y="56829"/>
                </a:cubicBezTo>
                <a:cubicBezTo>
                  <a:pt x="361878" y="55998"/>
                  <a:pt x="357693" y="55583"/>
                  <a:pt x="353157" y="55583"/>
                </a:cubicBezTo>
                <a:cubicBezTo>
                  <a:pt x="343062" y="55583"/>
                  <a:pt x="335204" y="59097"/>
                  <a:pt x="329582" y="66125"/>
                </a:cubicBezTo>
                <a:cubicBezTo>
                  <a:pt x="323960" y="73152"/>
                  <a:pt x="321149" y="83119"/>
                  <a:pt x="321149" y="96025"/>
                </a:cubicBezTo>
                <a:cubicBezTo>
                  <a:pt x="321149" y="108738"/>
                  <a:pt x="323321" y="118401"/>
                  <a:pt x="327665" y="125014"/>
                </a:cubicBezTo>
                <a:cubicBezTo>
                  <a:pt x="332010" y="131626"/>
                  <a:pt x="338974" y="134933"/>
                  <a:pt x="348557" y="134933"/>
                </a:cubicBezTo>
                <a:cubicBezTo>
                  <a:pt x="353668" y="134933"/>
                  <a:pt x="358843" y="133799"/>
                  <a:pt x="364082" y="131531"/>
                </a:cubicBezTo>
                <a:cubicBezTo>
                  <a:pt x="369321" y="129263"/>
                  <a:pt x="374208" y="126340"/>
                  <a:pt x="378744" y="122762"/>
                </a:cubicBezTo>
                <a:close/>
                <a:moveTo>
                  <a:pt x="522206" y="97366"/>
                </a:moveTo>
                <a:lnTo>
                  <a:pt x="443335" y="97366"/>
                </a:lnTo>
                <a:cubicBezTo>
                  <a:pt x="443335" y="103963"/>
                  <a:pt x="444326" y="109711"/>
                  <a:pt x="446306" y="114610"/>
                </a:cubicBezTo>
                <a:cubicBezTo>
                  <a:pt x="448287" y="119510"/>
                  <a:pt x="451002" y="123529"/>
                  <a:pt x="454452" y="126667"/>
                </a:cubicBezTo>
                <a:cubicBezTo>
                  <a:pt x="457774" y="129742"/>
                  <a:pt x="461719" y="132048"/>
                  <a:pt x="466287" y="133585"/>
                </a:cubicBezTo>
                <a:cubicBezTo>
                  <a:pt x="470855" y="135122"/>
                  <a:pt x="475887" y="135891"/>
                  <a:pt x="481381" y="135891"/>
                </a:cubicBezTo>
                <a:cubicBezTo>
                  <a:pt x="488664" y="135891"/>
                  <a:pt x="495995" y="134427"/>
                  <a:pt x="503375" y="131498"/>
                </a:cubicBezTo>
                <a:cubicBezTo>
                  <a:pt x="510754" y="128569"/>
                  <a:pt x="516009" y="125689"/>
                  <a:pt x="519139" y="122858"/>
                </a:cubicBezTo>
                <a:lnTo>
                  <a:pt x="520097" y="122858"/>
                </a:lnTo>
                <a:lnTo>
                  <a:pt x="520097" y="142569"/>
                </a:lnTo>
                <a:cubicBezTo>
                  <a:pt x="514028" y="145133"/>
                  <a:pt x="507831" y="147280"/>
                  <a:pt x="501506" y="149011"/>
                </a:cubicBezTo>
                <a:cubicBezTo>
                  <a:pt x="495181" y="150742"/>
                  <a:pt x="488537" y="151608"/>
                  <a:pt x="481573" y="151608"/>
                </a:cubicBezTo>
                <a:cubicBezTo>
                  <a:pt x="463812" y="151608"/>
                  <a:pt x="449948" y="146792"/>
                  <a:pt x="439981" y="137161"/>
                </a:cubicBezTo>
                <a:cubicBezTo>
                  <a:pt x="430015" y="127530"/>
                  <a:pt x="425031" y="113849"/>
                  <a:pt x="425031" y="96120"/>
                </a:cubicBezTo>
                <a:cubicBezTo>
                  <a:pt x="425031" y="78587"/>
                  <a:pt x="429807" y="64668"/>
                  <a:pt x="439358" y="54364"/>
                </a:cubicBezTo>
                <a:cubicBezTo>
                  <a:pt x="448910" y="44060"/>
                  <a:pt x="461480" y="38908"/>
                  <a:pt x="477069" y="38908"/>
                </a:cubicBezTo>
                <a:cubicBezTo>
                  <a:pt x="491507" y="38908"/>
                  <a:pt x="502640" y="43132"/>
                  <a:pt x="510466" y="51579"/>
                </a:cubicBezTo>
                <a:cubicBezTo>
                  <a:pt x="518293" y="60026"/>
                  <a:pt x="522206" y="72025"/>
                  <a:pt x="522206" y="87576"/>
                </a:cubicBezTo>
                <a:lnTo>
                  <a:pt x="522206" y="97366"/>
                </a:lnTo>
                <a:moveTo>
                  <a:pt x="504668" y="83566"/>
                </a:moveTo>
                <a:cubicBezTo>
                  <a:pt x="504604" y="74111"/>
                  <a:pt x="502225" y="66795"/>
                  <a:pt x="497529" y="61621"/>
                </a:cubicBezTo>
                <a:cubicBezTo>
                  <a:pt x="492833" y="56446"/>
                  <a:pt x="485693" y="53858"/>
                  <a:pt x="476110" y="53858"/>
                </a:cubicBezTo>
                <a:cubicBezTo>
                  <a:pt x="466463" y="53858"/>
                  <a:pt x="458780" y="56701"/>
                  <a:pt x="453062" y="62387"/>
                </a:cubicBezTo>
                <a:cubicBezTo>
                  <a:pt x="447344" y="68073"/>
                  <a:pt x="444102" y="75133"/>
                  <a:pt x="443335" y="83566"/>
                </a:cubicBezTo>
                <a:lnTo>
                  <a:pt x="504668" y="83566"/>
                </a:lnTo>
                <a:close/>
                <a:moveTo>
                  <a:pt x="567752" y="149116"/>
                </a:moveTo>
                <a:lnTo>
                  <a:pt x="549735" y="149116"/>
                </a:lnTo>
                <a:lnTo>
                  <a:pt x="549735" y="0"/>
                </a:lnTo>
                <a:lnTo>
                  <a:pt x="567752" y="0"/>
                </a:lnTo>
                <a:lnTo>
                  <a:pt x="567752" y="149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Taskvector">
            <a:extLst xmlns:a="http://schemas.openxmlformats.org/drawingml/2006/main">
              <a:ext uri="{FF2B5EF4-FFF2-40B4-BE49-F238E27FC236}">
                <a16:creationId xmlns:a16="http://schemas.microsoft.com/office/drawing/2014/main" id="{DBCB288A-8755-4308-B9EC-D9EB5D6F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745" y="4292783"/>
            <a:ext cx="1142724" cy="152183"/>
          </a:xfrm>
          <a:custGeom xmlns:a="http://schemas.openxmlformats.org/drawingml/2006/main">
            <a:pathLst>
              <a:path w="1142724" h="152183">
                <a:moveTo>
                  <a:pt x="120941" y="23192"/>
                </a:moveTo>
                <a:lnTo>
                  <a:pt x="69958" y="23192"/>
                </a:lnTo>
                <a:lnTo>
                  <a:pt x="69958" y="149116"/>
                </a:lnTo>
                <a:lnTo>
                  <a:pt x="50983" y="149116"/>
                </a:lnTo>
                <a:lnTo>
                  <a:pt x="50983" y="23192"/>
                </a:lnTo>
                <a:lnTo>
                  <a:pt x="0" y="23192"/>
                </a:lnTo>
                <a:lnTo>
                  <a:pt x="0" y="6325"/>
                </a:lnTo>
                <a:lnTo>
                  <a:pt x="120941" y="6325"/>
                </a:lnTo>
                <a:lnTo>
                  <a:pt x="120941" y="23192"/>
                </a:lnTo>
                <a:close/>
                <a:moveTo>
                  <a:pt x="221942" y="149116"/>
                </a:moveTo>
                <a:lnTo>
                  <a:pt x="204022" y="149116"/>
                </a:lnTo>
                <a:lnTo>
                  <a:pt x="204022" y="137790"/>
                </a:lnTo>
                <a:cubicBezTo>
                  <a:pt x="202424" y="138878"/>
                  <a:pt x="200268" y="140397"/>
                  <a:pt x="197553" y="142348"/>
                </a:cubicBezTo>
                <a:cubicBezTo>
                  <a:pt x="194838" y="144298"/>
                  <a:pt x="192202" y="145850"/>
                  <a:pt x="189647" y="147002"/>
                </a:cubicBezTo>
                <a:cubicBezTo>
                  <a:pt x="186644" y="148473"/>
                  <a:pt x="183194" y="149704"/>
                  <a:pt x="179297" y="150694"/>
                </a:cubicBezTo>
                <a:cubicBezTo>
                  <a:pt x="175400" y="151686"/>
                  <a:pt x="170832" y="152183"/>
                  <a:pt x="165593" y="152183"/>
                </a:cubicBezTo>
                <a:cubicBezTo>
                  <a:pt x="155946" y="152183"/>
                  <a:pt x="147768" y="148984"/>
                  <a:pt x="141059" y="142587"/>
                </a:cubicBezTo>
                <a:cubicBezTo>
                  <a:pt x="134351" y="136190"/>
                  <a:pt x="130997" y="128034"/>
                  <a:pt x="130997" y="118117"/>
                </a:cubicBezTo>
                <a:cubicBezTo>
                  <a:pt x="130997" y="109993"/>
                  <a:pt x="132738" y="103421"/>
                  <a:pt x="136220" y="98399"/>
                </a:cubicBezTo>
                <a:cubicBezTo>
                  <a:pt x="139702" y="93376"/>
                  <a:pt x="144669" y="89426"/>
                  <a:pt x="151122" y="86549"/>
                </a:cubicBezTo>
                <a:cubicBezTo>
                  <a:pt x="157639" y="83670"/>
                  <a:pt x="165465" y="81718"/>
                  <a:pt x="174601" y="80694"/>
                </a:cubicBezTo>
                <a:cubicBezTo>
                  <a:pt x="183737" y="79670"/>
                  <a:pt x="193544" y="78902"/>
                  <a:pt x="204022" y="78391"/>
                </a:cubicBezTo>
                <a:lnTo>
                  <a:pt x="204022" y="75588"/>
                </a:lnTo>
                <a:cubicBezTo>
                  <a:pt x="204022" y="71465"/>
                  <a:pt x="203303" y="68051"/>
                  <a:pt x="201865" y="65346"/>
                </a:cubicBezTo>
                <a:cubicBezTo>
                  <a:pt x="200428" y="62641"/>
                  <a:pt x="198368" y="60514"/>
                  <a:pt x="195684" y="58967"/>
                </a:cubicBezTo>
                <a:cubicBezTo>
                  <a:pt x="193129" y="57486"/>
                  <a:pt x="190062" y="56487"/>
                  <a:pt x="186484" y="55972"/>
                </a:cubicBezTo>
                <a:cubicBezTo>
                  <a:pt x="182906" y="55457"/>
                  <a:pt x="179169" y="55200"/>
                  <a:pt x="175272" y="55200"/>
                </a:cubicBezTo>
                <a:cubicBezTo>
                  <a:pt x="170544" y="55200"/>
                  <a:pt x="165273" y="55840"/>
                  <a:pt x="159459" y="57119"/>
                </a:cubicBezTo>
                <a:cubicBezTo>
                  <a:pt x="153646" y="58397"/>
                  <a:pt x="147640" y="60249"/>
                  <a:pt x="141443" y="62675"/>
                </a:cubicBezTo>
                <a:lnTo>
                  <a:pt x="140484" y="62675"/>
                </a:lnTo>
                <a:lnTo>
                  <a:pt x="140484" y="44371"/>
                </a:lnTo>
                <a:cubicBezTo>
                  <a:pt x="143998" y="43412"/>
                  <a:pt x="149077" y="42358"/>
                  <a:pt x="155722" y="41208"/>
                </a:cubicBezTo>
                <a:cubicBezTo>
                  <a:pt x="162366" y="40058"/>
                  <a:pt x="168915" y="39483"/>
                  <a:pt x="175368" y="39483"/>
                </a:cubicBezTo>
                <a:cubicBezTo>
                  <a:pt x="182906" y="39483"/>
                  <a:pt x="189471" y="40106"/>
                  <a:pt x="195061" y="41352"/>
                </a:cubicBezTo>
                <a:cubicBezTo>
                  <a:pt x="200652" y="42598"/>
                  <a:pt x="205491" y="44722"/>
                  <a:pt x="209580" y="47725"/>
                </a:cubicBezTo>
                <a:cubicBezTo>
                  <a:pt x="213605" y="50664"/>
                  <a:pt x="216672" y="54465"/>
                  <a:pt x="218780" y="59129"/>
                </a:cubicBezTo>
                <a:cubicBezTo>
                  <a:pt x="220888" y="63793"/>
                  <a:pt x="221942" y="69575"/>
                  <a:pt x="221942" y="76475"/>
                </a:cubicBezTo>
                <a:lnTo>
                  <a:pt x="221942" y="149116"/>
                </a:lnTo>
                <a:moveTo>
                  <a:pt x="204022" y="122897"/>
                </a:moveTo>
                <a:lnTo>
                  <a:pt x="204022" y="92958"/>
                </a:lnTo>
                <a:cubicBezTo>
                  <a:pt x="198527" y="93279"/>
                  <a:pt x="192059" y="93761"/>
                  <a:pt x="184616" y="94404"/>
                </a:cubicBezTo>
                <a:cubicBezTo>
                  <a:pt x="177172" y="95045"/>
                  <a:pt x="171279" y="95975"/>
                  <a:pt x="166934" y="97192"/>
                </a:cubicBezTo>
                <a:cubicBezTo>
                  <a:pt x="161759" y="98670"/>
                  <a:pt x="157575" y="100965"/>
                  <a:pt x="154380" y="104077"/>
                </a:cubicBezTo>
                <a:cubicBezTo>
                  <a:pt x="151186" y="107190"/>
                  <a:pt x="149589" y="111474"/>
                  <a:pt x="149589" y="116928"/>
                </a:cubicBezTo>
                <a:cubicBezTo>
                  <a:pt x="149589" y="123089"/>
                  <a:pt x="151441" y="127726"/>
                  <a:pt x="155147" y="130839"/>
                </a:cubicBezTo>
                <a:cubicBezTo>
                  <a:pt x="158852" y="133951"/>
                  <a:pt x="164507" y="135508"/>
                  <a:pt x="172109" y="135508"/>
                </a:cubicBezTo>
                <a:cubicBezTo>
                  <a:pt x="178434" y="135508"/>
                  <a:pt x="184216" y="134273"/>
                  <a:pt x="189455" y="131803"/>
                </a:cubicBezTo>
                <a:cubicBezTo>
                  <a:pt x="194694" y="129331"/>
                  <a:pt x="199549" y="126363"/>
                  <a:pt x="204022" y="122897"/>
                </a:cubicBezTo>
                <a:close/>
                <a:moveTo>
                  <a:pt x="332993" y="118192"/>
                </a:moveTo>
                <a:cubicBezTo>
                  <a:pt x="332993" y="127959"/>
                  <a:pt x="328952" y="135970"/>
                  <a:pt x="320871" y="142225"/>
                </a:cubicBezTo>
                <a:cubicBezTo>
                  <a:pt x="312789" y="148480"/>
                  <a:pt x="301752" y="151608"/>
                  <a:pt x="287760" y="151608"/>
                </a:cubicBezTo>
                <a:cubicBezTo>
                  <a:pt x="279838" y="151608"/>
                  <a:pt x="272571" y="150662"/>
                  <a:pt x="265958" y="148772"/>
                </a:cubicBezTo>
                <a:cubicBezTo>
                  <a:pt x="259346" y="146881"/>
                  <a:pt x="253804" y="144813"/>
                  <a:pt x="249331" y="142569"/>
                </a:cubicBezTo>
                <a:lnTo>
                  <a:pt x="249331" y="122283"/>
                </a:lnTo>
                <a:lnTo>
                  <a:pt x="250290" y="122283"/>
                </a:lnTo>
                <a:cubicBezTo>
                  <a:pt x="255976" y="126621"/>
                  <a:pt x="262301" y="130070"/>
                  <a:pt x="269265" y="132630"/>
                </a:cubicBezTo>
                <a:cubicBezTo>
                  <a:pt x="276228" y="135187"/>
                  <a:pt x="282905" y="136466"/>
                  <a:pt x="289294" y="136466"/>
                </a:cubicBezTo>
                <a:cubicBezTo>
                  <a:pt x="297216" y="136466"/>
                  <a:pt x="303413" y="135183"/>
                  <a:pt x="307885" y="132618"/>
                </a:cubicBezTo>
                <a:cubicBezTo>
                  <a:pt x="312357" y="130050"/>
                  <a:pt x="314593" y="126007"/>
                  <a:pt x="314593" y="120489"/>
                </a:cubicBezTo>
                <a:cubicBezTo>
                  <a:pt x="314593" y="116276"/>
                  <a:pt x="313380" y="113085"/>
                  <a:pt x="310952" y="110915"/>
                </a:cubicBezTo>
                <a:cubicBezTo>
                  <a:pt x="308524" y="108744"/>
                  <a:pt x="303860" y="106893"/>
                  <a:pt x="296960" y="105359"/>
                </a:cubicBezTo>
                <a:cubicBezTo>
                  <a:pt x="294405" y="104786"/>
                  <a:pt x="291067" y="104116"/>
                  <a:pt x="286946" y="103350"/>
                </a:cubicBezTo>
                <a:cubicBezTo>
                  <a:pt x="282825" y="102583"/>
                  <a:pt x="279071" y="101754"/>
                  <a:pt x="275685" y="100861"/>
                </a:cubicBezTo>
                <a:cubicBezTo>
                  <a:pt x="266294" y="98371"/>
                  <a:pt x="259633" y="94717"/>
                  <a:pt x="255704" y="89897"/>
                </a:cubicBezTo>
                <a:cubicBezTo>
                  <a:pt x="251775" y="85078"/>
                  <a:pt x="249810" y="79157"/>
                  <a:pt x="249810" y="72135"/>
                </a:cubicBezTo>
                <a:cubicBezTo>
                  <a:pt x="249810" y="67731"/>
                  <a:pt x="250721" y="63582"/>
                  <a:pt x="252542" y="59689"/>
                </a:cubicBezTo>
                <a:cubicBezTo>
                  <a:pt x="254363" y="55794"/>
                  <a:pt x="257126" y="52314"/>
                  <a:pt x="260831" y="49249"/>
                </a:cubicBezTo>
                <a:cubicBezTo>
                  <a:pt x="264409" y="46250"/>
                  <a:pt x="268961" y="43873"/>
                  <a:pt x="274487" y="42119"/>
                </a:cubicBezTo>
                <a:cubicBezTo>
                  <a:pt x="280014" y="40362"/>
                  <a:pt x="286195" y="39483"/>
                  <a:pt x="293031" y="39483"/>
                </a:cubicBezTo>
                <a:cubicBezTo>
                  <a:pt x="299420" y="39483"/>
                  <a:pt x="305889" y="40263"/>
                  <a:pt x="312437" y="41822"/>
                </a:cubicBezTo>
                <a:cubicBezTo>
                  <a:pt x="318986" y="43381"/>
                  <a:pt x="324432" y="45276"/>
                  <a:pt x="328777" y="47506"/>
                </a:cubicBezTo>
                <a:lnTo>
                  <a:pt x="328777" y="66700"/>
                </a:lnTo>
                <a:lnTo>
                  <a:pt x="327818" y="66700"/>
                </a:lnTo>
                <a:cubicBezTo>
                  <a:pt x="323218" y="63314"/>
                  <a:pt x="317628" y="60455"/>
                  <a:pt x="311048" y="58123"/>
                </a:cubicBezTo>
                <a:cubicBezTo>
                  <a:pt x="304467" y="55791"/>
                  <a:pt x="298014" y="54625"/>
                  <a:pt x="291689" y="54625"/>
                </a:cubicBezTo>
                <a:cubicBezTo>
                  <a:pt x="285109" y="54625"/>
                  <a:pt x="279551" y="55893"/>
                  <a:pt x="275015" y="58428"/>
                </a:cubicBezTo>
                <a:cubicBezTo>
                  <a:pt x="270478" y="60964"/>
                  <a:pt x="268210" y="64734"/>
                  <a:pt x="268210" y="69739"/>
                </a:cubicBezTo>
                <a:cubicBezTo>
                  <a:pt x="268210" y="74144"/>
                  <a:pt x="269584" y="77463"/>
                  <a:pt x="272331" y="79697"/>
                </a:cubicBezTo>
                <a:cubicBezTo>
                  <a:pt x="275015" y="81931"/>
                  <a:pt x="279359" y="83751"/>
                  <a:pt x="285364" y="85156"/>
                </a:cubicBezTo>
                <a:cubicBezTo>
                  <a:pt x="288687" y="85923"/>
                  <a:pt x="292408" y="86690"/>
                  <a:pt x="296529" y="87456"/>
                </a:cubicBezTo>
                <a:cubicBezTo>
                  <a:pt x="300650" y="88221"/>
                  <a:pt x="304084" y="88923"/>
                  <a:pt x="306831" y="89562"/>
                </a:cubicBezTo>
                <a:cubicBezTo>
                  <a:pt x="315200" y="91476"/>
                  <a:pt x="321653" y="94764"/>
                  <a:pt x="326189" y="99424"/>
                </a:cubicBezTo>
                <a:cubicBezTo>
                  <a:pt x="330725" y="104147"/>
                  <a:pt x="332993" y="110403"/>
                  <a:pt x="332993" y="118192"/>
                </a:cubicBezTo>
                <a:close/>
                <a:moveTo>
                  <a:pt x="455915" y="149116"/>
                </a:moveTo>
                <a:lnTo>
                  <a:pt x="432149" y="149116"/>
                </a:lnTo>
                <a:lnTo>
                  <a:pt x="389215" y="102212"/>
                </a:lnTo>
                <a:lnTo>
                  <a:pt x="377524" y="113337"/>
                </a:lnTo>
                <a:lnTo>
                  <a:pt x="377524" y="149116"/>
                </a:lnTo>
                <a:lnTo>
                  <a:pt x="359507" y="149116"/>
                </a:lnTo>
                <a:lnTo>
                  <a:pt x="359507" y="0"/>
                </a:lnTo>
                <a:lnTo>
                  <a:pt x="377524" y="0"/>
                </a:lnTo>
                <a:lnTo>
                  <a:pt x="377524" y="95593"/>
                </a:lnTo>
                <a:lnTo>
                  <a:pt x="429561" y="41975"/>
                </a:lnTo>
                <a:lnTo>
                  <a:pt x="452273" y="41975"/>
                </a:lnTo>
                <a:lnTo>
                  <a:pt x="402536" y="91469"/>
                </a:lnTo>
                <a:lnTo>
                  <a:pt x="455915" y="149116"/>
                </a:lnTo>
                <a:close/>
                <a:moveTo>
                  <a:pt x="636132" y="41975"/>
                </a:moveTo>
                <a:lnTo>
                  <a:pt x="592815" y="149116"/>
                </a:lnTo>
                <a:lnTo>
                  <a:pt x="574703" y="149116"/>
                </a:lnTo>
                <a:lnTo>
                  <a:pt x="531674" y="41975"/>
                </a:lnTo>
                <a:lnTo>
                  <a:pt x="551224" y="41975"/>
                </a:lnTo>
                <a:lnTo>
                  <a:pt x="584382" y="127245"/>
                </a:lnTo>
                <a:lnTo>
                  <a:pt x="617253" y="41975"/>
                </a:lnTo>
                <a:lnTo>
                  <a:pt x="636132" y="41975"/>
                </a:lnTo>
                <a:close/>
                <a:moveTo>
                  <a:pt x="749285" y="97366"/>
                </a:moveTo>
                <a:lnTo>
                  <a:pt x="670415" y="97366"/>
                </a:lnTo>
                <a:cubicBezTo>
                  <a:pt x="670415" y="103963"/>
                  <a:pt x="671405" y="109711"/>
                  <a:pt x="673386" y="114610"/>
                </a:cubicBezTo>
                <a:cubicBezTo>
                  <a:pt x="675366" y="119510"/>
                  <a:pt x="678081" y="123529"/>
                  <a:pt x="681531" y="126667"/>
                </a:cubicBezTo>
                <a:cubicBezTo>
                  <a:pt x="684854" y="129742"/>
                  <a:pt x="688799" y="132048"/>
                  <a:pt x="693367" y="133585"/>
                </a:cubicBezTo>
                <a:cubicBezTo>
                  <a:pt x="697935" y="135122"/>
                  <a:pt x="702966" y="135891"/>
                  <a:pt x="708460" y="135891"/>
                </a:cubicBezTo>
                <a:cubicBezTo>
                  <a:pt x="715744" y="135891"/>
                  <a:pt x="723075" y="134427"/>
                  <a:pt x="730454" y="131498"/>
                </a:cubicBezTo>
                <a:cubicBezTo>
                  <a:pt x="737833" y="128569"/>
                  <a:pt x="743088" y="125689"/>
                  <a:pt x="746219" y="122858"/>
                </a:cubicBezTo>
                <a:lnTo>
                  <a:pt x="747177" y="122858"/>
                </a:lnTo>
                <a:lnTo>
                  <a:pt x="747177" y="142569"/>
                </a:lnTo>
                <a:cubicBezTo>
                  <a:pt x="741107" y="145133"/>
                  <a:pt x="734910" y="147280"/>
                  <a:pt x="728585" y="149011"/>
                </a:cubicBezTo>
                <a:cubicBezTo>
                  <a:pt x="722260" y="150742"/>
                  <a:pt x="715616" y="151608"/>
                  <a:pt x="708652" y="151608"/>
                </a:cubicBezTo>
                <a:cubicBezTo>
                  <a:pt x="690891" y="151608"/>
                  <a:pt x="677027" y="146792"/>
                  <a:pt x="667061" y="137161"/>
                </a:cubicBezTo>
                <a:cubicBezTo>
                  <a:pt x="657094" y="127530"/>
                  <a:pt x="652111" y="113849"/>
                  <a:pt x="652111" y="96120"/>
                </a:cubicBezTo>
                <a:cubicBezTo>
                  <a:pt x="652111" y="78587"/>
                  <a:pt x="656886" y="64668"/>
                  <a:pt x="666438" y="54364"/>
                </a:cubicBezTo>
                <a:cubicBezTo>
                  <a:pt x="675989" y="44060"/>
                  <a:pt x="688559" y="38908"/>
                  <a:pt x="704148" y="38908"/>
                </a:cubicBezTo>
                <a:cubicBezTo>
                  <a:pt x="718587" y="38908"/>
                  <a:pt x="729719" y="43132"/>
                  <a:pt x="737546" y="51579"/>
                </a:cubicBezTo>
                <a:cubicBezTo>
                  <a:pt x="745372" y="60026"/>
                  <a:pt x="749285" y="72025"/>
                  <a:pt x="749285" y="87576"/>
                </a:cubicBezTo>
                <a:lnTo>
                  <a:pt x="749285" y="97366"/>
                </a:lnTo>
                <a:moveTo>
                  <a:pt x="731748" y="83566"/>
                </a:moveTo>
                <a:cubicBezTo>
                  <a:pt x="731684" y="74111"/>
                  <a:pt x="729304" y="66795"/>
                  <a:pt x="724608" y="61621"/>
                </a:cubicBezTo>
                <a:cubicBezTo>
                  <a:pt x="719912" y="56446"/>
                  <a:pt x="712773" y="53858"/>
                  <a:pt x="703190" y="53858"/>
                </a:cubicBezTo>
                <a:cubicBezTo>
                  <a:pt x="693542" y="53858"/>
                  <a:pt x="685860" y="56701"/>
                  <a:pt x="680142" y="62387"/>
                </a:cubicBezTo>
                <a:cubicBezTo>
                  <a:pt x="674424" y="68073"/>
                  <a:pt x="671181" y="75133"/>
                  <a:pt x="670415" y="83566"/>
                </a:cubicBezTo>
                <a:lnTo>
                  <a:pt x="731748" y="83566"/>
                </a:lnTo>
                <a:close/>
                <a:moveTo>
                  <a:pt x="855781" y="142503"/>
                </a:moveTo>
                <a:cubicBezTo>
                  <a:pt x="849775" y="145378"/>
                  <a:pt x="844073" y="147615"/>
                  <a:pt x="838675" y="149212"/>
                </a:cubicBezTo>
                <a:cubicBezTo>
                  <a:pt x="833276" y="150809"/>
                  <a:pt x="827542" y="151608"/>
                  <a:pt x="821473" y="151608"/>
                </a:cubicBezTo>
                <a:cubicBezTo>
                  <a:pt x="813742" y="151608"/>
                  <a:pt x="806651" y="150472"/>
                  <a:pt x="800198" y="148200"/>
                </a:cubicBezTo>
                <a:cubicBezTo>
                  <a:pt x="793745" y="145927"/>
                  <a:pt x="788219" y="142487"/>
                  <a:pt x="783619" y="137880"/>
                </a:cubicBezTo>
                <a:cubicBezTo>
                  <a:pt x="778955" y="133272"/>
                  <a:pt x="775345" y="127448"/>
                  <a:pt x="772790" y="120408"/>
                </a:cubicBezTo>
                <a:cubicBezTo>
                  <a:pt x="770234" y="113368"/>
                  <a:pt x="768956" y="105145"/>
                  <a:pt x="768956" y="95737"/>
                </a:cubicBezTo>
                <a:cubicBezTo>
                  <a:pt x="768956" y="78202"/>
                  <a:pt x="773764" y="64443"/>
                  <a:pt x="783379" y="54460"/>
                </a:cubicBezTo>
                <a:cubicBezTo>
                  <a:pt x="792994" y="44475"/>
                  <a:pt x="805692" y="39483"/>
                  <a:pt x="821473" y="39483"/>
                </a:cubicBezTo>
                <a:cubicBezTo>
                  <a:pt x="827606" y="39483"/>
                  <a:pt x="833627" y="40346"/>
                  <a:pt x="839537" y="42071"/>
                </a:cubicBezTo>
                <a:cubicBezTo>
                  <a:pt x="845447" y="43796"/>
                  <a:pt x="850861" y="45904"/>
                  <a:pt x="855781" y="48396"/>
                </a:cubicBezTo>
                <a:lnTo>
                  <a:pt x="855781" y="68425"/>
                </a:lnTo>
                <a:lnTo>
                  <a:pt x="854823" y="68425"/>
                </a:lnTo>
                <a:cubicBezTo>
                  <a:pt x="849328" y="64174"/>
                  <a:pt x="843658" y="60908"/>
                  <a:pt x="837812" y="58626"/>
                </a:cubicBezTo>
                <a:cubicBezTo>
                  <a:pt x="831966" y="56342"/>
                  <a:pt x="826264" y="55200"/>
                  <a:pt x="820706" y="55200"/>
                </a:cubicBezTo>
                <a:cubicBezTo>
                  <a:pt x="810484" y="55200"/>
                  <a:pt x="802418" y="58634"/>
                  <a:pt x="796508" y="65502"/>
                </a:cubicBezTo>
                <a:cubicBezTo>
                  <a:pt x="790599" y="72370"/>
                  <a:pt x="787644" y="82448"/>
                  <a:pt x="787644" y="95737"/>
                </a:cubicBezTo>
                <a:cubicBezTo>
                  <a:pt x="787644" y="108642"/>
                  <a:pt x="790535" y="118561"/>
                  <a:pt x="796317" y="125493"/>
                </a:cubicBezTo>
                <a:cubicBezTo>
                  <a:pt x="802098" y="132425"/>
                  <a:pt x="810228" y="135891"/>
                  <a:pt x="820706" y="135891"/>
                </a:cubicBezTo>
                <a:cubicBezTo>
                  <a:pt x="824348" y="135891"/>
                  <a:pt x="828053" y="135416"/>
                  <a:pt x="831823" y="134465"/>
                </a:cubicBezTo>
                <a:cubicBezTo>
                  <a:pt x="835592" y="133513"/>
                  <a:pt x="838978" y="132275"/>
                  <a:pt x="841981" y="130752"/>
                </a:cubicBezTo>
                <a:cubicBezTo>
                  <a:pt x="844600" y="129420"/>
                  <a:pt x="847060" y="128010"/>
                  <a:pt x="849360" y="126520"/>
                </a:cubicBezTo>
                <a:cubicBezTo>
                  <a:pt x="851660" y="125029"/>
                  <a:pt x="853481" y="123744"/>
                  <a:pt x="854823" y="122666"/>
                </a:cubicBezTo>
                <a:lnTo>
                  <a:pt x="855781" y="122666"/>
                </a:lnTo>
                <a:lnTo>
                  <a:pt x="855781" y="142503"/>
                </a:lnTo>
                <a:close/>
                <a:moveTo>
                  <a:pt x="934428" y="148173"/>
                </a:moveTo>
                <a:cubicBezTo>
                  <a:pt x="931042" y="149063"/>
                  <a:pt x="927352" y="149794"/>
                  <a:pt x="923359" y="150365"/>
                </a:cubicBezTo>
                <a:cubicBezTo>
                  <a:pt x="919366" y="150938"/>
                  <a:pt x="915804" y="151224"/>
                  <a:pt x="912674" y="151224"/>
                </a:cubicBezTo>
                <a:cubicBezTo>
                  <a:pt x="901749" y="151224"/>
                  <a:pt x="893443" y="148282"/>
                  <a:pt x="887757" y="142399"/>
                </a:cubicBezTo>
                <a:cubicBezTo>
                  <a:pt x="882071" y="136515"/>
                  <a:pt x="879228" y="127081"/>
                  <a:pt x="879228" y="114098"/>
                </a:cubicBezTo>
                <a:lnTo>
                  <a:pt x="879228" y="57116"/>
                </a:lnTo>
                <a:lnTo>
                  <a:pt x="867057" y="57116"/>
                </a:lnTo>
                <a:lnTo>
                  <a:pt x="867057" y="41975"/>
                </a:lnTo>
                <a:lnTo>
                  <a:pt x="879228" y="41975"/>
                </a:lnTo>
                <a:lnTo>
                  <a:pt x="879228" y="11117"/>
                </a:lnTo>
                <a:lnTo>
                  <a:pt x="897245" y="11117"/>
                </a:lnTo>
                <a:lnTo>
                  <a:pt x="897245" y="41975"/>
                </a:lnTo>
                <a:lnTo>
                  <a:pt x="934428" y="41975"/>
                </a:lnTo>
                <a:lnTo>
                  <a:pt x="934428" y="57116"/>
                </a:lnTo>
                <a:lnTo>
                  <a:pt x="897245" y="57116"/>
                </a:lnTo>
                <a:lnTo>
                  <a:pt x="897245" y="106015"/>
                </a:lnTo>
                <a:cubicBezTo>
                  <a:pt x="897245" y="111651"/>
                  <a:pt x="897372" y="116055"/>
                  <a:pt x="897628" y="119225"/>
                </a:cubicBezTo>
                <a:cubicBezTo>
                  <a:pt x="897884" y="122396"/>
                  <a:pt x="898778" y="125357"/>
                  <a:pt x="900311" y="128111"/>
                </a:cubicBezTo>
                <a:cubicBezTo>
                  <a:pt x="901717" y="130672"/>
                  <a:pt x="903649" y="132546"/>
                  <a:pt x="906109" y="133732"/>
                </a:cubicBezTo>
                <a:cubicBezTo>
                  <a:pt x="908569" y="134916"/>
                  <a:pt x="912322" y="135508"/>
                  <a:pt x="917370" y="135508"/>
                </a:cubicBezTo>
                <a:cubicBezTo>
                  <a:pt x="920308" y="135508"/>
                  <a:pt x="923375" y="135076"/>
                  <a:pt x="926570" y="134214"/>
                </a:cubicBezTo>
                <a:cubicBezTo>
                  <a:pt x="929764" y="133351"/>
                  <a:pt x="932064" y="132633"/>
                  <a:pt x="933469" y="132058"/>
                </a:cubicBezTo>
                <a:lnTo>
                  <a:pt x="934428" y="132058"/>
                </a:lnTo>
                <a:lnTo>
                  <a:pt x="934428" y="148173"/>
                </a:lnTo>
                <a:close/>
                <a:moveTo>
                  <a:pt x="1047766" y="95593"/>
                </a:moveTo>
                <a:cubicBezTo>
                  <a:pt x="1047766" y="113079"/>
                  <a:pt x="1043294" y="126882"/>
                  <a:pt x="1034349" y="137002"/>
                </a:cubicBezTo>
                <a:cubicBezTo>
                  <a:pt x="1025405" y="147122"/>
                  <a:pt x="1013426" y="152183"/>
                  <a:pt x="998412" y="152183"/>
                </a:cubicBezTo>
                <a:cubicBezTo>
                  <a:pt x="983270" y="152183"/>
                  <a:pt x="971243" y="147122"/>
                  <a:pt x="962331" y="137002"/>
                </a:cubicBezTo>
                <a:cubicBezTo>
                  <a:pt x="953418" y="126882"/>
                  <a:pt x="948962" y="113079"/>
                  <a:pt x="948962" y="95593"/>
                </a:cubicBezTo>
                <a:cubicBezTo>
                  <a:pt x="948962" y="78108"/>
                  <a:pt x="953418" y="64289"/>
                  <a:pt x="962331" y="54137"/>
                </a:cubicBezTo>
                <a:cubicBezTo>
                  <a:pt x="971243" y="43984"/>
                  <a:pt x="983270" y="38908"/>
                  <a:pt x="998412" y="38908"/>
                </a:cubicBezTo>
                <a:cubicBezTo>
                  <a:pt x="1013426" y="38908"/>
                  <a:pt x="1025405" y="43984"/>
                  <a:pt x="1034349" y="54137"/>
                </a:cubicBezTo>
                <a:cubicBezTo>
                  <a:pt x="1043294" y="64289"/>
                  <a:pt x="1047766" y="78108"/>
                  <a:pt x="1047766" y="95593"/>
                </a:cubicBezTo>
                <a:moveTo>
                  <a:pt x="1029174" y="95593"/>
                </a:moveTo>
                <a:cubicBezTo>
                  <a:pt x="1029174" y="81745"/>
                  <a:pt x="1026459" y="71455"/>
                  <a:pt x="1021029" y="64723"/>
                </a:cubicBezTo>
                <a:cubicBezTo>
                  <a:pt x="1015598" y="57991"/>
                  <a:pt x="1008059" y="54625"/>
                  <a:pt x="998412" y="54625"/>
                </a:cubicBezTo>
                <a:cubicBezTo>
                  <a:pt x="988637" y="54625"/>
                  <a:pt x="981050" y="57991"/>
                  <a:pt x="975652" y="64723"/>
                </a:cubicBezTo>
                <a:cubicBezTo>
                  <a:pt x="970253" y="71455"/>
                  <a:pt x="967554" y="81745"/>
                  <a:pt x="967554" y="95593"/>
                </a:cubicBezTo>
                <a:cubicBezTo>
                  <a:pt x="967554" y="108994"/>
                  <a:pt x="970269" y="119156"/>
                  <a:pt x="975700" y="126080"/>
                </a:cubicBezTo>
                <a:cubicBezTo>
                  <a:pt x="981130" y="133004"/>
                  <a:pt x="988701" y="136466"/>
                  <a:pt x="998412" y="136466"/>
                </a:cubicBezTo>
                <a:cubicBezTo>
                  <a:pt x="1007995" y="136466"/>
                  <a:pt x="1015518" y="133036"/>
                  <a:pt x="1020981" y="126176"/>
                </a:cubicBezTo>
                <a:cubicBezTo>
                  <a:pt x="1026443" y="119316"/>
                  <a:pt x="1029174" y="109122"/>
                  <a:pt x="1029174" y="95593"/>
                </a:cubicBezTo>
                <a:close/>
                <a:moveTo>
                  <a:pt x="1142724" y="61525"/>
                </a:moveTo>
                <a:lnTo>
                  <a:pt x="1141766" y="61525"/>
                </a:lnTo>
                <a:cubicBezTo>
                  <a:pt x="1139082" y="60920"/>
                  <a:pt x="1136479" y="60481"/>
                  <a:pt x="1133955" y="60210"/>
                </a:cubicBezTo>
                <a:cubicBezTo>
                  <a:pt x="1131432" y="59936"/>
                  <a:pt x="1128445" y="59800"/>
                  <a:pt x="1124995" y="59800"/>
                </a:cubicBezTo>
                <a:cubicBezTo>
                  <a:pt x="1119436" y="59800"/>
                  <a:pt x="1114070" y="61032"/>
                  <a:pt x="1108895" y="63495"/>
                </a:cubicBezTo>
                <a:cubicBezTo>
                  <a:pt x="1103720" y="65957"/>
                  <a:pt x="1098737" y="69138"/>
                  <a:pt x="1093945" y="73040"/>
                </a:cubicBezTo>
                <a:lnTo>
                  <a:pt x="1093945" y="149116"/>
                </a:lnTo>
                <a:lnTo>
                  <a:pt x="1075928" y="149116"/>
                </a:lnTo>
                <a:lnTo>
                  <a:pt x="1075928" y="41975"/>
                </a:lnTo>
                <a:lnTo>
                  <a:pt x="1093945" y="41975"/>
                </a:lnTo>
                <a:lnTo>
                  <a:pt x="1093945" y="57802"/>
                </a:lnTo>
                <a:cubicBezTo>
                  <a:pt x="1101100" y="52046"/>
                  <a:pt x="1107409" y="47969"/>
                  <a:pt x="1112872" y="45572"/>
                </a:cubicBezTo>
                <a:cubicBezTo>
                  <a:pt x="1118334" y="43174"/>
                  <a:pt x="1123909" y="41975"/>
                  <a:pt x="1129595" y="41975"/>
                </a:cubicBezTo>
                <a:cubicBezTo>
                  <a:pt x="1132725" y="41975"/>
                  <a:pt x="1134993" y="42055"/>
                  <a:pt x="1136399" y="42214"/>
                </a:cubicBezTo>
                <a:cubicBezTo>
                  <a:pt x="1137804" y="42372"/>
                  <a:pt x="1139913" y="42674"/>
                  <a:pt x="1142724" y="43119"/>
                </a:cubicBezTo>
                <a:lnTo>
                  <a:pt x="1142724" y="61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8CDD3-1AD6-472A-A8F8-9784FCAB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594" y="3965889"/>
            <a:ext cx="65422" cy="220864"/>
          </a:xfrm>
          <a:custGeom xmlns:a="http://schemas.openxmlformats.org/drawingml/2006/main">
            <a:pathLst>
              <a:path w="65422" h="220864">
                <a:moveTo>
                  <a:pt x="48494" y="0"/>
                </a:moveTo>
                <a:lnTo>
                  <a:pt x="15783" y="131"/>
                </a:lnTo>
                <a:lnTo>
                  <a:pt x="16364" y="155500"/>
                </a:lnTo>
                <a:lnTo>
                  <a:pt x="0" y="155557"/>
                </a:lnTo>
                <a:lnTo>
                  <a:pt x="32956" y="220864"/>
                </a:lnTo>
                <a:lnTo>
                  <a:pt x="49193" y="188088"/>
                </a:lnTo>
                <a:lnTo>
                  <a:pt x="49197" y="188088"/>
                </a:lnTo>
                <a:lnTo>
                  <a:pt x="49197" y="188080"/>
                </a:lnTo>
                <a:lnTo>
                  <a:pt x="65422" y="155328"/>
                </a:lnTo>
                <a:lnTo>
                  <a:pt x="49075" y="155385"/>
                </a:lnTo>
                <a:lnTo>
                  <a:pt x="48494" y="0"/>
                </a:lnTo>
                <a:close/>
              </a:path>
            </a:pathLst>
          </a:custGeom>
          <a:solidFill xmlns:a="http://schemas.openxmlformats.org/drawingml/2006/main">
            <a:srgbClr val="B2B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AAEF0-0AD7-450D-952E-C47DB6B7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957" y="2631348"/>
            <a:ext cx="1855038" cy="557395"/>
          </a:xfrm>
          <a:custGeom xmlns:a="http://schemas.openxmlformats.org/drawingml/2006/main">
            <a:pathLst>
              <a:path w="1855038" h="557395">
                <a:moveTo>
                  <a:pt x="327" y="94208"/>
                </a:moveTo>
                <a:cubicBezTo>
                  <a:pt x="0" y="42328"/>
                  <a:pt x="41510" y="818"/>
                  <a:pt x="92572" y="0"/>
                </a:cubicBezTo>
                <a:lnTo>
                  <a:pt x="1760830" y="0"/>
                </a:lnTo>
                <a:cubicBezTo>
                  <a:pt x="1812971" y="818"/>
                  <a:pt x="1854482" y="42328"/>
                  <a:pt x="1855038" y="94208"/>
                </a:cubicBezTo>
                <a:lnTo>
                  <a:pt x="1855038" y="465150"/>
                </a:lnTo>
                <a:cubicBezTo>
                  <a:pt x="1854482" y="515639"/>
                  <a:pt x="1812971" y="557166"/>
                  <a:pt x="1760830" y="557395"/>
                </a:cubicBezTo>
                <a:lnTo>
                  <a:pt x="92572" y="557395"/>
                </a:lnTo>
                <a:cubicBezTo>
                  <a:pt x="41510" y="557166"/>
                  <a:pt x="0" y="515639"/>
                  <a:pt x="327" y="465150"/>
                </a:cubicBezTo>
                <a:lnTo>
                  <a:pt x="327" y="94208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4938B-E218-4D7B-8431-8BB6CA14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779" y="2623988"/>
            <a:ext cx="1870837" cy="572703"/>
          </a:xfrm>
          <a:custGeom xmlns:a="http://schemas.openxmlformats.org/drawingml/2006/main">
            <a:pathLst>
              <a:path w="1870837" h="572703">
                <a:moveTo>
                  <a:pt x="3173" y="497010"/>
                </a:moveTo>
                <a:lnTo>
                  <a:pt x="4530" y="501802"/>
                </a:lnTo>
                <a:lnTo>
                  <a:pt x="6117" y="506496"/>
                </a:lnTo>
                <a:lnTo>
                  <a:pt x="7932" y="511076"/>
                </a:lnTo>
                <a:lnTo>
                  <a:pt x="9944" y="515541"/>
                </a:lnTo>
                <a:lnTo>
                  <a:pt x="12185" y="519891"/>
                </a:lnTo>
                <a:lnTo>
                  <a:pt x="14605" y="524127"/>
                </a:lnTo>
                <a:lnTo>
                  <a:pt x="17288" y="528298"/>
                </a:lnTo>
                <a:lnTo>
                  <a:pt x="23029" y="535985"/>
                </a:lnTo>
                <a:lnTo>
                  <a:pt x="29554" y="543149"/>
                </a:lnTo>
                <a:lnTo>
                  <a:pt x="36718" y="549658"/>
                </a:lnTo>
                <a:lnTo>
                  <a:pt x="44405" y="555415"/>
                </a:lnTo>
                <a:lnTo>
                  <a:pt x="48576" y="558081"/>
                </a:lnTo>
                <a:lnTo>
                  <a:pt x="52795" y="560518"/>
                </a:lnTo>
                <a:lnTo>
                  <a:pt x="57146" y="562743"/>
                </a:lnTo>
                <a:lnTo>
                  <a:pt x="61627" y="564771"/>
                </a:lnTo>
                <a:lnTo>
                  <a:pt x="66207" y="566570"/>
                </a:lnTo>
                <a:lnTo>
                  <a:pt x="70901" y="568156"/>
                </a:lnTo>
                <a:lnTo>
                  <a:pt x="75693" y="569530"/>
                </a:lnTo>
                <a:lnTo>
                  <a:pt x="80583" y="570659"/>
                </a:lnTo>
                <a:lnTo>
                  <a:pt x="85539" y="571542"/>
                </a:lnTo>
                <a:lnTo>
                  <a:pt x="90593" y="572180"/>
                </a:lnTo>
                <a:lnTo>
                  <a:pt x="95712" y="572572"/>
                </a:lnTo>
                <a:lnTo>
                  <a:pt x="100799" y="572703"/>
                </a:lnTo>
                <a:lnTo>
                  <a:pt x="1770038" y="572703"/>
                </a:lnTo>
                <a:lnTo>
                  <a:pt x="1775109" y="572572"/>
                </a:lnTo>
                <a:lnTo>
                  <a:pt x="1780244" y="572180"/>
                </a:lnTo>
                <a:lnTo>
                  <a:pt x="1785282" y="571542"/>
                </a:lnTo>
                <a:lnTo>
                  <a:pt x="1790254" y="570659"/>
                </a:lnTo>
                <a:lnTo>
                  <a:pt x="1795144" y="569530"/>
                </a:lnTo>
                <a:lnTo>
                  <a:pt x="1799936" y="568156"/>
                </a:lnTo>
                <a:lnTo>
                  <a:pt x="1804630" y="566570"/>
                </a:lnTo>
                <a:lnTo>
                  <a:pt x="1809210" y="564771"/>
                </a:lnTo>
                <a:lnTo>
                  <a:pt x="1813675" y="562743"/>
                </a:lnTo>
                <a:lnTo>
                  <a:pt x="1818025" y="560518"/>
                </a:lnTo>
                <a:lnTo>
                  <a:pt x="1822261" y="558081"/>
                </a:lnTo>
                <a:lnTo>
                  <a:pt x="1826432" y="555415"/>
                </a:lnTo>
                <a:lnTo>
                  <a:pt x="1834119" y="549658"/>
                </a:lnTo>
                <a:lnTo>
                  <a:pt x="1841283" y="543149"/>
                </a:lnTo>
                <a:lnTo>
                  <a:pt x="1847792" y="535985"/>
                </a:lnTo>
                <a:lnTo>
                  <a:pt x="1853549" y="528298"/>
                </a:lnTo>
                <a:lnTo>
                  <a:pt x="1856215" y="524127"/>
                </a:lnTo>
                <a:lnTo>
                  <a:pt x="1858652" y="519891"/>
                </a:lnTo>
                <a:lnTo>
                  <a:pt x="1860877" y="515541"/>
                </a:lnTo>
                <a:lnTo>
                  <a:pt x="1862905" y="511076"/>
                </a:lnTo>
                <a:lnTo>
                  <a:pt x="1864704" y="506496"/>
                </a:lnTo>
                <a:lnTo>
                  <a:pt x="1866307" y="501802"/>
                </a:lnTo>
                <a:lnTo>
                  <a:pt x="1867664" y="497010"/>
                </a:lnTo>
                <a:lnTo>
                  <a:pt x="1868793" y="492120"/>
                </a:lnTo>
                <a:lnTo>
                  <a:pt x="1869676" y="487148"/>
                </a:lnTo>
                <a:lnTo>
                  <a:pt x="1870314" y="482094"/>
                </a:lnTo>
                <a:lnTo>
                  <a:pt x="1870706" y="476975"/>
                </a:lnTo>
                <a:lnTo>
                  <a:pt x="1870837" y="471904"/>
                </a:lnTo>
                <a:lnTo>
                  <a:pt x="1870837" y="100799"/>
                </a:lnTo>
                <a:lnTo>
                  <a:pt x="1870706" y="95712"/>
                </a:lnTo>
                <a:lnTo>
                  <a:pt x="1870314" y="90593"/>
                </a:lnTo>
                <a:lnTo>
                  <a:pt x="1869676" y="85539"/>
                </a:lnTo>
                <a:lnTo>
                  <a:pt x="1868793" y="80583"/>
                </a:lnTo>
                <a:lnTo>
                  <a:pt x="1867664" y="75693"/>
                </a:lnTo>
                <a:lnTo>
                  <a:pt x="1866307" y="70901"/>
                </a:lnTo>
                <a:lnTo>
                  <a:pt x="1864704" y="66207"/>
                </a:lnTo>
                <a:lnTo>
                  <a:pt x="1862905" y="61627"/>
                </a:lnTo>
                <a:lnTo>
                  <a:pt x="1860877" y="57146"/>
                </a:lnTo>
                <a:lnTo>
                  <a:pt x="1858652" y="52795"/>
                </a:lnTo>
                <a:lnTo>
                  <a:pt x="1856215" y="48576"/>
                </a:lnTo>
                <a:lnTo>
                  <a:pt x="1853549" y="44405"/>
                </a:lnTo>
                <a:lnTo>
                  <a:pt x="1847792" y="36718"/>
                </a:lnTo>
                <a:lnTo>
                  <a:pt x="1841283" y="29554"/>
                </a:lnTo>
                <a:lnTo>
                  <a:pt x="1834119" y="23045"/>
                </a:lnTo>
                <a:lnTo>
                  <a:pt x="1826432" y="17288"/>
                </a:lnTo>
                <a:lnTo>
                  <a:pt x="1822261" y="14605"/>
                </a:lnTo>
                <a:lnTo>
                  <a:pt x="1818025" y="12185"/>
                </a:lnTo>
                <a:lnTo>
                  <a:pt x="1813675" y="9944"/>
                </a:lnTo>
                <a:lnTo>
                  <a:pt x="1809210" y="7932"/>
                </a:lnTo>
                <a:lnTo>
                  <a:pt x="1804630" y="6117"/>
                </a:lnTo>
                <a:lnTo>
                  <a:pt x="1799936" y="4530"/>
                </a:lnTo>
                <a:lnTo>
                  <a:pt x="1795144" y="3173"/>
                </a:lnTo>
                <a:lnTo>
                  <a:pt x="1790254" y="2044"/>
                </a:lnTo>
                <a:lnTo>
                  <a:pt x="1785282" y="1161"/>
                </a:lnTo>
                <a:lnTo>
                  <a:pt x="1780244" y="523"/>
                </a:lnTo>
                <a:lnTo>
                  <a:pt x="1775109" y="131"/>
                </a:lnTo>
                <a:lnTo>
                  <a:pt x="1770038" y="0"/>
                </a:lnTo>
                <a:lnTo>
                  <a:pt x="100799" y="0"/>
                </a:lnTo>
                <a:lnTo>
                  <a:pt x="95712" y="131"/>
                </a:lnTo>
                <a:lnTo>
                  <a:pt x="90593" y="523"/>
                </a:lnTo>
                <a:lnTo>
                  <a:pt x="85539" y="1161"/>
                </a:lnTo>
                <a:lnTo>
                  <a:pt x="80583" y="2044"/>
                </a:lnTo>
                <a:lnTo>
                  <a:pt x="75693" y="3173"/>
                </a:lnTo>
                <a:lnTo>
                  <a:pt x="70901" y="4530"/>
                </a:lnTo>
                <a:lnTo>
                  <a:pt x="66207" y="6117"/>
                </a:lnTo>
                <a:lnTo>
                  <a:pt x="61627" y="7932"/>
                </a:lnTo>
                <a:lnTo>
                  <a:pt x="57146" y="9944"/>
                </a:lnTo>
                <a:lnTo>
                  <a:pt x="52795" y="12185"/>
                </a:lnTo>
                <a:lnTo>
                  <a:pt x="48576" y="14605"/>
                </a:lnTo>
                <a:lnTo>
                  <a:pt x="44405" y="17288"/>
                </a:lnTo>
                <a:lnTo>
                  <a:pt x="36718" y="23045"/>
                </a:lnTo>
                <a:lnTo>
                  <a:pt x="29554" y="29554"/>
                </a:lnTo>
                <a:lnTo>
                  <a:pt x="23029" y="36718"/>
                </a:lnTo>
                <a:lnTo>
                  <a:pt x="17288" y="44405"/>
                </a:lnTo>
                <a:lnTo>
                  <a:pt x="14605" y="48576"/>
                </a:lnTo>
                <a:lnTo>
                  <a:pt x="12185" y="52795"/>
                </a:lnTo>
                <a:lnTo>
                  <a:pt x="9944" y="57146"/>
                </a:lnTo>
                <a:lnTo>
                  <a:pt x="7932" y="61627"/>
                </a:lnTo>
                <a:lnTo>
                  <a:pt x="6117" y="66207"/>
                </a:lnTo>
                <a:lnTo>
                  <a:pt x="4530" y="70901"/>
                </a:lnTo>
                <a:lnTo>
                  <a:pt x="3173" y="75693"/>
                </a:lnTo>
                <a:lnTo>
                  <a:pt x="2044" y="80583"/>
                </a:lnTo>
                <a:lnTo>
                  <a:pt x="1161" y="85539"/>
                </a:lnTo>
                <a:lnTo>
                  <a:pt x="523" y="90593"/>
                </a:lnTo>
                <a:lnTo>
                  <a:pt x="131" y="95712"/>
                </a:lnTo>
                <a:lnTo>
                  <a:pt x="0" y="100799"/>
                </a:lnTo>
                <a:lnTo>
                  <a:pt x="0" y="471904"/>
                </a:lnTo>
                <a:lnTo>
                  <a:pt x="131" y="476975"/>
                </a:lnTo>
                <a:lnTo>
                  <a:pt x="523" y="482094"/>
                </a:lnTo>
                <a:lnTo>
                  <a:pt x="1161" y="487148"/>
                </a:lnTo>
                <a:lnTo>
                  <a:pt x="2044" y="492120"/>
                </a:lnTo>
                <a:lnTo>
                  <a:pt x="3173" y="497010"/>
                </a:lnTo>
                <a:close/>
                <a:moveTo>
                  <a:pt x="19070" y="79569"/>
                </a:moveTo>
                <a:lnTo>
                  <a:pt x="18956" y="79962"/>
                </a:lnTo>
                <a:lnTo>
                  <a:pt x="20200" y="75617"/>
                </a:lnTo>
                <a:lnTo>
                  <a:pt x="21544" y="71674"/>
                </a:lnTo>
                <a:lnTo>
                  <a:pt x="23030" y="67929"/>
                </a:lnTo>
                <a:lnTo>
                  <a:pt x="24745" y="64138"/>
                </a:lnTo>
                <a:lnTo>
                  <a:pt x="26500" y="60713"/>
                </a:lnTo>
                <a:lnTo>
                  <a:pt x="28575" y="57097"/>
                </a:lnTo>
                <a:lnTo>
                  <a:pt x="30661" y="53832"/>
                </a:lnTo>
                <a:lnTo>
                  <a:pt x="35692" y="47105"/>
                </a:lnTo>
                <a:lnTo>
                  <a:pt x="41131" y="41131"/>
                </a:lnTo>
                <a:lnTo>
                  <a:pt x="47105" y="35692"/>
                </a:lnTo>
                <a:lnTo>
                  <a:pt x="53832" y="30661"/>
                </a:lnTo>
                <a:lnTo>
                  <a:pt x="57097" y="28575"/>
                </a:lnTo>
                <a:lnTo>
                  <a:pt x="60713" y="26500"/>
                </a:lnTo>
                <a:lnTo>
                  <a:pt x="64138" y="24745"/>
                </a:lnTo>
                <a:lnTo>
                  <a:pt x="67929" y="23030"/>
                </a:lnTo>
                <a:lnTo>
                  <a:pt x="71674" y="21544"/>
                </a:lnTo>
                <a:lnTo>
                  <a:pt x="75617" y="20200"/>
                </a:lnTo>
                <a:lnTo>
                  <a:pt x="79962" y="18956"/>
                </a:lnTo>
                <a:lnTo>
                  <a:pt x="79569" y="19070"/>
                </a:lnTo>
                <a:lnTo>
                  <a:pt x="83829" y="18075"/>
                </a:lnTo>
                <a:lnTo>
                  <a:pt x="88221" y="17304"/>
                </a:lnTo>
                <a:lnTo>
                  <a:pt x="87813" y="17353"/>
                </a:lnTo>
                <a:lnTo>
                  <a:pt x="92103" y="16809"/>
                </a:lnTo>
                <a:lnTo>
                  <a:pt x="96641" y="16463"/>
                </a:lnTo>
                <a:lnTo>
                  <a:pt x="101110" y="16355"/>
                </a:lnTo>
                <a:lnTo>
                  <a:pt x="1769728" y="16355"/>
                </a:lnTo>
                <a:lnTo>
                  <a:pt x="1774203" y="16463"/>
                </a:lnTo>
                <a:lnTo>
                  <a:pt x="1778734" y="16809"/>
                </a:lnTo>
                <a:lnTo>
                  <a:pt x="1783025" y="17353"/>
                </a:lnTo>
                <a:lnTo>
                  <a:pt x="1782616" y="17304"/>
                </a:lnTo>
                <a:lnTo>
                  <a:pt x="1787008" y="18075"/>
                </a:lnTo>
                <a:lnTo>
                  <a:pt x="1791268" y="19070"/>
                </a:lnTo>
                <a:lnTo>
                  <a:pt x="1790875" y="18956"/>
                </a:lnTo>
                <a:lnTo>
                  <a:pt x="1795213" y="20198"/>
                </a:lnTo>
                <a:lnTo>
                  <a:pt x="1799155" y="21547"/>
                </a:lnTo>
                <a:lnTo>
                  <a:pt x="1802903" y="23029"/>
                </a:lnTo>
                <a:lnTo>
                  <a:pt x="1806691" y="24749"/>
                </a:lnTo>
                <a:lnTo>
                  <a:pt x="1810134" y="26505"/>
                </a:lnTo>
                <a:lnTo>
                  <a:pt x="1813936" y="28687"/>
                </a:lnTo>
                <a:lnTo>
                  <a:pt x="1813593" y="28491"/>
                </a:lnTo>
                <a:lnTo>
                  <a:pt x="1817101" y="30733"/>
                </a:lnTo>
                <a:lnTo>
                  <a:pt x="1823644" y="35626"/>
                </a:lnTo>
                <a:lnTo>
                  <a:pt x="1829710" y="41134"/>
                </a:lnTo>
                <a:lnTo>
                  <a:pt x="1835145" y="47105"/>
                </a:lnTo>
                <a:lnTo>
                  <a:pt x="1840176" y="53832"/>
                </a:lnTo>
                <a:lnTo>
                  <a:pt x="1842262" y="57097"/>
                </a:lnTo>
                <a:lnTo>
                  <a:pt x="1844337" y="60713"/>
                </a:lnTo>
                <a:lnTo>
                  <a:pt x="1846092" y="64138"/>
                </a:lnTo>
                <a:lnTo>
                  <a:pt x="1847807" y="67929"/>
                </a:lnTo>
                <a:lnTo>
                  <a:pt x="1849292" y="71672"/>
                </a:lnTo>
                <a:lnTo>
                  <a:pt x="1850714" y="75889"/>
                </a:lnTo>
                <a:lnTo>
                  <a:pt x="1851822" y="79812"/>
                </a:lnTo>
                <a:lnTo>
                  <a:pt x="1852745" y="83825"/>
                </a:lnTo>
                <a:lnTo>
                  <a:pt x="1853489" y="87973"/>
                </a:lnTo>
                <a:lnTo>
                  <a:pt x="1854030" y="92127"/>
                </a:lnTo>
                <a:lnTo>
                  <a:pt x="1854375" y="96641"/>
                </a:lnTo>
                <a:lnTo>
                  <a:pt x="1854482" y="101110"/>
                </a:lnTo>
                <a:lnTo>
                  <a:pt x="1854482" y="471594"/>
                </a:lnTo>
                <a:lnTo>
                  <a:pt x="1854374" y="476069"/>
                </a:lnTo>
                <a:lnTo>
                  <a:pt x="1854030" y="480577"/>
                </a:lnTo>
                <a:lnTo>
                  <a:pt x="1853489" y="484730"/>
                </a:lnTo>
                <a:lnTo>
                  <a:pt x="1852758" y="488807"/>
                </a:lnTo>
                <a:lnTo>
                  <a:pt x="1851821" y="492895"/>
                </a:lnTo>
                <a:lnTo>
                  <a:pt x="1850715" y="496813"/>
                </a:lnTo>
                <a:lnTo>
                  <a:pt x="1849290" y="501023"/>
                </a:lnTo>
                <a:lnTo>
                  <a:pt x="1847809" y="504769"/>
                </a:lnTo>
                <a:lnTo>
                  <a:pt x="1846088" y="508557"/>
                </a:lnTo>
                <a:lnTo>
                  <a:pt x="1844194" y="512270"/>
                </a:lnTo>
                <a:lnTo>
                  <a:pt x="1844374" y="511910"/>
                </a:lnTo>
                <a:lnTo>
                  <a:pt x="1842346" y="515459"/>
                </a:lnTo>
                <a:lnTo>
                  <a:pt x="1840104" y="518967"/>
                </a:lnTo>
                <a:lnTo>
                  <a:pt x="1835211" y="525510"/>
                </a:lnTo>
                <a:lnTo>
                  <a:pt x="1829706" y="531572"/>
                </a:lnTo>
                <a:lnTo>
                  <a:pt x="1823644" y="537078"/>
                </a:lnTo>
                <a:lnTo>
                  <a:pt x="1817101" y="541970"/>
                </a:lnTo>
                <a:lnTo>
                  <a:pt x="1813593" y="544212"/>
                </a:lnTo>
                <a:lnTo>
                  <a:pt x="1813936" y="544016"/>
                </a:lnTo>
                <a:lnTo>
                  <a:pt x="1810390" y="546051"/>
                </a:lnTo>
                <a:lnTo>
                  <a:pt x="1806671" y="547964"/>
                </a:lnTo>
                <a:lnTo>
                  <a:pt x="1802903" y="549675"/>
                </a:lnTo>
                <a:lnTo>
                  <a:pt x="1799157" y="551156"/>
                </a:lnTo>
                <a:lnTo>
                  <a:pt x="1794946" y="552581"/>
                </a:lnTo>
                <a:lnTo>
                  <a:pt x="1791025" y="553689"/>
                </a:lnTo>
                <a:lnTo>
                  <a:pt x="1787012" y="554611"/>
                </a:lnTo>
                <a:lnTo>
                  <a:pt x="1782875" y="555353"/>
                </a:lnTo>
                <a:lnTo>
                  <a:pt x="1778409" y="555919"/>
                </a:lnTo>
                <a:lnTo>
                  <a:pt x="1774203" y="556240"/>
                </a:lnTo>
                <a:lnTo>
                  <a:pt x="1769728" y="556348"/>
                </a:lnTo>
                <a:lnTo>
                  <a:pt x="101110" y="556348"/>
                </a:lnTo>
                <a:lnTo>
                  <a:pt x="96641" y="556241"/>
                </a:lnTo>
                <a:lnTo>
                  <a:pt x="92428" y="555919"/>
                </a:lnTo>
                <a:lnTo>
                  <a:pt x="87962" y="555353"/>
                </a:lnTo>
                <a:lnTo>
                  <a:pt x="83825" y="554611"/>
                </a:lnTo>
                <a:lnTo>
                  <a:pt x="79812" y="553689"/>
                </a:lnTo>
                <a:lnTo>
                  <a:pt x="75889" y="552580"/>
                </a:lnTo>
                <a:lnTo>
                  <a:pt x="71672" y="551159"/>
                </a:lnTo>
                <a:lnTo>
                  <a:pt x="67929" y="549673"/>
                </a:lnTo>
                <a:lnTo>
                  <a:pt x="64157" y="547966"/>
                </a:lnTo>
                <a:lnTo>
                  <a:pt x="60448" y="546051"/>
                </a:lnTo>
                <a:lnTo>
                  <a:pt x="57097" y="544128"/>
                </a:lnTo>
                <a:lnTo>
                  <a:pt x="53832" y="542042"/>
                </a:lnTo>
                <a:lnTo>
                  <a:pt x="47105" y="537012"/>
                </a:lnTo>
                <a:lnTo>
                  <a:pt x="41134" y="531576"/>
                </a:lnTo>
                <a:lnTo>
                  <a:pt x="35626" y="525510"/>
                </a:lnTo>
                <a:lnTo>
                  <a:pt x="30733" y="518967"/>
                </a:lnTo>
                <a:lnTo>
                  <a:pt x="28491" y="515459"/>
                </a:lnTo>
                <a:lnTo>
                  <a:pt x="26463" y="511910"/>
                </a:lnTo>
                <a:lnTo>
                  <a:pt x="26643" y="512270"/>
                </a:lnTo>
                <a:lnTo>
                  <a:pt x="24749" y="508557"/>
                </a:lnTo>
                <a:lnTo>
                  <a:pt x="23029" y="504769"/>
                </a:lnTo>
                <a:lnTo>
                  <a:pt x="21547" y="501021"/>
                </a:lnTo>
                <a:lnTo>
                  <a:pt x="20198" y="497079"/>
                </a:lnTo>
                <a:lnTo>
                  <a:pt x="18956" y="492741"/>
                </a:lnTo>
                <a:lnTo>
                  <a:pt x="19070" y="493134"/>
                </a:lnTo>
                <a:lnTo>
                  <a:pt x="18064" y="488811"/>
                </a:lnTo>
                <a:lnTo>
                  <a:pt x="17304" y="484482"/>
                </a:lnTo>
                <a:lnTo>
                  <a:pt x="17353" y="484891"/>
                </a:lnTo>
                <a:lnTo>
                  <a:pt x="16809" y="480600"/>
                </a:lnTo>
                <a:lnTo>
                  <a:pt x="16463" y="476069"/>
                </a:lnTo>
                <a:lnTo>
                  <a:pt x="16355" y="471594"/>
                </a:lnTo>
                <a:lnTo>
                  <a:pt x="16355" y="101110"/>
                </a:lnTo>
                <a:lnTo>
                  <a:pt x="16463" y="96641"/>
                </a:lnTo>
                <a:lnTo>
                  <a:pt x="16809" y="92103"/>
                </a:lnTo>
                <a:lnTo>
                  <a:pt x="17353" y="87813"/>
                </a:lnTo>
                <a:lnTo>
                  <a:pt x="17304" y="88221"/>
                </a:lnTo>
                <a:lnTo>
                  <a:pt x="18075" y="83829"/>
                </a:lnTo>
                <a:lnTo>
                  <a:pt x="19070" y="7956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Pretrainmodel">
            <a:extLst xmlns:a="http://schemas.openxmlformats.org/drawingml/2006/main">
              <a:ext uri="{FF2B5EF4-FFF2-40B4-BE49-F238E27FC236}">
                <a16:creationId xmlns:a16="http://schemas.microsoft.com/office/drawing/2014/main" id="{32418AAA-92D2-4AA1-8C05-86C4AEFA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094" y="2838127"/>
            <a:ext cx="1411075" cy="152183"/>
          </a:xfrm>
          <a:custGeom xmlns:a="http://schemas.openxmlformats.org/drawingml/2006/main">
            <a:pathLst>
              <a:path w="1411075" h="152183">
                <a:moveTo>
                  <a:pt x="93341" y="49450"/>
                </a:moveTo>
                <a:cubicBezTo>
                  <a:pt x="93341" y="55775"/>
                  <a:pt x="92239" y="61636"/>
                  <a:pt x="90035" y="67035"/>
                </a:cubicBezTo>
                <a:cubicBezTo>
                  <a:pt x="87831" y="72434"/>
                  <a:pt x="84748" y="77113"/>
                  <a:pt x="80787" y="81075"/>
                </a:cubicBezTo>
                <a:cubicBezTo>
                  <a:pt x="75868" y="85994"/>
                  <a:pt x="70054" y="89684"/>
                  <a:pt x="63346" y="92143"/>
                </a:cubicBezTo>
                <a:cubicBezTo>
                  <a:pt x="56637" y="94603"/>
                  <a:pt x="48172" y="95833"/>
                  <a:pt x="37950" y="95833"/>
                </a:cubicBezTo>
                <a:lnTo>
                  <a:pt x="18975" y="95833"/>
                </a:lnTo>
                <a:lnTo>
                  <a:pt x="18975" y="149116"/>
                </a:lnTo>
                <a:lnTo>
                  <a:pt x="0" y="149116"/>
                </a:lnTo>
                <a:lnTo>
                  <a:pt x="0" y="6325"/>
                </a:lnTo>
                <a:lnTo>
                  <a:pt x="38716" y="6325"/>
                </a:lnTo>
                <a:cubicBezTo>
                  <a:pt x="47278" y="6325"/>
                  <a:pt x="54529" y="7044"/>
                  <a:pt x="60471" y="8481"/>
                </a:cubicBezTo>
                <a:cubicBezTo>
                  <a:pt x="66412" y="9919"/>
                  <a:pt x="71683" y="12171"/>
                  <a:pt x="76283" y="15237"/>
                </a:cubicBezTo>
                <a:cubicBezTo>
                  <a:pt x="81713" y="18879"/>
                  <a:pt x="85914" y="23415"/>
                  <a:pt x="88885" y="28846"/>
                </a:cubicBezTo>
                <a:cubicBezTo>
                  <a:pt x="91856" y="34276"/>
                  <a:pt x="93341" y="41144"/>
                  <a:pt x="93341" y="49450"/>
                </a:cubicBezTo>
                <a:moveTo>
                  <a:pt x="73600" y="49890"/>
                </a:moveTo>
                <a:cubicBezTo>
                  <a:pt x="73600" y="45012"/>
                  <a:pt x="72737" y="40769"/>
                  <a:pt x="71012" y="37159"/>
                </a:cubicBezTo>
                <a:cubicBezTo>
                  <a:pt x="69287" y="33547"/>
                  <a:pt x="66668" y="30601"/>
                  <a:pt x="63154" y="28319"/>
                </a:cubicBezTo>
                <a:cubicBezTo>
                  <a:pt x="60087" y="26356"/>
                  <a:pt x="56589" y="24947"/>
                  <a:pt x="52660" y="24093"/>
                </a:cubicBezTo>
                <a:cubicBezTo>
                  <a:pt x="48731" y="23236"/>
                  <a:pt x="43764" y="22808"/>
                  <a:pt x="37758" y="22808"/>
                </a:cubicBezTo>
                <a:lnTo>
                  <a:pt x="18975" y="22808"/>
                </a:lnTo>
                <a:lnTo>
                  <a:pt x="18975" y="79350"/>
                </a:lnTo>
                <a:lnTo>
                  <a:pt x="34979" y="79350"/>
                </a:lnTo>
                <a:cubicBezTo>
                  <a:pt x="42646" y="79350"/>
                  <a:pt x="48875" y="78669"/>
                  <a:pt x="53666" y="77307"/>
                </a:cubicBezTo>
                <a:cubicBezTo>
                  <a:pt x="58458" y="75946"/>
                  <a:pt x="62355" y="73775"/>
                  <a:pt x="65358" y="70797"/>
                </a:cubicBezTo>
                <a:cubicBezTo>
                  <a:pt x="68361" y="67756"/>
                  <a:pt x="70485" y="64557"/>
                  <a:pt x="71731" y="61201"/>
                </a:cubicBezTo>
                <a:cubicBezTo>
                  <a:pt x="72977" y="57843"/>
                  <a:pt x="73600" y="54073"/>
                  <a:pt x="73600" y="49890"/>
                </a:cubicBezTo>
                <a:close/>
                <a:moveTo>
                  <a:pt x="183935" y="61525"/>
                </a:moveTo>
                <a:lnTo>
                  <a:pt x="182977" y="61525"/>
                </a:lnTo>
                <a:cubicBezTo>
                  <a:pt x="180294" y="60920"/>
                  <a:pt x="177690" y="60481"/>
                  <a:pt x="175167" y="60210"/>
                </a:cubicBezTo>
                <a:cubicBezTo>
                  <a:pt x="172643" y="59936"/>
                  <a:pt x="169656" y="59800"/>
                  <a:pt x="166206" y="59800"/>
                </a:cubicBezTo>
                <a:cubicBezTo>
                  <a:pt x="160648" y="59800"/>
                  <a:pt x="155281" y="61032"/>
                  <a:pt x="150106" y="63495"/>
                </a:cubicBezTo>
                <a:cubicBezTo>
                  <a:pt x="144931" y="65957"/>
                  <a:pt x="139948" y="69138"/>
                  <a:pt x="135156" y="73040"/>
                </a:cubicBezTo>
                <a:lnTo>
                  <a:pt x="135156" y="149116"/>
                </a:lnTo>
                <a:lnTo>
                  <a:pt x="117140" y="149116"/>
                </a:lnTo>
                <a:lnTo>
                  <a:pt x="117140" y="41975"/>
                </a:lnTo>
                <a:lnTo>
                  <a:pt x="135156" y="41975"/>
                </a:lnTo>
                <a:lnTo>
                  <a:pt x="135156" y="57802"/>
                </a:lnTo>
                <a:cubicBezTo>
                  <a:pt x="142312" y="52046"/>
                  <a:pt x="148621" y="47969"/>
                  <a:pt x="154083" y="45572"/>
                </a:cubicBezTo>
                <a:cubicBezTo>
                  <a:pt x="159546" y="43174"/>
                  <a:pt x="165120" y="41975"/>
                  <a:pt x="170806" y="41975"/>
                </a:cubicBezTo>
                <a:cubicBezTo>
                  <a:pt x="173937" y="41975"/>
                  <a:pt x="176205" y="42055"/>
                  <a:pt x="177610" y="42214"/>
                </a:cubicBezTo>
                <a:cubicBezTo>
                  <a:pt x="179016" y="42372"/>
                  <a:pt x="181124" y="42674"/>
                  <a:pt x="183935" y="43119"/>
                </a:cubicBezTo>
                <a:lnTo>
                  <a:pt x="183935" y="61525"/>
                </a:lnTo>
                <a:close/>
                <a:moveTo>
                  <a:pt x="290157" y="97366"/>
                </a:moveTo>
                <a:lnTo>
                  <a:pt x="211286" y="97366"/>
                </a:lnTo>
                <a:cubicBezTo>
                  <a:pt x="211286" y="103963"/>
                  <a:pt x="212277" y="109711"/>
                  <a:pt x="214257" y="114610"/>
                </a:cubicBezTo>
                <a:cubicBezTo>
                  <a:pt x="216238" y="119510"/>
                  <a:pt x="218953" y="123529"/>
                  <a:pt x="222403" y="126667"/>
                </a:cubicBezTo>
                <a:cubicBezTo>
                  <a:pt x="225725" y="129742"/>
                  <a:pt x="229670" y="132048"/>
                  <a:pt x="234238" y="133585"/>
                </a:cubicBezTo>
                <a:cubicBezTo>
                  <a:pt x="238806" y="135122"/>
                  <a:pt x="243838" y="135891"/>
                  <a:pt x="249332" y="135891"/>
                </a:cubicBezTo>
                <a:cubicBezTo>
                  <a:pt x="256615" y="135891"/>
                  <a:pt x="263947" y="134427"/>
                  <a:pt x="271326" y="131498"/>
                </a:cubicBezTo>
                <a:cubicBezTo>
                  <a:pt x="278705" y="128569"/>
                  <a:pt x="283960" y="125689"/>
                  <a:pt x="287090" y="122858"/>
                </a:cubicBezTo>
                <a:lnTo>
                  <a:pt x="288049" y="122858"/>
                </a:lnTo>
                <a:lnTo>
                  <a:pt x="288049" y="142569"/>
                </a:lnTo>
                <a:cubicBezTo>
                  <a:pt x="281979" y="145133"/>
                  <a:pt x="275782" y="147280"/>
                  <a:pt x="269457" y="149011"/>
                </a:cubicBezTo>
                <a:cubicBezTo>
                  <a:pt x="263132" y="150742"/>
                  <a:pt x="256488" y="151608"/>
                  <a:pt x="249524" y="151608"/>
                </a:cubicBezTo>
                <a:cubicBezTo>
                  <a:pt x="231763" y="151608"/>
                  <a:pt x="217899" y="146792"/>
                  <a:pt x="207932" y="137161"/>
                </a:cubicBezTo>
                <a:cubicBezTo>
                  <a:pt x="197966" y="127530"/>
                  <a:pt x="192982" y="113849"/>
                  <a:pt x="192982" y="96120"/>
                </a:cubicBezTo>
                <a:cubicBezTo>
                  <a:pt x="192982" y="78587"/>
                  <a:pt x="197758" y="64668"/>
                  <a:pt x="207309" y="54364"/>
                </a:cubicBezTo>
                <a:cubicBezTo>
                  <a:pt x="216861" y="44060"/>
                  <a:pt x="229431" y="38908"/>
                  <a:pt x="245020" y="38908"/>
                </a:cubicBezTo>
                <a:cubicBezTo>
                  <a:pt x="259458" y="38908"/>
                  <a:pt x="270591" y="43132"/>
                  <a:pt x="278417" y="51579"/>
                </a:cubicBezTo>
                <a:cubicBezTo>
                  <a:pt x="286244" y="60026"/>
                  <a:pt x="290157" y="72025"/>
                  <a:pt x="290157" y="87576"/>
                </a:cubicBezTo>
                <a:lnTo>
                  <a:pt x="290157" y="97366"/>
                </a:lnTo>
                <a:moveTo>
                  <a:pt x="272619" y="83566"/>
                </a:moveTo>
                <a:cubicBezTo>
                  <a:pt x="272556" y="74111"/>
                  <a:pt x="270176" y="66795"/>
                  <a:pt x="265480" y="61621"/>
                </a:cubicBezTo>
                <a:cubicBezTo>
                  <a:pt x="260784" y="56446"/>
                  <a:pt x="253645" y="53858"/>
                  <a:pt x="244061" y="53858"/>
                </a:cubicBezTo>
                <a:cubicBezTo>
                  <a:pt x="234414" y="53858"/>
                  <a:pt x="226732" y="56701"/>
                  <a:pt x="221013" y="62387"/>
                </a:cubicBezTo>
                <a:cubicBezTo>
                  <a:pt x="215295" y="68073"/>
                  <a:pt x="212053" y="75133"/>
                  <a:pt x="211286" y="83566"/>
                </a:cubicBezTo>
                <a:lnTo>
                  <a:pt x="272619" y="83566"/>
                </a:lnTo>
                <a:close/>
                <a:moveTo>
                  <a:pt x="373078" y="148173"/>
                </a:moveTo>
                <a:cubicBezTo>
                  <a:pt x="369692" y="149063"/>
                  <a:pt x="366002" y="149794"/>
                  <a:pt x="362009" y="150365"/>
                </a:cubicBezTo>
                <a:cubicBezTo>
                  <a:pt x="358016" y="150938"/>
                  <a:pt x="354454" y="151224"/>
                  <a:pt x="351324" y="151224"/>
                </a:cubicBezTo>
                <a:cubicBezTo>
                  <a:pt x="340399" y="151224"/>
                  <a:pt x="332093" y="148282"/>
                  <a:pt x="326407" y="142399"/>
                </a:cubicBezTo>
                <a:cubicBezTo>
                  <a:pt x="320721" y="136515"/>
                  <a:pt x="317878" y="127081"/>
                  <a:pt x="317878" y="114098"/>
                </a:cubicBezTo>
                <a:lnTo>
                  <a:pt x="317878" y="57116"/>
                </a:lnTo>
                <a:lnTo>
                  <a:pt x="305707" y="57116"/>
                </a:lnTo>
                <a:lnTo>
                  <a:pt x="305707" y="41975"/>
                </a:lnTo>
                <a:lnTo>
                  <a:pt x="317878" y="41975"/>
                </a:lnTo>
                <a:lnTo>
                  <a:pt x="317878" y="11117"/>
                </a:lnTo>
                <a:lnTo>
                  <a:pt x="335895" y="11117"/>
                </a:lnTo>
                <a:lnTo>
                  <a:pt x="335895" y="41975"/>
                </a:lnTo>
                <a:lnTo>
                  <a:pt x="373078" y="41975"/>
                </a:lnTo>
                <a:lnTo>
                  <a:pt x="373078" y="57116"/>
                </a:lnTo>
                <a:lnTo>
                  <a:pt x="335895" y="57116"/>
                </a:lnTo>
                <a:lnTo>
                  <a:pt x="335895" y="106015"/>
                </a:lnTo>
                <a:cubicBezTo>
                  <a:pt x="335895" y="111651"/>
                  <a:pt x="336022" y="116055"/>
                  <a:pt x="336278" y="119225"/>
                </a:cubicBezTo>
                <a:cubicBezTo>
                  <a:pt x="336533" y="122396"/>
                  <a:pt x="337428" y="125357"/>
                  <a:pt x="338961" y="128111"/>
                </a:cubicBezTo>
                <a:cubicBezTo>
                  <a:pt x="340367" y="130672"/>
                  <a:pt x="342299" y="132546"/>
                  <a:pt x="344759" y="133732"/>
                </a:cubicBezTo>
                <a:cubicBezTo>
                  <a:pt x="347219" y="134916"/>
                  <a:pt x="350972" y="135508"/>
                  <a:pt x="356019" y="135508"/>
                </a:cubicBezTo>
                <a:cubicBezTo>
                  <a:pt x="358958" y="135508"/>
                  <a:pt x="362025" y="135076"/>
                  <a:pt x="365219" y="134214"/>
                </a:cubicBezTo>
                <a:cubicBezTo>
                  <a:pt x="368414" y="133351"/>
                  <a:pt x="370714" y="132633"/>
                  <a:pt x="372119" y="132058"/>
                </a:cubicBezTo>
                <a:lnTo>
                  <a:pt x="373078" y="132058"/>
                </a:lnTo>
                <a:lnTo>
                  <a:pt x="373078" y="148173"/>
                </a:lnTo>
                <a:close/>
                <a:moveTo>
                  <a:pt x="461978" y="61525"/>
                </a:moveTo>
                <a:lnTo>
                  <a:pt x="461020" y="61525"/>
                </a:lnTo>
                <a:cubicBezTo>
                  <a:pt x="458337" y="60920"/>
                  <a:pt x="455733" y="60481"/>
                  <a:pt x="453210" y="60210"/>
                </a:cubicBezTo>
                <a:cubicBezTo>
                  <a:pt x="450686" y="59936"/>
                  <a:pt x="447699" y="59800"/>
                  <a:pt x="444249" y="59800"/>
                </a:cubicBezTo>
                <a:cubicBezTo>
                  <a:pt x="438691" y="59800"/>
                  <a:pt x="433324" y="61032"/>
                  <a:pt x="428149" y="63495"/>
                </a:cubicBezTo>
                <a:cubicBezTo>
                  <a:pt x="422974" y="65957"/>
                  <a:pt x="417991" y="69138"/>
                  <a:pt x="413200" y="73040"/>
                </a:cubicBezTo>
                <a:lnTo>
                  <a:pt x="413200" y="149116"/>
                </a:lnTo>
                <a:lnTo>
                  <a:pt x="395183" y="149116"/>
                </a:lnTo>
                <a:lnTo>
                  <a:pt x="395183" y="41975"/>
                </a:lnTo>
                <a:lnTo>
                  <a:pt x="413200" y="41975"/>
                </a:lnTo>
                <a:lnTo>
                  <a:pt x="413200" y="57802"/>
                </a:lnTo>
                <a:cubicBezTo>
                  <a:pt x="420355" y="52046"/>
                  <a:pt x="426664" y="47969"/>
                  <a:pt x="432126" y="45572"/>
                </a:cubicBezTo>
                <a:cubicBezTo>
                  <a:pt x="437589" y="43174"/>
                  <a:pt x="443163" y="41975"/>
                  <a:pt x="448849" y="41975"/>
                </a:cubicBezTo>
                <a:cubicBezTo>
                  <a:pt x="451980" y="41975"/>
                  <a:pt x="454248" y="42055"/>
                  <a:pt x="455653" y="42214"/>
                </a:cubicBezTo>
                <a:cubicBezTo>
                  <a:pt x="457059" y="42372"/>
                  <a:pt x="459167" y="42674"/>
                  <a:pt x="461978" y="43119"/>
                </a:cubicBezTo>
                <a:lnTo>
                  <a:pt x="461978" y="61525"/>
                </a:lnTo>
                <a:close/>
                <a:moveTo>
                  <a:pt x="561779" y="149116"/>
                </a:moveTo>
                <a:lnTo>
                  <a:pt x="543858" y="149116"/>
                </a:lnTo>
                <a:lnTo>
                  <a:pt x="543858" y="137790"/>
                </a:lnTo>
                <a:cubicBezTo>
                  <a:pt x="542261" y="138878"/>
                  <a:pt x="540105" y="140397"/>
                  <a:pt x="537389" y="142348"/>
                </a:cubicBezTo>
                <a:cubicBezTo>
                  <a:pt x="534674" y="144298"/>
                  <a:pt x="532039" y="145850"/>
                  <a:pt x="529483" y="147002"/>
                </a:cubicBezTo>
                <a:cubicBezTo>
                  <a:pt x="526480" y="148473"/>
                  <a:pt x="523030" y="149704"/>
                  <a:pt x="519133" y="150694"/>
                </a:cubicBezTo>
                <a:cubicBezTo>
                  <a:pt x="515236" y="151686"/>
                  <a:pt x="510668" y="152183"/>
                  <a:pt x="505429" y="152183"/>
                </a:cubicBezTo>
                <a:cubicBezTo>
                  <a:pt x="495782" y="152183"/>
                  <a:pt x="487604" y="148984"/>
                  <a:pt x="480896" y="142587"/>
                </a:cubicBezTo>
                <a:cubicBezTo>
                  <a:pt x="474188" y="136190"/>
                  <a:pt x="470833" y="128034"/>
                  <a:pt x="470833" y="118117"/>
                </a:cubicBezTo>
                <a:cubicBezTo>
                  <a:pt x="470833" y="109993"/>
                  <a:pt x="472574" y="103421"/>
                  <a:pt x="476056" y="98399"/>
                </a:cubicBezTo>
                <a:cubicBezTo>
                  <a:pt x="479538" y="93376"/>
                  <a:pt x="484506" y="89426"/>
                  <a:pt x="490958" y="86549"/>
                </a:cubicBezTo>
                <a:cubicBezTo>
                  <a:pt x="497475" y="83670"/>
                  <a:pt x="505301" y="81718"/>
                  <a:pt x="514437" y="80694"/>
                </a:cubicBezTo>
                <a:cubicBezTo>
                  <a:pt x="523573" y="79670"/>
                  <a:pt x="533380" y="78902"/>
                  <a:pt x="543858" y="78391"/>
                </a:cubicBezTo>
                <a:lnTo>
                  <a:pt x="543858" y="75588"/>
                </a:lnTo>
                <a:cubicBezTo>
                  <a:pt x="543858" y="71465"/>
                  <a:pt x="543139" y="68051"/>
                  <a:pt x="541702" y="65346"/>
                </a:cubicBezTo>
                <a:cubicBezTo>
                  <a:pt x="540264" y="62641"/>
                  <a:pt x="538204" y="60514"/>
                  <a:pt x="535521" y="58967"/>
                </a:cubicBezTo>
                <a:cubicBezTo>
                  <a:pt x="532965" y="57486"/>
                  <a:pt x="529898" y="56487"/>
                  <a:pt x="526321" y="55972"/>
                </a:cubicBezTo>
                <a:cubicBezTo>
                  <a:pt x="522743" y="55457"/>
                  <a:pt x="519005" y="55200"/>
                  <a:pt x="515108" y="55200"/>
                </a:cubicBezTo>
                <a:cubicBezTo>
                  <a:pt x="510380" y="55200"/>
                  <a:pt x="505110" y="55840"/>
                  <a:pt x="499296" y="57119"/>
                </a:cubicBezTo>
                <a:cubicBezTo>
                  <a:pt x="493482" y="58397"/>
                  <a:pt x="487476" y="60249"/>
                  <a:pt x="481279" y="62675"/>
                </a:cubicBezTo>
                <a:lnTo>
                  <a:pt x="480321" y="62675"/>
                </a:lnTo>
                <a:lnTo>
                  <a:pt x="480321" y="44371"/>
                </a:lnTo>
                <a:cubicBezTo>
                  <a:pt x="483835" y="43412"/>
                  <a:pt x="488914" y="42358"/>
                  <a:pt x="495558" y="41208"/>
                </a:cubicBezTo>
                <a:cubicBezTo>
                  <a:pt x="502203" y="40058"/>
                  <a:pt x="508751" y="39483"/>
                  <a:pt x="515204" y="39483"/>
                </a:cubicBezTo>
                <a:cubicBezTo>
                  <a:pt x="522743" y="39483"/>
                  <a:pt x="529307" y="40106"/>
                  <a:pt x="534898" y="41352"/>
                </a:cubicBezTo>
                <a:cubicBezTo>
                  <a:pt x="540488" y="42598"/>
                  <a:pt x="545328" y="44722"/>
                  <a:pt x="549416" y="47725"/>
                </a:cubicBezTo>
                <a:cubicBezTo>
                  <a:pt x="553441" y="50664"/>
                  <a:pt x="556508" y="54465"/>
                  <a:pt x="558616" y="59129"/>
                </a:cubicBezTo>
                <a:cubicBezTo>
                  <a:pt x="560725" y="63793"/>
                  <a:pt x="561779" y="69575"/>
                  <a:pt x="561779" y="76475"/>
                </a:cubicBezTo>
                <a:lnTo>
                  <a:pt x="561779" y="149116"/>
                </a:lnTo>
                <a:moveTo>
                  <a:pt x="543858" y="122897"/>
                </a:moveTo>
                <a:lnTo>
                  <a:pt x="543858" y="92958"/>
                </a:lnTo>
                <a:cubicBezTo>
                  <a:pt x="538364" y="93279"/>
                  <a:pt x="531895" y="93761"/>
                  <a:pt x="524452" y="94404"/>
                </a:cubicBezTo>
                <a:cubicBezTo>
                  <a:pt x="517009" y="95045"/>
                  <a:pt x="511115" y="95975"/>
                  <a:pt x="506771" y="97192"/>
                </a:cubicBezTo>
                <a:cubicBezTo>
                  <a:pt x="501596" y="98670"/>
                  <a:pt x="497411" y="100965"/>
                  <a:pt x="494217" y="104077"/>
                </a:cubicBezTo>
                <a:cubicBezTo>
                  <a:pt x="491022" y="107190"/>
                  <a:pt x="489425" y="111474"/>
                  <a:pt x="489425" y="116928"/>
                </a:cubicBezTo>
                <a:cubicBezTo>
                  <a:pt x="489425" y="123089"/>
                  <a:pt x="491278" y="127726"/>
                  <a:pt x="494983" y="130839"/>
                </a:cubicBezTo>
                <a:cubicBezTo>
                  <a:pt x="498689" y="133951"/>
                  <a:pt x="504343" y="135508"/>
                  <a:pt x="511946" y="135508"/>
                </a:cubicBezTo>
                <a:cubicBezTo>
                  <a:pt x="518271" y="135508"/>
                  <a:pt x="524053" y="134273"/>
                  <a:pt x="529292" y="131803"/>
                </a:cubicBezTo>
                <a:cubicBezTo>
                  <a:pt x="534530" y="129331"/>
                  <a:pt x="539386" y="126363"/>
                  <a:pt x="543858" y="122897"/>
                </a:cubicBezTo>
                <a:close/>
                <a:moveTo>
                  <a:pt x="615714" y="24150"/>
                </a:moveTo>
                <a:lnTo>
                  <a:pt x="595397" y="24150"/>
                </a:lnTo>
                <a:lnTo>
                  <a:pt x="595397" y="5367"/>
                </a:lnTo>
                <a:lnTo>
                  <a:pt x="615714" y="5367"/>
                </a:lnTo>
                <a:lnTo>
                  <a:pt x="615714" y="24150"/>
                </a:lnTo>
                <a:moveTo>
                  <a:pt x="614564" y="149116"/>
                </a:moveTo>
                <a:lnTo>
                  <a:pt x="596547" y="149116"/>
                </a:lnTo>
                <a:lnTo>
                  <a:pt x="596547" y="41975"/>
                </a:lnTo>
                <a:lnTo>
                  <a:pt x="614564" y="41975"/>
                </a:lnTo>
                <a:lnTo>
                  <a:pt x="614564" y="149116"/>
                </a:lnTo>
                <a:close/>
                <a:moveTo>
                  <a:pt x="739836" y="149116"/>
                </a:moveTo>
                <a:lnTo>
                  <a:pt x="721820" y="149116"/>
                </a:lnTo>
                <a:lnTo>
                  <a:pt x="721820" y="88103"/>
                </a:lnTo>
                <a:cubicBezTo>
                  <a:pt x="721820" y="83178"/>
                  <a:pt x="721532" y="78557"/>
                  <a:pt x="720957" y="74241"/>
                </a:cubicBezTo>
                <a:cubicBezTo>
                  <a:pt x="720382" y="69924"/>
                  <a:pt x="719328" y="66551"/>
                  <a:pt x="717795" y="64121"/>
                </a:cubicBezTo>
                <a:cubicBezTo>
                  <a:pt x="716198" y="61434"/>
                  <a:pt x="713898" y="59435"/>
                  <a:pt x="710895" y="58126"/>
                </a:cubicBezTo>
                <a:cubicBezTo>
                  <a:pt x="707892" y="56814"/>
                  <a:pt x="703995" y="56158"/>
                  <a:pt x="699203" y="56158"/>
                </a:cubicBezTo>
                <a:cubicBezTo>
                  <a:pt x="694284" y="56158"/>
                  <a:pt x="689141" y="57374"/>
                  <a:pt x="683774" y="59806"/>
                </a:cubicBezTo>
                <a:cubicBezTo>
                  <a:pt x="678408" y="62235"/>
                  <a:pt x="673265" y="65336"/>
                  <a:pt x="668345" y="69107"/>
                </a:cubicBezTo>
                <a:lnTo>
                  <a:pt x="668345" y="149116"/>
                </a:lnTo>
                <a:lnTo>
                  <a:pt x="650329" y="149116"/>
                </a:lnTo>
                <a:lnTo>
                  <a:pt x="650329" y="41975"/>
                </a:lnTo>
                <a:lnTo>
                  <a:pt x="668345" y="41975"/>
                </a:lnTo>
                <a:lnTo>
                  <a:pt x="668345" y="53789"/>
                </a:lnTo>
                <a:cubicBezTo>
                  <a:pt x="673967" y="49117"/>
                  <a:pt x="679781" y="45470"/>
                  <a:pt x="685787" y="42846"/>
                </a:cubicBezTo>
                <a:cubicBezTo>
                  <a:pt x="691792" y="40221"/>
                  <a:pt x="697957" y="38908"/>
                  <a:pt x="704282" y="38908"/>
                </a:cubicBezTo>
                <a:cubicBezTo>
                  <a:pt x="715846" y="38908"/>
                  <a:pt x="724663" y="42396"/>
                  <a:pt x="730732" y="49372"/>
                </a:cubicBezTo>
                <a:cubicBezTo>
                  <a:pt x="736802" y="56348"/>
                  <a:pt x="739836" y="66396"/>
                  <a:pt x="739836" y="79517"/>
                </a:cubicBezTo>
                <a:lnTo>
                  <a:pt x="739836" y="149116"/>
                </a:lnTo>
                <a:close/>
                <a:moveTo>
                  <a:pt x="999531" y="149116"/>
                </a:moveTo>
                <a:lnTo>
                  <a:pt x="981514" y="149116"/>
                </a:lnTo>
                <a:lnTo>
                  <a:pt x="981514" y="88103"/>
                </a:lnTo>
                <a:cubicBezTo>
                  <a:pt x="981514" y="83499"/>
                  <a:pt x="981307" y="79055"/>
                  <a:pt x="980891" y="74771"/>
                </a:cubicBezTo>
                <a:cubicBezTo>
                  <a:pt x="980476" y="70484"/>
                  <a:pt x="979598" y="67062"/>
                  <a:pt x="978256" y="64504"/>
                </a:cubicBezTo>
                <a:cubicBezTo>
                  <a:pt x="976786" y="61753"/>
                  <a:pt x="974678" y="59675"/>
                  <a:pt x="971931" y="58269"/>
                </a:cubicBezTo>
                <a:cubicBezTo>
                  <a:pt x="969184" y="56862"/>
                  <a:pt x="965223" y="56158"/>
                  <a:pt x="960048" y="56158"/>
                </a:cubicBezTo>
                <a:cubicBezTo>
                  <a:pt x="955000" y="56158"/>
                  <a:pt x="949953" y="57422"/>
                  <a:pt x="944906" y="59949"/>
                </a:cubicBezTo>
                <a:cubicBezTo>
                  <a:pt x="939859" y="62475"/>
                  <a:pt x="934812" y="65688"/>
                  <a:pt x="929764" y="69590"/>
                </a:cubicBezTo>
                <a:cubicBezTo>
                  <a:pt x="929956" y="71059"/>
                  <a:pt x="930116" y="72769"/>
                  <a:pt x="930244" y="74720"/>
                </a:cubicBezTo>
                <a:cubicBezTo>
                  <a:pt x="930371" y="76670"/>
                  <a:pt x="930435" y="78605"/>
                  <a:pt x="930435" y="80524"/>
                </a:cubicBezTo>
                <a:lnTo>
                  <a:pt x="930435" y="149116"/>
                </a:lnTo>
                <a:lnTo>
                  <a:pt x="912419" y="149116"/>
                </a:lnTo>
                <a:lnTo>
                  <a:pt x="912419" y="88103"/>
                </a:lnTo>
                <a:cubicBezTo>
                  <a:pt x="912419" y="83372"/>
                  <a:pt x="912211" y="78879"/>
                  <a:pt x="911796" y="74627"/>
                </a:cubicBezTo>
                <a:cubicBezTo>
                  <a:pt x="911381" y="70372"/>
                  <a:pt x="910502" y="66966"/>
                  <a:pt x="909160" y="64409"/>
                </a:cubicBezTo>
                <a:cubicBezTo>
                  <a:pt x="907691" y="61657"/>
                  <a:pt x="905583" y="59595"/>
                  <a:pt x="902835" y="58221"/>
                </a:cubicBezTo>
                <a:cubicBezTo>
                  <a:pt x="900088" y="56846"/>
                  <a:pt x="896127" y="56158"/>
                  <a:pt x="890952" y="56158"/>
                </a:cubicBezTo>
                <a:cubicBezTo>
                  <a:pt x="886033" y="56158"/>
                  <a:pt x="881097" y="57374"/>
                  <a:pt x="876146" y="59806"/>
                </a:cubicBezTo>
                <a:cubicBezTo>
                  <a:pt x="871195" y="62235"/>
                  <a:pt x="866259" y="65336"/>
                  <a:pt x="861340" y="69107"/>
                </a:cubicBezTo>
                <a:lnTo>
                  <a:pt x="861340" y="149116"/>
                </a:lnTo>
                <a:lnTo>
                  <a:pt x="843323" y="149116"/>
                </a:lnTo>
                <a:lnTo>
                  <a:pt x="843323" y="41975"/>
                </a:lnTo>
                <a:lnTo>
                  <a:pt x="861340" y="41975"/>
                </a:lnTo>
                <a:lnTo>
                  <a:pt x="861340" y="53870"/>
                </a:lnTo>
                <a:cubicBezTo>
                  <a:pt x="866962" y="49172"/>
                  <a:pt x="872568" y="45505"/>
                  <a:pt x="878158" y="42867"/>
                </a:cubicBezTo>
                <a:cubicBezTo>
                  <a:pt x="883749" y="40228"/>
                  <a:pt x="889706" y="38908"/>
                  <a:pt x="896031" y="38908"/>
                </a:cubicBezTo>
                <a:cubicBezTo>
                  <a:pt x="903315" y="38908"/>
                  <a:pt x="909496" y="40451"/>
                  <a:pt x="914575" y="43538"/>
                </a:cubicBezTo>
                <a:cubicBezTo>
                  <a:pt x="919654" y="46623"/>
                  <a:pt x="923439" y="50897"/>
                  <a:pt x="925931" y="56362"/>
                </a:cubicBezTo>
                <a:cubicBezTo>
                  <a:pt x="933214" y="50190"/>
                  <a:pt x="939859" y="45739"/>
                  <a:pt x="945864" y="43008"/>
                </a:cubicBezTo>
                <a:cubicBezTo>
                  <a:pt x="951870" y="40275"/>
                  <a:pt x="958291" y="38908"/>
                  <a:pt x="965127" y="38908"/>
                </a:cubicBezTo>
                <a:cubicBezTo>
                  <a:pt x="976882" y="38908"/>
                  <a:pt x="985555" y="42476"/>
                  <a:pt x="991145" y="49611"/>
                </a:cubicBezTo>
                <a:cubicBezTo>
                  <a:pt x="996736" y="56747"/>
                  <a:pt x="999531" y="66716"/>
                  <a:pt x="999531" y="79517"/>
                </a:cubicBezTo>
                <a:lnTo>
                  <a:pt x="999531" y="149116"/>
                </a:lnTo>
                <a:close/>
                <a:moveTo>
                  <a:pt x="1125097" y="95593"/>
                </a:moveTo>
                <a:cubicBezTo>
                  <a:pt x="1125097" y="113079"/>
                  <a:pt x="1120625" y="126882"/>
                  <a:pt x="1111680" y="137002"/>
                </a:cubicBezTo>
                <a:cubicBezTo>
                  <a:pt x="1102736" y="147122"/>
                  <a:pt x="1090757" y="152183"/>
                  <a:pt x="1075743" y="152183"/>
                </a:cubicBezTo>
                <a:cubicBezTo>
                  <a:pt x="1060602" y="152183"/>
                  <a:pt x="1048575" y="147122"/>
                  <a:pt x="1039662" y="137002"/>
                </a:cubicBezTo>
                <a:cubicBezTo>
                  <a:pt x="1030750" y="126882"/>
                  <a:pt x="1026293" y="113079"/>
                  <a:pt x="1026293" y="95593"/>
                </a:cubicBezTo>
                <a:cubicBezTo>
                  <a:pt x="1026293" y="78108"/>
                  <a:pt x="1030750" y="64289"/>
                  <a:pt x="1039662" y="54137"/>
                </a:cubicBezTo>
                <a:cubicBezTo>
                  <a:pt x="1048575" y="43984"/>
                  <a:pt x="1060602" y="38908"/>
                  <a:pt x="1075743" y="38908"/>
                </a:cubicBezTo>
                <a:cubicBezTo>
                  <a:pt x="1090757" y="38908"/>
                  <a:pt x="1102736" y="43984"/>
                  <a:pt x="1111680" y="54137"/>
                </a:cubicBezTo>
                <a:cubicBezTo>
                  <a:pt x="1120625" y="64289"/>
                  <a:pt x="1125097" y="78108"/>
                  <a:pt x="1125097" y="95593"/>
                </a:cubicBezTo>
                <a:moveTo>
                  <a:pt x="1106505" y="95593"/>
                </a:moveTo>
                <a:cubicBezTo>
                  <a:pt x="1106505" y="81745"/>
                  <a:pt x="1103790" y="71455"/>
                  <a:pt x="1098360" y="64723"/>
                </a:cubicBezTo>
                <a:cubicBezTo>
                  <a:pt x="1092929" y="57991"/>
                  <a:pt x="1085390" y="54625"/>
                  <a:pt x="1075743" y="54625"/>
                </a:cubicBezTo>
                <a:cubicBezTo>
                  <a:pt x="1065968" y="54625"/>
                  <a:pt x="1058381" y="57991"/>
                  <a:pt x="1052983" y="64723"/>
                </a:cubicBezTo>
                <a:cubicBezTo>
                  <a:pt x="1047584" y="71455"/>
                  <a:pt x="1044885" y="81745"/>
                  <a:pt x="1044885" y="95593"/>
                </a:cubicBezTo>
                <a:cubicBezTo>
                  <a:pt x="1044885" y="108994"/>
                  <a:pt x="1047600" y="119156"/>
                  <a:pt x="1053031" y="126080"/>
                </a:cubicBezTo>
                <a:cubicBezTo>
                  <a:pt x="1058461" y="133004"/>
                  <a:pt x="1066032" y="136466"/>
                  <a:pt x="1075743" y="136466"/>
                </a:cubicBezTo>
                <a:cubicBezTo>
                  <a:pt x="1085326" y="136466"/>
                  <a:pt x="1092849" y="133036"/>
                  <a:pt x="1098312" y="126176"/>
                </a:cubicBezTo>
                <a:cubicBezTo>
                  <a:pt x="1103774" y="119316"/>
                  <a:pt x="1106505" y="109122"/>
                  <a:pt x="1106505" y="95593"/>
                </a:cubicBezTo>
                <a:close/>
                <a:moveTo>
                  <a:pt x="1240084" y="149116"/>
                </a:moveTo>
                <a:lnTo>
                  <a:pt x="1222067" y="149116"/>
                </a:lnTo>
                <a:lnTo>
                  <a:pt x="1222067" y="137963"/>
                </a:lnTo>
                <a:cubicBezTo>
                  <a:pt x="1216892" y="142448"/>
                  <a:pt x="1211494" y="145938"/>
                  <a:pt x="1205871" y="148436"/>
                </a:cubicBezTo>
                <a:cubicBezTo>
                  <a:pt x="1200249" y="150934"/>
                  <a:pt x="1194148" y="152183"/>
                  <a:pt x="1187567" y="152183"/>
                </a:cubicBezTo>
                <a:cubicBezTo>
                  <a:pt x="1174790" y="152183"/>
                  <a:pt x="1164647" y="147251"/>
                  <a:pt x="1157140" y="137388"/>
                </a:cubicBezTo>
                <a:cubicBezTo>
                  <a:pt x="1149633" y="127524"/>
                  <a:pt x="1145880" y="113848"/>
                  <a:pt x="1145880" y="96363"/>
                </a:cubicBezTo>
                <a:cubicBezTo>
                  <a:pt x="1145880" y="87267"/>
                  <a:pt x="1147174" y="79164"/>
                  <a:pt x="1149761" y="72054"/>
                </a:cubicBezTo>
                <a:cubicBezTo>
                  <a:pt x="1152349" y="64945"/>
                  <a:pt x="1155847" y="58892"/>
                  <a:pt x="1160255" y="53897"/>
                </a:cubicBezTo>
                <a:cubicBezTo>
                  <a:pt x="1164599" y="49029"/>
                  <a:pt x="1169662" y="45315"/>
                  <a:pt x="1175444" y="42753"/>
                </a:cubicBezTo>
                <a:cubicBezTo>
                  <a:pt x="1181226" y="40190"/>
                  <a:pt x="1187216" y="38908"/>
                  <a:pt x="1193413" y="38908"/>
                </a:cubicBezTo>
                <a:cubicBezTo>
                  <a:pt x="1199035" y="38908"/>
                  <a:pt x="1204019" y="39501"/>
                  <a:pt x="1208363" y="40687"/>
                </a:cubicBezTo>
                <a:cubicBezTo>
                  <a:pt x="1212707" y="41871"/>
                  <a:pt x="1217275" y="43712"/>
                  <a:pt x="1222067" y="46209"/>
                </a:cubicBezTo>
                <a:lnTo>
                  <a:pt x="1222067" y="0"/>
                </a:lnTo>
                <a:lnTo>
                  <a:pt x="1240084" y="0"/>
                </a:lnTo>
                <a:lnTo>
                  <a:pt x="1240084" y="149116"/>
                </a:lnTo>
                <a:moveTo>
                  <a:pt x="1222067" y="122762"/>
                </a:moveTo>
                <a:lnTo>
                  <a:pt x="1222067" y="61333"/>
                </a:lnTo>
                <a:cubicBezTo>
                  <a:pt x="1217212" y="59161"/>
                  <a:pt x="1212867" y="57659"/>
                  <a:pt x="1209034" y="56829"/>
                </a:cubicBezTo>
                <a:cubicBezTo>
                  <a:pt x="1205201" y="55998"/>
                  <a:pt x="1201016" y="55583"/>
                  <a:pt x="1196480" y="55583"/>
                </a:cubicBezTo>
                <a:cubicBezTo>
                  <a:pt x="1186385" y="55583"/>
                  <a:pt x="1178527" y="59097"/>
                  <a:pt x="1172905" y="66125"/>
                </a:cubicBezTo>
                <a:cubicBezTo>
                  <a:pt x="1167283" y="73152"/>
                  <a:pt x="1164472" y="83119"/>
                  <a:pt x="1164472" y="96025"/>
                </a:cubicBezTo>
                <a:cubicBezTo>
                  <a:pt x="1164472" y="108738"/>
                  <a:pt x="1166644" y="118401"/>
                  <a:pt x="1170988" y="125014"/>
                </a:cubicBezTo>
                <a:cubicBezTo>
                  <a:pt x="1175333" y="131626"/>
                  <a:pt x="1182296" y="134933"/>
                  <a:pt x="1191880" y="134933"/>
                </a:cubicBezTo>
                <a:cubicBezTo>
                  <a:pt x="1196991" y="134933"/>
                  <a:pt x="1202166" y="133799"/>
                  <a:pt x="1207405" y="131531"/>
                </a:cubicBezTo>
                <a:cubicBezTo>
                  <a:pt x="1212644" y="129263"/>
                  <a:pt x="1217531" y="126340"/>
                  <a:pt x="1222067" y="122762"/>
                </a:cubicBezTo>
                <a:close/>
                <a:moveTo>
                  <a:pt x="1365529" y="97366"/>
                </a:moveTo>
                <a:lnTo>
                  <a:pt x="1286658" y="97366"/>
                </a:lnTo>
                <a:cubicBezTo>
                  <a:pt x="1286658" y="103963"/>
                  <a:pt x="1287649" y="109711"/>
                  <a:pt x="1289629" y="114610"/>
                </a:cubicBezTo>
                <a:cubicBezTo>
                  <a:pt x="1291610" y="119510"/>
                  <a:pt x="1294325" y="123529"/>
                  <a:pt x="1297775" y="126667"/>
                </a:cubicBezTo>
                <a:cubicBezTo>
                  <a:pt x="1301097" y="129742"/>
                  <a:pt x="1305042" y="132048"/>
                  <a:pt x="1309610" y="133585"/>
                </a:cubicBezTo>
                <a:cubicBezTo>
                  <a:pt x="1314178" y="135122"/>
                  <a:pt x="1319210" y="135891"/>
                  <a:pt x="1324704" y="135891"/>
                </a:cubicBezTo>
                <a:cubicBezTo>
                  <a:pt x="1331987" y="135891"/>
                  <a:pt x="1339318" y="134427"/>
                  <a:pt x="1346698" y="131498"/>
                </a:cubicBezTo>
                <a:cubicBezTo>
                  <a:pt x="1354077" y="128569"/>
                  <a:pt x="1359332" y="125689"/>
                  <a:pt x="1362462" y="122858"/>
                </a:cubicBezTo>
                <a:lnTo>
                  <a:pt x="1363420" y="122858"/>
                </a:lnTo>
                <a:lnTo>
                  <a:pt x="1363420" y="142569"/>
                </a:lnTo>
                <a:cubicBezTo>
                  <a:pt x="1357351" y="145133"/>
                  <a:pt x="1351154" y="147280"/>
                  <a:pt x="1344829" y="149011"/>
                </a:cubicBezTo>
                <a:cubicBezTo>
                  <a:pt x="1338504" y="150742"/>
                  <a:pt x="1331859" y="151608"/>
                  <a:pt x="1324896" y="151608"/>
                </a:cubicBezTo>
                <a:cubicBezTo>
                  <a:pt x="1307135" y="151608"/>
                  <a:pt x="1293271" y="146792"/>
                  <a:pt x="1283304" y="137161"/>
                </a:cubicBezTo>
                <a:cubicBezTo>
                  <a:pt x="1273338" y="127530"/>
                  <a:pt x="1268354" y="113849"/>
                  <a:pt x="1268354" y="96120"/>
                </a:cubicBezTo>
                <a:cubicBezTo>
                  <a:pt x="1268354" y="78587"/>
                  <a:pt x="1273130" y="64668"/>
                  <a:pt x="1282681" y="54364"/>
                </a:cubicBezTo>
                <a:cubicBezTo>
                  <a:pt x="1292233" y="44060"/>
                  <a:pt x="1304803" y="38908"/>
                  <a:pt x="1320391" y="38908"/>
                </a:cubicBezTo>
                <a:cubicBezTo>
                  <a:pt x="1334830" y="38908"/>
                  <a:pt x="1345963" y="43132"/>
                  <a:pt x="1353789" y="51579"/>
                </a:cubicBezTo>
                <a:cubicBezTo>
                  <a:pt x="1361616" y="60026"/>
                  <a:pt x="1365529" y="72025"/>
                  <a:pt x="1365529" y="87576"/>
                </a:cubicBezTo>
                <a:lnTo>
                  <a:pt x="1365529" y="97366"/>
                </a:lnTo>
                <a:moveTo>
                  <a:pt x="1347991" y="83566"/>
                </a:moveTo>
                <a:cubicBezTo>
                  <a:pt x="1347927" y="74111"/>
                  <a:pt x="1345548" y="66795"/>
                  <a:pt x="1340852" y="61621"/>
                </a:cubicBezTo>
                <a:cubicBezTo>
                  <a:pt x="1336156" y="56446"/>
                  <a:pt x="1329016" y="53858"/>
                  <a:pt x="1319433" y="53858"/>
                </a:cubicBezTo>
                <a:cubicBezTo>
                  <a:pt x="1309786" y="53858"/>
                  <a:pt x="1302103" y="56701"/>
                  <a:pt x="1296385" y="62387"/>
                </a:cubicBezTo>
                <a:cubicBezTo>
                  <a:pt x="1290667" y="68073"/>
                  <a:pt x="1287425" y="75133"/>
                  <a:pt x="1286658" y="83566"/>
                </a:cubicBezTo>
                <a:lnTo>
                  <a:pt x="1347991" y="83566"/>
                </a:lnTo>
                <a:close/>
                <a:moveTo>
                  <a:pt x="1411075" y="149116"/>
                </a:moveTo>
                <a:lnTo>
                  <a:pt x="1393058" y="149116"/>
                </a:lnTo>
                <a:lnTo>
                  <a:pt x="1393058" y="0"/>
                </a:lnTo>
                <a:lnTo>
                  <a:pt x="1411075" y="0"/>
                </a:lnTo>
                <a:lnTo>
                  <a:pt x="1411075" y="149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AF8A1-4F0E-4C2B-AD68-81EBA18C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601" y="3188252"/>
            <a:ext cx="65422" cy="221617"/>
          </a:xfrm>
          <a:custGeom xmlns:a="http://schemas.openxmlformats.org/drawingml/2006/main">
            <a:pathLst>
              <a:path w="65422" h="221617">
                <a:moveTo>
                  <a:pt x="49066" y="0"/>
                </a:moveTo>
                <a:lnTo>
                  <a:pt x="16355" y="0"/>
                </a:lnTo>
                <a:lnTo>
                  <a:pt x="16355" y="156195"/>
                </a:lnTo>
                <a:lnTo>
                  <a:pt x="0" y="156195"/>
                </a:lnTo>
                <a:lnTo>
                  <a:pt x="32711" y="221617"/>
                </a:lnTo>
                <a:lnTo>
                  <a:pt x="65422" y="156195"/>
                </a:lnTo>
                <a:lnTo>
                  <a:pt x="49066" y="156195"/>
                </a:lnTo>
                <a:lnTo>
                  <a:pt x="49066" y="0"/>
                </a:lnTo>
                <a:close/>
              </a:path>
            </a:pathLst>
          </a:custGeom>
          <a:solidFill xmlns:a="http://schemas.openxmlformats.org/drawingml/2006/main">
            <a:srgbClr val="B2B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CDD96-2D6E-4227-9095-1040D723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957" y="3409868"/>
            <a:ext cx="1855038" cy="556348"/>
          </a:xfrm>
          <a:custGeom xmlns:a="http://schemas.openxmlformats.org/drawingml/2006/main">
            <a:pathLst>
              <a:path w="1855038" h="556348">
                <a:moveTo>
                  <a:pt x="327" y="92899"/>
                </a:moveTo>
                <a:cubicBezTo>
                  <a:pt x="0" y="41510"/>
                  <a:pt x="41510" y="0"/>
                  <a:pt x="92572" y="654"/>
                </a:cubicBezTo>
                <a:lnTo>
                  <a:pt x="1760830" y="654"/>
                </a:lnTo>
                <a:cubicBezTo>
                  <a:pt x="1812971" y="0"/>
                  <a:pt x="1854482" y="41510"/>
                  <a:pt x="1855038" y="92899"/>
                </a:cubicBezTo>
                <a:lnTo>
                  <a:pt x="1855038" y="463841"/>
                </a:lnTo>
                <a:cubicBezTo>
                  <a:pt x="1854482" y="514821"/>
                  <a:pt x="1812971" y="556348"/>
                  <a:pt x="1760830" y="556086"/>
                </a:cubicBezTo>
                <a:lnTo>
                  <a:pt x="92572" y="556086"/>
                </a:lnTo>
                <a:cubicBezTo>
                  <a:pt x="41510" y="556348"/>
                  <a:pt x="0" y="514821"/>
                  <a:pt x="327" y="463841"/>
                </a:cubicBezTo>
                <a:lnTo>
                  <a:pt x="327" y="92899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361F9-14F1-4BE4-99DB-D28BC14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779" y="3401691"/>
            <a:ext cx="1870837" cy="572703"/>
          </a:xfrm>
          <a:custGeom xmlns:a="http://schemas.openxmlformats.org/drawingml/2006/main">
            <a:pathLst>
              <a:path w="1870837" h="572703">
                <a:moveTo>
                  <a:pt x="3173" y="497010"/>
                </a:moveTo>
                <a:lnTo>
                  <a:pt x="4530" y="501802"/>
                </a:lnTo>
                <a:lnTo>
                  <a:pt x="6117" y="506496"/>
                </a:lnTo>
                <a:lnTo>
                  <a:pt x="7932" y="511076"/>
                </a:lnTo>
                <a:lnTo>
                  <a:pt x="9944" y="515541"/>
                </a:lnTo>
                <a:lnTo>
                  <a:pt x="12185" y="519891"/>
                </a:lnTo>
                <a:lnTo>
                  <a:pt x="14605" y="524127"/>
                </a:lnTo>
                <a:lnTo>
                  <a:pt x="17288" y="528298"/>
                </a:lnTo>
                <a:lnTo>
                  <a:pt x="23029" y="535985"/>
                </a:lnTo>
                <a:lnTo>
                  <a:pt x="29554" y="543149"/>
                </a:lnTo>
                <a:lnTo>
                  <a:pt x="36718" y="549658"/>
                </a:lnTo>
                <a:lnTo>
                  <a:pt x="44405" y="555415"/>
                </a:lnTo>
                <a:lnTo>
                  <a:pt x="48576" y="558081"/>
                </a:lnTo>
                <a:lnTo>
                  <a:pt x="52795" y="560518"/>
                </a:lnTo>
                <a:lnTo>
                  <a:pt x="57146" y="562743"/>
                </a:lnTo>
                <a:lnTo>
                  <a:pt x="61627" y="564771"/>
                </a:lnTo>
                <a:lnTo>
                  <a:pt x="66207" y="566570"/>
                </a:lnTo>
                <a:lnTo>
                  <a:pt x="70901" y="568156"/>
                </a:lnTo>
                <a:lnTo>
                  <a:pt x="75693" y="569530"/>
                </a:lnTo>
                <a:lnTo>
                  <a:pt x="80583" y="570659"/>
                </a:lnTo>
                <a:lnTo>
                  <a:pt x="85539" y="571542"/>
                </a:lnTo>
                <a:lnTo>
                  <a:pt x="90593" y="572180"/>
                </a:lnTo>
                <a:lnTo>
                  <a:pt x="95712" y="572572"/>
                </a:lnTo>
                <a:lnTo>
                  <a:pt x="100799" y="572703"/>
                </a:lnTo>
                <a:lnTo>
                  <a:pt x="1770038" y="572703"/>
                </a:lnTo>
                <a:lnTo>
                  <a:pt x="1775109" y="572572"/>
                </a:lnTo>
                <a:lnTo>
                  <a:pt x="1780244" y="572180"/>
                </a:lnTo>
                <a:lnTo>
                  <a:pt x="1785282" y="571542"/>
                </a:lnTo>
                <a:lnTo>
                  <a:pt x="1790254" y="570659"/>
                </a:lnTo>
                <a:lnTo>
                  <a:pt x="1795144" y="569530"/>
                </a:lnTo>
                <a:lnTo>
                  <a:pt x="1799936" y="568156"/>
                </a:lnTo>
                <a:lnTo>
                  <a:pt x="1804630" y="566570"/>
                </a:lnTo>
                <a:lnTo>
                  <a:pt x="1809210" y="564771"/>
                </a:lnTo>
                <a:lnTo>
                  <a:pt x="1813675" y="562743"/>
                </a:lnTo>
                <a:lnTo>
                  <a:pt x="1818025" y="560518"/>
                </a:lnTo>
                <a:lnTo>
                  <a:pt x="1822261" y="558081"/>
                </a:lnTo>
                <a:lnTo>
                  <a:pt x="1826432" y="555415"/>
                </a:lnTo>
                <a:lnTo>
                  <a:pt x="1834119" y="549658"/>
                </a:lnTo>
                <a:lnTo>
                  <a:pt x="1841283" y="543149"/>
                </a:lnTo>
                <a:lnTo>
                  <a:pt x="1847792" y="535985"/>
                </a:lnTo>
                <a:lnTo>
                  <a:pt x="1853549" y="528298"/>
                </a:lnTo>
                <a:lnTo>
                  <a:pt x="1856215" y="524127"/>
                </a:lnTo>
                <a:lnTo>
                  <a:pt x="1858652" y="519891"/>
                </a:lnTo>
                <a:lnTo>
                  <a:pt x="1860877" y="515541"/>
                </a:lnTo>
                <a:lnTo>
                  <a:pt x="1862905" y="511076"/>
                </a:lnTo>
                <a:lnTo>
                  <a:pt x="1864704" y="506496"/>
                </a:lnTo>
                <a:lnTo>
                  <a:pt x="1866307" y="501802"/>
                </a:lnTo>
                <a:lnTo>
                  <a:pt x="1867664" y="497010"/>
                </a:lnTo>
                <a:lnTo>
                  <a:pt x="1868793" y="492120"/>
                </a:lnTo>
                <a:lnTo>
                  <a:pt x="1869676" y="487148"/>
                </a:lnTo>
                <a:lnTo>
                  <a:pt x="1870314" y="482110"/>
                </a:lnTo>
                <a:lnTo>
                  <a:pt x="1870706" y="476975"/>
                </a:lnTo>
                <a:lnTo>
                  <a:pt x="1870837" y="471904"/>
                </a:lnTo>
                <a:lnTo>
                  <a:pt x="1870837" y="100799"/>
                </a:lnTo>
                <a:lnTo>
                  <a:pt x="1870706" y="95712"/>
                </a:lnTo>
                <a:lnTo>
                  <a:pt x="1870314" y="90593"/>
                </a:lnTo>
                <a:lnTo>
                  <a:pt x="1869676" y="85539"/>
                </a:lnTo>
                <a:lnTo>
                  <a:pt x="1868793" y="80583"/>
                </a:lnTo>
                <a:lnTo>
                  <a:pt x="1867664" y="75693"/>
                </a:lnTo>
                <a:lnTo>
                  <a:pt x="1866307" y="70901"/>
                </a:lnTo>
                <a:lnTo>
                  <a:pt x="1864704" y="66207"/>
                </a:lnTo>
                <a:lnTo>
                  <a:pt x="1862905" y="61627"/>
                </a:lnTo>
                <a:lnTo>
                  <a:pt x="1860877" y="57146"/>
                </a:lnTo>
                <a:lnTo>
                  <a:pt x="1858652" y="52795"/>
                </a:lnTo>
                <a:lnTo>
                  <a:pt x="1856215" y="48576"/>
                </a:lnTo>
                <a:lnTo>
                  <a:pt x="1853549" y="44405"/>
                </a:lnTo>
                <a:lnTo>
                  <a:pt x="1847792" y="36718"/>
                </a:lnTo>
                <a:lnTo>
                  <a:pt x="1841283" y="29554"/>
                </a:lnTo>
                <a:lnTo>
                  <a:pt x="1834119" y="23045"/>
                </a:lnTo>
                <a:lnTo>
                  <a:pt x="1826432" y="17288"/>
                </a:lnTo>
                <a:lnTo>
                  <a:pt x="1822261" y="14605"/>
                </a:lnTo>
                <a:lnTo>
                  <a:pt x="1818025" y="12185"/>
                </a:lnTo>
                <a:lnTo>
                  <a:pt x="1813675" y="9944"/>
                </a:lnTo>
                <a:lnTo>
                  <a:pt x="1809210" y="7932"/>
                </a:lnTo>
                <a:lnTo>
                  <a:pt x="1804630" y="6117"/>
                </a:lnTo>
                <a:lnTo>
                  <a:pt x="1799936" y="4530"/>
                </a:lnTo>
                <a:lnTo>
                  <a:pt x="1795144" y="3173"/>
                </a:lnTo>
                <a:lnTo>
                  <a:pt x="1790254" y="2044"/>
                </a:lnTo>
                <a:lnTo>
                  <a:pt x="1785282" y="1161"/>
                </a:lnTo>
                <a:lnTo>
                  <a:pt x="1780244" y="523"/>
                </a:lnTo>
                <a:lnTo>
                  <a:pt x="1775109" y="131"/>
                </a:lnTo>
                <a:lnTo>
                  <a:pt x="1770038" y="0"/>
                </a:lnTo>
                <a:lnTo>
                  <a:pt x="100799" y="0"/>
                </a:lnTo>
                <a:lnTo>
                  <a:pt x="95712" y="131"/>
                </a:lnTo>
                <a:lnTo>
                  <a:pt x="90593" y="523"/>
                </a:lnTo>
                <a:lnTo>
                  <a:pt x="85539" y="1161"/>
                </a:lnTo>
                <a:lnTo>
                  <a:pt x="80583" y="2044"/>
                </a:lnTo>
                <a:lnTo>
                  <a:pt x="75693" y="3173"/>
                </a:lnTo>
                <a:lnTo>
                  <a:pt x="70901" y="4530"/>
                </a:lnTo>
                <a:lnTo>
                  <a:pt x="66207" y="6117"/>
                </a:lnTo>
                <a:lnTo>
                  <a:pt x="61627" y="7932"/>
                </a:lnTo>
                <a:lnTo>
                  <a:pt x="57146" y="9944"/>
                </a:lnTo>
                <a:lnTo>
                  <a:pt x="52795" y="12185"/>
                </a:lnTo>
                <a:lnTo>
                  <a:pt x="48576" y="14605"/>
                </a:lnTo>
                <a:lnTo>
                  <a:pt x="44405" y="17288"/>
                </a:lnTo>
                <a:lnTo>
                  <a:pt x="36718" y="23045"/>
                </a:lnTo>
                <a:lnTo>
                  <a:pt x="29554" y="29554"/>
                </a:lnTo>
                <a:lnTo>
                  <a:pt x="23029" y="36718"/>
                </a:lnTo>
                <a:lnTo>
                  <a:pt x="17288" y="44405"/>
                </a:lnTo>
                <a:lnTo>
                  <a:pt x="14605" y="48576"/>
                </a:lnTo>
                <a:lnTo>
                  <a:pt x="12185" y="52795"/>
                </a:lnTo>
                <a:lnTo>
                  <a:pt x="9944" y="57146"/>
                </a:lnTo>
                <a:lnTo>
                  <a:pt x="7932" y="61627"/>
                </a:lnTo>
                <a:lnTo>
                  <a:pt x="6117" y="66207"/>
                </a:lnTo>
                <a:lnTo>
                  <a:pt x="4530" y="70901"/>
                </a:lnTo>
                <a:lnTo>
                  <a:pt x="3173" y="75693"/>
                </a:lnTo>
                <a:lnTo>
                  <a:pt x="2044" y="80583"/>
                </a:lnTo>
                <a:lnTo>
                  <a:pt x="1161" y="85539"/>
                </a:lnTo>
                <a:lnTo>
                  <a:pt x="523" y="90593"/>
                </a:lnTo>
                <a:lnTo>
                  <a:pt x="131" y="95712"/>
                </a:lnTo>
                <a:lnTo>
                  <a:pt x="0" y="100799"/>
                </a:lnTo>
                <a:lnTo>
                  <a:pt x="0" y="471904"/>
                </a:lnTo>
                <a:lnTo>
                  <a:pt x="131" y="476975"/>
                </a:lnTo>
                <a:lnTo>
                  <a:pt x="523" y="482110"/>
                </a:lnTo>
                <a:lnTo>
                  <a:pt x="1161" y="487148"/>
                </a:lnTo>
                <a:lnTo>
                  <a:pt x="2044" y="492120"/>
                </a:lnTo>
                <a:lnTo>
                  <a:pt x="3173" y="497010"/>
                </a:lnTo>
                <a:close/>
                <a:moveTo>
                  <a:pt x="19070" y="79569"/>
                </a:moveTo>
                <a:lnTo>
                  <a:pt x="18956" y="79962"/>
                </a:lnTo>
                <a:lnTo>
                  <a:pt x="20200" y="75617"/>
                </a:lnTo>
                <a:lnTo>
                  <a:pt x="21544" y="71674"/>
                </a:lnTo>
                <a:lnTo>
                  <a:pt x="23030" y="67929"/>
                </a:lnTo>
                <a:lnTo>
                  <a:pt x="24745" y="64138"/>
                </a:lnTo>
                <a:lnTo>
                  <a:pt x="26500" y="60713"/>
                </a:lnTo>
                <a:lnTo>
                  <a:pt x="28575" y="57097"/>
                </a:lnTo>
                <a:lnTo>
                  <a:pt x="30661" y="53832"/>
                </a:lnTo>
                <a:lnTo>
                  <a:pt x="35692" y="47105"/>
                </a:lnTo>
                <a:lnTo>
                  <a:pt x="41131" y="41131"/>
                </a:lnTo>
                <a:lnTo>
                  <a:pt x="47105" y="35692"/>
                </a:lnTo>
                <a:lnTo>
                  <a:pt x="53832" y="30661"/>
                </a:lnTo>
                <a:lnTo>
                  <a:pt x="57097" y="28575"/>
                </a:lnTo>
                <a:lnTo>
                  <a:pt x="60713" y="26500"/>
                </a:lnTo>
                <a:lnTo>
                  <a:pt x="64138" y="24745"/>
                </a:lnTo>
                <a:lnTo>
                  <a:pt x="67929" y="23030"/>
                </a:lnTo>
                <a:lnTo>
                  <a:pt x="71674" y="21544"/>
                </a:lnTo>
                <a:lnTo>
                  <a:pt x="75617" y="20200"/>
                </a:lnTo>
                <a:lnTo>
                  <a:pt x="79962" y="18956"/>
                </a:lnTo>
                <a:lnTo>
                  <a:pt x="79569" y="19070"/>
                </a:lnTo>
                <a:lnTo>
                  <a:pt x="83829" y="18075"/>
                </a:lnTo>
                <a:lnTo>
                  <a:pt x="88221" y="17304"/>
                </a:lnTo>
                <a:lnTo>
                  <a:pt x="87813" y="17353"/>
                </a:lnTo>
                <a:lnTo>
                  <a:pt x="92103" y="16809"/>
                </a:lnTo>
                <a:lnTo>
                  <a:pt x="96641" y="16463"/>
                </a:lnTo>
                <a:lnTo>
                  <a:pt x="101110" y="16355"/>
                </a:lnTo>
                <a:lnTo>
                  <a:pt x="1769728" y="16355"/>
                </a:lnTo>
                <a:lnTo>
                  <a:pt x="1774203" y="16463"/>
                </a:lnTo>
                <a:lnTo>
                  <a:pt x="1778734" y="16809"/>
                </a:lnTo>
                <a:lnTo>
                  <a:pt x="1783025" y="17353"/>
                </a:lnTo>
                <a:lnTo>
                  <a:pt x="1782616" y="17304"/>
                </a:lnTo>
                <a:lnTo>
                  <a:pt x="1787008" y="18075"/>
                </a:lnTo>
                <a:lnTo>
                  <a:pt x="1791268" y="19070"/>
                </a:lnTo>
                <a:lnTo>
                  <a:pt x="1790875" y="18956"/>
                </a:lnTo>
                <a:lnTo>
                  <a:pt x="1795213" y="20198"/>
                </a:lnTo>
                <a:lnTo>
                  <a:pt x="1799155" y="21547"/>
                </a:lnTo>
                <a:lnTo>
                  <a:pt x="1802903" y="23029"/>
                </a:lnTo>
                <a:lnTo>
                  <a:pt x="1806691" y="24749"/>
                </a:lnTo>
                <a:lnTo>
                  <a:pt x="1810134" y="26505"/>
                </a:lnTo>
                <a:lnTo>
                  <a:pt x="1813936" y="28687"/>
                </a:lnTo>
                <a:lnTo>
                  <a:pt x="1813593" y="28491"/>
                </a:lnTo>
                <a:lnTo>
                  <a:pt x="1817101" y="30733"/>
                </a:lnTo>
                <a:lnTo>
                  <a:pt x="1823644" y="35626"/>
                </a:lnTo>
                <a:lnTo>
                  <a:pt x="1829710" y="41134"/>
                </a:lnTo>
                <a:lnTo>
                  <a:pt x="1835145" y="47105"/>
                </a:lnTo>
                <a:lnTo>
                  <a:pt x="1840176" y="53832"/>
                </a:lnTo>
                <a:lnTo>
                  <a:pt x="1842262" y="57097"/>
                </a:lnTo>
                <a:lnTo>
                  <a:pt x="1844337" y="60713"/>
                </a:lnTo>
                <a:lnTo>
                  <a:pt x="1846092" y="64138"/>
                </a:lnTo>
                <a:lnTo>
                  <a:pt x="1847807" y="67929"/>
                </a:lnTo>
                <a:lnTo>
                  <a:pt x="1849292" y="71672"/>
                </a:lnTo>
                <a:lnTo>
                  <a:pt x="1850714" y="75889"/>
                </a:lnTo>
                <a:lnTo>
                  <a:pt x="1851822" y="79812"/>
                </a:lnTo>
                <a:lnTo>
                  <a:pt x="1852745" y="83825"/>
                </a:lnTo>
                <a:lnTo>
                  <a:pt x="1853489" y="87973"/>
                </a:lnTo>
                <a:lnTo>
                  <a:pt x="1854030" y="92127"/>
                </a:lnTo>
                <a:lnTo>
                  <a:pt x="1854375" y="96641"/>
                </a:lnTo>
                <a:lnTo>
                  <a:pt x="1854482" y="101110"/>
                </a:lnTo>
                <a:lnTo>
                  <a:pt x="1854482" y="471594"/>
                </a:lnTo>
                <a:lnTo>
                  <a:pt x="1854374" y="476069"/>
                </a:lnTo>
                <a:lnTo>
                  <a:pt x="1854030" y="480577"/>
                </a:lnTo>
                <a:lnTo>
                  <a:pt x="1853489" y="484730"/>
                </a:lnTo>
                <a:lnTo>
                  <a:pt x="1852758" y="488807"/>
                </a:lnTo>
                <a:lnTo>
                  <a:pt x="1851821" y="492895"/>
                </a:lnTo>
                <a:lnTo>
                  <a:pt x="1850715" y="496813"/>
                </a:lnTo>
                <a:lnTo>
                  <a:pt x="1849290" y="501023"/>
                </a:lnTo>
                <a:lnTo>
                  <a:pt x="1847809" y="504769"/>
                </a:lnTo>
                <a:lnTo>
                  <a:pt x="1846088" y="508557"/>
                </a:lnTo>
                <a:lnTo>
                  <a:pt x="1844194" y="512270"/>
                </a:lnTo>
                <a:lnTo>
                  <a:pt x="1844374" y="511910"/>
                </a:lnTo>
                <a:lnTo>
                  <a:pt x="1842346" y="515459"/>
                </a:lnTo>
                <a:lnTo>
                  <a:pt x="1840104" y="518967"/>
                </a:lnTo>
                <a:lnTo>
                  <a:pt x="1835211" y="525510"/>
                </a:lnTo>
                <a:lnTo>
                  <a:pt x="1829706" y="531572"/>
                </a:lnTo>
                <a:lnTo>
                  <a:pt x="1823644" y="537078"/>
                </a:lnTo>
                <a:lnTo>
                  <a:pt x="1817101" y="541970"/>
                </a:lnTo>
                <a:lnTo>
                  <a:pt x="1813593" y="544212"/>
                </a:lnTo>
                <a:lnTo>
                  <a:pt x="1813936" y="544016"/>
                </a:lnTo>
                <a:lnTo>
                  <a:pt x="1810390" y="546051"/>
                </a:lnTo>
                <a:lnTo>
                  <a:pt x="1806671" y="547964"/>
                </a:lnTo>
                <a:lnTo>
                  <a:pt x="1802903" y="549675"/>
                </a:lnTo>
                <a:lnTo>
                  <a:pt x="1799157" y="551156"/>
                </a:lnTo>
                <a:lnTo>
                  <a:pt x="1794946" y="552581"/>
                </a:lnTo>
                <a:lnTo>
                  <a:pt x="1791025" y="553689"/>
                </a:lnTo>
                <a:lnTo>
                  <a:pt x="1787012" y="554611"/>
                </a:lnTo>
                <a:lnTo>
                  <a:pt x="1782875" y="555353"/>
                </a:lnTo>
                <a:lnTo>
                  <a:pt x="1778409" y="555919"/>
                </a:lnTo>
                <a:lnTo>
                  <a:pt x="1774203" y="556240"/>
                </a:lnTo>
                <a:lnTo>
                  <a:pt x="1769728" y="556348"/>
                </a:lnTo>
                <a:lnTo>
                  <a:pt x="101110" y="556348"/>
                </a:lnTo>
                <a:lnTo>
                  <a:pt x="96641" y="556241"/>
                </a:lnTo>
                <a:lnTo>
                  <a:pt x="92428" y="555919"/>
                </a:lnTo>
                <a:lnTo>
                  <a:pt x="87962" y="555353"/>
                </a:lnTo>
                <a:lnTo>
                  <a:pt x="83825" y="554611"/>
                </a:lnTo>
                <a:lnTo>
                  <a:pt x="79812" y="553689"/>
                </a:lnTo>
                <a:lnTo>
                  <a:pt x="75889" y="552580"/>
                </a:lnTo>
                <a:lnTo>
                  <a:pt x="71672" y="551159"/>
                </a:lnTo>
                <a:lnTo>
                  <a:pt x="67929" y="549673"/>
                </a:lnTo>
                <a:lnTo>
                  <a:pt x="64157" y="547966"/>
                </a:lnTo>
                <a:lnTo>
                  <a:pt x="60448" y="546051"/>
                </a:lnTo>
                <a:lnTo>
                  <a:pt x="57097" y="544128"/>
                </a:lnTo>
                <a:lnTo>
                  <a:pt x="53832" y="542042"/>
                </a:lnTo>
                <a:lnTo>
                  <a:pt x="47105" y="537012"/>
                </a:lnTo>
                <a:lnTo>
                  <a:pt x="41134" y="531576"/>
                </a:lnTo>
                <a:lnTo>
                  <a:pt x="35626" y="525510"/>
                </a:lnTo>
                <a:lnTo>
                  <a:pt x="30733" y="518967"/>
                </a:lnTo>
                <a:lnTo>
                  <a:pt x="28491" y="515459"/>
                </a:lnTo>
                <a:lnTo>
                  <a:pt x="26463" y="511910"/>
                </a:lnTo>
                <a:lnTo>
                  <a:pt x="26643" y="512270"/>
                </a:lnTo>
                <a:lnTo>
                  <a:pt x="24749" y="508557"/>
                </a:lnTo>
                <a:lnTo>
                  <a:pt x="23029" y="504769"/>
                </a:lnTo>
                <a:lnTo>
                  <a:pt x="21547" y="501021"/>
                </a:lnTo>
                <a:lnTo>
                  <a:pt x="20198" y="497079"/>
                </a:lnTo>
                <a:lnTo>
                  <a:pt x="18956" y="492741"/>
                </a:lnTo>
                <a:lnTo>
                  <a:pt x="19070" y="493134"/>
                </a:lnTo>
                <a:lnTo>
                  <a:pt x="18064" y="488811"/>
                </a:lnTo>
                <a:lnTo>
                  <a:pt x="17304" y="484482"/>
                </a:lnTo>
                <a:lnTo>
                  <a:pt x="17353" y="484891"/>
                </a:lnTo>
                <a:lnTo>
                  <a:pt x="16809" y="480600"/>
                </a:lnTo>
                <a:lnTo>
                  <a:pt x="16463" y="476069"/>
                </a:lnTo>
                <a:lnTo>
                  <a:pt x="16355" y="471594"/>
                </a:lnTo>
                <a:lnTo>
                  <a:pt x="16355" y="101110"/>
                </a:lnTo>
                <a:lnTo>
                  <a:pt x="16463" y="96641"/>
                </a:lnTo>
                <a:lnTo>
                  <a:pt x="16809" y="92103"/>
                </a:lnTo>
                <a:lnTo>
                  <a:pt x="17353" y="87813"/>
                </a:lnTo>
                <a:lnTo>
                  <a:pt x="17304" y="88221"/>
                </a:lnTo>
                <a:lnTo>
                  <a:pt x="18075" y="83829"/>
                </a:lnTo>
                <a:lnTo>
                  <a:pt x="19070" y="79569"/>
                </a:lnTo>
                <a:close/>
                <a:moveTo>
                  <a:pt x="1842346" y="515459"/>
                </a:moveTo>
                <a:lnTo>
                  <a:pt x="1842150" y="515803"/>
                </a:lnTo>
                <a:lnTo>
                  <a:pt x="1842346" y="515459"/>
                </a:lnTo>
                <a:lnTo>
                  <a:pt x="1842346" y="51545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Fine-tuned">
            <a:extLst xmlns:a="http://schemas.openxmlformats.org/drawingml/2006/main">
              <a:ext uri="{FF2B5EF4-FFF2-40B4-BE49-F238E27FC236}">
                <a16:creationId xmlns:a16="http://schemas.microsoft.com/office/drawing/2014/main" id="{4C84FC78-EDBE-465B-BC16-491684E4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272" y="3498888"/>
            <a:ext cx="1025827" cy="152183"/>
          </a:xfrm>
          <a:custGeom xmlns:a="http://schemas.openxmlformats.org/drawingml/2006/main">
            <a:pathLst>
              <a:path w="1025827" h="152183">
                <a:moveTo>
                  <a:pt x="91137" y="23192"/>
                </a:moveTo>
                <a:lnTo>
                  <a:pt x="18975" y="23192"/>
                </a:lnTo>
                <a:lnTo>
                  <a:pt x="18975" y="63441"/>
                </a:lnTo>
                <a:lnTo>
                  <a:pt x="80979" y="63441"/>
                </a:lnTo>
                <a:lnTo>
                  <a:pt x="80979" y="80308"/>
                </a:lnTo>
                <a:lnTo>
                  <a:pt x="18975" y="80308"/>
                </a:lnTo>
                <a:lnTo>
                  <a:pt x="18975" y="149116"/>
                </a:lnTo>
                <a:lnTo>
                  <a:pt x="0" y="149116"/>
                </a:lnTo>
                <a:lnTo>
                  <a:pt x="0" y="6325"/>
                </a:lnTo>
                <a:lnTo>
                  <a:pt x="91137" y="6325"/>
                </a:lnTo>
                <a:lnTo>
                  <a:pt x="91137" y="23192"/>
                </a:lnTo>
                <a:close/>
                <a:moveTo>
                  <a:pt x="130773" y="24150"/>
                </a:moveTo>
                <a:lnTo>
                  <a:pt x="110457" y="24150"/>
                </a:lnTo>
                <a:lnTo>
                  <a:pt x="110457" y="5367"/>
                </a:lnTo>
                <a:lnTo>
                  <a:pt x="130773" y="5367"/>
                </a:lnTo>
                <a:lnTo>
                  <a:pt x="130773" y="24150"/>
                </a:lnTo>
                <a:moveTo>
                  <a:pt x="129623" y="149116"/>
                </a:moveTo>
                <a:lnTo>
                  <a:pt x="111607" y="149116"/>
                </a:lnTo>
                <a:lnTo>
                  <a:pt x="111607" y="41975"/>
                </a:lnTo>
                <a:lnTo>
                  <a:pt x="129623" y="41975"/>
                </a:lnTo>
                <a:lnTo>
                  <a:pt x="129623" y="149116"/>
                </a:lnTo>
                <a:close/>
                <a:moveTo>
                  <a:pt x="254896" y="149116"/>
                </a:moveTo>
                <a:lnTo>
                  <a:pt x="236879" y="149116"/>
                </a:lnTo>
                <a:lnTo>
                  <a:pt x="236879" y="88103"/>
                </a:lnTo>
                <a:cubicBezTo>
                  <a:pt x="236879" y="83178"/>
                  <a:pt x="236592" y="78557"/>
                  <a:pt x="236017" y="74241"/>
                </a:cubicBezTo>
                <a:cubicBezTo>
                  <a:pt x="235442" y="69924"/>
                  <a:pt x="234388" y="66551"/>
                  <a:pt x="232854" y="64121"/>
                </a:cubicBezTo>
                <a:cubicBezTo>
                  <a:pt x="231257" y="61434"/>
                  <a:pt x="228957" y="59435"/>
                  <a:pt x="225954" y="58126"/>
                </a:cubicBezTo>
                <a:cubicBezTo>
                  <a:pt x="222952" y="56814"/>
                  <a:pt x="219054" y="56158"/>
                  <a:pt x="214263" y="56158"/>
                </a:cubicBezTo>
                <a:cubicBezTo>
                  <a:pt x="209343" y="56158"/>
                  <a:pt x="204200" y="57374"/>
                  <a:pt x="198834" y="59806"/>
                </a:cubicBezTo>
                <a:cubicBezTo>
                  <a:pt x="193467" y="62235"/>
                  <a:pt x="188324" y="65336"/>
                  <a:pt x="183405" y="69107"/>
                </a:cubicBezTo>
                <a:lnTo>
                  <a:pt x="183405" y="149116"/>
                </a:lnTo>
                <a:lnTo>
                  <a:pt x="165388" y="149116"/>
                </a:lnTo>
                <a:lnTo>
                  <a:pt x="165388" y="41975"/>
                </a:lnTo>
                <a:lnTo>
                  <a:pt x="183405" y="41975"/>
                </a:lnTo>
                <a:lnTo>
                  <a:pt x="183405" y="53789"/>
                </a:lnTo>
                <a:cubicBezTo>
                  <a:pt x="189027" y="49117"/>
                  <a:pt x="194841" y="45470"/>
                  <a:pt x="200846" y="42846"/>
                </a:cubicBezTo>
                <a:cubicBezTo>
                  <a:pt x="206852" y="40221"/>
                  <a:pt x="213017" y="38908"/>
                  <a:pt x="219342" y="38908"/>
                </a:cubicBezTo>
                <a:cubicBezTo>
                  <a:pt x="230906" y="38908"/>
                  <a:pt x="239722" y="42396"/>
                  <a:pt x="245792" y="49372"/>
                </a:cubicBezTo>
                <a:cubicBezTo>
                  <a:pt x="251861" y="56348"/>
                  <a:pt x="254896" y="66396"/>
                  <a:pt x="254896" y="79517"/>
                </a:cubicBezTo>
                <a:lnTo>
                  <a:pt x="254896" y="149116"/>
                </a:lnTo>
                <a:close/>
                <a:moveTo>
                  <a:pt x="379293" y="97366"/>
                </a:moveTo>
                <a:lnTo>
                  <a:pt x="300423" y="97366"/>
                </a:lnTo>
                <a:cubicBezTo>
                  <a:pt x="300423" y="103963"/>
                  <a:pt x="301413" y="109711"/>
                  <a:pt x="303394" y="114610"/>
                </a:cubicBezTo>
                <a:cubicBezTo>
                  <a:pt x="305374" y="119510"/>
                  <a:pt x="308089" y="123529"/>
                  <a:pt x="311539" y="126667"/>
                </a:cubicBezTo>
                <a:cubicBezTo>
                  <a:pt x="314862" y="129742"/>
                  <a:pt x="318807" y="132048"/>
                  <a:pt x="323375" y="133585"/>
                </a:cubicBezTo>
                <a:cubicBezTo>
                  <a:pt x="327943" y="135122"/>
                  <a:pt x="332974" y="135891"/>
                  <a:pt x="338468" y="135891"/>
                </a:cubicBezTo>
                <a:cubicBezTo>
                  <a:pt x="345752" y="135891"/>
                  <a:pt x="353083" y="134427"/>
                  <a:pt x="360462" y="131498"/>
                </a:cubicBezTo>
                <a:cubicBezTo>
                  <a:pt x="367841" y="128569"/>
                  <a:pt x="373096" y="125689"/>
                  <a:pt x="376227" y="122858"/>
                </a:cubicBezTo>
                <a:lnTo>
                  <a:pt x="377185" y="122858"/>
                </a:lnTo>
                <a:lnTo>
                  <a:pt x="377185" y="142569"/>
                </a:lnTo>
                <a:cubicBezTo>
                  <a:pt x="371115" y="145133"/>
                  <a:pt x="364918" y="147280"/>
                  <a:pt x="358593" y="149011"/>
                </a:cubicBezTo>
                <a:cubicBezTo>
                  <a:pt x="352268" y="150742"/>
                  <a:pt x="345624" y="151608"/>
                  <a:pt x="338660" y="151608"/>
                </a:cubicBezTo>
                <a:cubicBezTo>
                  <a:pt x="320899" y="151608"/>
                  <a:pt x="307035" y="146792"/>
                  <a:pt x="297069" y="137161"/>
                </a:cubicBezTo>
                <a:cubicBezTo>
                  <a:pt x="287102" y="127530"/>
                  <a:pt x="282119" y="113849"/>
                  <a:pt x="282119" y="96120"/>
                </a:cubicBezTo>
                <a:cubicBezTo>
                  <a:pt x="282119" y="78587"/>
                  <a:pt x="286894" y="64668"/>
                  <a:pt x="296446" y="54364"/>
                </a:cubicBezTo>
                <a:cubicBezTo>
                  <a:pt x="305997" y="44060"/>
                  <a:pt x="318567" y="38908"/>
                  <a:pt x="334156" y="38908"/>
                </a:cubicBezTo>
                <a:cubicBezTo>
                  <a:pt x="348595" y="38908"/>
                  <a:pt x="359727" y="43132"/>
                  <a:pt x="367554" y="51579"/>
                </a:cubicBezTo>
                <a:cubicBezTo>
                  <a:pt x="375380" y="60026"/>
                  <a:pt x="379293" y="72025"/>
                  <a:pt x="379293" y="87576"/>
                </a:cubicBezTo>
                <a:lnTo>
                  <a:pt x="379293" y="97366"/>
                </a:lnTo>
                <a:moveTo>
                  <a:pt x="361756" y="83566"/>
                </a:moveTo>
                <a:cubicBezTo>
                  <a:pt x="361692" y="74111"/>
                  <a:pt x="359312" y="66795"/>
                  <a:pt x="354616" y="61621"/>
                </a:cubicBezTo>
                <a:cubicBezTo>
                  <a:pt x="349920" y="56446"/>
                  <a:pt x="342781" y="53858"/>
                  <a:pt x="333198" y="53858"/>
                </a:cubicBezTo>
                <a:cubicBezTo>
                  <a:pt x="323550" y="53858"/>
                  <a:pt x="315868" y="56701"/>
                  <a:pt x="310150" y="62387"/>
                </a:cubicBezTo>
                <a:cubicBezTo>
                  <a:pt x="304432" y="68073"/>
                  <a:pt x="301189" y="75133"/>
                  <a:pt x="300423" y="83566"/>
                </a:cubicBezTo>
                <a:lnTo>
                  <a:pt x="361756" y="83566"/>
                </a:lnTo>
                <a:close/>
                <a:moveTo>
                  <a:pt x="463364" y="95258"/>
                </a:moveTo>
                <a:lnTo>
                  <a:pt x="403565" y="95258"/>
                </a:lnTo>
                <a:lnTo>
                  <a:pt x="403565" y="78008"/>
                </a:lnTo>
                <a:lnTo>
                  <a:pt x="463364" y="78008"/>
                </a:lnTo>
                <a:lnTo>
                  <a:pt x="463364" y="95258"/>
                </a:lnTo>
                <a:close/>
                <a:moveTo>
                  <a:pt x="551352" y="148173"/>
                </a:moveTo>
                <a:cubicBezTo>
                  <a:pt x="547966" y="149063"/>
                  <a:pt x="544276" y="149794"/>
                  <a:pt x="540283" y="150365"/>
                </a:cubicBezTo>
                <a:cubicBezTo>
                  <a:pt x="536290" y="150938"/>
                  <a:pt x="532728" y="151224"/>
                  <a:pt x="529598" y="151224"/>
                </a:cubicBezTo>
                <a:cubicBezTo>
                  <a:pt x="518673" y="151224"/>
                  <a:pt x="510367" y="148282"/>
                  <a:pt x="504681" y="142399"/>
                </a:cubicBezTo>
                <a:cubicBezTo>
                  <a:pt x="498995" y="136515"/>
                  <a:pt x="496152" y="127081"/>
                  <a:pt x="496152" y="114098"/>
                </a:cubicBezTo>
                <a:lnTo>
                  <a:pt x="496152" y="57116"/>
                </a:lnTo>
                <a:lnTo>
                  <a:pt x="483981" y="57116"/>
                </a:lnTo>
                <a:lnTo>
                  <a:pt x="483981" y="41975"/>
                </a:lnTo>
                <a:lnTo>
                  <a:pt x="496152" y="41975"/>
                </a:lnTo>
                <a:lnTo>
                  <a:pt x="496152" y="11117"/>
                </a:lnTo>
                <a:lnTo>
                  <a:pt x="514169" y="11117"/>
                </a:lnTo>
                <a:lnTo>
                  <a:pt x="514169" y="41975"/>
                </a:lnTo>
                <a:lnTo>
                  <a:pt x="551352" y="41975"/>
                </a:lnTo>
                <a:lnTo>
                  <a:pt x="551352" y="57116"/>
                </a:lnTo>
                <a:lnTo>
                  <a:pt x="514169" y="57116"/>
                </a:lnTo>
                <a:lnTo>
                  <a:pt x="514169" y="106015"/>
                </a:lnTo>
                <a:cubicBezTo>
                  <a:pt x="514169" y="111651"/>
                  <a:pt x="514296" y="116055"/>
                  <a:pt x="514552" y="119225"/>
                </a:cubicBezTo>
                <a:cubicBezTo>
                  <a:pt x="514807" y="122396"/>
                  <a:pt x="515702" y="125357"/>
                  <a:pt x="517235" y="128111"/>
                </a:cubicBezTo>
                <a:cubicBezTo>
                  <a:pt x="518641" y="130672"/>
                  <a:pt x="520573" y="132546"/>
                  <a:pt x="523033" y="133732"/>
                </a:cubicBezTo>
                <a:cubicBezTo>
                  <a:pt x="525493" y="134916"/>
                  <a:pt x="529246" y="135508"/>
                  <a:pt x="534293" y="135508"/>
                </a:cubicBezTo>
                <a:cubicBezTo>
                  <a:pt x="537232" y="135508"/>
                  <a:pt x="540299" y="135076"/>
                  <a:pt x="543493" y="134214"/>
                </a:cubicBezTo>
                <a:cubicBezTo>
                  <a:pt x="546688" y="133351"/>
                  <a:pt x="548988" y="132633"/>
                  <a:pt x="550393" y="132058"/>
                </a:cubicBezTo>
                <a:lnTo>
                  <a:pt x="551352" y="132058"/>
                </a:lnTo>
                <a:lnTo>
                  <a:pt x="551352" y="148173"/>
                </a:lnTo>
                <a:close/>
                <a:moveTo>
                  <a:pt x="662198" y="149116"/>
                </a:moveTo>
                <a:lnTo>
                  <a:pt x="644182" y="149116"/>
                </a:lnTo>
                <a:lnTo>
                  <a:pt x="644182" y="137302"/>
                </a:lnTo>
                <a:cubicBezTo>
                  <a:pt x="638112" y="142101"/>
                  <a:pt x="632299" y="145782"/>
                  <a:pt x="626740" y="148343"/>
                </a:cubicBezTo>
                <a:cubicBezTo>
                  <a:pt x="621182" y="150903"/>
                  <a:pt x="615049" y="152183"/>
                  <a:pt x="608340" y="152183"/>
                </a:cubicBezTo>
                <a:cubicBezTo>
                  <a:pt x="597096" y="152183"/>
                  <a:pt x="588343" y="148743"/>
                  <a:pt x="582082" y="141863"/>
                </a:cubicBezTo>
                <a:cubicBezTo>
                  <a:pt x="575821" y="134983"/>
                  <a:pt x="572691" y="124886"/>
                  <a:pt x="572691" y="111573"/>
                </a:cubicBezTo>
                <a:lnTo>
                  <a:pt x="572691" y="41975"/>
                </a:lnTo>
                <a:lnTo>
                  <a:pt x="590707" y="41975"/>
                </a:lnTo>
                <a:lnTo>
                  <a:pt x="590707" y="102987"/>
                </a:lnTo>
                <a:cubicBezTo>
                  <a:pt x="590707" y="108424"/>
                  <a:pt x="590963" y="113077"/>
                  <a:pt x="591474" y="116946"/>
                </a:cubicBezTo>
                <a:cubicBezTo>
                  <a:pt x="591985" y="120815"/>
                  <a:pt x="593071" y="124124"/>
                  <a:pt x="594732" y="126874"/>
                </a:cubicBezTo>
                <a:cubicBezTo>
                  <a:pt x="596457" y="129689"/>
                  <a:pt x="598693" y="131736"/>
                  <a:pt x="601440" y="133016"/>
                </a:cubicBezTo>
                <a:cubicBezTo>
                  <a:pt x="604188" y="134294"/>
                  <a:pt x="608181" y="134933"/>
                  <a:pt x="613420" y="134933"/>
                </a:cubicBezTo>
                <a:cubicBezTo>
                  <a:pt x="618083" y="134933"/>
                  <a:pt x="623178" y="133718"/>
                  <a:pt x="628705" y="131288"/>
                </a:cubicBezTo>
                <a:cubicBezTo>
                  <a:pt x="634231" y="128856"/>
                  <a:pt x="639390" y="125755"/>
                  <a:pt x="644182" y="121983"/>
                </a:cubicBezTo>
                <a:lnTo>
                  <a:pt x="644182" y="41975"/>
                </a:lnTo>
                <a:lnTo>
                  <a:pt x="662198" y="41975"/>
                </a:lnTo>
                <a:lnTo>
                  <a:pt x="662198" y="149116"/>
                </a:lnTo>
                <a:close/>
                <a:moveTo>
                  <a:pt x="787266" y="149116"/>
                </a:moveTo>
                <a:lnTo>
                  <a:pt x="769250" y="149116"/>
                </a:lnTo>
                <a:lnTo>
                  <a:pt x="769250" y="88103"/>
                </a:lnTo>
                <a:cubicBezTo>
                  <a:pt x="769250" y="83178"/>
                  <a:pt x="768962" y="78557"/>
                  <a:pt x="768387" y="74241"/>
                </a:cubicBezTo>
                <a:cubicBezTo>
                  <a:pt x="767812" y="69924"/>
                  <a:pt x="766758" y="66551"/>
                  <a:pt x="765225" y="64121"/>
                </a:cubicBezTo>
                <a:cubicBezTo>
                  <a:pt x="763628" y="61434"/>
                  <a:pt x="761328" y="59435"/>
                  <a:pt x="758325" y="58126"/>
                </a:cubicBezTo>
                <a:cubicBezTo>
                  <a:pt x="755322" y="56814"/>
                  <a:pt x="751425" y="56158"/>
                  <a:pt x="746633" y="56158"/>
                </a:cubicBezTo>
                <a:cubicBezTo>
                  <a:pt x="741714" y="56158"/>
                  <a:pt x="736571" y="57374"/>
                  <a:pt x="731204" y="59806"/>
                </a:cubicBezTo>
                <a:cubicBezTo>
                  <a:pt x="725837" y="62235"/>
                  <a:pt x="720694" y="65336"/>
                  <a:pt x="715775" y="69107"/>
                </a:cubicBezTo>
                <a:lnTo>
                  <a:pt x="715775" y="149116"/>
                </a:lnTo>
                <a:lnTo>
                  <a:pt x="697758" y="149116"/>
                </a:lnTo>
                <a:lnTo>
                  <a:pt x="697758" y="41975"/>
                </a:lnTo>
                <a:lnTo>
                  <a:pt x="715775" y="41975"/>
                </a:lnTo>
                <a:lnTo>
                  <a:pt x="715775" y="53789"/>
                </a:lnTo>
                <a:cubicBezTo>
                  <a:pt x="721397" y="49117"/>
                  <a:pt x="727211" y="45470"/>
                  <a:pt x="733217" y="42846"/>
                </a:cubicBezTo>
                <a:cubicBezTo>
                  <a:pt x="739222" y="40221"/>
                  <a:pt x="745387" y="38908"/>
                  <a:pt x="751712" y="38908"/>
                </a:cubicBezTo>
                <a:cubicBezTo>
                  <a:pt x="763276" y="38908"/>
                  <a:pt x="772093" y="42396"/>
                  <a:pt x="778162" y="49372"/>
                </a:cubicBezTo>
                <a:cubicBezTo>
                  <a:pt x="784232" y="56348"/>
                  <a:pt x="787266" y="66396"/>
                  <a:pt x="787266" y="79517"/>
                </a:cubicBezTo>
                <a:lnTo>
                  <a:pt x="787266" y="149116"/>
                </a:lnTo>
                <a:close/>
                <a:moveTo>
                  <a:pt x="911664" y="97366"/>
                </a:moveTo>
                <a:lnTo>
                  <a:pt x="832794" y="97366"/>
                </a:lnTo>
                <a:cubicBezTo>
                  <a:pt x="832794" y="103963"/>
                  <a:pt x="833784" y="109711"/>
                  <a:pt x="835765" y="114610"/>
                </a:cubicBezTo>
                <a:cubicBezTo>
                  <a:pt x="837745" y="119510"/>
                  <a:pt x="840460" y="123529"/>
                  <a:pt x="843910" y="126667"/>
                </a:cubicBezTo>
                <a:cubicBezTo>
                  <a:pt x="847233" y="129742"/>
                  <a:pt x="851178" y="132048"/>
                  <a:pt x="855746" y="133585"/>
                </a:cubicBezTo>
                <a:cubicBezTo>
                  <a:pt x="860314" y="135122"/>
                  <a:pt x="865345" y="135891"/>
                  <a:pt x="870839" y="135891"/>
                </a:cubicBezTo>
                <a:cubicBezTo>
                  <a:pt x="878123" y="135891"/>
                  <a:pt x="885454" y="134427"/>
                  <a:pt x="892833" y="131498"/>
                </a:cubicBezTo>
                <a:cubicBezTo>
                  <a:pt x="900212" y="128569"/>
                  <a:pt x="905467" y="125689"/>
                  <a:pt x="908598" y="122858"/>
                </a:cubicBezTo>
                <a:lnTo>
                  <a:pt x="909556" y="122858"/>
                </a:lnTo>
                <a:lnTo>
                  <a:pt x="909556" y="142569"/>
                </a:lnTo>
                <a:cubicBezTo>
                  <a:pt x="903487" y="145133"/>
                  <a:pt x="897289" y="147280"/>
                  <a:pt x="890964" y="149011"/>
                </a:cubicBezTo>
                <a:cubicBezTo>
                  <a:pt x="884639" y="150742"/>
                  <a:pt x="877995" y="151608"/>
                  <a:pt x="871031" y="151608"/>
                </a:cubicBezTo>
                <a:cubicBezTo>
                  <a:pt x="853270" y="151608"/>
                  <a:pt x="839406" y="146792"/>
                  <a:pt x="829440" y="137161"/>
                </a:cubicBezTo>
                <a:cubicBezTo>
                  <a:pt x="819473" y="127530"/>
                  <a:pt x="814490" y="113849"/>
                  <a:pt x="814490" y="96120"/>
                </a:cubicBezTo>
                <a:cubicBezTo>
                  <a:pt x="814490" y="78587"/>
                  <a:pt x="819265" y="64668"/>
                  <a:pt x="828817" y="54364"/>
                </a:cubicBezTo>
                <a:cubicBezTo>
                  <a:pt x="838368" y="44060"/>
                  <a:pt x="850938" y="38908"/>
                  <a:pt x="866527" y="38908"/>
                </a:cubicBezTo>
                <a:cubicBezTo>
                  <a:pt x="880966" y="38908"/>
                  <a:pt x="892098" y="43132"/>
                  <a:pt x="899925" y="51579"/>
                </a:cubicBezTo>
                <a:cubicBezTo>
                  <a:pt x="907751" y="60026"/>
                  <a:pt x="911664" y="72025"/>
                  <a:pt x="911664" y="87576"/>
                </a:cubicBezTo>
                <a:lnTo>
                  <a:pt x="911664" y="97366"/>
                </a:lnTo>
                <a:moveTo>
                  <a:pt x="894127" y="83566"/>
                </a:moveTo>
                <a:cubicBezTo>
                  <a:pt x="894063" y="74111"/>
                  <a:pt x="891683" y="66795"/>
                  <a:pt x="886987" y="61621"/>
                </a:cubicBezTo>
                <a:cubicBezTo>
                  <a:pt x="882292" y="56446"/>
                  <a:pt x="875152" y="53858"/>
                  <a:pt x="865569" y="53858"/>
                </a:cubicBezTo>
                <a:cubicBezTo>
                  <a:pt x="855922" y="53858"/>
                  <a:pt x="848239" y="56701"/>
                  <a:pt x="842521" y="62387"/>
                </a:cubicBezTo>
                <a:cubicBezTo>
                  <a:pt x="836803" y="68073"/>
                  <a:pt x="833561" y="75133"/>
                  <a:pt x="832794" y="83566"/>
                </a:cubicBezTo>
                <a:lnTo>
                  <a:pt x="894127" y="83566"/>
                </a:lnTo>
                <a:close/>
                <a:moveTo>
                  <a:pt x="1025827" y="149116"/>
                </a:moveTo>
                <a:lnTo>
                  <a:pt x="1007810" y="149116"/>
                </a:lnTo>
                <a:lnTo>
                  <a:pt x="1007810" y="137963"/>
                </a:lnTo>
                <a:cubicBezTo>
                  <a:pt x="1002635" y="142448"/>
                  <a:pt x="997236" y="145938"/>
                  <a:pt x="991614" y="148436"/>
                </a:cubicBezTo>
                <a:cubicBezTo>
                  <a:pt x="985992" y="150934"/>
                  <a:pt x="979891" y="152183"/>
                  <a:pt x="973310" y="152183"/>
                </a:cubicBezTo>
                <a:cubicBezTo>
                  <a:pt x="960532" y="152183"/>
                  <a:pt x="950390" y="147251"/>
                  <a:pt x="942883" y="137388"/>
                </a:cubicBezTo>
                <a:cubicBezTo>
                  <a:pt x="935376" y="127524"/>
                  <a:pt x="931623" y="113848"/>
                  <a:pt x="931623" y="96363"/>
                </a:cubicBezTo>
                <a:cubicBezTo>
                  <a:pt x="931623" y="87267"/>
                  <a:pt x="932917" y="79164"/>
                  <a:pt x="935504" y="72054"/>
                </a:cubicBezTo>
                <a:cubicBezTo>
                  <a:pt x="938092" y="64945"/>
                  <a:pt x="941590" y="58892"/>
                  <a:pt x="945998" y="53897"/>
                </a:cubicBezTo>
                <a:cubicBezTo>
                  <a:pt x="950342" y="49029"/>
                  <a:pt x="955405" y="45315"/>
                  <a:pt x="961187" y="42753"/>
                </a:cubicBezTo>
                <a:cubicBezTo>
                  <a:pt x="966969" y="40190"/>
                  <a:pt x="972959" y="38908"/>
                  <a:pt x="979156" y="38908"/>
                </a:cubicBezTo>
                <a:cubicBezTo>
                  <a:pt x="984778" y="38908"/>
                  <a:pt x="989762" y="39501"/>
                  <a:pt x="994106" y="40687"/>
                </a:cubicBezTo>
                <a:cubicBezTo>
                  <a:pt x="998450" y="41871"/>
                  <a:pt x="1003018" y="43712"/>
                  <a:pt x="1007810" y="46209"/>
                </a:cubicBezTo>
                <a:lnTo>
                  <a:pt x="1007810" y="0"/>
                </a:lnTo>
                <a:lnTo>
                  <a:pt x="1025827" y="0"/>
                </a:lnTo>
                <a:lnTo>
                  <a:pt x="1025827" y="149116"/>
                </a:lnTo>
                <a:moveTo>
                  <a:pt x="1007810" y="122762"/>
                </a:moveTo>
                <a:lnTo>
                  <a:pt x="1007810" y="61333"/>
                </a:lnTo>
                <a:cubicBezTo>
                  <a:pt x="1002955" y="59161"/>
                  <a:pt x="998610" y="57659"/>
                  <a:pt x="994777" y="56829"/>
                </a:cubicBezTo>
                <a:cubicBezTo>
                  <a:pt x="990943" y="55998"/>
                  <a:pt x="986759" y="55583"/>
                  <a:pt x="982223" y="55583"/>
                </a:cubicBezTo>
                <a:cubicBezTo>
                  <a:pt x="972128" y="55583"/>
                  <a:pt x="964270" y="59097"/>
                  <a:pt x="958648" y="66125"/>
                </a:cubicBezTo>
                <a:cubicBezTo>
                  <a:pt x="953026" y="73152"/>
                  <a:pt x="950214" y="83119"/>
                  <a:pt x="950214" y="96025"/>
                </a:cubicBezTo>
                <a:cubicBezTo>
                  <a:pt x="950214" y="108738"/>
                  <a:pt x="952387" y="118401"/>
                  <a:pt x="956731" y="125014"/>
                </a:cubicBezTo>
                <a:cubicBezTo>
                  <a:pt x="961076" y="131626"/>
                  <a:pt x="968039" y="134933"/>
                  <a:pt x="977623" y="134933"/>
                </a:cubicBezTo>
                <a:cubicBezTo>
                  <a:pt x="982734" y="134933"/>
                  <a:pt x="987909" y="133799"/>
                  <a:pt x="993148" y="131531"/>
                </a:cubicBezTo>
                <a:cubicBezTo>
                  <a:pt x="998386" y="129263"/>
                  <a:pt x="1003274" y="126340"/>
                  <a:pt x="1007810" y="122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model">
            <a:extLst xmlns:a="http://schemas.openxmlformats.org/drawingml/2006/main">
              <a:ext uri="{FF2B5EF4-FFF2-40B4-BE49-F238E27FC236}">
                <a16:creationId xmlns:a16="http://schemas.microsoft.com/office/drawing/2014/main" id="{EAF8D8F3-0E2F-44D7-BFC0-842AC76A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629" y="3734407"/>
            <a:ext cx="567752" cy="152183"/>
          </a:xfrm>
          <a:custGeom xmlns:a="http://schemas.openxmlformats.org/drawingml/2006/main">
            <a:pathLst>
              <a:path w="567752" h="152183">
                <a:moveTo>
                  <a:pt x="156208" y="149116"/>
                </a:moveTo>
                <a:lnTo>
                  <a:pt x="138191" y="149116"/>
                </a:lnTo>
                <a:lnTo>
                  <a:pt x="138191" y="88103"/>
                </a:lnTo>
                <a:cubicBezTo>
                  <a:pt x="138191" y="83499"/>
                  <a:pt x="137983" y="79055"/>
                  <a:pt x="137568" y="74771"/>
                </a:cubicBezTo>
                <a:cubicBezTo>
                  <a:pt x="137153" y="70484"/>
                  <a:pt x="136274" y="67062"/>
                  <a:pt x="134933" y="64504"/>
                </a:cubicBezTo>
                <a:cubicBezTo>
                  <a:pt x="133463" y="61753"/>
                  <a:pt x="131355" y="59675"/>
                  <a:pt x="128608" y="58269"/>
                </a:cubicBezTo>
                <a:cubicBezTo>
                  <a:pt x="125860" y="56862"/>
                  <a:pt x="121899" y="56158"/>
                  <a:pt x="116724" y="56158"/>
                </a:cubicBezTo>
                <a:cubicBezTo>
                  <a:pt x="111677" y="56158"/>
                  <a:pt x="106630" y="57422"/>
                  <a:pt x="101583" y="59949"/>
                </a:cubicBezTo>
                <a:cubicBezTo>
                  <a:pt x="96536" y="62475"/>
                  <a:pt x="91488" y="65688"/>
                  <a:pt x="86441" y="69590"/>
                </a:cubicBezTo>
                <a:cubicBezTo>
                  <a:pt x="86633" y="71059"/>
                  <a:pt x="86793" y="72769"/>
                  <a:pt x="86920" y="74720"/>
                </a:cubicBezTo>
                <a:cubicBezTo>
                  <a:pt x="87048" y="76670"/>
                  <a:pt x="87112" y="78605"/>
                  <a:pt x="87112" y="80524"/>
                </a:cubicBezTo>
                <a:lnTo>
                  <a:pt x="87112" y="149116"/>
                </a:lnTo>
                <a:lnTo>
                  <a:pt x="69095" y="149116"/>
                </a:lnTo>
                <a:lnTo>
                  <a:pt x="69095" y="88103"/>
                </a:lnTo>
                <a:cubicBezTo>
                  <a:pt x="69095" y="83372"/>
                  <a:pt x="68888" y="78879"/>
                  <a:pt x="68473" y="74627"/>
                </a:cubicBezTo>
                <a:cubicBezTo>
                  <a:pt x="68057" y="70372"/>
                  <a:pt x="67179" y="66966"/>
                  <a:pt x="65837" y="64409"/>
                </a:cubicBezTo>
                <a:cubicBezTo>
                  <a:pt x="64368" y="61657"/>
                  <a:pt x="62259" y="59595"/>
                  <a:pt x="59512" y="58221"/>
                </a:cubicBezTo>
                <a:cubicBezTo>
                  <a:pt x="56765" y="56846"/>
                  <a:pt x="52804" y="56158"/>
                  <a:pt x="47629" y="56158"/>
                </a:cubicBezTo>
                <a:cubicBezTo>
                  <a:pt x="42710" y="56158"/>
                  <a:pt x="37774" y="57374"/>
                  <a:pt x="32823" y="59806"/>
                </a:cubicBezTo>
                <a:cubicBezTo>
                  <a:pt x="27871" y="62235"/>
                  <a:pt x="22936" y="65336"/>
                  <a:pt x="18017" y="69107"/>
                </a:cubicBezTo>
                <a:lnTo>
                  <a:pt x="18017" y="149116"/>
                </a:lnTo>
                <a:lnTo>
                  <a:pt x="0" y="149116"/>
                </a:lnTo>
                <a:lnTo>
                  <a:pt x="0" y="41975"/>
                </a:lnTo>
                <a:lnTo>
                  <a:pt x="18017" y="41975"/>
                </a:lnTo>
                <a:lnTo>
                  <a:pt x="18017" y="53870"/>
                </a:lnTo>
                <a:cubicBezTo>
                  <a:pt x="23639" y="49172"/>
                  <a:pt x="29245" y="45505"/>
                  <a:pt x="34835" y="42867"/>
                </a:cubicBezTo>
                <a:cubicBezTo>
                  <a:pt x="40425" y="40228"/>
                  <a:pt x="46383" y="38908"/>
                  <a:pt x="52708" y="38908"/>
                </a:cubicBezTo>
                <a:cubicBezTo>
                  <a:pt x="59991" y="38908"/>
                  <a:pt x="66173" y="40451"/>
                  <a:pt x="71252" y="43538"/>
                </a:cubicBezTo>
                <a:cubicBezTo>
                  <a:pt x="76331" y="46623"/>
                  <a:pt x="80116" y="50897"/>
                  <a:pt x="82608" y="56362"/>
                </a:cubicBezTo>
                <a:cubicBezTo>
                  <a:pt x="89891" y="50190"/>
                  <a:pt x="96536" y="45739"/>
                  <a:pt x="102541" y="43008"/>
                </a:cubicBezTo>
                <a:cubicBezTo>
                  <a:pt x="108547" y="40275"/>
                  <a:pt x="114967" y="38908"/>
                  <a:pt x="121804" y="38908"/>
                </a:cubicBezTo>
                <a:cubicBezTo>
                  <a:pt x="133559" y="38908"/>
                  <a:pt x="142232" y="42476"/>
                  <a:pt x="147822" y="49611"/>
                </a:cubicBezTo>
                <a:cubicBezTo>
                  <a:pt x="153412" y="56747"/>
                  <a:pt x="156208" y="66716"/>
                  <a:pt x="156208" y="79517"/>
                </a:cubicBezTo>
                <a:lnTo>
                  <a:pt x="156208" y="149116"/>
                </a:lnTo>
                <a:close/>
                <a:moveTo>
                  <a:pt x="281774" y="95593"/>
                </a:moveTo>
                <a:cubicBezTo>
                  <a:pt x="281774" y="113079"/>
                  <a:pt x="277302" y="126882"/>
                  <a:pt x="268358" y="137002"/>
                </a:cubicBezTo>
                <a:cubicBezTo>
                  <a:pt x="259413" y="147122"/>
                  <a:pt x="247434" y="152183"/>
                  <a:pt x="232420" y="152183"/>
                </a:cubicBezTo>
                <a:cubicBezTo>
                  <a:pt x="217279" y="152183"/>
                  <a:pt x="205252" y="147122"/>
                  <a:pt x="196339" y="137002"/>
                </a:cubicBezTo>
                <a:cubicBezTo>
                  <a:pt x="187427" y="126882"/>
                  <a:pt x="182970" y="113079"/>
                  <a:pt x="182970" y="95593"/>
                </a:cubicBezTo>
                <a:cubicBezTo>
                  <a:pt x="182970" y="78108"/>
                  <a:pt x="187427" y="64289"/>
                  <a:pt x="196339" y="54137"/>
                </a:cubicBezTo>
                <a:cubicBezTo>
                  <a:pt x="205252" y="43984"/>
                  <a:pt x="217279" y="38908"/>
                  <a:pt x="232420" y="38908"/>
                </a:cubicBezTo>
                <a:cubicBezTo>
                  <a:pt x="247434" y="38908"/>
                  <a:pt x="259413" y="43984"/>
                  <a:pt x="268358" y="54137"/>
                </a:cubicBezTo>
                <a:cubicBezTo>
                  <a:pt x="277302" y="64289"/>
                  <a:pt x="281774" y="78108"/>
                  <a:pt x="281774" y="95593"/>
                </a:cubicBezTo>
                <a:moveTo>
                  <a:pt x="263183" y="95593"/>
                </a:moveTo>
                <a:cubicBezTo>
                  <a:pt x="263183" y="81745"/>
                  <a:pt x="260467" y="71455"/>
                  <a:pt x="255037" y="64723"/>
                </a:cubicBezTo>
                <a:cubicBezTo>
                  <a:pt x="249606" y="57991"/>
                  <a:pt x="242067" y="54625"/>
                  <a:pt x="232420" y="54625"/>
                </a:cubicBezTo>
                <a:cubicBezTo>
                  <a:pt x="222645" y="54625"/>
                  <a:pt x="215058" y="57991"/>
                  <a:pt x="209660" y="64723"/>
                </a:cubicBezTo>
                <a:cubicBezTo>
                  <a:pt x="204261" y="71455"/>
                  <a:pt x="201562" y="81745"/>
                  <a:pt x="201562" y="95593"/>
                </a:cubicBezTo>
                <a:cubicBezTo>
                  <a:pt x="201562" y="108994"/>
                  <a:pt x="204277" y="119156"/>
                  <a:pt x="209708" y="126080"/>
                </a:cubicBezTo>
                <a:cubicBezTo>
                  <a:pt x="215138" y="133004"/>
                  <a:pt x="222709" y="136466"/>
                  <a:pt x="232420" y="136466"/>
                </a:cubicBezTo>
                <a:cubicBezTo>
                  <a:pt x="242003" y="136466"/>
                  <a:pt x="249526" y="133036"/>
                  <a:pt x="254989" y="126176"/>
                </a:cubicBezTo>
                <a:cubicBezTo>
                  <a:pt x="260451" y="119316"/>
                  <a:pt x="263183" y="109122"/>
                  <a:pt x="263183" y="95593"/>
                </a:cubicBezTo>
                <a:close/>
                <a:moveTo>
                  <a:pt x="396761" y="149116"/>
                </a:moveTo>
                <a:lnTo>
                  <a:pt x="378744" y="149116"/>
                </a:lnTo>
                <a:lnTo>
                  <a:pt x="378744" y="137963"/>
                </a:lnTo>
                <a:cubicBezTo>
                  <a:pt x="373569" y="142448"/>
                  <a:pt x="368171" y="145938"/>
                  <a:pt x="362548" y="148436"/>
                </a:cubicBezTo>
                <a:cubicBezTo>
                  <a:pt x="356926" y="150934"/>
                  <a:pt x="350825" y="152183"/>
                  <a:pt x="344244" y="152183"/>
                </a:cubicBezTo>
                <a:cubicBezTo>
                  <a:pt x="331467" y="152183"/>
                  <a:pt x="321324" y="147251"/>
                  <a:pt x="313817" y="137388"/>
                </a:cubicBezTo>
                <a:cubicBezTo>
                  <a:pt x="306310" y="127524"/>
                  <a:pt x="302557" y="113848"/>
                  <a:pt x="302557" y="96363"/>
                </a:cubicBezTo>
                <a:cubicBezTo>
                  <a:pt x="302557" y="87267"/>
                  <a:pt x="303851" y="79164"/>
                  <a:pt x="306438" y="72054"/>
                </a:cubicBezTo>
                <a:cubicBezTo>
                  <a:pt x="309026" y="64945"/>
                  <a:pt x="312524" y="58892"/>
                  <a:pt x="316932" y="53897"/>
                </a:cubicBezTo>
                <a:cubicBezTo>
                  <a:pt x="321276" y="49029"/>
                  <a:pt x="326340" y="45315"/>
                  <a:pt x="332121" y="42753"/>
                </a:cubicBezTo>
                <a:cubicBezTo>
                  <a:pt x="337903" y="40190"/>
                  <a:pt x="343893" y="38908"/>
                  <a:pt x="350090" y="38908"/>
                </a:cubicBezTo>
                <a:cubicBezTo>
                  <a:pt x="355712" y="38908"/>
                  <a:pt x="360696" y="39501"/>
                  <a:pt x="365040" y="40687"/>
                </a:cubicBezTo>
                <a:cubicBezTo>
                  <a:pt x="369384" y="41871"/>
                  <a:pt x="373953" y="43712"/>
                  <a:pt x="378744" y="46209"/>
                </a:cubicBezTo>
                <a:lnTo>
                  <a:pt x="378744" y="0"/>
                </a:lnTo>
                <a:lnTo>
                  <a:pt x="396761" y="0"/>
                </a:lnTo>
                <a:lnTo>
                  <a:pt x="396761" y="149116"/>
                </a:lnTo>
                <a:moveTo>
                  <a:pt x="378744" y="122762"/>
                </a:moveTo>
                <a:lnTo>
                  <a:pt x="378744" y="61333"/>
                </a:lnTo>
                <a:cubicBezTo>
                  <a:pt x="373889" y="59161"/>
                  <a:pt x="369544" y="57659"/>
                  <a:pt x="365711" y="56829"/>
                </a:cubicBezTo>
                <a:cubicBezTo>
                  <a:pt x="361878" y="55998"/>
                  <a:pt x="357693" y="55583"/>
                  <a:pt x="353157" y="55583"/>
                </a:cubicBezTo>
                <a:cubicBezTo>
                  <a:pt x="343062" y="55583"/>
                  <a:pt x="335204" y="59097"/>
                  <a:pt x="329582" y="66125"/>
                </a:cubicBezTo>
                <a:cubicBezTo>
                  <a:pt x="323960" y="73152"/>
                  <a:pt x="321149" y="83119"/>
                  <a:pt x="321149" y="96025"/>
                </a:cubicBezTo>
                <a:cubicBezTo>
                  <a:pt x="321149" y="108738"/>
                  <a:pt x="323321" y="118401"/>
                  <a:pt x="327665" y="125014"/>
                </a:cubicBezTo>
                <a:cubicBezTo>
                  <a:pt x="332010" y="131626"/>
                  <a:pt x="338974" y="134933"/>
                  <a:pt x="348557" y="134933"/>
                </a:cubicBezTo>
                <a:cubicBezTo>
                  <a:pt x="353668" y="134933"/>
                  <a:pt x="358843" y="133799"/>
                  <a:pt x="364082" y="131531"/>
                </a:cubicBezTo>
                <a:cubicBezTo>
                  <a:pt x="369321" y="129263"/>
                  <a:pt x="374208" y="126340"/>
                  <a:pt x="378744" y="122762"/>
                </a:cubicBezTo>
                <a:close/>
                <a:moveTo>
                  <a:pt x="522206" y="97366"/>
                </a:moveTo>
                <a:lnTo>
                  <a:pt x="443335" y="97366"/>
                </a:lnTo>
                <a:cubicBezTo>
                  <a:pt x="443335" y="103963"/>
                  <a:pt x="444326" y="109711"/>
                  <a:pt x="446306" y="114610"/>
                </a:cubicBezTo>
                <a:cubicBezTo>
                  <a:pt x="448287" y="119510"/>
                  <a:pt x="451002" y="123529"/>
                  <a:pt x="454452" y="126667"/>
                </a:cubicBezTo>
                <a:cubicBezTo>
                  <a:pt x="457774" y="129742"/>
                  <a:pt x="461719" y="132048"/>
                  <a:pt x="466287" y="133585"/>
                </a:cubicBezTo>
                <a:cubicBezTo>
                  <a:pt x="470855" y="135122"/>
                  <a:pt x="475887" y="135891"/>
                  <a:pt x="481381" y="135891"/>
                </a:cubicBezTo>
                <a:cubicBezTo>
                  <a:pt x="488664" y="135891"/>
                  <a:pt x="495995" y="134427"/>
                  <a:pt x="503375" y="131498"/>
                </a:cubicBezTo>
                <a:cubicBezTo>
                  <a:pt x="510754" y="128569"/>
                  <a:pt x="516009" y="125689"/>
                  <a:pt x="519139" y="122858"/>
                </a:cubicBezTo>
                <a:lnTo>
                  <a:pt x="520097" y="122858"/>
                </a:lnTo>
                <a:lnTo>
                  <a:pt x="520097" y="142569"/>
                </a:lnTo>
                <a:cubicBezTo>
                  <a:pt x="514028" y="145133"/>
                  <a:pt x="507831" y="147280"/>
                  <a:pt x="501506" y="149011"/>
                </a:cubicBezTo>
                <a:cubicBezTo>
                  <a:pt x="495181" y="150742"/>
                  <a:pt x="488537" y="151608"/>
                  <a:pt x="481573" y="151608"/>
                </a:cubicBezTo>
                <a:cubicBezTo>
                  <a:pt x="463812" y="151608"/>
                  <a:pt x="449948" y="146792"/>
                  <a:pt x="439981" y="137161"/>
                </a:cubicBezTo>
                <a:cubicBezTo>
                  <a:pt x="430015" y="127530"/>
                  <a:pt x="425031" y="113849"/>
                  <a:pt x="425031" y="96120"/>
                </a:cubicBezTo>
                <a:cubicBezTo>
                  <a:pt x="425031" y="78587"/>
                  <a:pt x="429807" y="64668"/>
                  <a:pt x="439358" y="54364"/>
                </a:cubicBezTo>
                <a:cubicBezTo>
                  <a:pt x="448910" y="44060"/>
                  <a:pt x="461480" y="38908"/>
                  <a:pt x="477069" y="38908"/>
                </a:cubicBezTo>
                <a:cubicBezTo>
                  <a:pt x="491507" y="38908"/>
                  <a:pt x="502640" y="43132"/>
                  <a:pt x="510466" y="51579"/>
                </a:cubicBezTo>
                <a:cubicBezTo>
                  <a:pt x="518293" y="60026"/>
                  <a:pt x="522206" y="72025"/>
                  <a:pt x="522206" y="87576"/>
                </a:cubicBezTo>
                <a:lnTo>
                  <a:pt x="522206" y="97366"/>
                </a:lnTo>
                <a:moveTo>
                  <a:pt x="504668" y="83566"/>
                </a:moveTo>
                <a:cubicBezTo>
                  <a:pt x="504604" y="74111"/>
                  <a:pt x="502225" y="66795"/>
                  <a:pt x="497529" y="61621"/>
                </a:cubicBezTo>
                <a:cubicBezTo>
                  <a:pt x="492833" y="56446"/>
                  <a:pt x="485693" y="53858"/>
                  <a:pt x="476110" y="53858"/>
                </a:cubicBezTo>
                <a:cubicBezTo>
                  <a:pt x="466463" y="53858"/>
                  <a:pt x="458780" y="56701"/>
                  <a:pt x="453062" y="62387"/>
                </a:cubicBezTo>
                <a:cubicBezTo>
                  <a:pt x="447344" y="68073"/>
                  <a:pt x="444102" y="75133"/>
                  <a:pt x="443335" y="83566"/>
                </a:cubicBezTo>
                <a:lnTo>
                  <a:pt x="504668" y="83566"/>
                </a:lnTo>
                <a:close/>
                <a:moveTo>
                  <a:pt x="567752" y="149116"/>
                </a:moveTo>
                <a:lnTo>
                  <a:pt x="549735" y="149116"/>
                </a:lnTo>
                <a:lnTo>
                  <a:pt x="549735" y="0"/>
                </a:lnTo>
                <a:lnTo>
                  <a:pt x="567752" y="0"/>
                </a:lnTo>
                <a:lnTo>
                  <a:pt x="567752" y="149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Taskvector">
            <a:extLst xmlns:a="http://schemas.openxmlformats.org/drawingml/2006/main">
              <a:ext uri="{FF2B5EF4-FFF2-40B4-BE49-F238E27FC236}">
                <a16:creationId xmlns:a16="http://schemas.microsoft.com/office/drawing/2014/main" id="{F269F4E9-BA50-41BD-BC11-F3432715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324" y="4292783"/>
            <a:ext cx="1142724" cy="152183"/>
          </a:xfrm>
          <a:custGeom xmlns:a="http://schemas.openxmlformats.org/drawingml/2006/main">
            <a:pathLst>
              <a:path w="1142724" h="152183">
                <a:moveTo>
                  <a:pt x="120941" y="23192"/>
                </a:moveTo>
                <a:lnTo>
                  <a:pt x="69958" y="23192"/>
                </a:lnTo>
                <a:lnTo>
                  <a:pt x="69958" y="149116"/>
                </a:lnTo>
                <a:lnTo>
                  <a:pt x="50983" y="149116"/>
                </a:lnTo>
                <a:lnTo>
                  <a:pt x="50983" y="23192"/>
                </a:lnTo>
                <a:lnTo>
                  <a:pt x="0" y="23192"/>
                </a:lnTo>
                <a:lnTo>
                  <a:pt x="0" y="6325"/>
                </a:lnTo>
                <a:lnTo>
                  <a:pt x="120941" y="6325"/>
                </a:lnTo>
                <a:lnTo>
                  <a:pt x="120941" y="23192"/>
                </a:lnTo>
                <a:close/>
                <a:moveTo>
                  <a:pt x="221943" y="149116"/>
                </a:moveTo>
                <a:lnTo>
                  <a:pt x="204022" y="149116"/>
                </a:lnTo>
                <a:lnTo>
                  <a:pt x="204022" y="137790"/>
                </a:lnTo>
                <a:cubicBezTo>
                  <a:pt x="202425" y="138878"/>
                  <a:pt x="200268" y="140397"/>
                  <a:pt x="197553" y="142348"/>
                </a:cubicBezTo>
                <a:cubicBezTo>
                  <a:pt x="194838" y="144298"/>
                  <a:pt x="192202" y="145850"/>
                  <a:pt x="189647" y="147002"/>
                </a:cubicBezTo>
                <a:cubicBezTo>
                  <a:pt x="186644" y="148473"/>
                  <a:pt x="183194" y="149704"/>
                  <a:pt x="179297" y="150694"/>
                </a:cubicBezTo>
                <a:cubicBezTo>
                  <a:pt x="175400" y="151686"/>
                  <a:pt x="170832" y="152183"/>
                  <a:pt x="165593" y="152183"/>
                </a:cubicBezTo>
                <a:cubicBezTo>
                  <a:pt x="155946" y="152183"/>
                  <a:pt x="147768" y="148984"/>
                  <a:pt x="141060" y="142587"/>
                </a:cubicBezTo>
                <a:cubicBezTo>
                  <a:pt x="134351" y="136190"/>
                  <a:pt x="130997" y="128034"/>
                  <a:pt x="130997" y="118117"/>
                </a:cubicBezTo>
                <a:cubicBezTo>
                  <a:pt x="130997" y="109993"/>
                  <a:pt x="132738" y="103421"/>
                  <a:pt x="136220" y="98399"/>
                </a:cubicBezTo>
                <a:cubicBezTo>
                  <a:pt x="139702" y="93376"/>
                  <a:pt x="144669" y="89426"/>
                  <a:pt x="151122" y="86549"/>
                </a:cubicBezTo>
                <a:cubicBezTo>
                  <a:pt x="157639" y="83670"/>
                  <a:pt x="165465" y="81718"/>
                  <a:pt x="174601" y="80694"/>
                </a:cubicBezTo>
                <a:cubicBezTo>
                  <a:pt x="183737" y="79670"/>
                  <a:pt x="193544" y="78902"/>
                  <a:pt x="204022" y="78391"/>
                </a:cubicBezTo>
                <a:lnTo>
                  <a:pt x="204022" y="75588"/>
                </a:lnTo>
                <a:cubicBezTo>
                  <a:pt x="204022" y="71465"/>
                  <a:pt x="203303" y="68051"/>
                  <a:pt x="201866" y="65346"/>
                </a:cubicBezTo>
                <a:cubicBezTo>
                  <a:pt x="200428" y="62641"/>
                  <a:pt x="198368" y="60514"/>
                  <a:pt x="195684" y="58967"/>
                </a:cubicBezTo>
                <a:cubicBezTo>
                  <a:pt x="193129" y="57486"/>
                  <a:pt x="190062" y="56487"/>
                  <a:pt x="186484" y="55972"/>
                </a:cubicBezTo>
                <a:cubicBezTo>
                  <a:pt x="182907" y="55457"/>
                  <a:pt x="179169" y="55200"/>
                  <a:pt x="175272" y="55200"/>
                </a:cubicBezTo>
                <a:cubicBezTo>
                  <a:pt x="170544" y="55200"/>
                  <a:pt x="165273" y="55840"/>
                  <a:pt x="159460" y="57119"/>
                </a:cubicBezTo>
                <a:cubicBezTo>
                  <a:pt x="153646" y="58397"/>
                  <a:pt x="147640" y="60249"/>
                  <a:pt x="141443" y="62675"/>
                </a:cubicBezTo>
                <a:lnTo>
                  <a:pt x="140485" y="62675"/>
                </a:lnTo>
                <a:lnTo>
                  <a:pt x="140485" y="44371"/>
                </a:lnTo>
                <a:cubicBezTo>
                  <a:pt x="143998" y="43412"/>
                  <a:pt x="149078" y="42358"/>
                  <a:pt x="155722" y="41208"/>
                </a:cubicBezTo>
                <a:cubicBezTo>
                  <a:pt x="162366" y="40058"/>
                  <a:pt x="168915" y="39483"/>
                  <a:pt x="175368" y="39483"/>
                </a:cubicBezTo>
                <a:cubicBezTo>
                  <a:pt x="182907" y="39483"/>
                  <a:pt x="189471" y="40106"/>
                  <a:pt x="195061" y="41352"/>
                </a:cubicBezTo>
                <a:cubicBezTo>
                  <a:pt x="200652" y="42598"/>
                  <a:pt x="205491" y="44722"/>
                  <a:pt x="209580" y="47725"/>
                </a:cubicBezTo>
                <a:cubicBezTo>
                  <a:pt x="213605" y="50664"/>
                  <a:pt x="216672" y="54465"/>
                  <a:pt x="218780" y="59129"/>
                </a:cubicBezTo>
                <a:cubicBezTo>
                  <a:pt x="220888" y="63793"/>
                  <a:pt x="221943" y="69575"/>
                  <a:pt x="221943" y="76475"/>
                </a:cubicBezTo>
                <a:lnTo>
                  <a:pt x="221943" y="149116"/>
                </a:lnTo>
                <a:moveTo>
                  <a:pt x="204022" y="122897"/>
                </a:moveTo>
                <a:lnTo>
                  <a:pt x="204022" y="92958"/>
                </a:lnTo>
                <a:cubicBezTo>
                  <a:pt x="198527" y="93279"/>
                  <a:pt x="192059" y="93761"/>
                  <a:pt x="184616" y="94404"/>
                </a:cubicBezTo>
                <a:cubicBezTo>
                  <a:pt x="177173" y="95045"/>
                  <a:pt x="171279" y="95975"/>
                  <a:pt x="166934" y="97192"/>
                </a:cubicBezTo>
                <a:cubicBezTo>
                  <a:pt x="161760" y="98670"/>
                  <a:pt x="157575" y="100965"/>
                  <a:pt x="154380" y="104077"/>
                </a:cubicBezTo>
                <a:cubicBezTo>
                  <a:pt x="151186" y="107190"/>
                  <a:pt x="149589" y="111474"/>
                  <a:pt x="149589" y="116928"/>
                </a:cubicBezTo>
                <a:cubicBezTo>
                  <a:pt x="149589" y="123089"/>
                  <a:pt x="151442" y="127726"/>
                  <a:pt x="155147" y="130839"/>
                </a:cubicBezTo>
                <a:cubicBezTo>
                  <a:pt x="158853" y="133951"/>
                  <a:pt x="164507" y="135508"/>
                  <a:pt x="172109" y="135508"/>
                </a:cubicBezTo>
                <a:cubicBezTo>
                  <a:pt x="178434" y="135508"/>
                  <a:pt x="184216" y="134273"/>
                  <a:pt x="189455" y="131803"/>
                </a:cubicBezTo>
                <a:cubicBezTo>
                  <a:pt x="194694" y="129331"/>
                  <a:pt x="199550" y="126363"/>
                  <a:pt x="204022" y="122897"/>
                </a:cubicBezTo>
                <a:close/>
                <a:moveTo>
                  <a:pt x="332994" y="118192"/>
                </a:moveTo>
                <a:cubicBezTo>
                  <a:pt x="332994" y="127959"/>
                  <a:pt x="328953" y="135970"/>
                  <a:pt x="320871" y="142225"/>
                </a:cubicBezTo>
                <a:cubicBezTo>
                  <a:pt x="312789" y="148480"/>
                  <a:pt x="301752" y="151608"/>
                  <a:pt x="287760" y="151608"/>
                </a:cubicBezTo>
                <a:cubicBezTo>
                  <a:pt x="279838" y="151608"/>
                  <a:pt x="272571" y="150662"/>
                  <a:pt x="265958" y="148772"/>
                </a:cubicBezTo>
                <a:cubicBezTo>
                  <a:pt x="259346" y="146881"/>
                  <a:pt x="253804" y="144813"/>
                  <a:pt x="249331" y="142569"/>
                </a:cubicBezTo>
                <a:lnTo>
                  <a:pt x="249331" y="122283"/>
                </a:lnTo>
                <a:lnTo>
                  <a:pt x="250290" y="122283"/>
                </a:lnTo>
                <a:cubicBezTo>
                  <a:pt x="255976" y="126621"/>
                  <a:pt x="262301" y="130070"/>
                  <a:pt x="269265" y="132630"/>
                </a:cubicBezTo>
                <a:cubicBezTo>
                  <a:pt x="276229" y="135187"/>
                  <a:pt x="282905" y="136466"/>
                  <a:pt x="289294" y="136466"/>
                </a:cubicBezTo>
                <a:cubicBezTo>
                  <a:pt x="297216" y="136466"/>
                  <a:pt x="303413" y="135183"/>
                  <a:pt x="307885" y="132618"/>
                </a:cubicBezTo>
                <a:cubicBezTo>
                  <a:pt x="312358" y="130050"/>
                  <a:pt x="314594" y="126007"/>
                  <a:pt x="314594" y="120489"/>
                </a:cubicBezTo>
                <a:cubicBezTo>
                  <a:pt x="314594" y="116276"/>
                  <a:pt x="313380" y="113085"/>
                  <a:pt x="310952" y="110915"/>
                </a:cubicBezTo>
                <a:cubicBezTo>
                  <a:pt x="308524" y="108744"/>
                  <a:pt x="303860" y="106893"/>
                  <a:pt x="296960" y="105359"/>
                </a:cubicBezTo>
                <a:cubicBezTo>
                  <a:pt x="294405" y="104786"/>
                  <a:pt x="291067" y="104116"/>
                  <a:pt x="286946" y="103350"/>
                </a:cubicBezTo>
                <a:cubicBezTo>
                  <a:pt x="282825" y="102583"/>
                  <a:pt x="279072" y="101754"/>
                  <a:pt x="275685" y="100861"/>
                </a:cubicBezTo>
                <a:cubicBezTo>
                  <a:pt x="266294" y="98371"/>
                  <a:pt x="259633" y="94717"/>
                  <a:pt x="255704" y="89897"/>
                </a:cubicBezTo>
                <a:cubicBezTo>
                  <a:pt x="251775" y="85078"/>
                  <a:pt x="249811" y="79157"/>
                  <a:pt x="249811" y="72135"/>
                </a:cubicBezTo>
                <a:cubicBezTo>
                  <a:pt x="249811" y="67731"/>
                  <a:pt x="250721" y="63582"/>
                  <a:pt x="252542" y="59689"/>
                </a:cubicBezTo>
                <a:cubicBezTo>
                  <a:pt x="254363" y="55794"/>
                  <a:pt x="257126" y="52314"/>
                  <a:pt x="260831" y="49249"/>
                </a:cubicBezTo>
                <a:cubicBezTo>
                  <a:pt x="264409" y="46250"/>
                  <a:pt x="268961" y="43873"/>
                  <a:pt x="274488" y="42119"/>
                </a:cubicBezTo>
                <a:cubicBezTo>
                  <a:pt x="280014" y="40362"/>
                  <a:pt x="286195" y="39483"/>
                  <a:pt x="293031" y="39483"/>
                </a:cubicBezTo>
                <a:cubicBezTo>
                  <a:pt x="299420" y="39483"/>
                  <a:pt x="305889" y="40263"/>
                  <a:pt x="312437" y="41822"/>
                </a:cubicBezTo>
                <a:cubicBezTo>
                  <a:pt x="318986" y="43381"/>
                  <a:pt x="324432" y="45276"/>
                  <a:pt x="328777" y="47506"/>
                </a:cubicBezTo>
                <a:lnTo>
                  <a:pt x="328777" y="66700"/>
                </a:lnTo>
                <a:lnTo>
                  <a:pt x="327819" y="66700"/>
                </a:lnTo>
                <a:cubicBezTo>
                  <a:pt x="323219" y="63314"/>
                  <a:pt x="317628" y="60455"/>
                  <a:pt x="311048" y="58123"/>
                </a:cubicBezTo>
                <a:cubicBezTo>
                  <a:pt x="304467" y="55791"/>
                  <a:pt x="298015" y="54625"/>
                  <a:pt x="291690" y="54625"/>
                </a:cubicBezTo>
                <a:cubicBezTo>
                  <a:pt x="285109" y="54625"/>
                  <a:pt x="279551" y="55893"/>
                  <a:pt x="275015" y="58428"/>
                </a:cubicBezTo>
                <a:cubicBezTo>
                  <a:pt x="270479" y="60964"/>
                  <a:pt x="268211" y="64734"/>
                  <a:pt x="268211" y="69739"/>
                </a:cubicBezTo>
                <a:cubicBezTo>
                  <a:pt x="268211" y="74144"/>
                  <a:pt x="269584" y="77463"/>
                  <a:pt x="272331" y="79697"/>
                </a:cubicBezTo>
                <a:cubicBezTo>
                  <a:pt x="275015" y="81931"/>
                  <a:pt x="279359" y="83751"/>
                  <a:pt x="285365" y="85156"/>
                </a:cubicBezTo>
                <a:cubicBezTo>
                  <a:pt x="288687" y="85923"/>
                  <a:pt x="292408" y="86690"/>
                  <a:pt x="296529" y="87456"/>
                </a:cubicBezTo>
                <a:cubicBezTo>
                  <a:pt x="300650" y="88221"/>
                  <a:pt x="304084" y="88923"/>
                  <a:pt x="306831" y="89562"/>
                </a:cubicBezTo>
                <a:cubicBezTo>
                  <a:pt x="315201" y="91476"/>
                  <a:pt x="321653" y="94764"/>
                  <a:pt x="326189" y="99424"/>
                </a:cubicBezTo>
                <a:cubicBezTo>
                  <a:pt x="330725" y="104147"/>
                  <a:pt x="332994" y="110403"/>
                  <a:pt x="332994" y="118192"/>
                </a:cubicBezTo>
                <a:close/>
                <a:moveTo>
                  <a:pt x="455915" y="149116"/>
                </a:moveTo>
                <a:lnTo>
                  <a:pt x="432149" y="149116"/>
                </a:lnTo>
                <a:lnTo>
                  <a:pt x="389216" y="102212"/>
                </a:lnTo>
                <a:lnTo>
                  <a:pt x="377524" y="113337"/>
                </a:lnTo>
                <a:lnTo>
                  <a:pt x="377524" y="149116"/>
                </a:lnTo>
                <a:lnTo>
                  <a:pt x="359508" y="149116"/>
                </a:lnTo>
                <a:lnTo>
                  <a:pt x="359508" y="0"/>
                </a:lnTo>
                <a:lnTo>
                  <a:pt x="377524" y="0"/>
                </a:lnTo>
                <a:lnTo>
                  <a:pt x="377524" y="95593"/>
                </a:lnTo>
                <a:lnTo>
                  <a:pt x="429561" y="41975"/>
                </a:lnTo>
                <a:lnTo>
                  <a:pt x="452274" y="41975"/>
                </a:lnTo>
                <a:lnTo>
                  <a:pt x="402536" y="91469"/>
                </a:lnTo>
                <a:lnTo>
                  <a:pt x="455915" y="149116"/>
                </a:lnTo>
                <a:close/>
                <a:moveTo>
                  <a:pt x="636132" y="41975"/>
                </a:moveTo>
                <a:lnTo>
                  <a:pt x="592816" y="149116"/>
                </a:lnTo>
                <a:lnTo>
                  <a:pt x="574704" y="149116"/>
                </a:lnTo>
                <a:lnTo>
                  <a:pt x="531675" y="41975"/>
                </a:lnTo>
                <a:lnTo>
                  <a:pt x="551225" y="41975"/>
                </a:lnTo>
                <a:lnTo>
                  <a:pt x="584383" y="127245"/>
                </a:lnTo>
                <a:lnTo>
                  <a:pt x="617253" y="41975"/>
                </a:lnTo>
                <a:lnTo>
                  <a:pt x="636132" y="41975"/>
                </a:lnTo>
                <a:close/>
                <a:moveTo>
                  <a:pt x="749285" y="97366"/>
                </a:moveTo>
                <a:lnTo>
                  <a:pt x="670415" y="97366"/>
                </a:lnTo>
                <a:cubicBezTo>
                  <a:pt x="670415" y="103963"/>
                  <a:pt x="671405" y="109711"/>
                  <a:pt x="673386" y="114610"/>
                </a:cubicBezTo>
                <a:cubicBezTo>
                  <a:pt x="675366" y="119510"/>
                  <a:pt x="678082" y="123529"/>
                  <a:pt x="681531" y="126667"/>
                </a:cubicBezTo>
                <a:cubicBezTo>
                  <a:pt x="684854" y="129742"/>
                  <a:pt x="688799" y="132048"/>
                  <a:pt x="693367" y="133585"/>
                </a:cubicBezTo>
                <a:cubicBezTo>
                  <a:pt x="697935" y="135122"/>
                  <a:pt x="702966" y="135891"/>
                  <a:pt x="708461" y="135891"/>
                </a:cubicBezTo>
                <a:cubicBezTo>
                  <a:pt x="715744" y="135891"/>
                  <a:pt x="723075" y="134427"/>
                  <a:pt x="730454" y="131498"/>
                </a:cubicBezTo>
                <a:cubicBezTo>
                  <a:pt x="737833" y="128569"/>
                  <a:pt x="743088" y="125689"/>
                  <a:pt x="746219" y="122858"/>
                </a:cubicBezTo>
                <a:lnTo>
                  <a:pt x="747177" y="122858"/>
                </a:lnTo>
                <a:lnTo>
                  <a:pt x="747177" y="142569"/>
                </a:lnTo>
                <a:cubicBezTo>
                  <a:pt x="741108" y="145133"/>
                  <a:pt x="734910" y="147280"/>
                  <a:pt x="728585" y="149011"/>
                </a:cubicBezTo>
                <a:cubicBezTo>
                  <a:pt x="722260" y="150742"/>
                  <a:pt x="715616" y="151608"/>
                  <a:pt x="708652" y="151608"/>
                </a:cubicBezTo>
                <a:cubicBezTo>
                  <a:pt x="690891" y="151608"/>
                  <a:pt x="677027" y="146792"/>
                  <a:pt x="667061" y="137161"/>
                </a:cubicBezTo>
                <a:cubicBezTo>
                  <a:pt x="657094" y="127530"/>
                  <a:pt x="652111" y="113849"/>
                  <a:pt x="652111" y="96120"/>
                </a:cubicBezTo>
                <a:cubicBezTo>
                  <a:pt x="652111" y="78587"/>
                  <a:pt x="656886" y="64668"/>
                  <a:pt x="666438" y="54364"/>
                </a:cubicBezTo>
                <a:cubicBezTo>
                  <a:pt x="675989" y="44060"/>
                  <a:pt x="688559" y="38908"/>
                  <a:pt x="704148" y="38908"/>
                </a:cubicBezTo>
                <a:cubicBezTo>
                  <a:pt x="718587" y="38908"/>
                  <a:pt x="729719" y="43132"/>
                  <a:pt x="737546" y="51579"/>
                </a:cubicBezTo>
                <a:cubicBezTo>
                  <a:pt x="745372" y="60026"/>
                  <a:pt x="749285" y="72025"/>
                  <a:pt x="749285" y="87576"/>
                </a:cubicBezTo>
                <a:lnTo>
                  <a:pt x="749285" y="97366"/>
                </a:lnTo>
                <a:moveTo>
                  <a:pt x="731748" y="83566"/>
                </a:moveTo>
                <a:cubicBezTo>
                  <a:pt x="731684" y="74111"/>
                  <a:pt x="729304" y="66795"/>
                  <a:pt x="724608" y="61621"/>
                </a:cubicBezTo>
                <a:cubicBezTo>
                  <a:pt x="719913" y="56446"/>
                  <a:pt x="712773" y="53858"/>
                  <a:pt x="703190" y="53858"/>
                </a:cubicBezTo>
                <a:cubicBezTo>
                  <a:pt x="693543" y="53858"/>
                  <a:pt x="685860" y="56701"/>
                  <a:pt x="680142" y="62387"/>
                </a:cubicBezTo>
                <a:cubicBezTo>
                  <a:pt x="674424" y="68073"/>
                  <a:pt x="671182" y="75133"/>
                  <a:pt x="670415" y="83566"/>
                </a:cubicBezTo>
                <a:lnTo>
                  <a:pt x="731748" y="83566"/>
                </a:lnTo>
                <a:close/>
                <a:moveTo>
                  <a:pt x="855781" y="142503"/>
                </a:moveTo>
                <a:cubicBezTo>
                  <a:pt x="849776" y="145378"/>
                  <a:pt x="844074" y="147615"/>
                  <a:pt x="838675" y="149212"/>
                </a:cubicBezTo>
                <a:cubicBezTo>
                  <a:pt x="833277" y="150809"/>
                  <a:pt x="827543" y="151608"/>
                  <a:pt x="821473" y="151608"/>
                </a:cubicBezTo>
                <a:cubicBezTo>
                  <a:pt x="813743" y="151608"/>
                  <a:pt x="806651" y="150472"/>
                  <a:pt x="800198" y="148200"/>
                </a:cubicBezTo>
                <a:cubicBezTo>
                  <a:pt x="793745" y="145927"/>
                  <a:pt x="788219" y="142487"/>
                  <a:pt x="783619" y="137880"/>
                </a:cubicBezTo>
                <a:cubicBezTo>
                  <a:pt x="778955" y="133272"/>
                  <a:pt x="775346" y="127448"/>
                  <a:pt x="772790" y="120408"/>
                </a:cubicBezTo>
                <a:cubicBezTo>
                  <a:pt x="770234" y="113368"/>
                  <a:pt x="768957" y="105145"/>
                  <a:pt x="768957" y="95737"/>
                </a:cubicBezTo>
                <a:cubicBezTo>
                  <a:pt x="768957" y="78202"/>
                  <a:pt x="773764" y="64443"/>
                  <a:pt x="783380" y="54460"/>
                </a:cubicBezTo>
                <a:cubicBezTo>
                  <a:pt x="792995" y="44475"/>
                  <a:pt x="805693" y="39483"/>
                  <a:pt x="821473" y="39483"/>
                </a:cubicBezTo>
                <a:cubicBezTo>
                  <a:pt x="827606" y="39483"/>
                  <a:pt x="833628" y="40346"/>
                  <a:pt x="839538" y="42071"/>
                </a:cubicBezTo>
                <a:cubicBezTo>
                  <a:pt x="845447" y="43796"/>
                  <a:pt x="850862" y="45904"/>
                  <a:pt x="855781" y="48396"/>
                </a:cubicBezTo>
                <a:lnTo>
                  <a:pt x="855781" y="68425"/>
                </a:lnTo>
                <a:lnTo>
                  <a:pt x="854823" y="68425"/>
                </a:lnTo>
                <a:cubicBezTo>
                  <a:pt x="849329" y="64174"/>
                  <a:pt x="843658" y="60908"/>
                  <a:pt x="837813" y="58626"/>
                </a:cubicBezTo>
                <a:cubicBezTo>
                  <a:pt x="831967" y="56342"/>
                  <a:pt x="826265" y="55200"/>
                  <a:pt x="820706" y="55200"/>
                </a:cubicBezTo>
                <a:cubicBezTo>
                  <a:pt x="810484" y="55200"/>
                  <a:pt x="802418" y="58634"/>
                  <a:pt x="796509" y="65502"/>
                </a:cubicBezTo>
                <a:cubicBezTo>
                  <a:pt x="790599" y="72370"/>
                  <a:pt x="787644" y="82448"/>
                  <a:pt x="787644" y="95737"/>
                </a:cubicBezTo>
                <a:cubicBezTo>
                  <a:pt x="787644" y="108642"/>
                  <a:pt x="790535" y="118561"/>
                  <a:pt x="796317" y="125493"/>
                </a:cubicBezTo>
                <a:cubicBezTo>
                  <a:pt x="802099" y="132425"/>
                  <a:pt x="810229" y="135891"/>
                  <a:pt x="820706" y="135891"/>
                </a:cubicBezTo>
                <a:cubicBezTo>
                  <a:pt x="824348" y="135891"/>
                  <a:pt x="828054" y="135416"/>
                  <a:pt x="831823" y="134465"/>
                </a:cubicBezTo>
                <a:cubicBezTo>
                  <a:pt x="835593" y="133513"/>
                  <a:pt x="838979" y="132275"/>
                  <a:pt x="841981" y="130752"/>
                </a:cubicBezTo>
                <a:cubicBezTo>
                  <a:pt x="844601" y="129420"/>
                  <a:pt x="847060" y="128010"/>
                  <a:pt x="849360" y="126520"/>
                </a:cubicBezTo>
                <a:cubicBezTo>
                  <a:pt x="851660" y="125029"/>
                  <a:pt x="853481" y="123744"/>
                  <a:pt x="854823" y="122666"/>
                </a:cubicBezTo>
                <a:lnTo>
                  <a:pt x="855781" y="122666"/>
                </a:lnTo>
                <a:lnTo>
                  <a:pt x="855781" y="142503"/>
                </a:lnTo>
                <a:close/>
                <a:moveTo>
                  <a:pt x="934428" y="148173"/>
                </a:moveTo>
                <a:cubicBezTo>
                  <a:pt x="931042" y="149063"/>
                  <a:pt x="927352" y="149794"/>
                  <a:pt x="923359" y="150365"/>
                </a:cubicBezTo>
                <a:cubicBezTo>
                  <a:pt x="919366" y="150938"/>
                  <a:pt x="915804" y="151224"/>
                  <a:pt x="912674" y="151224"/>
                </a:cubicBezTo>
                <a:cubicBezTo>
                  <a:pt x="901749" y="151224"/>
                  <a:pt x="893443" y="148282"/>
                  <a:pt x="887757" y="142399"/>
                </a:cubicBezTo>
                <a:cubicBezTo>
                  <a:pt x="882071" y="136515"/>
                  <a:pt x="879228" y="127081"/>
                  <a:pt x="879228" y="114098"/>
                </a:cubicBezTo>
                <a:lnTo>
                  <a:pt x="879228" y="57116"/>
                </a:lnTo>
                <a:lnTo>
                  <a:pt x="867057" y="57116"/>
                </a:lnTo>
                <a:lnTo>
                  <a:pt x="867057" y="41975"/>
                </a:lnTo>
                <a:lnTo>
                  <a:pt x="879228" y="41975"/>
                </a:lnTo>
                <a:lnTo>
                  <a:pt x="879228" y="11117"/>
                </a:lnTo>
                <a:lnTo>
                  <a:pt x="897245" y="11117"/>
                </a:lnTo>
                <a:lnTo>
                  <a:pt x="897245" y="41975"/>
                </a:lnTo>
                <a:lnTo>
                  <a:pt x="934428" y="41975"/>
                </a:lnTo>
                <a:lnTo>
                  <a:pt x="934428" y="57116"/>
                </a:lnTo>
                <a:lnTo>
                  <a:pt x="897245" y="57116"/>
                </a:lnTo>
                <a:lnTo>
                  <a:pt x="897245" y="106015"/>
                </a:lnTo>
                <a:cubicBezTo>
                  <a:pt x="897245" y="111651"/>
                  <a:pt x="897372" y="116055"/>
                  <a:pt x="897628" y="119225"/>
                </a:cubicBezTo>
                <a:cubicBezTo>
                  <a:pt x="897883" y="122396"/>
                  <a:pt x="898778" y="125357"/>
                  <a:pt x="900311" y="128111"/>
                </a:cubicBezTo>
                <a:cubicBezTo>
                  <a:pt x="901717" y="130672"/>
                  <a:pt x="903649" y="132546"/>
                  <a:pt x="906109" y="133732"/>
                </a:cubicBezTo>
                <a:cubicBezTo>
                  <a:pt x="908569" y="134916"/>
                  <a:pt x="912322" y="135508"/>
                  <a:pt x="917370" y="135508"/>
                </a:cubicBezTo>
                <a:cubicBezTo>
                  <a:pt x="920308" y="135508"/>
                  <a:pt x="923375" y="135076"/>
                  <a:pt x="926569" y="134214"/>
                </a:cubicBezTo>
                <a:cubicBezTo>
                  <a:pt x="929764" y="133351"/>
                  <a:pt x="932064" y="132633"/>
                  <a:pt x="933469" y="132058"/>
                </a:cubicBezTo>
                <a:lnTo>
                  <a:pt x="934428" y="132058"/>
                </a:lnTo>
                <a:lnTo>
                  <a:pt x="934428" y="148173"/>
                </a:lnTo>
                <a:close/>
                <a:moveTo>
                  <a:pt x="1047766" y="95593"/>
                </a:moveTo>
                <a:cubicBezTo>
                  <a:pt x="1047766" y="113079"/>
                  <a:pt x="1043294" y="126882"/>
                  <a:pt x="1034350" y="137002"/>
                </a:cubicBezTo>
                <a:cubicBezTo>
                  <a:pt x="1025405" y="147122"/>
                  <a:pt x="1013426" y="152183"/>
                  <a:pt x="998413" y="152183"/>
                </a:cubicBezTo>
                <a:cubicBezTo>
                  <a:pt x="983271" y="152183"/>
                  <a:pt x="971244" y="147122"/>
                  <a:pt x="962331" y="137002"/>
                </a:cubicBezTo>
                <a:cubicBezTo>
                  <a:pt x="953419" y="126882"/>
                  <a:pt x="948963" y="113079"/>
                  <a:pt x="948963" y="95593"/>
                </a:cubicBezTo>
                <a:cubicBezTo>
                  <a:pt x="948963" y="78108"/>
                  <a:pt x="953419" y="64289"/>
                  <a:pt x="962331" y="54137"/>
                </a:cubicBezTo>
                <a:cubicBezTo>
                  <a:pt x="971244" y="43984"/>
                  <a:pt x="983271" y="38908"/>
                  <a:pt x="998413" y="38908"/>
                </a:cubicBezTo>
                <a:cubicBezTo>
                  <a:pt x="1013426" y="38908"/>
                  <a:pt x="1025405" y="43984"/>
                  <a:pt x="1034350" y="54137"/>
                </a:cubicBezTo>
                <a:cubicBezTo>
                  <a:pt x="1043294" y="64289"/>
                  <a:pt x="1047766" y="78108"/>
                  <a:pt x="1047766" y="95593"/>
                </a:cubicBezTo>
                <a:moveTo>
                  <a:pt x="1029175" y="95593"/>
                </a:moveTo>
                <a:cubicBezTo>
                  <a:pt x="1029175" y="81745"/>
                  <a:pt x="1026460" y="71455"/>
                  <a:pt x="1021029" y="64723"/>
                </a:cubicBezTo>
                <a:cubicBezTo>
                  <a:pt x="1015599" y="57991"/>
                  <a:pt x="1008060" y="54625"/>
                  <a:pt x="998413" y="54625"/>
                </a:cubicBezTo>
                <a:cubicBezTo>
                  <a:pt x="988638" y="54625"/>
                  <a:pt x="981051" y="57991"/>
                  <a:pt x="975652" y="64723"/>
                </a:cubicBezTo>
                <a:cubicBezTo>
                  <a:pt x="970254" y="71455"/>
                  <a:pt x="967554" y="81745"/>
                  <a:pt x="967554" y="95593"/>
                </a:cubicBezTo>
                <a:cubicBezTo>
                  <a:pt x="967554" y="108994"/>
                  <a:pt x="970270" y="119156"/>
                  <a:pt x="975700" y="126080"/>
                </a:cubicBezTo>
                <a:cubicBezTo>
                  <a:pt x="981131" y="133004"/>
                  <a:pt x="988701" y="136466"/>
                  <a:pt x="998413" y="136466"/>
                </a:cubicBezTo>
                <a:cubicBezTo>
                  <a:pt x="1007996" y="136466"/>
                  <a:pt x="1015519" y="133036"/>
                  <a:pt x="1020981" y="126176"/>
                </a:cubicBezTo>
                <a:cubicBezTo>
                  <a:pt x="1026444" y="119316"/>
                  <a:pt x="1029175" y="109122"/>
                  <a:pt x="1029175" y="95593"/>
                </a:cubicBezTo>
                <a:close/>
                <a:moveTo>
                  <a:pt x="1142724" y="61525"/>
                </a:moveTo>
                <a:lnTo>
                  <a:pt x="1141766" y="61525"/>
                </a:lnTo>
                <a:cubicBezTo>
                  <a:pt x="1139082" y="60920"/>
                  <a:pt x="1136479" y="60481"/>
                  <a:pt x="1133955" y="60210"/>
                </a:cubicBezTo>
                <a:cubicBezTo>
                  <a:pt x="1131432" y="59936"/>
                  <a:pt x="1128445" y="59800"/>
                  <a:pt x="1124995" y="59800"/>
                </a:cubicBezTo>
                <a:cubicBezTo>
                  <a:pt x="1119437" y="59800"/>
                  <a:pt x="1114070" y="61032"/>
                  <a:pt x="1108895" y="63495"/>
                </a:cubicBezTo>
                <a:cubicBezTo>
                  <a:pt x="1103720" y="65957"/>
                  <a:pt x="1098737" y="69138"/>
                  <a:pt x="1093945" y="73040"/>
                </a:cubicBezTo>
                <a:lnTo>
                  <a:pt x="1093945" y="149116"/>
                </a:lnTo>
                <a:lnTo>
                  <a:pt x="1075928" y="149116"/>
                </a:lnTo>
                <a:lnTo>
                  <a:pt x="1075928" y="41975"/>
                </a:lnTo>
                <a:lnTo>
                  <a:pt x="1093945" y="41975"/>
                </a:lnTo>
                <a:lnTo>
                  <a:pt x="1093945" y="57802"/>
                </a:lnTo>
                <a:cubicBezTo>
                  <a:pt x="1101101" y="52046"/>
                  <a:pt x="1107410" y="47969"/>
                  <a:pt x="1112872" y="45572"/>
                </a:cubicBezTo>
                <a:cubicBezTo>
                  <a:pt x="1118335" y="43174"/>
                  <a:pt x="1123909" y="41975"/>
                  <a:pt x="1129595" y="41975"/>
                </a:cubicBezTo>
                <a:cubicBezTo>
                  <a:pt x="1132725" y="41975"/>
                  <a:pt x="1134993" y="42055"/>
                  <a:pt x="1136399" y="42214"/>
                </a:cubicBezTo>
                <a:cubicBezTo>
                  <a:pt x="1137805" y="42372"/>
                  <a:pt x="1139913" y="42674"/>
                  <a:pt x="1142724" y="43119"/>
                </a:cubicBezTo>
                <a:lnTo>
                  <a:pt x="1142724" y="61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B8047-ECED-48DE-B61B-B2C351AE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174" y="3965889"/>
            <a:ext cx="65422" cy="220864"/>
          </a:xfrm>
          <a:custGeom xmlns:a="http://schemas.openxmlformats.org/drawingml/2006/main">
            <a:pathLst>
              <a:path w="65422" h="220864">
                <a:moveTo>
                  <a:pt x="48494" y="0"/>
                </a:moveTo>
                <a:lnTo>
                  <a:pt x="15783" y="131"/>
                </a:lnTo>
                <a:lnTo>
                  <a:pt x="16364" y="155500"/>
                </a:lnTo>
                <a:lnTo>
                  <a:pt x="0" y="155557"/>
                </a:lnTo>
                <a:lnTo>
                  <a:pt x="32956" y="220864"/>
                </a:lnTo>
                <a:lnTo>
                  <a:pt x="49193" y="188088"/>
                </a:lnTo>
                <a:lnTo>
                  <a:pt x="49197" y="188088"/>
                </a:lnTo>
                <a:lnTo>
                  <a:pt x="49197" y="188080"/>
                </a:lnTo>
                <a:lnTo>
                  <a:pt x="65422" y="155328"/>
                </a:lnTo>
                <a:lnTo>
                  <a:pt x="49075" y="155385"/>
                </a:lnTo>
                <a:lnTo>
                  <a:pt x="48494" y="0"/>
                </a:lnTo>
                <a:close/>
              </a:path>
            </a:pathLst>
          </a:custGeom>
          <a:solidFill xmlns:a="http://schemas.openxmlformats.org/drawingml/2006/main">
            <a:srgbClr val="B2B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82477-7D4B-41BF-92CF-7EF11C2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991" y="2271266"/>
            <a:ext cx="65406" cy="360900"/>
          </a:xfrm>
          <a:custGeom xmlns:a="http://schemas.openxmlformats.org/drawingml/2006/main">
            <a:pathLst>
              <a:path w="65406" h="360900">
                <a:moveTo>
                  <a:pt x="11661" y="523"/>
                </a:moveTo>
                <a:lnTo>
                  <a:pt x="16344" y="295748"/>
                </a:lnTo>
                <a:lnTo>
                  <a:pt x="0" y="296001"/>
                </a:lnTo>
                <a:lnTo>
                  <a:pt x="16862" y="328434"/>
                </a:lnTo>
                <a:lnTo>
                  <a:pt x="16862" y="328451"/>
                </a:lnTo>
                <a:lnTo>
                  <a:pt x="16871" y="328450"/>
                </a:lnTo>
                <a:lnTo>
                  <a:pt x="33741" y="360900"/>
                </a:lnTo>
                <a:lnTo>
                  <a:pt x="65406" y="294971"/>
                </a:lnTo>
                <a:lnTo>
                  <a:pt x="49055" y="295233"/>
                </a:lnTo>
                <a:lnTo>
                  <a:pt x="44372" y="0"/>
                </a:lnTo>
                <a:lnTo>
                  <a:pt x="11661" y="523"/>
                </a:lnTo>
                <a:close/>
              </a:path>
            </a:pathLst>
          </a:custGeom>
          <a:solidFill xmlns:a="http://schemas.openxmlformats.org/drawingml/2006/main">
            <a:srgbClr val="B2B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15D43-C2D3-4470-B402-E5DC43DE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89" y="2271151"/>
            <a:ext cx="65406" cy="361014"/>
          </a:xfrm>
          <a:custGeom xmlns:a="http://schemas.openxmlformats.org/drawingml/2006/main">
            <a:pathLst>
              <a:path w="65406" h="361014">
                <a:moveTo>
                  <a:pt x="55756" y="752"/>
                </a:moveTo>
                <a:lnTo>
                  <a:pt x="23045" y="0"/>
                </a:lnTo>
                <a:lnTo>
                  <a:pt x="16360" y="295241"/>
                </a:lnTo>
                <a:lnTo>
                  <a:pt x="0" y="294873"/>
                </a:lnTo>
                <a:lnTo>
                  <a:pt x="31223" y="361014"/>
                </a:lnTo>
                <a:lnTo>
                  <a:pt x="65406" y="296345"/>
                </a:lnTo>
                <a:lnTo>
                  <a:pt x="49056" y="295977"/>
                </a:lnTo>
                <a:lnTo>
                  <a:pt x="55756" y="752"/>
                </a:lnTo>
                <a:close/>
              </a:path>
            </a:pathLst>
          </a:custGeom>
          <a:solidFill xmlns:a="http://schemas.openxmlformats.org/drawingml/2006/main">
            <a:srgbClr val="B2B2B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578CF-FF87-4EF2-B091-70C21A86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11" y="2513588"/>
            <a:ext cx="6503754" cy="2562085"/>
          </a:xfrm>
          <a:custGeom xmlns:a="http://schemas.openxmlformats.org/drawingml/2006/main">
            <a:pathLst>
              <a:path w="6503754" h="2562085">
                <a:moveTo>
                  <a:pt x="0" y="2562085"/>
                </a:moveTo>
                <a:lnTo>
                  <a:pt x="6503754" y="2562085"/>
                </a:lnTo>
                <a:lnTo>
                  <a:pt x="6503754" y="0"/>
                </a:lnTo>
                <a:lnTo>
                  <a:pt x="0" y="0"/>
                </a:lnTo>
                <a:lnTo>
                  <a:pt x="0" y="2562085"/>
                </a:lnTo>
                <a:close/>
                <a:moveTo>
                  <a:pt x="6487398" y="2545729"/>
                </a:moveTo>
                <a:lnTo>
                  <a:pt x="16355" y="2545729"/>
                </a:lnTo>
                <a:lnTo>
                  <a:pt x="16355" y="16355"/>
                </a:lnTo>
                <a:lnTo>
                  <a:pt x="6487398" y="16355"/>
                </a:lnTo>
                <a:lnTo>
                  <a:pt x="6487398" y="2545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682AE-CEEA-40F9-9CE0-8F8B6092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40" y="5269158"/>
            <a:ext cx="1611014" cy="557395"/>
          </a:xfrm>
          <a:custGeom xmlns:a="http://schemas.openxmlformats.org/drawingml/2006/main">
            <a:pathLst>
              <a:path w="1611014" h="557395">
                <a:moveTo>
                  <a:pt x="981" y="92245"/>
                </a:moveTo>
                <a:cubicBezTo>
                  <a:pt x="0" y="41821"/>
                  <a:pt x="41494" y="327"/>
                  <a:pt x="93226" y="0"/>
                </a:cubicBezTo>
                <a:lnTo>
                  <a:pt x="1518115" y="0"/>
                </a:lnTo>
                <a:cubicBezTo>
                  <a:pt x="1569520" y="327"/>
                  <a:pt x="1611014" y="41821"/>
                  <a:pt x="1610360" y="92245"/>
                </a:cubicBezTo>
                <a:lnTo>
                  <a:pt x="1610360" y="463187"/>
                </a:lnTo>
                <a:cubicBezTo>
                  <a:pt x="1611014" y="514919"/>
                  <a:pt x="1569520" y="556413"/>
                  <a:pt x="1518115" y="557395"/>
                </a:cubicBezTo>
                <a:lnTo>
                  <a:pt x="93226" y="557395"/>
                </a:lnTo>
                <a:cubicBezTo>
                  <a:pt x="41494" y="556413"/>
                  <a:pt x="0" y="514919"/>
                  <a:pt x="981" y="463187"/>
                </a:cubicBezTo>
                <a:lnTo>
                  <a:pt x="981" y="92245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AEDF2-20B9-4A7E-BDC1-2A6DFA7A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2" y="5261308"/>
            <a:ext cx="1627370" cy="572442"/>
          </a:xfrm>
          <a:custGeom xmlns:a="http://schemas.openxmlformats.org/drawingml/2006/main">
            <a:pathLst>
              <a:path w="1627370" h="572442">
                <a:moveTo>
                  <a:pt x="2044" y="491907"/>
                </a:moveTo>
                <a:lnTo>
                  <a:pt x="3173" y="496781"/>
                </a:lnTo>
                <a:lnTo>
                  <a:pt x="4530" y="501573"/>
                </a:lnTo>
                <a:lnTo>
                  <a:pt x="6117" y="506267"/>
                </a:lnTo>
                <a:lnTo>
                  <a:pt x="7932" y="510847"/>
                </a:lnTo>
                <a:lnTo>
                  <a:pt x="9944" y="515312"/>
                </a:lnTo>
                <a:lnTo>
                  <a:pt x="12168" y="519662"/>
                </a:lnTo>
                <a:lnTo>
                  <a:pt x="14605" y="523882"/>
                </a:lnTo>
                <a:lnTo>
                  <a:pt x="17288" y="528069"/>
                </a:lnTo>
                <a:lnTo>
                  <a:pt x="23029" y="535740"/>
                </a:lnTo>
                <a:lnTo>
                  <a:pt x="29538" y="542904"/>
                </a:lnTo>
                <a:lnTo>
                  <a:pt x="36702" y="549413"/>
                </a:lnTo>
                <a:lnTo>
                  <a:pt x="44372" y="555154"/>
                </a:lnTo>
                <a:lnTo>
                  <a:pt x="48559" y="557836"/>
                </a:lnTo>
                <a:lnTo>
                  <a:pt x="52779" y="560273"/>
                </a:lnTo>
                <a:lnTo>
                  <a:pt x="57130" y="562497"/>
                </a:lnTo>
                <a:lnTo>
                  <a:pt x="61595" y="564509"/>
                </a:lnTo>
                <a:lnTo>
                  <a:pt x="66174" y="566325"/>
                </a:lnTo>
                <a:lnTo>
                  <a:pt x="70868" y="567911"/>
                </a:lnTo>
                <a:lnTo>
                  <a:pt x="75660" y="569269"/>
                </a:lnTo>
                <a:lnTo>
                  <a:pt x="80534" y="570397"/>
                </a:lnTo>
                <a:lnTo>
                  <a:pt x="85506" y="571280"/>
                </a:lnTo>
                <a:lnTo>
                  <a:pt x="90560" y="571918"/>
                </a:lnTo>
                <a:lnTo>
                  <a:pt x="95680" y="572311"/>
                </a:lnTo>
                <a:lnTo>
                  <a:pt x="100750" y="572442"/>
                </a:lnTo>
                <a:lnTo>
                  <a:pt x="1526620" y="572442"/>
                </a:lnTo>
                <a:lnTo>
                  <a:pt x="1531690" y="572311"/>
                </a:lnTo>
                <a:lnTo>
                  <a:pt x="1536809" y="571918"/>
                </a:lnTo>
                <a:lnTo>
                  <a:pt x="1541863" y="571280"/>
                </a:lnTo>
                <a:lnTo>
                  <a:pt x="1546819" y="570397"/>
                </a:lnTo>
                <a:lnTo>
                  <a:pt x="1551709" y="569269"/>
                </a:lnTo>
                <a:lnTo>
                  <a:pt x="1556501" y="567911"/>
                </a:lnTo>
                <a:lnTo>
                  <a:pt x="1561195" y="566325"/>
                </a:lnTo>
                <a:lnTo>
                  <a:pt x="1565775" y="564509"/>
                </a:lnTo>
                <a:lnTo>
                  <a:pt x="1570240" y="562497"/>
                </a:lnTo>
                <a:lnTo>
                  <a:pt x="1574590" y="560273"/>
                </a:lnTo>
                <a:lnTo>
                  <a:pt x="1578810" y="557836"/>
                </a:lnTo>
                <a:lnTo>
                  <a:pt x="1582997" y="555154"/>
                </a:lnTo>
                <a:lnTo>
                  <a:pt x="1590668" y="549413"/>
                </a:lnTo>
                <a:lnTo>
                  <a:pt x="1597832" y="542904"/>
                </a:lnTo>
                <a:lnTo>
                  <a:pt x="1604341" y="535740"/>
                </a:lnTo>
                <a:lnTo>
                  <a:pt x="1610082" y="528069"/>
                </a:lnTo>
                <a:lnTo>
                  <a:pt x="1612764" y="523882"/>
                </a:lnTo>
                <a:lnTo>
                  <a:pt x="1615201" y="519662"/>
                </a:lnTo>
                <a:lnTo>
                  <a:pt x="1617425" y="515312"/>
                </a:lnTo>
                <a:lnTo>
                  <a:pt x="1619437" y="510847"/>
                </a:lnTo>
                <a:lnTo>
                  <a:pt x="1621253" y="506267"/>
                </a:lnTo>
                <a:lnTo>
                  <a:pt x="1622839" y="501573"/>
                </a:lnTo>
                <a:lnTo>
                  <a:pt x="1624197" y="496781"/>
                </a:lnTo>
                <a:lnTo>
                  <a:pt x="1625325" y="491907"/>
                </a:lnTo>
                <a:lnTo>
                  <a:pt x="1626208" y="486935"/>
                </a:lnTo>
                <a:lnTo>
                  <a:pt x="1626846" y="481881"/>
                </a:lnTo>
                <a:lnTo>
                  <a:pt x="1627239" y="476762"/>
                </a:lnTo>
                <a:lnTo>
                  <a:pt x="1627370" y="471692"/>
                </a:lnTo>
                <a:lnTo>
                  <a:pt x="1627370" y="100750"/>
                </a:lnTo>
                <a:lnTo>
                  <a:pt x="1627239" y="95680"/>
                </a:lnTo>
                <a:lnTo>
                  <a:pt x="1626846" y="90560"/>
                </a:lnTo>
                <a:lnTo>
                  <a:pt x="1626208" y="85506"/>
                </a:lnTo>
                <a:lnTo>
                  <a:pt x="1625325" y="80551"/>
                </a:lnTo>
                <a:lnTo>
                  <a:pt x="1624197" y="75660"/>
                </a:lnTo>
                <a:lnTo>
                  <a:pt x="1622839" y="70868"/>
                </a:lnTo>
                <a:lnTo>
                  <a:pt x="1621253" y="66174"/>
                </a:lnTo>
                <a:lnTo>
                  <a:pt x="1619437" y="61595"/>
                </a:lnTo>
                <a:lnTo>
                  <a:pt x="1617425" y="57130"/>
                </a:lnTo>
                <a:lnTo>
                  <a:pt x="1615201" y="52779"/>
                </a:lnTo>
                <a:lnTo>
                  <a:pt x="1612764" y="48559"/>
                </a:lnTo>
                <a:lnTo>
                  <a:pt x="1610082" y="44372"/>
                </a:lnTo>
                <a:lnTo>
                  <a:pt x="1604341" y="36702"/>
                </a:lnTo>
                <a:lnTo>
                  <a:pt x="1597832" y="29538"/>
                </a:lnTo>
                <a:lnTo>
                  <a:pt x="1590668" y="23029"/>
                </a:lnTo>
                <a:lnTo>
                  <a:pt x="1582997" y="17288"/>
                </a:lnTo>
                <a:lnTo>
                  <a:pt x="1578810" y="14605"/>
                </a:lnTo>
                <a:lnTo>
                  <a:pt x="1574590" y="12168"/>
                </a:lnTo>
                <a:lnTo>
                  <a:pt x="1570240" y="9944"/>
                </a:lnTo>
                <a:lnTo>
                  <a:pt x="1565775" y="7932"/>
                </a:lnTo>
                <a:lnTo>
                  <a:pt x="1561195" y="6117"/>
                </a:lnTo>
                <a:lnTo>
                  <a:pt x="1556501" y="4530"/>
                </a:lnTo>
                <a:lnTo>
                  <a:pt x="1551709" y="3173"/>
                </a:lnTo>
                <a:lnTo>
                  <a:pt x="1546819" y="2044"/>
                </a:lnTo>
                <a:lnTo>
                  <a:pt x="1541863" y="1161"/>
                </a:lnTo>
                <a:lnTo>
                  <a:pt x="1536809" y="523"/>
                </a:lnTo>
                <a:lnTo>
                  <a:pt x="1531690" y="131"/>
                </a:lnTo>
                <a:lnTo>
                  <a:pt x="1526620" y="0"/>
                </a:lnTo>
                <a:lnTo>
                  <a:pt x="100750" y="0"/>
                </a:lnTo>
                <a:lnTo>
                  <a:pt x="95680" y="131"/>
                </a:lnTo>
                <a:lnTo>
                  <a:pt x="90560" y="523"/>
                </a:lnTo>
                <a:lnTo>
                  <a:pt x="85506" y="1161"/>
                </a:lnTo>
                <a:lnTo>
                  <a:pt x="80534" y="2044"/>
                </a:lnTo>
                <a:lnTo>
                  <a:pt x="75660" y="3173"/>
                </a:lnTo>
                <a:lnTo>
                  <a:pt x="70868" y="4530"/>
                </a:lnTo>
                <a:lnTo>
                  <a:pt x="66174" y="6117"/>
                </a:lnTo>
                <a:lnTo>
                  <a:pt x="61595" y="7932"/>
                </a:lnTo>
                <a:lnTo>
                  <a:pt x="57130" y="9944"/>
                </a:lnTo>
                <a:lnTo>
                  <a:pt x="52779" y="12168"/>
                </a:lnTo>
                <a:lnTo>
                  <a:pt x="48559" y="14605"/>
                </a:lnTo>
                <a:lnTo>
                  <a:pt x="44372" y="17288"/>
                </a:lnTo>
                <a:lnTo>
                  <a:pt x="36702" y="23029"/>
                </a:lnTo>
                <a:lnTo>
                  <a:pt x="29538" y="29538"/>
                </a:lnTo>
                <a:lnTo>
                  <a:pt x="23029" y="36702"/>
                </a:lnTo>
                <a:lnTo>
                  <a:pt x="17288" y="44372"/>
                </a:lnTo>
                <a:lnTo>
                  <a:pt x="14605" y="48559"/>
                </a:lnTo>
                <a:lnTo>
                  <a:pt x="12168" y="52779"/>
                </a:lnTo>
                <a:lnTo>
                  <a:pt x="9944" y="57130"/>
                </a:lnTo>
                <a:lnTo>
                  <a:pt x="7932" y="61595"/>
                </a:lnTo>
                <a:lnTo>
                  <a:pt x="6117" y="66174"/>
                </a:lnTo>
                <a:lnTo>
                  <a:pt x="4530" y="70868"/>
                </a:lnTo>
                <a:lnTo>
                  <a:pt x="3173" y="75660"/>
                </a:lnTo>
                <a:lnTo>
                  <a:pt x="2044" y="80551"/>
                </a:lnTo>
                <a:lnTo>
                  <a:pt x="1161" y="85506"/>
                </a:lnTo>
                <a:lnTo>
                  <a:pt x="523" y="90560"/>
                </a:lnTo>
                <a:lnTo>
                  <a:pt x="131" y="95680"/>
                </a:lnTo>
                <a:lnTo>
                  <a:pt x="0" y="100750"/>
                </a:lnTo>
                <a:lnTo>
                  <a:pt x="0" y="471692"/>
                </a:lnTo>
                <a:lnTo>
                  <a:pt x="131" y="476762"/>
                </a:lnTo>
                <a:lnTo>
                  <a:pt x="523" y="481881"/>
                </a:lnTo>
                <a:lnTo>
                  <a:pt x="1161" y="486935"/>
                </a:lnTo>
                <a:lnTo>
                  <a:pt x="2044" y="491907"/>
                </a:lnTo>
                <a:close/>
                <a:moveTo>
                  <a:pt x="18075" y="83797"/>
                </a:moveTo>
                <a:lnTo>
                  <a:pt x="19070" y="79537"/>
                </a:lnTo>
                <a:lnTo>
                  <a:pt x="18956" y="79929"/>
                </a:lnTo>
                <a:lnTo>
                  <a:pt x="20204" y="75568"/>
                </a:lnTo>
                <a:lnTo>
                  <a:pt x="21435" y="71930"/>
                </a:lnTo>
                <a:lnTo>
                  <a:pt x="23061" y="67777"/>
                </a:lnTo>
                <a:lnTo>
                  <a:pt x="22914" y="68153"/>
                </a:lnTo>
                <a:lnTo>
                  <a:pt x="24612" y="64383"/>
                </a:lnTo>
                <a:lnTo>
                  <a:pt x="26625" y="60452"/>
                </a:lnTo>
                <a:lnTo>
                  <a:pt x="28687" y="56884"/>
                </a:lnTo>
                <a:lnTo>
                  <a:pt x="28475" y="57211"/>
                </a:lnTo>
                <a:lnTo>
                  <a:pt x="30751" y="53674"/>
                </a:lnTo>
                <a:lnTo>
                  <a:pt x="35675" y="47088"/>
                </a:lnTo>
                <a:lnTo>
                  <a:pt x="41114" y="41114"/>
                </a:lnTo>
                <a:lnTo>
                  <a:pt x="47088" y="35675"/>
                </a:lnTo>
                <a:lnTo>
                  <a:pt x="53674" y="30751"/>
                </a:lnTo>
                <a:lnTo>
                  <a:pt x="57211" y="28475"/>
                </a:lnTo>
                <a:lnTo>
                  <a:pt x="56884" y="28687"/>
                </a:lnTo>
                <a:lnTo>
                  <a:pt x="60452" y="26625"/>
                </a:lnTo>
                <a:lnTo>
                  <a:pt x="64383" y="24612"/>
                </a:lnTo>
                <a:lnTo>
                  <a:pt x="68153" y="22914"/>
                </a:lnTo>
                <a:lnTo>
                  <a:pt x="67777" y="23061"/>
                </a:lnTo>
                <a:lnTo>
                  <a:pt x="71930" y="21435"/>
                </a:lnTo>
                <a:lnTo>
                  <a:pt x="75568" y="20204"/>
                </a:lnTo>
                <a:lnTo>
                  <a:pt x="79929" y="18956"/>
                </a:lnTo>
                <a:lnTo>
                  <a:pt x="79537" y="19070"/>
                </a:lnTo>
                <a:lnTo>
                  <a:pt x="83797" y="18075"/>
                </a:lnTo>
                <a:lnTo>
                  <a:pt x="88189" y="17304"/>
                </a:lnTo>
                <a:lnTo>
                  <a:pt x="87780" y="17353"/>
                </a:lnTo>
                <a:lnTo>
                  <a:pt x="92058" y="16809"/>
                </a:lnTo>
                <a:lnTo>
                  <a:pt x="96585" y="16463"/>
                </a:lnTo>
                <a:lnTo>
                  <a:pt x="101060" y="16355"/>
                </a:lnTo>
                <a:lnTo>
                  <a:pt x="1526309" y="16355"/>
                </a:lnTo>
                <a:lnTo>
                  <a:pt x="1530784" y="16463"/>
                </a:lnTo>
                <a:lnTo>
                  <a:pt x="1535312" y="16809"/>
                </a:lnTo>
                <a:lnTo>
                  <a:pt x="1539590" y="17353"/>
                </a:lnTo>
                <a:lnTo>
                  <a:pt x="1539181" y="17304"/>
                </a:lnTo>
                <a:lnTo>
                  <a:pt x="1543573" y="18075"/>
                </a:lnTo>
                <a:lnTo>
                  <a:pt x="1547833" y="19070"/>
                </a:lnTo>
                <a:lnTo>
                  <a:pt x="1547440" y="18956"/>
                </a:lnTo>
                <a:lnTo>
                  <a:pt x="1551802" y="20204"/>
                </a:lnTo>
                <a:lnTo>
                  <a:pt x="1555440" y="21435"/>
                </a:lnTo>
                <a:lnTo>
                  <a:pt x="1559592" y="23061"/>
                </a:lnTo>
                <a:lnTo>
                  <a:pt x="1559216" y="22914"/>
                </a:lnTo>
                <a:lnTo>
                  <a:pt x="1562987" y="24612"/>
                </a:lnTo>
                <a:lnTo>
                  <a:pt x="1566918" y="26625"/>
                </a:lnTo>
                <a:lnTo>
                  <a:pt x="1570485" y="28687"/>
                </a:lnTo>
                <a:lnTo>
                  <a:pt x="1570158" y="28475"/>
                </a:lnTo>
                <a:lnTo>
                  <a:pt x="1573695" y="30751"/>
                </a:lnTo>
                <a:lnTo>
                  <a:pt x="1580281" y="35675"/>
                </a:lnTo>
                <a:lnTo>
                  <a:pt x="1586255" y="41114"/>
                </a:lnTo>
                <a:lnTo>
                  <a:pt x="1591694" y="47088"/>
                </a:lnTo>
                <a:lnTo>
                  <a:pt x="1596619" y="53674"/>
                </a:lnTo>
                <a:lnTo>
                  <a:pt x="1598895" y="57211"/>
                </a:lnTo>
                <a:lnTo>
                  <a:pt x="1598682" y="56884"/>
                </a:lnTo>
                <a:lnTo>
                  <a:pt x="1600744" y="60452"/>
                </a:lnTo>
                <a:lnTo>
                  <a:pt x="1602758" y="64383"/>
                </a:lnTo>
                <a:lnTo>
                  <a:pt x="1604456" y="68153"/>
                </a:lnTo>
                <a:lnTo>
                  <a:pt x="1604308" y="67777"/>
                </a:lnTo>
                <a:lnTo>
                  <a:pt x="1605934" y="71930"/>
                </a:lnTo>
                <a:lnTo>
                  <a:pt x="1607165" y="75568"/>
                </a:lnTo>
                <a:lnTo>
                  <a:pt x="1608414" y="79929"/>
                </a:lnTo>
                <a:lnTo>
                  <a:pt x="1608299" y="79537"/>
                </a:lnTo>
                <a:lnTo>
                  <a:pt x="1609294" y="83797"/>
                </a:lnTo>
                <a:lnTo>
                  <a:pt x="1610065" y="88189"/>
                </a:lnTo>
                <a:lnTo>
                  <a:pt x="1610016" y="87780"/>
                </a:lnTo>
                <a:lnTo>
                  <a:pt x="1610561" y="92058"/>
                </a:lnTo>
                <a:lnTo>
                  <a:pt x="1610906" y="96585"/>
                </a:lnTo>
                <a:lnTo>
                  <a:pt x="1611014" y="101060"/>
                </a:lnTo>
                <a:lnTo>
                  <a:pt x="1611014" y="471381"/>
                </a:lnTo>
                <a:lnTo>
                  <a:pt x="1610906" y="475856"/>
                </a:lnTo>
                <a:lnTo>
                  <a:pt x="1610561" y="480384"/>
                </a:lnTo>
                <a:lnTo>
                  <a:pt x="1610016" y="484662"/>
                </a:lnTo>
                <a:lnTo>
                  <a:pt x="1610065" y="484253"/>
                </a:lnTo>
                <a:lnTo>
                  <a:pt x="1609294" y="488645"/>
                </a:lnTo>
                <a:lnTo>
                  <a:pt x="1608299" y="492905"/>
                </a:lnTo>
                <a:lnTo>
                  <a:pt x="1608414" y="492512"/>
                </a:lnTo>
                <a:lnTo>
                  <a:pt x="1607165" y="496874"/>
                </a:lnTo>
                <a:lnTo>
                  <a:pt x="1605934" y="500512"/>
                </a:lnTo>
                <a:lnTo>
                  <a:pt x="1604308" y="504664"/>
                </a:lnTo>
                <a:lnTo>
                  <a:pt x="1604456" y="504288"/>
                </a:lnTo>
                <a:lnTo>
                  <a:pt x="1602758" y="508059"/>
                </a:lnTo>
                <a:lnTo>
                  <a:pt x="1600744" y="511990"/>
                </a:lnTo>
                <a:lnTo>
                  <a:pt x="1598682" y="515557"/>
                </a:lnTo>
                <a:lnTo>
                  <a:pt x="1598895" y="515230"/>
                </a:lnTo>
                <a:lnTo>
                  <a:pt x="1596619" y="518767"/>
                </a:lnTo>
                <a:lnTo>
                  <a:pt x="1591694" y="525353"/>
                </a:lnTo>
                <a:lnTo>
                  <a:pt x="1586255" y="531327"/>
                </a:lnTo>
                <a:lnTo>
                  <a:pt x="1580281" y="536766"/>
                </a:lnTo>
                <a:lnTo>
                  <a:pt x="1573695" y="541691"/>
                </a:lnTo>
                <a:lnTo>
                  <a:pt x="1570158" y="543967"/>
                </a:lnTo>
                <a:lnTo>
                  <a:pt x="1570485" y="543754"/>
                </a:lnTo>
                <a:lnTo>
                  <a:pt x="1566918" y="545816"/>
                </a:lnTo>
                <a:lnTo>
                  <a:pt x="1562987" y="547830"/>
                </a:lnTo>
                <a:lnTo>
                  <a:pt x="1559216" y="549528"/>
                </a:lnTo>
                <a:lnTo>
                  <a:pt x="1559592" y="549380"/>
                </a:lnTo>
                <a:lnTo>
                  <a:pt x="1555440" y="551006"/>
                </a:lnTo>
                <a:lnTo>
                  <a:pt x="1551802" y="552237"/>
                </a:lnTo>
                <a:lnTo>
                  <a:pt x="1547440" y="553486"/>
                </a:lnTo>
                <a:lnTo>
                  <a:pt x="1547833" y="553371"/>
                </a:lnTo>
                <a:lnTo>
                  <a:pt x="1543562" y="554369"/>
                </a:lnTo>
                <a:lnTo>
                  <a:pt x="1539439" y="555108"/>
                </a:lnTo>
                <a:lnTo>
                  <a:pt x="1535312" y="555633"/>
                </a:lnTo>
                <a:lnTo>
                  <a:pt x="1530784" y="555978"/>
                </a:lnTo>
                <a:lnTo>
                  <a:pt x="1526309" y="556086"/>
                </a:lnTo>
                <a:lnTo>
                  <a:pt x="101060" y="556086"/>
                </a:lnTo>
                <a:lnTo>
                  <a:pt x="96585" y="555978"/>
                </a:lnTo>
                <a:lnTo>
                  <a:pt x="92058" y="555633"/>
                </a:lnTo>
                <a:lnTo>
                  <a:pt x="87931" y="555108"/>
                </a:lnTo>
                <a:lnTo>
                  <a:pt x="83808" y="554369"/>
                </a:lnTo>
                <a:lnTo>
                  <a:pt x="79537" y="553371"/>
                </a:lnTo>
                <a:lnTo>
                  <a:pt x="79929" y="553486"/>
                </a:lnTo>
                <a:lnTo>
                  <a:pt x="75568" y="552237"/>
                </a:lnTo>
                <a:lnTo>
                  <a:pt x="71930" y="551006"/>
                </a:lnTo>
                <a:lnTo>
                  <a:pt x="67777" y="549380"/>
                </a:lnTo>
                <a:lnTo>
                  <a:pt x="68153" y="549528"/>
                </a:lnTo>
                <a:lnTo>
                  <a:pt x="64383" y="547830"/>
                </a:lnTo>
                <a:lnTo>
                  <a:pt x="60452" y="545816"/>
                </a:lnTo>
                <a:lnTo>
                  <a:pt x="56884" y="543754"/>
                </a:lnTo>
                <a:lnTo>
                  <a:pt x="57211" y="543967"/>
                </a:lnTo>
                <a:lnTo>
                  <a:pt x="53674" y="541691"/>
                </a:lnTo>
                <a:lnTo>
                  <a:pt x="47088" y="536766"/>
                </a:lnTo>
                <a:lnTo>
                  <a:pt x="41114" y="531327"/>
                </a:lnTo>
                <a:lnTo>
                  <a:pt x="35675" y="525353"/>
                </a:lnTo>
                <a:lnTo>
                  <a:pt x="30751" y="518767"/>
                </a:lnTo>
                <a:lnTo>
                  <a:pt x="28475" y="515230"/>
                </a:lnTo>
                <a:lnTo>
                  <a:pt x="28687" y="515557"/>
                </a:lnTo>
                <a:lnTo>
                  <a:pt x="26625" y="511990"/>
                </a:lnTo>
                <a:lnTo>
                  <a:pt x="24612" y="508059"/>
                </a:lnTo>
                <a:lnTo>
                  <a:pt x="22914" y="504288"/>
                </a:lnTo>
                <a:lnTo>
                  <a:pt x="23061" y="504664"/>
                </a:lnTo>
                <a:lnTo>
                  <a:pt x="21435" y="500512"/>
                </a:lnTo>
                <a:lnTo>
                  <a:pt x="20204" y="496874"/>
                </a:lnTo>
                <a:lnTo>
                  <a:pt x="18956" y="492512"/>
                </a:lnTo>
                <a:lnTo>
                  <a:pt x="19070" y="492905"/>
                </a:lnTo>
                <a:lnTo>
                  <a:pt x="18075" y="488645"/>
                </a:lnTo>
                <a:lnTo>
                  <a:pt x="17304" y="484253"/>
                </a:lnTo>
                <a:lnTo>
                  <a:pt x="17353" y="484662"/>
                </a:lnTo>
                <a:lnTo>
                  <a:pt x="16809" y="480384"/>
                </a:lnTo>
                <a:lnTo>
                  <a:pt x="16463" y="475856"/>
                </a:lnTo>
                <a:lnTo>
                  <a:pt x="16355" y="471381"/>
                </a:lnTo>
                <a:lnTo>
                  <a:pt x="16355" y="101060"/>
                </a:lnTo>
                <a:lnTo>
                  <a:pt x="16463" y="96585"/>
                </a:lnTo>
                <a:lnTo>
                  <a:pt x="16809" y="92058"/>
                </a:lnTo>
                <a:lnTo>
                  <a:pt x="17353" y="87780"/>
                </a:lnTo>
                <a:lnTo>
                  <a:pt x="17304" y="88189"/>
                </a:lnTo>
                <a:lnTo>
                  <a:pt x="18075" y="83797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Pretrain">
            <a:extLst xmlns:a="http://schemas.openxmlformats.org/drawingml/2006/main">
              <a:ext uri="{FF2B5EF4-FFF2-40B4-BE49-F238E27FC236}">
                <a16:creationId xmlns:a16="http://schemas.microsoft.com/office/drawing/2014/main" id="{5228E936-E996-4743-8E47-0E86E0F1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35" y="5363872"/>
            <a:ext cx="739836" cy="146816"/>
          </a:xfrm>
          <a:custGeom xmlns:a="http://schemas.openxmlformats.org/drawingml/2006/main">
            <a:pathLst>
              <a:path w="739836" h="146816">
                <a:moveTo>
                  <a:pt x="93341" y="44083"/>
                </a:moveTo>
                <a:cubicBezTo>
                  <a:pt x="93341" y="50408"/>
                  <a:pt x="92239" y="56270"/>
                  <a:pt x="90035" y="61668"/>
                </a:cubicBezTo>
                <a:cubicBezTo>
                  <a:pt x="87831" y="67067"/>
                  <a:pt x="84748" y="71747"/>
                  <a:pt x="80787" y="75708"/>
                </a:cubicBezTo>
                <a:cubicBezTo>
                  <a:pt x="75868" y="80627"/>
                  <a:pt x="70054" y="84317"/>
                  <a:pt x="63346" y="86777"/>
                </a:cubicBezTo>
                <a:cubicBezTo>
                  <a:pt x="56637" y="89236"/>
                  <a:pt x="48172" y="90466"/>
                  <a:pt x="37950" y="90466"/>
                </a:cubicBezTo>
                <a:lnTo>
                  <a:pt x="18975" y="90466"/>
                </a:lnTo>
                <a:lnTo>
                  <a:pt x="18975" y="143749"/>
                </a:lnTo>
                <a:lnTo>
                  <a:pt x="0" y="143749"/>
                </a:lnTo>
                <a:lnTo>
                  <a:pt x="0" y="958"/>
                </a:lnTo>
                <a:lnTo>
                  <a:pt x="38716" y="958"/>
                </a:lnTo>
                <a:cubicBezTo>
                  <a:pt x="47278" y="958"/>
                  <a:pt x="54529" y="1677"/>
                  <a:pt x="60471" y="3115"/>
                </a:cubicBezTo>
                <a:cubicBezTo>
                  <a:pt x="66412" y="4552"/>
                  <a:pt x="71683" y="6804"/>
                  <a:pt x="76283" y="9871"/>
                </a:cubicBezTo>
                <a:cubicBezTo>
                  <a:pt x="81713" y="13512"/>
                  <a:pt x="85914" y="18049"/>
                  <a:pt x="88885" y="23479"/>
                </a:cubicBezTo>
                <a:cubicBezTo>
                  <a:pt x="91856" y="28910"/>
                  <a:pt x="93341" y="35778"/>
                  <a:pt x="93341" y="44083"/>
                </a:cubicBezTo>
                <a:moveTo>
                  <a:pt x="73600" y="44523"/>
                </a:moveTo>
                <a:cubicBezTo>
                  <a:pt x="73600" y="39646"/>
                  <a:pt x="72737" y="35402"/>
                  <a:pt x="71012" y="31793"/>
                </a:cubicBezTo>
                <a:cubicBezTo>
                  <a:pt x="69287" y="28181"/>
                  <a:pt x="66668" y="25234"/>
                  <a:pt x="63154" y="22952"/>
                </a:cubicBezTo>
                <a:cubicBezTo>
                  <a:pt x="60087" y="20989"/>
                  <a:pt x="56589" y="19581"/>
                  <a:pt x="52660" y="18726"/>
                </a:cubicBezTo>
                <a:cubicBezTo>
                  <a:pt x="48731" y="17870"/>
                  <a:pt x="43764" y="17442"/>
                  <a:pt x="37758" y="17442"/>
                </a:cubicBezTo>
                <a:lnTo>
                  <a:pt x="18975" y="17442"/>
                </a:lnTo>
                <a:lnTo>
                  <a:pt x="18975" y="73983"/>
                </a:lnTo>
                <a:lnTo>
                  <a:pt x="34979" y="73983"/>
                </a:lnTo>
                <a:cubicBezTo>
                  <a:pt x="42646" y="73983"/>
                  <a:pt x="48875" y="73302"/>
                  <a:pt x="53666" y="71941"/>
                </a:cubicBezTo>
                <a:cubicBezTo>
                  <a:pt x="58458" y="70579"/>
                  <a:pt x="62355" y="68409"/>
                  <a:pt x="65358" y="65430"/>
                </a:cubicBezTo>
                <a:cubicBezTo>
                  <a:pt x="68361" y="62389"/>
                  <a:pt x="70485" y="59191"/>
                  <a:pt x="71731" y="55835"/>
                </a:cubicBezTo>
                <a:cubicBezTo>
                  <a:pt x="72977" y="52476"/>
                  <a:pt x="73600" y="48706"/>
                  <a:pt x="73600" y="44523"/>
                </a:cubicBezTo>
                <a:close/>
                <a:moveTo>
                  <a:pt x="183935" y="56158"/>
                </a:moveTo>
                <a:lnTo>
                  <a:pt x="182977" y="56158"/>
                </a:lnTo>
                <a:cubicBezTo>
                  <a:pt x="180294" y="55553"/>
                  <a:pt x="177690" y="55115"/>
                  <a:pt x="175167" y="54843"/>
                </a:cubicBezTo>
                <a:cubicBezTo>
                  <a:pt x="172643" y="54570"/>
                  <a:pt x="169656" y="54433"/>
                  <a:pt x="166206" y="54433"/>
                </a:cubicBezTo>
                <a:cubicBezTo>
                  <a:pt x="160648" y="54433"/>
                  <a:pt x="155281" y="55665"/>
                  <a:pt x="150106" y="58129"/>
                </a:cubicBezTo>
                <a:cubicBezTo>
                  <a:pt x="144931" y="60590"/>
                  <a:pt x="139948" y="63772"/>
                  <a:pt x="135156" y="67673"/>
                </a:cubicBezTo>
                <a:lnTo>
                  <a:pt x="135156" y="143749"/>
                </a:lnTo>
                <a:lnTo>
                  <a:pt x="117140" y="143749"/>
                </a:lnTo>
                <a:lnTo>
                  <a:pt x="117140" y="36608"/>
                </a:lnTo>
                <a:lnTo>
                  <a:pt x="135156" y="36608"/>
                </a:lnTo>
                <a:lnTo>
                  <a:pt x="135156" y="52436"/>
                </a:lnTo>
                <a:cubicBezTo>
                  <a:pt x="142312" y="46680"/>
                  <a:pt x="148621" y="42603"/>
                  <a:pt x="154083" y="40205"/>
                </a:cubicBezTo>
                <a:cubicBezTo>
                  <a:pt x="159546" y="37807"/>
                  <a:pt x="165120" y="36608"/>
                  <a:pt x="170806" y="36608"/>
                </a:cubicBezTo>
                <a:cubicBezTo>
                  <a:pt x="173937" y="36608"/>
                  <a:pt x="176205" y="36688"/>
                  <a:pt x="177610" y="36848"/>
                </a:cubicBezTo>
                <a:cubicBezTo>
                  <a:pt x="179016" y="37005"/>
                  <a:pt x="181124" y="37307"/>
                  <a:pt x="183935" y="37752"/>
                </a:cubicBezTo>
                <a:lnTo>
                  <a:pt x="183935" y="56158"/>
                </a:lnTo>
                <a:close/>
                <a:moveTo>
                  <a:pt x="290157" y="92000"/>
                </a:moveTo>
                <a:lnTo>
                  <a:pt x="211286" y="92000"/>
                </a:lnTo>
                <a:cubicBezTo>
                  <a:pt x="211286" y="98596"/>
                  <a:pt x="212276" y="104344"/>
                  <a:pt x="214257" y="109243"/>
                </a:cubicBezTo>
                <a:cubicBezTo>
                  <a:pt x="216238" y="114143"/>
                  <a:pt x="218953" y="118162"/>
                  <a:pt x="222403" y="121300"/>
                </a:cubicBezTo>
                <a:cubicBezTo>
                  <a:pt x="225725" y="124375"/>
                  <a:pt x="229670" y="126681"/>
                  <a:pt x="234238" y="128218"/>
                </a:cubicBezTo>
                <a:cubicBezTo>
                  <a:pt x="238806" y="129756"/>
                  <a:pt x="243837" y="130524"/>
                  <a:pt x="249332" y="130524"/>
                </a:cubicBezTo>
                <a:cubicBezTo>
                  <a:pt x="256615" y="130524"/>
                  <a:pt x="263946" y="129060"/>
                  <a:pt x="271325" y="126131"/>
                </a:cubicBezTo>
                <a:cubicBezTo>
                  <a:pt x="278705" y="123202"/>
                  <a:pt x="283959" y="120322"/>
                  <a:pt x="287090" y="117491"/>
                </a:cubicBezTo>
                <a:lnTo>
                  <a:pt x="288048" y="117491"/>
                </a:lnTo>
                <a:lnTo>
                  <a:pt x="288048" y="137203"/>
                </a:lnTo>
                <a:cubicBezTo>
                  <a:pt x="281979" y="139766"/>
                  <a:pt x="275782" y="141913"/>
                  <a:pt x="269457" y="143644"/>
                </a:cubicBezTo>
                <a:cubicBezTo>
                  <a:pt x="263132" y="145375"/>
                  <a:pt x="256487" y="146241"/>
                  <a:pt x="249523" y="146241"/>
                </a:cubicBezTo>
                <a:cubicBezTo>
                  <a:pt x="231762" y="146241"/>
                  <a:pt x="217899" y="141425"/>
                  <a:pt x="207932" y="131794"/>
                </a:cubicBezTo>
                <a:cubicBezTo>
                  <a:pt x="197965" y="122163"/>
                  <a:pt x="192982" y="108483"/>
                  <a:pt x="192982" y="90754"/>
                </a:cubicBezTo>
                <a:cubicBezTo>
                  <a:pt x="192982" y="73220"/>
                  <a:pt x="197758" y="59302"/>
                  <a:pt x="207309" y="48998"/>
                </a:cubicBezTo>
                <a:cubicBezTo>
                  <a:pt x="216860" y="38694"/>
                  <a:pt x="229431" y="33541"/>
                  <a:pt x="245019" y="33541"/>
                </a:cubicBezTo>
                <a:cubicBezTo>
                  <a:pt x="259458" y="33541"/>
                  <a:pt x="270591" y="37765"/>
                  <a:pt x="278417" y="46212"/>
                </a:cubicBezTo>
                <a:cubicBezTo>
                  <a:pt x="286243" y="54660"/>
                  <a:pt x="290157" y="66659"/>
                  <a:pt x="290157" y="82210"/>
                </a:cubicBezTo>
                <a:lnTo>
                  <a:pt x="290157" y="92000"/>
                </a:lnTo>
                <a:moveTo>
                  <a:pt x="272619" y="78200"/>
                </a:moveTo>
                <a:cubicBezTo>
                  <a:pt x="272555" y="68744"/>
                  <a:pt x="270175" y="61429"/>
                  <a:pt x="265480" y="56254"/>
                </a:cubicBezTo>
                <a:cubicBezTo>
                  <a:pt x="260784" y="51079"/>
                  <a:pt x="253644" y="48491"/>
                  <a:pt x="244061" y="48491"/>
                </a:cubicBezTo>
                <a:cubicBezTo>
                  <a:pt x="234414" y="48491"/>
                  <a:pt x="226731" y="51334"/>
                  <a:pt x="221013" y="57021"/>
                </a:cubicBezTo>
                <a:cubicBezTo>
                  <a:pt x="215295" y="62707"/>
                  <a:pt x="212053" y="69766"/>
                  <a:pt x="211286" y="78200"/>
                </a:cubicBezTo>
                <a:lnTo>
                  <a:pt x="272619" y="78200"/>
                </a:lnTo>
                <a:close/>
                <a:moveTo>
                  <a:pt x="373077" y="142806"/>
                </a:moveTo>
                <a:cubicBezTo>
                  <a:pt x="369691" y="143696"/>
                  <a:pt x="366002" y="144427"/>
                  <a:pt x="362009" y="144998"/>
                </a:cubicBezTo>
                <a:cubicBezTo>
                  <a:pt x="358016" y="145571"/>
                  <a:pt x="354454" y="145858"/>
                  <a:pt x="351323" y="145858"/>
                </a:cubicBezTo>
                <a:cubicBezTo>
                  <a:pt x="340398" y="145858"/>
                  <a:pt x="332093" y="142916"/>
                  <a:pt x="326407" y="137032"/>
                </a:cubicBezTo>
                <a:cubicBezTo>
                  <a:pt x="320721" y="131148"/>
                  <a:pt x="317878" y="121715"/>
                  <a:pt x="317878" y="108731"/>
                </a:cubicBezTo>
                <a:lnTo>
                  <a:pt x="317878" y="51750"/>
                </a:lnTo>
                <a:lnTo>
                  <a:pt x="305707" y="51750"/>
                </a:lnTo>
                <a:lnTo>
                  <a:pt x="305707" y="36608"/>
                </a:lnTo>
                <a:lnTo>
                  <a:pt x="317878" y="36608"/>
                </a:lnTo>
                <a:lnTo>
                  <a:pt x="317878" y="5750"/>
                </a:lnTo>
                <a:lnTo>
                  <a:pt x="335894" y="5750"/>
                </a:lnTo>
                <a:lnTo>
                  <a:pt x="335894" y="36608"/>
                </a:lnTo>
                <a:lnTo>
                  <a:pt x="373077" y="36608"/>
                </a:lnTo>
                <a:lnTo>
                  <a:pt x="373077" y="51750"/>
                </a:lnTo>
                <a:lnTo>
                  <a:pt x="335894" y="51750"/>
                </a:lnTo>
                <a:lnTo>
                  <a:pt x="335894" y="100648"/>
                </a:lnTo>
                <a:cubicBezTo>
                  <a:pt x="335894" y="106285"/>
                  <a:pt x="336022" y="110688"/>
                  <a:pt x="336277" y="113858"/>
                </a:cubicBezTo>
                <a:cubicBezTo>
                  <a:pt x="336533" y="117029"/>
                  <a:pt x="337427" y="119991"/>
                  <a:pt x="338961" y="122744"/>
                </a:cubicBezTo>
                <a:cubicBezTo>
                  <a:pt x="340366" y="125305"/>
                  <a:pt x="342299" y="127179"/>
                  <a:pt x="344759" y="128365"/>
                </a:cubicBezTo>
                <a:cubicBezTo>
                  <a:pt x="347218" y="129549"/>
                  <a:pt x="350972" y="130141"/>
                  <a:pt x="356019" y="130141"/>
                </a:cubicBezTo>
                <a:cubicBezTo>
                  <a:pt x="358958" y="130141"/>
                  <a:pt x="362025" y="129710"/>
                  <a:pt x="365219" y="128847"/>
                </a:cubicBezTo>
                <a:cubicBezTo>
                  <a:pt x="368413" y="127985"/>
                  <a:pt x="370713" y="127266"/>
                  <a:pt x="372119" y="126691"/>
                </a:cubicBezTo>
                <a:lnTo>
                  <a:pt x="373077" y="126691"/>
                </a:lnTo>
                <a:lnTo>
                  <a:pt x="373077" y="142806"/>
                </a:lnTo>
                <a:close/>
                <a:moveTo>
                  <a:pt x="461978" y="56158"/>
                </a:moveTo>
                <a:lnTo>
                  <a:pt x="461020" y="56158"/>
                </a:lnTo>
                <a:cubicBezTo>
                  <a:pt x="458337" y="55553"/>
                  <a:pt x="455733" y="55115"/>
                  <a:pt x="453210" y="54843"/>
                </a:cubicBezTo>
                <a:cubicBezTo>
                  <a:pt x="450686" y="54570"/>
                  <a:pt x="447699" y="54433"/>
                  <a:pt x="444249" y="54433"/>
                </a:cubicBezTo>
                <a:cubicBezTo>
                  <a:pt x="438691" y="54433"/>
                  <a:pt x="433324" y="55665"/>
                  <a:pt x="428149" y="58129"/>
                </a:cubicBezTo>
                <a:cubicBezTo>
                  <a:pt x="422974" y="60590"/>
                  <a:pt x="417991" y="63772"/>
                  <a:pt x="413199" y="67673"/>
                </a:cubicBezTo>
                <a:lnTo>
                  <a:pt x="413199" y="143749"/>
                </a:lnTo>
                <a:lnTo>
                  <a:pt x="395183" y="143749"/>
                </a:lnTo>
                <a:lnTo>
                  <a:pt x="395183" y="36608"/>
                </a:lnTo>
                <a:lnTo>
                  <a:pt x="413199" y="36608"/>
                </a:lnTo>
                <a:lnTo>
                  <a:pt x="413199" y="52436"/>
                </a:lnTo>
                <a:cubicBezTo>
                  <a:pt x="420355" y="46680"/>
                  <a:pt x="426664" y="42603"/>
                  <a:pt x="432126" y="40205"/>
                </a:cubicBezTo>
                <a:cubicBezTo>
                  <a:pt x="437589" y="37807"/>
                  <a:pt x="443163" y="36608"/>
                  <a:pt x="448849" y="36608"/>
                </a:cubicBezTo>
                <a:cubicBezTo>
                  <a:pt x="451980" y="36608"/>
                  <a:pt x="454248" y="36688"/>
                  <a:pt x="455653" y="36848"/>
                </a:cubicBezTo>
                <a:cubicBezTo>
                  <a:pt x="457059" y="37005"/>
                  <a:pt x="459167" y="37307"/>
                  <a:pt x="461978" y="37752"/>
                </a:cubicBezTo>
                <a:lnTo>
                  <a:pt x="461978" y="56158"/>
                </a:lnTo>
                <a:close/>
                <a:moveTo>
                  <a:pt x="561779" y="143749"/>
                </a:moveTo>
                <a:lnTo>
                  <a:pt x="543858" y="143749"/>
                </a:lnTo>
                <a:lnTo>
                  <a:pt x="543858" y="132423"/>
                </a:lnTo>
                <a:cubicBezTo>
                  <a:pt x="542261" y="133511"/>
                  <a:pt x="540105" y="135030"/>
                  <a:pt x="537389" y="136981"/>
                </a:cubicBezTo>
                <a:cubicBezTo>
                  <a:pt x="534674" y="138932"/>
                  <a:pt x="532039" y="140483"/>
                  <a:pt x="529483" y="141635"/>
                </a:cubicBezTo>
                <a:cubicBezTo>
                  <a:pt x="526480" y="143106"/>
                  <a:pt x="523030" y="144337"/>
                  <a:pt x="519133" y="145328"/>
                </a:cubicBezTo>
                <a:cubicBezTo>
                  <a:pt x="515236" y="146320"/>
                  <a:pt x="510668" y="146816"/>
                  <a:pt x="505429" y="146816"/>
                </a:cubicBezTo>
                <a:cubicBezTo>
                  <a:pt x="495782" y="146816"/>
                  <a:pt x="487604" y="143618"/>
                  <a:pt x="480896" y="137221"/>
                </a:cubicBezTo>
                <a:cubicBezTo>
                  <a:pt x="474187" y="130824"/>
                  <a:pt x="470833" y="122667"/>
                  <a:pt x="470833" y="112750"/>
                </a:cubicBezTo>
                <a:cubicBezTo>
                  <a:pt x="470833" y="104627"/>
                  <a:pt x="472574" y="98054"/>
                  <a:pt x="476056" y="93033"/>
                </a:cubicBezTo>
                <a:cubicBezTo>
                  <a:pt x="479538" y="88009"/>
                  <a:pt x="484505" y="84059"/>
                  <a:pt x="490958" y="81182"/>
                </a:cubicBezTo>
                <a:cubicBezTo>
                  <a:pt x="497475" y="78303"/>
                  <a:pt x="505301" y="76352"/>
                  <a:pt x="514437" y="75328"/>
                </a:cubicBezTo>
                <a:cubicBezTo>
                  <a:pt x="523573" y="74303"/>
                  <a:pt x="533380" y="73536"/>
                  <a:pt x="543858" y="73025"/>
                </a:cubicBezTo>
                <a:lnTo>
                  <a:pt x="543858" y="70222"/>
                </a:lnTo>
                <a:cubicBezTo>
                  <a:pt x="543858" y="66099"/>
                  <a:pt x="543139" y="62685"/>
                  <a:pt x="541702" y="59979"/>
                </a:cubicBezTo>
                <a:cubicBezTo>
                  <a:pt x="540264" y="57274"/>
                  <a:pt x="538204" y="55148"/>
                  <a:pt x="535521" y="53601"/>
                </a:cubicBezTo>
                <a:cubicBezTo>
                  <a:pt x="532965" y="52119"/>
                  <a:pt x="529898" y="51121"/>
                  <a:pt x="526321" y="50606"/>
                </a:cubicBezTo>
                <a:cubicBezTo>
                  <a:pt x="522743" y="50091"/>
                  <a:pt x="519005" y="49833"/>
                  <a:pt x="515108" y="49833"/>
                </a:cubicBezTo>
                <a:cubicBezTo>
                  <a:pt x="510380" y="49833"/>
                  <a:pt x="505110" y="50473"/>
                  <a:pt x="499296" y="51753"/>
                </a:cubicBezTo>
                <a:cubicBezTo>
                  <a:pt x="493482" y="53031"/>
                  <a:pt x="487476" y="54882"/>
                  <a:pt x="481279" y="57308"/>
                </a:cubicBezTo>
                <a:lnTo>
                  <a:pt x="480321" y="57308"/>
                </a:lnTo>
                <a:lnTo>
                  <a:pt x="480321" y="39004"/>
                </a:lnTo>
                <a:cubicBezTo>
                  <a:pt x="483835" y="38046"/>
                  <a:pt x="488914" y="36991"/>
                  <a:pt x="495558" y="35841"/>
                </a:cubicBezTo>
                <a:cubicBezTo>
                  <a:pt x="502203" y="34691"/>
                  <a:pt x="508751" y="34116"/>
                  <a:pt x="515204" y="34116"/>
                </a:cubicBezTo>
                <a:cubicBezTo>
                  <a:pt x="522743" y="34116"/>
                  <a:pt x="529307" y="34739"/>
                  <a:pt x="534898" y="35985"/>
                </a:cubicBezTo>
                <a:cubicBezTo>
                  <a:pt x="540488" y="37231"/>
                  <a:pt x="545327" y="39355"/>
                  <a:pt x="549416" y="42358"/>
                </a:cubicBezTo>
                <a:cubicBezTo>
                  <a:pt x="553441" y="45297"/>
                  <a:pt x="556508" y="49098"/>
                  <a:pt x="558616" y="53762"/>
                </a:cubicBezTo>
                <a:cubicBezTo>
                  <a:pt x="560725" y="58426"/>
                  <a:pt x="561779" y="64208"/>
                  <a:pt x="561779" y="71108"/>
                </a:cubicBezTo>
                <a:lnTo>
                  <a:pt x="561779" y="143749"/>
                </a:lnTo>
                <a:moveTo>
                  <a:pt x="543858" y="117530"/>
                </a:moveTo>
                <a:lnTo>
                  <a:pt x="543858" y="87591"/>
                </a:lnTo>
                <a:cubicBezTo>
                  <a:pt x="538364" y="87913"/>
                  <a:pt x="531895" y="88395"/>
                  <a:pt x="524452" y="89038"/>
                </a:cubicBezTo>
                <a:cubicBezTo>
                  <a:pt x="517009" y="89679"/>
                  <a:pt x="511115" y="90608"/>
                  <a:pt x="506771" y="91826"/>
                </a:cubicBezTo>
                <a:cubicBezTo>
                  <a:pt x="501596" y="93303"/>
                  <a:pt x="497411" y="95598"/>
                  <a:pt x="494217" y="98711"/>
                </a:cubicBezTo>
                <a:cubicBezTo>
                  <a:pt x="491022" y="101823"/>
                  <a:pt x="489425" y="106107"/>
                  <a:pt x="489425" y="111561"/>
                </a:cubicBezTo>
                <a:cubicBezTo>
                  <a:pt x="489425" y="117723"/>
                  <a:pt x="491278" y="122360"/>
                  <a:pt x="494983" y="125472"/>
                </a:cubicBezTo>
                <a:cubicBezTo>
                  <a:pt x="498689" y="128585"/>
                  <a:pt x="504343" y="130141"/>
                  <a:pt x="511946" y="130141"/>
                </a:cubicBezTo>
                <a:cubicBezTo>
                  <a:pt x="518271" y="130141"/>
                  <a:pt x="524053" y="128906"/>
                  <a:pt x="529291" y="126436"/>
                </a:cubicBezTo>
                <a:cubicBezTo>
                  <a:pt x="534530" y="123965"/>
                  <a:pt x="539386" y="120996"/>
                  <a:pt x="543858" y="117530"/>
                </a:cubicBezTo>
                <a:close/>
                <a:moveTo>
                  <a:pt x="615713" y="18783"/>
                </a:moveTo>
                <a:lnTo>
                  <a:pt x="595397" y="18783"/>
                </a:lnTo>
                <a:lnTo>
                  <a:pt x="595397" y="0"/>
                </a:lnTo>
                <a:lnTo>
                  <a:pt x="615713" y="0"/>
                </a:lnTo>
                <a:lnTo>
                  <a:pt x="615713" y="18783"/>
                </a:lnTo>
                <a:moveTo>
                  <a:pt x="614563" y="143749"/>
                </a:moveTo>
                <a:lnTo>
                  <a:pt x="596547" y="143749"/>
                </a:lnTo>
                <a:lnTo>
                  <a:pt x="596547" y="36608"/>
                </a:lnTo>
                <a:lnTo>
                  <a:pt x="614563" y="36608"/>
                </a:lnTo>
                <a:lnTo>
                  <a:pt x="614563" y="143749"/>
                </a:lnTo>
                <a:close/>
                <a:moveTo>
                  <a:pt x="739836" y="143749"/>
                </a:moveTo>
                <a:lnTo>
                  <a:pt x="721820" y="143749"/>
                </a:lnTo>
                <a:lnTo>
                  <a:pt x="721820" y="82737"/>
                </a:lnTo>
                <a:cubicBezTo>
                  <a:pt x="721820" y="77811"/>
                  <a:pt x="721532" y="73190"/>
                  <a:pt x="720957" y="68874"/>
                </a:cubicBezTo>
                <a:cubicBezTo>
                  <a:pt x="720382" y="64557"/>
                  <a:pt x="719328" y="61184"/>
                  <a:pt x="717795" y="58755"/>
                </a:cubicBezTo>
                <a:cubicBezTo>
                  <a:pt x="716197" y="56067"/>
                  <a:pt x="713897" y="54069"/>
                  <a:pt x="710895" y="52759"/>
                </a:cubicBezTo>
                <a:cubicBezTo>
                  <a:pt x="707892" y="51447"/>
                  <a:pt x="703995" y="50791"/>
                  <a:pt x="699203" y="50791"/>
                </a:cubicBezTo>
                <a:cubicBezTo>
                  <a:pt x="694284" y="50791"/>
                  <a:pt x="689141" y="52007"/>
                  <a:pt x="683774" y="54439"/>
                </a:cubicBezTo>
                <a:cubicBezTo>
                  <a:pt x="678407" y="56869"/>
                  <a:pt x="673264" y="59969"/>
                  <a:pt x="668345" y="63741"/>
                </a:cubicBezTo>
                <a:lnTo>
                  <a:pt x="668345" y="143749"/>
                </a:lnTo>
                <a:lnTo>
                  <a:pt x="650328" y="143749"/>
                </a:lnTo>
                <a:lnTo>
                  <a:pt x="650328" y="36608"/>
                </a:lnTo>
                <a:lnTo>
                  <a:pt x="668345" y="36608"/>
                </a:lnTo>
                <a:lnTo>
                  <a:pt x="668345" y="48423"/>
                </a:lnTo>
                <a:cubicBezTo>
                  <a:pt x="673967" y="43751"/>
                  <a:pt x="679781" y="40103"/>
                  <a:pt x="685786" y="37480"/>
                </a:cubicBezTo>
                <a:cubicBezTo>
                  <a:pt x="691792" y="34854"/>
                  <a:pt x="697957" y="33541"/>
                  <a:pt x="704282" y="33541"/>
                </a:cubicBezTo>
                <a:cubicBezTo>
                  <a:pt x="715846" y="33541"/>
                  <a:pt x="724663" y="37029"/>
                  <a:pt x="730732" y="44005"/>
                </a:cubicBezTo>
                <a:cubicBezTo>
                  <a:pt x="736801" y="50981"/>
                  <a:pt x="739836" y="61030"/>
                  <a:pt x="739836" y="74151"/>
                </a:cubicBezTo>
                <a:lnTo>
                  <a:pt x="739836" y="143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model">
            <a:extLst xmlns:a="http://schemas.openxmlformats.org/drawingml/2006/main">
              <a:ext uri="{FF2B5EF4-FFF2-40B4-BE49-F238E27FC236}">
                <a16:creationId xmlns:a16="http://schemas.microsoft.com/office/drawing/2014/main" id="{FC0F4FA0-8565-438D-9B20-5DEDFD72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564" y="5594024"/>
            <a:ext cx="567752" cy="152183"/>
          </a:xfrm>
          <a:custGeom xmlns:a="http://schemas.openxmlformats.org/drawingml/2006/main">
            <a:pathLst>
              <a:path w="567752" h="152183">
                <a:moveTo>
                  <a:pt x="156208" y="149116"/>
                </a:moveTo>
                <a:lnTo>
                  <a:pt x="138191" y="149116"/>
                </a:lnTo>
                <a:lnTo>
                  <a:pt x="138191" y="88103"/>
                </a:lnTo>
                <a:cubicBezTo>
                  <a:pt x="138191" y="83499"/>
                  <a:pt x="137983" y="79055"/>
                  <a:pt x="137568" y="74771"/>
                </a:cubicBezTo>
                <a:cubicBezTo>
                  <a:pt x="137153" y="70484"/>
                  <a:pt x="136274" y="67062"/>
                  <a:pt x="134933" y="64504"/>
                </a:cubicBezTo>
                <a:cubicBezTo>
                  <a:pt x="133463" y="61753"/>
                  <a:pt x="131355" y="59675"/>
                  <a:pt x="128608" y="58269"/>
                </a:cubicBezTo>
                <a:cubicBezTo>
                  <a:pt x="125860" y="56862"/>
                  <a:pt x="121899" y="56158"/>
                  <a:pt x="116724" y="56158"/>
                </a:cubicBezTo>
                <a:cubicBezTo>
                  <a:pt x="111677" y="56158"/>
                  <a:pt x="106630" y="57422"/>
                  <a:pt x="101583" y="59949"/>
                </a:cubicBezTo>
                <a:cubicBezTo>
                  <a:pt x="96536" y="62475"/>
                  <a:pt x="91488" y="65688"/>
                  <a:pt x="86441" y="69590"/>
                </a:cubicBezTo>
                <a:cubicBezTo>
                  <a:pt x="86633" y="71059"/>
                  <a:pt x="86793" y="72769"/>
                  <a:pt x="86920" y="74720"/>
                </a:cubicBezTo>
                <a:cubicBezTo>
                  <a:pt x="87048" y="76670"/>
                  <a:pt x="87112" y="78605"/>
                  <a:pt x="87112" y="80524"/>
                </a:cubicBezTo>
                <a:lnTo>
                  <a:pt x="87112" y="149116"/>
                </a:lnTo>
                <a:lnTo>
                  <a:pt x="69095" y="149116"/>
                </a:lnTo>
                <a:lnTo>
                  <a:pt x="69095" y="88103"/>
                </a:lnTo>
                <a:cubicBezTo>
                  <a:pt x="69095" y="83372"/>
                  <a:pt x="68888" y="78879"/>
                  <a:pt x="68473" y="74627"/>
                </a:cubicBezTo>
                <a:cubicBezTo>
                  <a:pt x="68057" y="70372"/>
                  <a:pt x="67179" y="66966"/>
                  <a:pt x="65837" y="64409"/>
                </a:cubicBezTo>
                <a:cubicBezTo>
                  <a:pt x="64368" y="61657"/>
                  <a:pt x="62259" y="59595"/>
                  <a:pt x="59512" y="58221"/>
                </a:cubicBezTo>
                <a:cubicBezTo>
                  <a:pt x="56765" y="56846"/>
                  <a:pt x="52804" y="56158"/>
                  <a:pt x="47629" y="56158"/>
                </a:cubicBezTo>
                <a:cubicBezTo>
                  <a:pt x="42710" y="56158"/>
                  <a:pt x="37774" y="57374"/>
                  <a:pt x="32823" y="59806"/>
                </a:cubicBezTo>
                <a:cubicBezTo>
                  <a:pt x="27871" y="62235"/>
                  <a:pt x="22936" y="65336"/>
                  <a:pt x="18017" y="69107"/>
                </a:cubicBezTo>
                <a:lnTo>
                  <a:pt x="18017" y="149116"/>
                </a:lnTo>
                <a:lnTo>
                  <a:pt x="0" y="149116"/>
                </a:lnTo>
                <a:lnTo>
                  <a:pt x="0" y="41975"/>
                </a:lnTo>
                <a:lnTo>
                  <a:pt x="18017" y="41975"/>
                </a:lnTo>
                <a:lnTo>
                  <a:pt x="18017" y="53870"/>
                </a:lnTo>
                <a:cubicBezTo>
                  <a:pt x="23639" y="49172"/>
                  <a:pt x="29245" y="45505"/>
                  <a:pt x="34835" y="42867"/>
                </a:cubicBezTo>
                <a:cubicBezTo>
                  <a:pt x="40425" y="40228"/>
                  <a:pt x="46383" y="38908"/>
                  <a:pt x="52708" y="38908"/>
                </a:cubicBezTo>
                <a:cubicBezTo>
                  <a:pt x="59991" y="38908"/>
                  <a:pt x="66173" y="40451"/>
                  <a:pt x="71252" y="43538"/>
                </a:cubicBezTo>
                <a:cubicBezTo>
                  <a:pt x="76331" y="46623"/>
                  <a:pt x="80116" y="50897"/>
                  <a:pt x="82608" y="56362"/>
                </a:cubicBezTo>
                <a:cubicBezTo>
                  <a:pt x="89891" y="50190"/>
                  <a:pt x="96536" y="45739"/>
                  <a:pt x="102541" y="43008"/>
                </a:cubicBezTo>
                <a:cubicBezTo>
                  <a:pt x="108547" y="40275"/>
                  <a:pt x="114967" y="38908"/>
                  <a:pt x="121804" y="38908"/>
                </a:cubicBezTo>
                <a:cubicBezTo>
                  <a:pt x="133559" y="38908"/>
                  <a:pt x="142232" y="42476"/>
                  <a:pt x="147822" y="49611"/>
                </a:cubicBezTo>
                <a:cubicBezTo>
                  <a:pt x="153412" y="56747"/>
                  <a:pt x="156208" y="66716"/>
                  <a:pt x="156208" y="79517"/>
                </a:cubicBezTo>
                <a:lnTo>
                  <a:pt x="156208" y="149116"/>
                </a:lnTo>
                <a:close/>
                <a:moveTo>
                  <a:pt x="281774" y="95593"/>
                </a:moveTo>
                <a:cubicBezTo>
                  <a:pt x="281774" y="113079"/>
                  <a:pt x="277302" y="126882"/>
                  <a:pt x="268357" y="137002"/>
                </a:cubicBezTo>
                <a:cubicBezTo>
                  <a:pt x="259413" y="147122"/>
                  <a:pt x="247434" y="152183"/>
                  <a:pt x="232420" y="152183"/>
                </a:cubicBezTo>
                <a:cubicBezTo>
                  <a:pt x="217278" y="152183"/>
                  <a:pt x="205251" y="147122"/>
                  <a:pt x="196339" y="137002"/>
                </a:cubicBezTo>
                <a:cubicBezTo>
                  <a:pt x="187427" y="126882"/>
                  <a:pt x="182970" y="113079"/>
                  <a:pt x="182970" y="95593"/>
                </a:cubicBezTo>
                <a:cubicBezTo>
                  <a:pt x="182970" y="78108"/>
                  <a:pt x="187427" y="64289"/>
                  <a:pt x="196339" y="54137"/>
                </a:cubicBezTo>
                <a:cubicBezTo>
                  <a:pt x="205251" y="43984"/>
                  <a:pt x="217278" y="38908"/>
                  <a:pt x="232420" y="38908"/>
                </a:cubicBezTo>
                <a:cubicBezTo>
                  <a:pt x="247434" y="38908"/>
                  <a:pt x="259413" y="43984"/>
                  <a:pt x="268357" y="54137"/>
                </a:cubicBezTo>
                <a:cubicBezTo>
                  <a:pt x="277302" y="64289"/>
                  <a:pt x="281774" y="78108"/>
                  <a:pt x="281774" y="95593"/>
                </a:cubicBezTo>
                <a:moveTo>
                  <a:pt x="263182" y="95593"/>
                </a:moveTo>
                <a:cubicBezTo>
                  <a:pt x="263182" y="81745"/>
                  <a:pt x="260467" y="71455"/>
                  <a:pt x="255037" y="64723"/>
                </a:cubicBezTo>
                <a:cubicBezTo>
                  <a:pt x="249606" y="57991"/>
                  <a:pt x="242067" y="54625"/>
                  <a:pt x="232420" y="54625"/>
                </a:cubicBezTo>
                <a:cubicBezTo>
                  <a:pt x="222645" y="54625"/>
                  <a:pt x="215058" y="57991"/>
                  <a:pt x="209660" y="64723"/>
                </a:cubicBezTo>
                <a:cubicBezTo>
                  <a:pt x="204261" y="71455"/>
                  <a:pt x="201562" y="81745"/>
                  <a:pt x="201562" y="95593"/>
                </a:cubicBezTo>
                <a:cubicBezTo>
                  <a:pt x="201562" y="108994"/>
                  <a:pt x="204277" y="119156"/>
                  <a:pt x="209708" y="126080"/>
                </a:cubicBezTo>
                <a:cubicBezTo>
                  <a:pt x="215138" y="133004"/>
                  <a:pt x="222709" y="136466"/>
                  <a:pt x="232420" y="136466"/>
                </a:cubicBezTo>
                <a:cubicBezTo>
                  <a:pt x="242003" y="136466"/>
                  <a:pt x="249526" y="133036"/>
                  <a:pt x="254989" y="126176"/>
                </a:cubicBezTo>
                <a:cubicBezTo>
                  <a:pt x="260451" y="119316"/>
                  <a:pt x="263182" y="109122"/>
                  <a:pt x="263182" y="95593"/>
                </a:cubicBezTo>
                <a:close/>
                <a:moveTo>
                  <a:pt x="396761" y="149116"/>
                </a:moveTo>
                <a:lnTo>
                  <a:pt x="378744" y="149116"/>
                </a:lnTo>
                <a:lnTo>
                  <a:pt x="378744" y="137963"/>
                </a:lnTo>
                <a:cubicBezTo>
                  <a:pt x="373569" y="142448"/>
                  <a:pt x="368171" y="145938"/>
                  <a:pt x="362548" y="148436"/>
                </a:cubicBezTo>
                <a:cubicBezTo>
                  <a:pt x="356926" y="150934"/>
                  <a:pt x="350825" y="152183"/>
                  <a:pt x="344244" y="152183"/>
                </a:cubicBezTo>
                <a:cubicBezTo>
                  <a:pt x="331467" y="152183"/>
                  <a:pt x="321324" y="147251"/>
                  <a:pt x="313817" y="137388"/>
                </a:cubicBezTo>
                <a:cubicBezTo>
                  <a:pt x="306311" y="127524"/>
                  <a:pt x="302557" y="113848"/>
                  <a:pt x="302557" y="96363"/>
                </a:cubicBezTo>
                <a:cubicBezTo>
                  <a:pt x="302557" y="87267"/>
                  <a:pt x="303851" y="79164"/>
                  <a:pt x="306438" y="72054"/>
                </a:cubicBezTo>
                <a:cubicBezTo>
                  <a:pt x="309026" y="64945"/>
                  <a:pt x="312524" y="58892"/>
                  <a:pt x="316932" y="53897"/>
                </a:cubicBezTo>
                <a:cubicBezTo>
                  <a:pt x="321276" y="49029"/>
                  <a:pt x="326340" y="45315"/>
                  <a:pt x="332121" y="42753"/>
                </a:cubicBezTo>
                <a:cubicBezTo>
                  <a:pt x="337903" y="40190"/>
                  <a:pt x="343893" y="38908"/>
                  <a:pt x="350090" y="38908"/>
                </a:cubicBezTo>
                <a:cubicBezTo>
                  <a:pt x="355712" y="38908"/>
                  <a:pt x="360696" y="39501"/>
                  <a:pt x="365040" y="40687"/>
                </a:cubicBezTo>
                <a:cubicBezTo>
                  <a:pt x="369385" y="41871"/>
                  <a:pt x="373953" y="43712"/>
                  <a:pt x="378744" y="46209"/>
                </a:cubicBezTo>
                <a:lnTo>
                  <a:pt x="378744" y="0"/>
                </a:lnTo>
                <a:lnTo>
                  <a:pt x="396761" y="0"/>
                </a:lnTo>
                <a:lnTo>
                  <a:pt x="396761" y="149116"/>
                </a:lnTo>
                <a:moveTo>
                  <a:pt x="378744" y="122762"/>
                </a:moveTo>
                <a:lnTo>
                  <a:pt x="378744" y="61333"/>
                </a:lnTo>
                <a:cubicBezTo>
                  <a:pt x="373889" y="59161"/>
                  <a:pt x="369544" y="57659"/>
                  <a:pt x="365711" y="56829"/>
                </a:cubicBezTo>
                <a:cubicBezTo>
                  <a:pt x="361878" y="55998"/>
                  <a:pt x="357693" y="55583"/>
                  <a:pt x="353157" y="55583"/>
                </a:cubicBezTo>
                <a:cubicBezTo>
                  <a:pt x="343062" y="55583"/>
                  <a:pt x="335204" y="59097"/>
                  <a:pt x="329582" y="66125"/>
                </a:cubicBezTo>
                <a:cubicBezTo>
                  <a:pt x="323960" y="73152"/>
                  <a:pt x="321149" y="83119"/>
                  <a:pt x="321149" y="96025"/>
                </a:cubicBezTo>
                <a:cubicBezTo>
                  <a:pt x="321149" y="108738"/>
                  <a:pt x="323321" y="118401"/>
                  <a:pt x="327665" y="125014"/>
                </a:cubicBezTo>
                <a:cubicBezTo>
                  <a:pt x="332010" y="131626"/>
                  <a:pt x="338974" y="134933"/>
                  <a:pt x="348557" y="134933"/>
                </a:cubicBezTo>
                <a:cubicBezTo>
                  <a:pt x="353668" y="134933"/>
                  <a:pt x="358843" y="133799"/>
                  <a:pt x="364082" y="131531"/>
                </a:cubicBezTo>
                <a:cubicBezTo>
                  <a:pt x="369321" y="129263"/>
                  <a:pt x="374208" y="126340"/>
                  <a:pt x="378744" y="122762"/>
                </a:cubicBezTo>
                <a:close/>
                <a:moveTo>
                  <a:pt x="522206" y="97366"/>
                </a:moveTo>
                <a:lnTo>
                  <a:pt x="443335" y="97366"/>
                </a:lnTo>
                <a:cubicBezTo>
                  <a:pt x="443335" y="103963"/>
                  <a:pt x="444326" y="109711"/>
                  <a:pt x="446306" y="114610"/>
                </a:cubicBezTo>
                <a:cubicBezTo>
                  <a:pt x="448287" y="119510"/>
                  <a:pt x="451002" y="123529"/>
                  <a:pt x="454452" y="126667"/>
                </a:cubicBezTo>
                <a:cubicBezTo>
                  <a:pt x="457774" y="129742"/>
                  <a:pt x="461719" y="132048"/>
                  <a:pt x="466287" y="133585"/>
                </a:cubicBezTo>
                <a:cubicBezTo>
                  <a:pt x="470855" y="135122"/>
                  <a:pt x="475887" y="135891"/>
                  <a:pt x="481381" y="135891"/>
                </a:cubicBezTo>
                <a:cubicBezTo>
                  <a:pt x="488664" y="135891"/>
                  <a:pt x="495996" y="134427"/>
                  <a:pt x="503375" y="131498"/>
                </a:cubicBezTo>
                <a:cubicBezTo>
                  <a:pt x="510754" y="128569"/>
                  <a:pt x="516009" y="125689"/>
                  <a:pt x="519139" y="122858"/>
                </a:cubicBezTo>
                <a:lnTo>
                  <a:pt x="520097" y="122858"/>
                </a:lnTo>
                <a:lnTo>
                  <a:pt x="520097" y="142569"/>
                </a:lnTo>
                <a:cubicBezTo>
                  <a:pt x="514028" y="145133"/>
                  <a:pt x="507831" y="147280"/>
                  <a:pt x="501506" y="149011"/>
                </a:cubicBezTo>
                <a:cubicBezTo>
                  <a:pt x="495181" y="150742"/>
                  <a:pt x="488537" y="151608"/>
                  <a:pt x="481573" y="151608"/>
                </a:cubicBezTo>
                <a:cubicBezTo>
                  <a:pt x="463812" y="151608"/>
                  <a:pt x="449948" y="146792"/>
                  <a:pt x="439981" y="137161"/>
                </a:cubicBezTo>
                <a:cubicBezTo>
                  <a:pt x="430015" y="127530"/>
                  <a:pt x="425031" y="113849"/>
                  <a:pt x="425031" y="96120"/>
                </a:cubicBezTo>
                <a:cubicBezTo>
                  <a:pt x="425031" y="78587"/>
                  <a:pt x="429807" y="64668"/>
                  <a:pt x="439358" y="54364"/>
                </a:cubicBezTo>
                <a:cubicBezTo>
                  <a:pt x="448910" y="44060"/>
                  <a:pt x="461480" y="38908"/>
                  <a:pt x="477069" y="38908"/>
                </a:cubicBezTo>
                <a:cubicBezTo>
                  <a:pt x="491507" y="38908"/>
                  <a:pt x="502640" y="43132"/>
                  <a:pt x="510466" y="51579"/>
                </a:cubicBezTo>
                <a:cubicBezTo>
                  <a:pt x="518293" y="60026"/>
                  <a:pt x="522206" y="72025"/>
                  <a:pt x="522206" y="87576"/>
                </a:cubicBezTo>
                <a:lnTo>
                  <a:pt x="522206" y="97366"/>
                </a:lnTo>
                <a:moveTo>
                  <a:pt x="504668" y="83566"/>
                </a:moveTo>
                <a:cubicBezTo>
                  <a:pt x="504605" y="74111"/>
                  <a:pt x="502225" y="66795"/>
                  <a:pt x="497529" y="61621"/>
                </a:cubicBezTo>
                <a:cubicBezTo>
                  <a:pt x="492833" y="56446"/>
                  <a:pt x="485693" y="53858"/>
                  <a:pt x="476110" y="53858"/>
                </a:cubicBezTo>
                <a:cubicBezTo>
                  <a:pt x="466463" y="53858"/>
                  <a:pt x="458780" y="56701"/>
                  <a:pt x="453062" y="62387"/>
                </a:cubicBezTo>
                <a:cubicBezTo>
                  <a:pt x="447344" y="68073"/>
                  <a:pt x="444102" y="75133"/>
                  <a:pt x="443335" y="83566"/>
                </a:cubicBezTo>
                <a:lnTo>
                  <a:pt x="504668" y="83566"/>
                </a:lnTo>
                <a:close/>
                <a:moveTo>
                  <a:pt x="567752" y="149116"/>
                </a:moveTo>
                <a:lnTo>
                  <a:pt x="549735" y="149116"/>
                </a:lnTo>
                <a:lnTo>
                  <a:pt x="549735" y="0"/>
                </a:lnTo>
                <a:lnTo>
                  <a:pt x="567752" y="0"/>
                </a:lnTo>
                <a:lnTo>
                  <a:pt x="567752" y="149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-">
            <a:extLst xmlns:a="http://schemas.openxmlformats.org/drawingml/2006/main">
              <a:ext uri="{FF2B5EF4-FFF2-40B4-BE49-F238E27FC236}">
                <a16:creationId xmlns:a16="http://schemas.microsoft.com/office/drawing/2014/main" id="{E1B945FC-AF29-48BC-BAB7-3547C1EC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843" y="5543478"/>
            <a:ext cx="59800" cy="17250"/>
          </a:xfrm>
          <a:custGeom xmlns:a="http://schemas.openxmlformats.org/drawingml/2006/main">
            <a:pathLst>
              <a:path w="59800" h="17250">
                <a:moveTo>
                  <a:pt x="59800" y="17250"/>
                </a:moveTo>
                <a:lnTo>
                  <a:pt x="0" y="17250"/>
                </a:lnTo>
                <a:lnTo>
                  <a:pt x="0" y="0"/>
                </a:lnTo>
                <a:lnTo>
                  <a:pt x="59800" y="0"/>
                </a:lnTo>
                <a:lnTo>
                  <a:pt x="59800" y="17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+">
            <a:extLst xmlns:a="http://schemas.openxmlformats.org/drawingml/2006/main">
              <a:ext uri="{FF2B5EF4-FFF2-40B4-BE49-F238E27FC236}">
                <a16:creationId xmlns:a16="http://schemas.microsoft.com/office/drawing/2014/main" id="{67C8F4CE-55E9-4C5B-B733-787BE2CC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366" y="5475756"/>
            <a:ext cx="120366" cy="119983"/>
          </a:xfrm>
          <a:custGeom xmlns:a="http://schemas.openxmlformats.org/drawingml/2006/main">
            <a:pathLst>
              <a:path w="120366" h="119983">
                <a:moveTo>
                  <a:pt x="120366" y="67658"/>
                </a:moveTo>
                <a:lnTo>
                  <a:pt x="68137" y="67658"/>
                </a:lnTo>
                <a:lnTo>
                  <a:pt x="68137" y="119983"/>
                </a:lnTo>
                <a:lnTo>
                  <a:pt x="52229" y="119983"/>
                </a:lnTo>
                <a:lnTo>
                  <a:pt x="52229" y="67658"/>
                </a:lnTo>
                <a:lnTo>
                  <a:pt x="0" y="67658"/>
                </a:lnTo>
                <a:lnTo>
                  <a:pt x="0" y="52325"/>
                </a:lnTo>
                <a:lnTo>
                  <a:pt x="52229" y="52325"/>
                </a:lnTo>
                <a:lnTo>
                  <a:pt x="52229" y="0"/>
                </a:lnTo>
                <a:lnTo>
                  <a:pt x="68137" y="0"/>
                </a:lnTo>
                <a:lnTo>
                  <a:pt x="68137" y="52325"/>
                </a:lnTo>
                <a:lnTo>
                  <a:pt x="120366" y="52325"/>
                </a:lnTo>
                <a:lnTo>
                  <a:pt x="120366" y="67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16F0D-DED2-4198-A793-93B6099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40" y="6431051"/>
            <a:ext cx="1612323" cy="557395"/>
          </a:xfrm>
          <a:custGeom xmlns:a="http://schemas.openxmlformats.org/drawingml/2006/main">
            <a:pathLst>
              <a:path w="1612323" h="557395">
                <a:moveTo>
                  <a:pt x="981" y="92245"/>
                </a:moveTo>
                <a:cubicBezTo>
                  <a:pt x="0" y="41984"/>
                  <a:pt x="41494" y="491"/>
                  <a:pt x="93226" y="0"/>
                </a:cubicBezTo>
                <a:lnTo>
                  <a:pt x="1520078" y="0"/>
                </a:lnTo>
                <a:cubicBezTo>
                  <a:pt x="1570338" y="491"/>
                  <a:pt x="1611832" y="41984"/>
                  <a:pt x="1612323" y="92245"/>
                </a:cubicBezTo>
                <a:lnTo>
                  <a:pt x="1612323" y="463187"/>
                </a:lnTo>
                <a:cubicBezTo>
                  <a:pt x="1611832" y="515083"/>
                  <a:pt x="1570338" y="556577"/>
                  <a:pt x="1520078" y="557395"/>
                </a:cubicBezTo>
                <a:lnTo>
                  <a:pt x="93226" y="557395"/>
                </a:lnTo>
                <a:cubicBezTo>
                  <a:pt x="41494" y="556577"/>
                  <a:pt x="0" y="515083"/>
                  <a:pt x="981" y="463187"/>
                </a:cubicBezTo>
                <a:lnTo>
                  <a:pt x="981" y="92245"/>
                </a:ln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BF7FF-401F-4DD7-8C56-DEA59575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2" y="6423364"/>
            <a:ext cx="1628187" cy="572442"/>
          </a:xfrm>
          <a:custGeom xmlns:a="http://schemas.openxmlformats.org/drawingml/2006/main">
            <a:pathLst>
              <a:path w="1628187" h="572442">
                <a:moveTo>
                  <a:pt x="3173" y="496781"/>
                </a:moveTo>
                <a:lnTo>
                  <a:pt x="4530" y="501573"/>
                </a:lnTo>
                <a:lnTo>
                  <a:pt x="6117" y="506267"/>
                </a:lnTo>
                <a:lnTo>
                  <a:pt x="7932" y="510847"/>
                </a:lnTo>
                <a:lnTo>
                  <a:pt x="9944" y="515312"/>
                </a:lnTo>
                <a:lnTo>
                  <a:pt x="12168" y="519662"/>
                </a:lnTo>
                <a:lnTo>
                  <a:pt x="14605" y="523882"/>
                </a:lnTo>
                <a:lnTo>
                  <a:pt x="17288" y="528069"/>
                </a:lnTo>
                <a:lnTo>
                  <a:pt x="23029" y="535740"/>
                </a:lnTo>
                <a:lnTo>
                  <a:pt x="29538" y="542904"/>
                </a:lnTo>
                <a:lnTo>
                  <a:pt x="36702" y="549413"/>
                </a:lnTo>
                <a:lnTo>
                  <a:pt x="44372" y="555154"/>
                </a:lnTo>
                <a:lnTo>
                  <a:pt x="48559" y="557836"/>
                </a:lnTo>
                <a:lnTo>
                  <a:pt x="52779" y="560273"/>
                </a:lnTo>
                <a:lnTo>
                  <a:pt x="57130" y="562497"/>
                </a:lnTo>
                <a:lnTo>
                  <a:pt x="61595" y="564509"/>
                </a:lnTo>
                <a:lnTo>
                  <a:pt x="66174" y="566325"/>
                </a:lnTo>
                <a:lnTo>
                  <a:pt x="70868" y="567911"/>
                </a:lnTo>
                <a:lnTo>
                  <a:pt x="75660" y="569269"/>
                </a:lnTo>
                <a:lnTo>
                  <a:pt x="80534" y="570397"/>
                </a:lnTo>
                <a:lnTo>
                  <a:pt x="85506" y="571280"/>
                </a:lnTo>
                <a:lnTo>
                  <a:pt x="90560" y="571918"/>
                </a:lnTo>
                <a:lnTo>
                  <a:pt x="95680" y="572311"/>
                </a:lnTo>
                <a:lnTo>
                  <a:pt x="100750" y="572442"/>
                </a:lnTo>
                <a:lnTo>
                  <a:pt x="1527438" y="572442"/>
                </a:lnTo>
                <a:lnTo>
                  <a:pt x="1532508" y="572311"/>
                </a:lnTo>
                <a:lnTo>
                  <a:pt x="1537627" y="571918"/>
                </a:lnTo>
                <a:lnTo>
                  <a:pt x="1542681" y="571280"/>
                </a:lnTo>
                <a:lnTo>
                  <a:pt x="1547637" y="570397"/>
                </a:lnTo>
                <a:lnTo>
                  <a:pt x="1552527" y="569269"/>
                </a:lnTo>
                <a:lnTo>
                  <a:pt x="1557319" y="567911"/>
                </a:lnTo>
                <a:lnTo>
                  <a:pt x="1562013" y="566325"/>
                </a:lnTo>
                <a:lnTo>
                  <a:pt x="1566593" y="564509"/>
                </a:lnTo>
                <a:lnTo>
                  <a:pt x="1571058" y="562497"/>
                </a:lnTo>
                <a:lnTo>
                  <a:pt x="1575408" y="560273"/>
                </a:lnTo>
                <a:lnTo>
                  <a:pt x="1579628" y="557836"/>
                </a:lnTo>
                <a:lnTo>
                  <a:pt x="1583815" y="555154"/>
                </a:lnTo>
                <a:lnTo>
                  <a:pt x="1591486" y="549413"/>
                </a:lnTo>
                <a:lnTo>
                  <a:pt x="1598649" y="542904"/>
                </a:lnTo>
                <a:lnTo>
                  <a:pt x="1605159" y="535740"/>
                </a:lnTo>
                <a:lnTo>
                  <a:pt x="1610900" y="528069"/>
                </a:lnTo>
                <a:lnTo>
                  <a:pt x="1613582" y="523882"/>
                </a:lnTo>
                <a:lnTo>
                  <a:pt x="1616019" y="519662"/>
                </a:lnTo>
                <a:lnTo>
                  <a:pt x="1618243" y="515312"/>
                </a:lnTo>
                <a:lnTo>
                  <a:pt x="1620255" y="510847"/>
                </a:lnTo>
                <a:lnTo>
                  <a:pt x="1622070" y="506267"/>
                </a:lnTo>
                <a:lnTo>
                  <a:pt x="1623657" y="501573"/>
                </a:lnTo>
                <a:lnTo>
                  <a:pt x="1625014" y="496781"/>
                </a:lnTo>
                <a:lnTo>
                  <a:pt x="1626143" y="491907"/>
                </a:lnTo>
                <a:lnTo>
                  <a:pt x="1627026" y="486935"/>
                </a:lnTo>
                <a:lnTo>
                  <a:pt x="1627664" y="481881"/>
                </a:lnTo>
                <a:lnTo>
                  <a:pt x="1628056" y="476762"/>
                </a:lnTo>
                <a:lnTo>
                  <a:pt x="1628187" y="471692"/>
                </a:lnTo>
                <a:lnTo>
                  <a:pt x="1628187" y="100750"/>
                </a:lnTo>
                <a:lnTo>
                  <a:pt x="1628056" y="95680"/>
                </a:lnTo>
                <a:lnTo>
                  <a:pt x="1627664" y="90560"/>
                </a:lnTo>
                <a:lnTo>
                  <a:pt x="1627026" y="85506"/>
                </a:lnTo>
                <a:lnTo>
                  <a:pt x="1626143" y="80534"/>
                </a:lnTo>
                <a:lnTo>
                  <a:pt x="1625014" y="75660"/>
                </a:lnTo>
                <a:lnTo>
                  <a:pt x="1623657" y="70868"/>
                </a:lnTo>
                <a:lnTo>
                  <a:pt x="1622070" y="66174"/>
                </a:lnTo>
                <a:lnTo>
                  <a:pt x="1620255" y="61595"/>
                </a:lnTo>
                <a:lnTo>
                  <a:pt x="1618243" y="57130"/>
                </a:lnTo>
                <a:lnTo>
                  <a:pt x="1616019" y="52779"/>
                </a:lnTo>
                <a:lnTo>
                  <a:pt x="1613582" y="48559"/>
                </a:lnTo>
                <a:lnTo>
                  <a:pt x="1610900" y="44372"/>
                </a:lnTo>
                <a:lnTo>
                  <a:pt x="1605159" y="36702"/>
                </a:lnTo>
                <a:lnTo>
                  <a:pt x="1598649" y="29538"/>
                </a:lnTo>
                <a:lnTo>
                  <a:pt x="1591486" y="23029"/>
                </a:lnTo>
                <a:lnTo>
                  <a:pt x="1583815" y="17288"/>
                </a:lnTo>
                <a:lnTo>
                  <a:pt x="1579628" y="14605"/>
                </a:lnTo>
                <a:lnTo>
                  <a:pt x="1575408" y="12168"/>
                </a:lnTo>
                <a:lnTo>
                  <a:pt x="1571058" y="9944"/>
                </a:lnTo>
                <a:lnTo>
                  <a:pt x="1566593" y="7932"/>
                </a:lnTo>
                <a:lnTo>
                  <a:pt x="1562013" y="6117"/>
                </a:lnTo>
                <a:lnTo>
                  <a:pt x="1557319" y="4530"/>
                </a:lnTo>
                <a:lnTo>
                  <a:pt x="1552527" y="3173"/>
                </a:lnTo>
                <a:lnTo>
                  <a:pt x="1547637" y="2044"/>
                </a:lnTo>
                <a:lnTo>
                  <a:pt x="1542681" y="1161"/>
                </a:lnTo>
                <a:lnTo>
                  <a:pt x="1537627" y="523"/>
                </a:lnTo>
                <a:lnTo>
                  <a:pt x="1532508" y="131"/>
                </a:lnTo>
                <a:lnTo>
                  <a:pt x="1527438" y="0"/>
                </a:lnTo>
                <a:lnTo>
                  <a:pt x="100750" y="0"/>
                </a:lnTo>
                <a:lnTo>
                  <a:pt x="95680" y="131"/>
                </a:lnTo>
                <a:lnTo>
                  <a:pt x="90560" y="523"/>
                </a:lnTo>
                <a:lnTo>
                  <a:pt x="85506" y="1161"/>
                </a:lnTo>
                <a:lnTo>
                  <a:pt x="80534" y="2044"/>
                </a:lnTo>
                <a:lnTo>
                  <a:pt x="75660" y="3173"/>
                </a:lnTo>
                <a:lnTo>
                  <a:pt x="70868" y="4530"/>
                </a:lnTo>
                <a:lnTo>
                  <a:pt x="66174" y="6117"/>
                </a:lnTo>
                <a:lnTo>
                  <a:pt x="61595" y="7932"/>
                </a:lnTo>
                <a:lnTo>
                  <a:pt x="57130" y="9944"/>
                </a:lnTo>
                <a:lnTo>
                  <a:pt x="52779" y="12168"/>
                </a:lnTo>
                <a:lnTo>
                  <a:pt x="48559" y="14605"/>
                </a:lnTo>
                <a:lnTo>
                  <a:pt x="44372" y="17288"/>
                </a:lnTo>
                <a:lnTo>
                  <a:pt x="36702" y="23029"/>
                </a:lnTo>
                <a:lnTo>
                  <a:pt x="29538" y="29538"/>
                </a:lnTo>
                <a:lnTo>
                  <a:pt x="23029" y="36702"/>
                </a:lnTo>
                <a:lnTo>
                  <a:pt x="17288" y="44372"/>
                </a:lnTo>
                <a:lnTo>
                  <a:pt x="14605" y="48559"/>
                </a:lnTo>
                <a:lnTo>
                  <a:pt x="12168" y="52779"/>
                </a:lnTo>
                <a:lnTo>
                  <a:pt x="9944" y="57130"/>
                </a:lnTo>
                <a:lnTo>
                  <a:pt x="7932" y="61595"/>
                </a:lnTo>
                <a:lnTo>
                  <a:pt x="6117" y="66174"/>
                </a:lnTo>
                <a:lnTo>
                  <a:pt x="4530" y="70868"/>
                </a:lnTo>
                <a:lnTo>
                  <a:pt x="3173" y="75660"/>
                </a:lnTo>
                <a:lnTo>
                  <a:pt x="2044" y="80534"/>
                </a:lnTo>
                <a:lnTo>
                  <a:pt x="1161" y="85506"/>
                </a:lnTo>
                <a:lnTo>
                  <a:pt x="523" y="90560"/>
                </a:lnTo>
                <a:lnTo>
                  <a:pt x="131" y="95680"/>
                </a:lnTo>
                <a:lnTo>
                  <a:pt x="0" y="100750"/>
                </a:lnTo>
                <a:lnTo>
                  <a:pt x="0" y="471692"/>
                </a:lnTo>
                <a:lnTo>
                  <a:pt x="131" y="476762"/>
                </a:lnTo>
                <a:lnTo>
                  <a:pt x="523" y="481881"/>
                </a:lnTo>
                <a:lnTo>
                  <a:pt x="1161" y="486935"/>
                </a:lnTo>
                <a:lnTo>
                  <a:pt x="2044" y="491907"/>
                </a:lnTo>
                <a:lnTo>
                  <a:pt x="3173" y="496781"/>
                </a:lnTo>
                <a:close/>
                <a:moveTo>
                  <a:pt x="19070" y="79537"/>
                </a:moveTo>
                <a:lnTo>
                  <a:pt x="18956" y="79929"/>
                </a:lnTo>
                <a:lnTo>
                  <a:pt x="20204" y="75568"/>
                </a:lnTo>
                <a:lnTo>
                  <a:pt x="21435" y="71930"/>
                </a:lnTo>
                <a:lnTo>
                  <a:pt x="23061" y="67777"/>
                </a:lnTo>
                <a:lnTo>
                  <a:pt x="22914" y="68153"/>
                </a:lnTo>
                <a:lnTo>
                  <a:pt x="24612" y="64383"/>
                </a:lnTo>
                <a:lnTo>
                  <a:pt x="26625" y="60452"/>
                </a:lnTo>
                <a:lnTo>
                  <a:pt x="28687" y="56884"/>
                </a:lnTo>
                <a:lnTo>
                  <a:pt x="28475" y="57211"/>
                </a:lnTo>
                <a:lnTo>
                  <a:pt x="30751" y="53674"/>
                </a:lnTo>
                <a:lnTo>
                  <a:pt x="35675" y="47088"/>
                </a:lnTo>
                <a:lnTo>
                  <a:pt x="41114" y="41114"/>
                </a:lnTo>
                <a:lnTo>
                  <a:pt x="47088" y="35675"/>
                </a:lnTo>
                <a:lnTo>
                  <a:pt x="53674" y="30751"/>
                </a:lnTo>
                <a:lnTo>
                  <a:pt x="57211" y="28475"/>
                </a:lnTo>
                <a:lnTo>
                  <a:pt x="56884" y="28687"/>
                </a:lnTo>
                <a:lnTo>
                  <a:pt x="60452" y="26625"/>
                </a:lnTo>
                <a:lnTo>
                  <a:pt x="64383" y="24612"/>
                </a:lnTo>
                <a:lnTo>
                  <a:pt x="68153" y="22914"/>
                </a:lnTo>
                <a:lnTo>
                  <a:pt x="67777" y="23061"/>
                </a:lnTo>
                <a:lnTo>
                  <a:pt x="71930" y="21435"/>
                </a:lnTo>
                <a:lnTo>
                  <a:pt x="75568" y="20204"/>
                </a:lnTo>
                <a:lnTo>
                  <a:pt x="79929" y="18956"/>
                </a:lnTo>
                <a:lnTo>
                  <a:pt x="79537" y="19070"/>
                </a:lnTo>
                <a:lnTo>
                  <a:pt x="83808" y="18073"/>
                </a:lnTo>
                <a:lnTo>
                  <a:pt x="87931" y="17334"/>
                </a:lnTo>
                <a:lnTo>
                  <a:pt x="92058" y="16809"/>
                </a:lnTo>
                <a:lnTo>
                  <a:pt x="96585" y="16463"/>
                </a:lnTo>
                <a:lnTo>
                  <a:pt x="101060" y="16355"/>
                </a:lnTo>
                <a:lnTo>
                  <a:pt x="1527127" y="16355"/>
                </a:lnTo>
                <a:lnTo>
                  <a:pt x="1531602" y="16463"/>
                </a:lnTo>
                <a:lnTo>
                  <a:pt x="1536130" y="16809"/>
                </a:lnTo>
                <a:lnTo>
                  <a:pt x="1540256" y="17334"/>
                </a:lnTo>
                <a:lnTo>
                  <a:pt x="1544380" y="18073"/>
                </a:lnTo>
                <a:lnTo>
                  <a:pt x="1548651" y="19070"/>
                </a:lnTo>
                <a:lnTo>
                  <a:pt x="1548258" y="18956"/>
                </a:lnTo>
                <a:lnTo>
                  <a:pt x="1552620" y="20204"/>
                </a:lnTo>
                <a:lnTo>
                  <a:pt x="1556257" y="21435"/>
                </a:lnTo>
                <a:lnTo>
                  <a:pt x="1560410" y="23061"/>
                </a:lnTo>
                <a:lnTo>
                  <a:pt x="1560034" y="22914"/>
                </a:lnTo>
                <a:lnTo>
                  <a:pt x="1563805" y="24612"/>
                </a:lnTo>
                <a:lnTo>
                  <a:pt x="1567736" y="26625"/>
                </a:lnTo>
                <a:lnTo>
                  <a:pt x="1571303" y="28687"/>
                </a:lnTo>
                <a:lnTo>
                  <a:pt x="1570976" y="28475"/>
                </a:lnTo>
                <a:lnTo>
                  <a:pt x="1574513" y="30751"/>
                </a:lnTo>
                <a:lnTo>
                  <a:pt x="1581099" y="35675"/>
                </a:lnTo>
                <a:lnTo>
                  <a:pt x="1587073" y="41114"/>
                </a:lnTo>
                <a:lnTo>
                  <a:pt x="1592512" y="47088"/>
                </a:lnTo>
                <a:lnTo>
                  <a:pt x="1597436" y="53674"/>
                </a:lnTo>
                <a:lnTo>
                  <a:pt x="1599712" y="57211"/>
                </a:lnTo>
                <a:lnTo>
                  <a:pt x="1599500" y="56884"/>
                </a:lnTo>
                <a:lnTo>
                  <a:pt x="1601562" y="60452"/>
                </a:lnTo>
                <a:lnTo>
                  <a:pt x="1603576" y="64383"/>
                </a:lnTo>
                <a:lnTo>
                  <a:pt x="1605273" y="68153"/>
                </a:lnTo>
                <a:lnTo>
                  <a:pt x="1605126" y="67777"/>
                </a:lnTo>
                <a:lnTo>
                  <a:pt x="1606752" y="71930"/>
                </a:lnTo>
                <a:lnTo>
                  <a:pt x="1607983" y="75568"/>
                </a:lnTo>
                <a:lnTo>
                  <a:pt x="1609231" y="79929"/>
                </a:lnTo>
                <a:lnTo>
                  <a:pt x="1609117" y="79537"/>
                </a:lnTo>
                <a:lnTo>
                  <a:pt x="1610112" y="83797"/>
                </a:lnTo>
                <a:lnTo>
                  <a:pt x="1610883" y="88189"/>
                </a:lnTo>
                <a:lnTo>
                  <a:pt x="1610834" y="87780"/>
                </a:lnTo>
                <a:lnTo>
                  <a:pt x="1611378" y="92058"/>
                </a:lnTo>
                <a:lnTo>
                  <a:pt x="1611724" y="96585"/>
                </a:lnTo>
                <a:lnTo>
                  <a:pt x="1611832" y="101060"/>
                </a:lnTo>
                <a:lnTo>
                  <a:pt x="1611832" y="471381"/>
                </a:lnTo>
                <a:lnTo>
                  <a:pt x="1611724" y="475856"/>
                </a:lnTo>
                <a:lnTo>
                  <a:pt x="1611378" y="480384"/>
                </a:lnTo>
                <a:lnTo>
                  <a:pt x="1610834" y="484662"/>
                </a:lnTo>
                <a:lnTo>
                  <a:pt x="1610883" y="484253"/>
                </a:lnTo>
                <a:lnTo>
                  <a:pt x="1610112" y="488645"/>
                </a:lnTo>
                <a:lnTo>
                  <a:pt x="1609117" y="492905"/>
                </a:lnTo>
                <a:lnTo>
                  <a:pt x="1609231" y="492512"/>
                </a:lnTo>
                <a:lnTo>
                  <a:pt x="1607983" y="496874"/>
                </a:lnTo>
                <a:lnTo>
                  <a:pt x="1606752" y="500512"/>
                </a:lnTo>
                <a:lnTo>
                  <a:pt x="1605126" y="504664"/>
                </a:lnTo>
                <a:lnTo>
                  <a:pt x="1605273" y="504288"/>
                </a:lnTo>
                <a:lnTo>
                  <a:pt x="1603576" y="508059"/>
                </a:lnTo>
                <a:lnTo>
                  <a:pt x="1601562" y="511990"/>
                </a:lnTo>
                <a:lnTo>
                  <a:pt x="1599500" y="515557"/>
                </a:lnTo>
                <a:lnTo>
                  <a:pt x="1599712" y="515230"/>
                </a:lnTo>
                <a:lnTo>
                  <a:pt x="1597436" y="518767"/>
                </a:lnTo>
                <a:lnTo>
                  <a:pt x="1592512" y="525353"/>
                </a:lnTo>
                <a:lnTo>
                  <a:pt x="1587073" y="531327"/>
                </a:lnTo>
                <a:lnTo>
                  <a:pt x="1581099" y="536766"/>
                </a:lnTo>
                <a:lnTo>
                  <a:pt x="1574513" y="541691"/>
                </a:lnTo>
                <a:lnTo>
                  <a:pt x="1570976" y="543967"/>
                </a:lnTo>
                <a:lnTo>
                  <a:pt x="1571303" y="543754"/>
                </a:lnTo>
                <a:lnTo>
                  <a:pt x="1567736" y="545816"/>
                </a:lnTo>
                <a:lnTo>
                  <a:pt x="1563805" y="547830"/>
                </a:lnTo>
                <a:lnTo>
                  <a:pt x="1560034" y="549528"/>
                </a:lnTo>
                <a:lnTo>
                  <a:pt x="1560410" y="549380"/>
                </a:lnTo>
                <a:lnTo>
                  <a:pt x="1556257" y="551006"/>
                </a:lnTo>
                <a:lnTo>
                  <a:pt x="1552620" y="552237"/>
                </a:lnTo>
                <a:lnTo>
                  <a:pt x="1548258" y="553486"/>
                </a:lnTo>
                <a:lnTo>
                  <a:pt x="1548651" y="553371"/>
                </a:lnTo>
                <a:lnTo>
                  <a:pt x="1544380" y="554369"/>
                </a:lnTo>
                <a:lnTo>
                  <a:pt x="1540256" y="555108"/>
                </a:lnTo>
                <a:lnTo>
                  <a:pt x="1536130" y="555633"/>
                </a:lnTo>
                <a:lnTo>
                  <a:pt x="1531602" y="555978"/>
                </a:lnTo>
                <a:lnTo>
                  <a:pt x="1527127" y="556086"/>
                </a:lnTo>
                <a:lnTo>
                  <a:pt x="101060" y="556086"/>
                </a:lnTo>
                <a:lnTo>
                  <a:pt x="96585" y="555978"/>
                </a:lnTo>
                <a:lnTo>
                  <a:pt x="92058" y="555633"/>
                </a:lnTo>
                <a:lnTo>
                  <a:pt x="87931" y="555108"/>
                </a:lnTo>
                <a:lnTo>
                  <a:pt x="83808" y="554369"/>
                </a:lnTo>
                <a:lnTo>
                  <a:pt x="79537" y="553371"/>
                </a:lnTo>
                <a:lnTo>
                  <a:pt x="79929" y="553486"/>
                </a:lnTo>
                <a:lnTo>
                  <a:pt x="75568" y="552237"/>
                </a:lnTo>
                <a:lnTo>
                  <a:pt x="71930" y="551006"/>
                </a:lnTo>
                <a:lnTo>
                  <a:pt x="67777" y="549380"/>
                </a:lnTo>
                <a:lnTo>
                  <a:pt x="68153" y="549528"/>
                </a:lnTo>
                <a:lnTo>
                  <a:pt x="64383" y="547830"/>
                </a:lnTo>
                <a:lnTo>
                  <a:pt x="60452" y="545816"/>
                </a:lnTo>
                <a:lnTo>
                  <a:pt x="56884" y="543754"/>
                </a:lnTo>
                <a:lnTo>
                  <a:pt x="57211" y="543967"/>
                </a:lnTo>
                <a:lnTo>
                  <a:pt x="53674" y="541691"/>
                </a:lnTo>
                <a:lnTo>
                  <a:pt x="47088" y="536766"/>
                </a:lnTo>
                <a:lnTo>
                  <a:pt x="41114" y="531327"/>
                </a:lnTo>
                <a:lnTo>
                  <a:pt x="35675" y="525353"/>
                </a:lnTo>
                <a:lnTo>
                  <a:pt x="30751" y="518767"/>
                </a:lnTo>
                <a:lnTo>
                  <a:pt x="28475" y="515230"/>
                </a:lnTo>
                <a:lnTo>
                  <a:pt x="28687" y="515557"/>
                </a:lnTo>
                <a:lnTo>
                  <a:pt x="26625" y="511990"/>
                </a:lnTo>
                <a:lnTo>
                  <a:pt x="24612" y="508059"/>
                </a:lnTo>
                <a:lnTo>
                  <a:pt x="22914" y="504288"/>
                </a:lnTo>
                <a:lnTo>
                  <a:pt x="23061" y="504664"/>
                </a:lnTo>
                <a:lnTo>
                  <a:pt x="21435" y="500512"/>
                </a:lnTo>
                <a:lnTo>
                  <a:pt x="20204" y="496874"/>
                </a:lnTo>
                <a:lnTo>
                  <a:pt x="18956" y="492512"/>
                </a:lnTo>
                <a:lnTo>
                  <a:pt x="19070" y="492905"/>
                </a:lnTo>
                <a:lnTo>
                  <a:pt x="18075" y="488645"/>
                </a:lnTo>
                <a:lnTo>
                  <a:pt x="17304" y="484253"/>
                </a:lnTo>
                <a:lnTo>
                  <a:pt x="17353" y="484662"/>
                </a:lnTo>
                <a:lnTo>
                  <a:pt x="16809" y="480384"/>
                </a:lnTo>
                <a:lnTo>
                  <a:pt x="16463" y="475856"/>
                </a:lnTo>
                <a:lnTo>
                  <a:pt x="16355" y="471381"/>
                </a:lnTo>
                <a:lnTo>
                  <a:pt x="16355" y="101060"/>
                </a:lnTo>
                <a:lnTo>
                  <a:pt x="16463" y="96585"/>
                </a:lnTo>
                <a:lnTo>
                  <a:pt x="16809" y="92058"/>
                </a:lnTo>
                <a:lnTo>
                  <a:pt x="17353" y="87780"/>
                </a:lnTo>
                <a:lnTo>
                  <a:pt x="17304" y="88189"/>
                </a:lnTo>
                <a:lnTo>
                  <a:pt x="18075" y="83797"/>
                </a:lnTo>
                <a:lnTo>
                  <a:pt x="19070" y="79537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Moderated">
            <a:extLst xmlns:a="http://schemas.openxmlformats.org/drawingml/2006/main">
              <a:ext uri="{FF2B5EF4-FFF2-40B4-BE49-F238E27FC236}">
                <a16:creationId xmlns:a16="http://schemas.microsoft.com/office/drawing/2014/main" id="{510C52FC-A38A-4FE4-B2B5-54531D3B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38" y="6520561"/>
            <a:ext cx="1005382" cy="152183"/>
          </a:xfrm>
          <a:custGeom xmlns:a="http://schemas.openxmlformats.org/drawingml/2006/main">
            <a:pathLst>
              <a:path w="1005382" h="152183">
                <a:moveTo>
                  <a:pt x="127074" y="149116"/>
                </a:moveTo>
                <a:lnTo>
                  <a:pt x="108099" y="149116"/>
                </a:lnTo>
                <a:lnTo>
                  <a:pt x="108099" y="26084"/>
                </a:lnTo>
                <a:lnTo>
                  <a:pt x="68425" y="109824"/>
                </a:lnTo>
                <a:lnTo>
                  <a:pt x="57116" y="109824"/>
                </a:lnTo>
                <a:lnTo>
                  <a:pt x="17729" y="26084"/>
                </a:lnTo>
                <a:lnTo>
                  <a:pt x="17729" y="149116"/>
                </a:lnTo>
                <a:lnTo>
                  <a:pt x="0" y="149116"/>
                </a:lnTo>
                <a:lnTo>
                  <a:pt x="0" y="6325"/>
                </a:lnTo>
                <a:lnTo>
                  <a:pt x="25875" y="6325"/>
                </a:lnTo>
                <a:lnTo>
                  <a:pt x="63921" y="85845"/>
                </a:lnTo>
                <a:lnTo>
                  <a:pt x="100720" y="6325"/>
                </a:lnTo>
                <a:lnTo>
                  <a:pt x="127074" y="6325"/>
                </a:lnTo>
                <a:lnTo>
                  <a:pt x="127074" y="149116"/>
                </a:lnTo>
                <a:close/>
                <a:moveTo>
                  <a:pt x="254986" y="95593"/>
                </a:moveTo>
                <a:cubicBezTo>
                  <a:pt x="254986" y="113079"/>
                  <a:pt x="250514" y="126882"/>
                  <a:pt x="241569" y="137002"/>
                </a:cubicBezTo>
                <a:cubicBezTo>
                  <a:pt x="232625" y="147122"/>
                  <a:pt x="220646" y="152183"/>
                  <a:pt x="205632" y="152183"/>
                </a:cubicBezTo>
                <a:cubicBezTo>
                  <a:pt x="190490" y="152183"/>
                  <a:pt x="178463" y="147122"/>
                  <a:pt x="169551" y="137002"/>
                </a:cubicBezTo>
                <a:cubicBezTo>
                  <a:pt x="160638" y="126882"/>
                  <a:pt x="156182" y="113079"/>
                  <a:pt x="156182" y="95593"/>
                </a:cubicBezTo>
                <a:cubicBezTo>
                  <a:pt x="156182" y="78108"/>
                  <a:pt x="160638" y="64289"/>
                  <a:pt x="169551" y="54137"/>
                </a:cubicBezTo>
                <a:cubicBezTo>
                  <a:pt x="178463" y="43984"/>
                  <a:pt x="190490" y="38908"/>
                  <a:pt x="205632" y="38908"/>
                </a:cubicBezTo>
                <a:cubicBezTo>
                  <a:pt x="220646" y="38908"/>
                  <a:pt x="232625" y="43984"/>
                  <a:pt x="241569" y="54137"/>
                </a:cubicBezTo>
                <a:cubicBezTo>
                  <a:pt x="250514" y="64289"/>
                  <a:pt x="254986" y="78108"/>
                  <a:pt x="254986" y="95593"/>
                </a:cubicBezTo>
                <a:moveTo>
                  <a:pt x="236394" y="95593"/>
                </a:moveTo>
                <a:cubicBezTo>
                  <a:pt x="236394" y="81745"/>
                  <a:pt x="233679" y="71455"/>
                  <a:pt x="228249" y="64723"/>
                </a:cubicBezTo>
                <a:cubicBezTo>
                  <a:pt x="222818" y="57991"/>
                  <a:pt x="215279" y="54625"/>
                  <a:pt x="205632" y="54625"/>
                </a:cubicBezTo>
                <a:cubicBezTo>
                  <a:pt x="195857" y="54625"/>
                  <a:pt x="188270" y="57991"/>
                  <a:pt x="182872" y="64723"/>
                </a:cubicBezTo>
                <a:cubicBezTo>
                  <a:pt x="177473" y="71455"/>
                  <a:pt x="174774" y="81745"/>
                  <a:pt x="174774" y="95593"/>
                </a:cubicBezTo>
                <a:cubicBezTo>
                  <a:pt x="174774" y="108994"/>
                  <a:pt x="177489" y="119156"/>
                  <a:pt x="182920" y="126080"/>
                </a:cubicBezTo>
                <a:cubicBezTo>
                  <a:pt x="188350" y="133004"/>
                  <a:pt x="195921" y="136466"/>
                  <a:pt x="205632" y="136466"/>
                </a:cubicBezTo>
                <a:cubicBezTo>
                  <a:pt x="215215" y="136466"/>
                  <a:pt x="222738" y="133036"/>
                  <a:pt x="228201" y="126176"/>
                </a:cubicBezTo>
                <a:cubicBezTo>
                  <a:pt x="233663" y="119316"/>
                  <a:pt x="236394" y="109122"/>
                  <a:pt x="236394" y="95593"/>
                </a:cubicBezTo>
                <a:close/>
                <a:moveTo>
                  <a:pt x="369972" y="149116"/>
                </a:moveTo>
                <a:lnTo>
                  <a:pt x="351956" y="149116"/>
                </a:lnTo>
                <a:lnTo>
                  <a:pt x="351956" y="137963"/>
                </a:lnTo>
                <a:cubicBezTo>
                  <a:pt x="346781" y="142448"/>
                  <a:pt x="341382" y="145938"/>
                  <a:pt x="335760" y="148436"/>
                </a:cubicBezTo>
                <a:cubicBezTo>
                  <a:pt x="330138" y="150934"/>
                  <a:pt x="324037" y="152183"/>
                  <a:pt x="317456" y="152183"/>
                </a:cubicBezTo>
                <a:cubicBezTo>
                  <a:pt x="304678" y="152183"/>
                  <a:pt x="294536" y="147251"/>
                  <a:pt x="287029" y="137388"/>
                </a:cubicBezTo>
                <a:cubicBezTo>
                  <a:pt x="279522" y="127524"/>
                  <a:pt x="275769" y="113848"/>
                  <a:pt x="275769" y="96363"/>
                </a:cubicBezTo>
                <a:cubicBezTo>
                  <a:pt x="275769" y="87267"/>
                  <a:pt x="277063" y="79164"/>
                  <a:pt x="279650" y="72054"/>
                </a:cubicBezTo>
                <a:cubicBezTo>
                  <a:pt x="282237" y="64945"/>
                  <a:pt x="285735" y="58892"/>
                  <a:pt x="290144" y="53897"/>
                </a:cubicBezTo>
                <a:cubicBezTo>
                  <a:pt x="294488" y="49029"/>
                  <a:pt x="299551" y="45315"/>
                  <a:pt x="305333" y="42753"/>
                </a:cubicBezTo>
                <a:cubicBezTo>
                  <a:pt x="311115" y="40190"/>
                  <a:pt x="317105" y="38908"/>
                  <a:pt x="323302" y="38908"/>
                </a:cubicBezTo>
                <a:cubicBezTo>
                  <a:pt x="328924" y="38908"/>
                  <a:pt x="333907" y="39501"/>
                  <a:pt x="338252" y="40687"/>
                </a:cubicBezTo>
                <a:cubicBezTo>
                  <a:pt x="342596" y="41871"/>
                  <a:pt x="347164" y="43712"/>
                  <a:pt x="351956" y="46209"/>
                </a:cubicBezTo>
                <a:lnTo>
                  <a:pt x="351956" y="0"/>
                </a:lnTo>
                <a:lnTo>
                  <a:pt x="369972" y="0"/>
                </a:lnTo>
                <a:lnTo>
                  <a:pt x="369972" y="149116"/>
                </a:lnTo>
                <a:moveTo>
                  <a:pt x="351956" y="122762"/>
                </a:moveTo>
                <a:lnTo>
                  <a:pt x="351956" y="61333"/>
                </a:lnTo>
                <a:cubicBezTo>
                  <a:pt x="347100" y="59161"/>
                  <a:pt x="342756" y="57659"/>
                  <a:pt x="338923" y="56829"/>
                </a:cubicBezTo>
                <a:cubicBezTo>
                  <a:pt x="335089" y="55998"/>
                  <a:pt x="330905" y="55583"/>
                  <a:pt x="326369" y="55583"/>
                </a:cubicBezTo>
                <a:cubicBezTo>
                  <a:pt x="316274" y="55583"/>
                  <a:pt x="308416" y="59097"/>
                  <a:pt x="302794" y="66125"/>
                </a:cubicBezTo>
                <a:cubicBezTo>
                  <a:pt x="297171" y="73152"/>
                  <a:pt x="294360" y="83119"/>
                  <a:pt x="294360" y="96025"/>
                </a:cubicBezTo>
                <a:cubicBezTo>
                  <a:pt x="294360" y="108738"/>
                  <a:pt x="296533" y="118401"/>
                  <a:pt x="300877" y="125014"/>
                </a:cubicBezTo>
                <a:cubicBezTo>
                  <a:pt x="305221" y="131626"/>
                  <a:pt x="312185" y="134933"/>
                  <a:pt x="321769" y="134933"/>
                </a:cubicBezTo>
                <a:cubicBezTo>
                  <a:pt x="326880" y="134933"/>
                  <a:pt x="332055" y="133799"/>
                  <a:pt x="337293" y="131531"/>
                </a:cubicBezTo>
                <a:cubicBezTo>
                  <a:pt x="342532" y="129263"/>
                  <a:pt x="347420" y="126340"/>
                  <a:pt x="351956" y="122762"/>
                </a:cubicBezTo>
                <a:close/>
                <a:moveTo>
                  <a:pt x="495418" y="97366"/>
                </a:moveTo>
                <a:lnTo>
                  <a:pt x="416547" y="97366"/>
                </a:lnTo>
                <a:cubicBezTo>
                  <a:pt x="416547" y="103963"/>
                  <a:pt x="417538" y="109711"/>
                  <a:pt x="419518" y="114610"/>
                </a:cubicBezTo>
                <a:cubicBezTo>
                  <a:pt x="421499" y="119510"/>
                  <a:pt x="424214" y="123529"/>
                  <a:pt x="427664" y="126667"/>
                </a:cubicBezTo>
                <a:cubicBezTo>
                  <a:pt x="430986" y="129742"/>
                  <a:pt x="434931" y="132048"/>
                  <a:pt x="439499" y="133585"/>
                </a:cubicBezTo>
                <a:cubicBezTo>
                  <a:pt x="444067" y="135122"/>
                  <a:pt x="449099" y="135891"/>
                  <a:pt x="454593" y="135891"/>
                </a:cubicBezTo>
                <a:cubicBezTo>
                  <a:pt x="461876" y="135891"/>
                  <a:pt x="469207" y="134427"/>
                  <a:pt x="476587" y="131498"/>
                </a:cubicBezTo>
                <a:cubicBezTo>
                  <a:pt x="483966" y="128569"/>
                  <a:pt x="489221" y="125689"/>
                  <a:pt x="492351" y="122858"/>
                </a:cubicBezTo>
                <a:lnTo>
                  <a:pt x="493309" y="122858"/>
                </a:lnTo>
                <a:lnTo>
                  <a:pt x="493309" y="142569"/>
                </a:lnTo>
                <a:cubicBezTo>
                  <a:pt x="487240" y="145133"/>
                  <a:pt x="481043" y="147280"/>
                  <a:pt x="474718" y="149011"/>
                </a:cubicBezTo>
                <a:cubicBezTo>
                  <a:pt x="468393" y="150742"/>
                  <a:pt x="461748" y="151608"/>
                  <a:pt x="454785" y="151608"/>
                </a:cubicBezTo>
                <a:cubicBezTo>
                  <a:pt x="437024" y="151608"/>
                  <a:pt x="423160" y="146792"/>
                  <a:pt x="413193" y="137161"/>
                </a:cubicBezTo>
                <a:cubicBezTo>
                  <a:pt x="403227" y="127530"/>
                  <a:pt x="398243" y="113849"/>
                  <a:pt x="398243" y="96120"/>
                </a:cubicBezTo>
                <a:cubicBezTo>
                  <a:pt x="398243" y="78587"/>
                  <a:pt x="403019" y="64668"/>
                  <a:pt x="412570" y="54364"/>
                </a:cubicBezTo>
                <a:cubicBezTo>
                  <a:pt x="422122" y="44060"/>
                  <a:pt x="434692" y="38908"/>
                  <a:pt x="450280" y="38908"/>
                </a:cubicBezTo>
                <a:cubicBezTo>
                  <a:pt x="464719" y="38908"/>
                  <a:pt x="475852" y="43132"/>
                  <a:pt x="483678" y="51579"/>
                </a:cubicBezTo>
                <a:cubicBezTo>
                  <a:pt x="491505" y="60026"/>
                  <a:pt x="495418" y="72025"/>
                  <a:pt x="495418" y="87576"/>
                </a:cubicBezTo>
                <a:lnTo>
                  <a:pt x="495418" y="97366"/>
                </a:lnTo>
                <a:moveTo>
                  <a:pt x="477880" y="83566"/>
                </a:moveTo>
                <a:cubicBezTo>
                  <a:pt x="477816" y="74111"/>
                  <a:pt x="475437" y="66795"/>
                  <a:pt x="470741" y="61621"/>
                </a:cubicBezTo>
                <a:cubicBezTo>
                  <a:pt x="466045" y="56446"/>
                  <a:pt x="458905" y="53858"/>
                  <a:pt x="449322" y="53858"/>
                </a:cubicBezTo>
                <a:cubicBezTo>
                  <a:pt x="439675" y="53858"/>
                  <a:pt x="431992" y="56701"/>
                  <a:pt x="426274" y="62387"/>
                </a:cubicBezTo>
                <a:cubicBezTo>
                  <a:pt x="420556" y="68073"/>
                  <a:pt x="417314" y="75133"/>
                  <a:pt x="416547" y="83566"/>
                </a:cubicBezTo>
                <a:lnTo>
                  <a:pt x="477880" y="83566"/>
                </a:lnTo>
                <a:close/>
                <a:moveTo>
                  <a:pt x="589551" y="61525"/>
                </a:moveTo>
                <a:lnTo>
                  <a:pt x="588593" y="61525"/>
                </a:lnTo>
                <a:cubicBezTo>
                  <a:pt x="585909" y="60920"/>
                  <a:pt x="583306" y="60481"/>
                  <a:pt x="580782" y="60210"/>
                </a:cubicBezTo>
                <a:cubicBezTo>
                  <a:pt x="578259" y="59936"/>
                  <a:pt x="575272" y="59800"/>
                  <a:pt x="571822" y="59800"/>
                </a:cubicBezTo>
                <a:cubicBezTo>
                  <a:pt x="566264" y="59800"/>
                  <a:pt x="560897" y="61032"/>
                  <a:pt x="555722" y="63495"/>
                </a:cubicBezTo>
                <a:cubicBezTo>
                  <a:pt x="550547" y="65957"/>
                  <a:pt x="545564" y="69138"/>
                  <a:pt x="540772" y="73040"/>
                </a:cubicBezTo>
                <a:lnTo>
                  <a:pt x="540772" y="149116"/>
                </a:lnTo>
                <a:lnTo>
                  <a:pt x="522755" y="149116"/>
                </a:lnTo>
                <a:lnTo>
                  <a:pt x="522755" y="41975"/>
                </a:lnTo>
                <a:lnTo>
                  <a:pt x="540772" y="41975"/>
                </a:lnTo>
                <a:lnTo>
                  <a:pt x="540772" y="57802"/>
                </a:lnTo>
                <a:cubicBezTo>
                  <a:pt x="547928" y="52046"/>
                  <a:pt x="554237" y="47969"/>
                  <a:pt x="559699" y="45572"/>
                </a:cubicBezTo>
                <a:cubicBezTo>
                  <a:pt x="565161" y="43174"/>
                  <a:pt x="570736" y="41975"/>
                  <a:pt x="576422" y="41975"/>
                </a:cubicBezTo>
                <a:cubicBezTo>
                  <a:pt x="579552" y="41975"/>
                  <a:pt x="581820" y="42055"/>
                  <a:pt x="583226" y="42214"/>
                </a:cubicBezTo>
                <a:cubicBezTo>
                  <a:pt x="584632" y="42372"/>
                  <a:pt x="586740" y="42674"/>
                  <a:pt x="589551" y="43119"/>
                </a:cubicBezTo>
                <a:lnTo>
                  <a:pt x="589551" y="61525"/>
                </a:lnTo>
                <a:close/>
                <a:moveTo>
                  <a:pt x="689351" y="149116"/>
                </a:moveTo>
                <a:lnTo>
                  <a:pt x="671431" y="149116"/>
                </a:lnTo>
                <a:lnTo>
                  <a:pt x="671431" y="137790"/>
                </a:lnTo>
                <a:cubicBezTo>
                  <a:pt x="669833" y="138878"/>
                  <a:pt x="667677" y="140397"/>
                  <a:pt x="664962" y="142348"/>
                </a:cubicBezTo>
                <a:cubicBezTo>
                  <a:pt x="662247" y="144298"/>
                  <a:pt x="659611" y="145850"/>
                  <a:pt x="657056" y="147002"/>
                </a:cubicBezTo>
                <a:cubicBezTo>
                  <a:pt x="654053" y="148473"/>
                  <a:pt x="650603" y="149704"/>
                  <a:pt x="646706" y="150694"/>
                </a:cubicBezTo>
                <a:cubicBezTo>
                  <a:pt x="642809" y="151686"/>
                  <a:pt x="638241" y="152183"/>
                  <a:pt x="633002" y="152183"/>
                </a:cubicBezTo>
                <a:cubicBezTo>
                  <a:pt x="623354" y="152183"/>
                  <a:pt x="615177" y="148984"/>
                  <a:pt x="608468" y="142587"/>
                </a:cubicBezTo>
                <a:cubicBezTo>
                  <a:pt x="601760" y="136190"/>
                  <a:pt x="598406" y="128034"/>
                  <a:pt x="598406" y="118117"/>
                </a:cubicBezTo>
                <a:cubicBezTo>
                  <a:pt x="598406" y="109993"/>
                  <a:pt x="600147" y="103421"/>
                  <a:pt x="603629" y="98399"/>
                </a:cubicBezTo>
                <a:cubicBezTo>
                  <a:pt x="607111" y="93376"/>
                  <a:pt x="612078" y="89426"/>
                  <a:pt x="618531" y="86549"/>
                </a:cubicBezTo>
                <a:cubicBezTo>
                  <a:pt x="625048" y="83670"/>
                  <a:pt x="632874" y="81718"/>
                  <a:pt x="642010" y="80694"/>
                </a:cubicBezTo>
                <a:cubicBezTo>
                  <a:pt x="651146" y="79670"/>
                  <a:pt x="660953" y="78902"/>
                  <a:pt x="671431" y="78391"/>
                </a:cubicBezTo>
                <a:lnTo>
                  <a:pt x="671431" y="75588"/>
                </a:lnTo>
                <a:cubicBezTo>
                  <a:pt x="671431" y="71465"/>
                  <a:pt x="670712" y="68051"/>
                  <a:pt x="669274" y="65346"/>
                </a:cubicBezTo>
                <a:cubicBezTo>
                  <a:pt x="667837" y="62641"/>
                  <a:pt x="665776" y="60514"/>
                  <a:pt x="663093" y="58967"/>
                </a:cubicBezTo>
                <a:cubicBezTo>
                  <a:pt x="660538" y="57486"/>
                  <a:pt x="657471" y="56487"/>
                  <a:pt x="653893" y="55972"/>
                </a:cubicBezTo>
                <a:cubicBezTo>
                  <a:pt x="650315" y="55457"/>
                  <a:pt x="646578" y="55200"/>
                  <a:pt x="642681" y="55200"/>
                </a:cubicBezTo>
                <a:cubicBezTo>
                  <a:pt x="637953" y="55200"/>
                  <a:pt x="632682" y="55840"/>
                  <a:pt x="626868" y="57119"/>
                </a:cubicBezTo>
                <a:cubicBezTo>
                  <a:pt x="621054" y="58397"/>
                  <a:pt x="615049" y="60249"/>
                  <a:pt x="608852" y="62675"/>
                </a:cubicBezTo>
                <a:lnTo>
                  <a:pt x="607893" y="62675"/>
                </a:lnTo>
                <a:lnTo>
                  <a:pt x="607893" y="44371"/>
                </a:lnTo>
                <a:cubicBezTo>
                  <a:pt x="611407" y="43412"/>
                  <a:pt x="616486" y="42358"/>
                  <a:pt x="623131" y="41208"/>
                </a:cubicBezTo>
                <a:cubicBezTo>
                  <a:pt x="629775" y="40058"/>
                  <a:pt x="636324" y="39483"/>
                  <a:pt x="642777" y="39483"/>
                </a:cubicBezTo>
                <a:cubicBezTo>
                  <a:pt x="650315" y="39483"/>
                  <a:pt x="656880" y="40106"/>
                  <a:pt x="662470" y="41352"/>
                </a:cubicBezTo>
                <a:cubicBezTo>
                  <a:pt x="668060" y="42598"/>
                  <a:pt x="672900" y="44722"/>
                  <a:pt x="676989" y="47725"/>
                </a:cubicBezTo>
                <a:cubicBezTo>
                  <a:pt x="681014" y="50664"/>
                  <a:pt x="684081" y="54465"/>
                  <a:pt x="686189" y="59129"/>
                </a:cubicBezTo>
                <a:cubicBezTo>
                  <a:pt x="688297" y="63793"/>
                  <a:pt x="689351" y="69575"/>
                  <a:pt x="689351" y="76475"/>
                </a:cubicBezTo>
                <a:lnTo>
                  <a:pt x="689351" y="149116"/>
                </a:lnTo>
                <a:moveTo>
                  <a:pt x="671431" y="122897"/>
                </a:moveTo>
                <a:lnTo>
                  <a:pt x="671431" y="92958"/>
                </a:lnTo>
                <a:cubicBezTo>
                  <a:pt x="665936" y="93279"/>
                  <a:pt x="659467" y="93761"/>
                  <a:pt x="652024" y="94404"/>
                </a:cubicBezTo>
                <a:cubicBezTo>
                  <a:pt x="644581" y="95045"/>
                  <a:pt x="638688" y="95975"/>
                  <a:pt x="634343" y="97192"/>
                </a:cubicBezTo>
                <a:cubicBezTo>
                  <a:pt x="629168" y="98670"/>
                  <a:pt x="624984" y="100965"/>
                  <a:pt x="621789" y="104077"/>
                </a:cubicBezTo>
                <a:cubicBezTo>
                  <a:pt x="618595" y="107190"/>
                  <a:pt x="616998" y="111474"/>
                  <a:pt x="616998" y="116928"/>
                </a:cubicBezTo>
                <a:cubicBezTo>
                  <a:pt x="616998" y="123089"/>
                  <a:pt x="618850" y="127726"/>
                  <a:pt x="622556" y="130839"/>
                </a:cubicBezTo>
                <a:cubicBezTo>
                  <a:pt x="626261" y="133951"/>
                  <a:pt x="631916" y="135508"/>
                  <a:pt x="639518" y="135508"/>
                </a:cubicBezTo>
                <a:cubicBezTo>
                  <a:pt x="645843" y="135508"/>
                  <a:pt x="651625" y="134273"/>
                  <a:pt x="656864" y="131803"/>
                </a:cubicBezTo>
                <a:cubicBezTo>
                  <a:pt x="662103" y="129331"/>
                  <a:pt x="666958" y="126363"/>
                  <a:pt x="671431" y="122897"/>
                </a:cubicBezTo>
                <a:close/>
                <a:moveTo>
                  <a:pt x="779511" y="148173"/>
                </a:moveTo>
                <a:cubicBezTo>
                  <a:pt x="776125" y="149063"/>
                  <a:pt x="772435" y="149794"/>
                  <a:pt x="768442" y="150365"/>
                </a:cubicBezTo>
                <a:cubicBezTo>
                  <a:pt x="764449" y="150938"/>
                  <a:pt x="760887" y="151224"/>
                  <a:pt x="757757" y="151224"/>
                </a:cubicBezTo>
                <a:cubicBezTo>
                  <a:pt x="746832" y="151224"/>
                  <a:pt x="738526" y="148282"/>
                  <a:pt x="732840" y="142399"/>
                </a:cubicBezTo>
                <a:cubicBezTo>
                  <a:pt x="727154" y="136515"/>
                  <a:pt x="724311" y="127081"/>
                  <a:pt x="724311" y="114098"/>
                </a:cubicBezTo>
                <a:lnTo>
                  <a:pt x="724311" y="57116"/>
                </a:lnTo>
                <a:lnTo>
                  <a:pt x="712140" y="57116"/>
                </a:lnTo>
                <a:lnTo>
                  <a:pt x="712140" y="41975"/>
                </a:lnTo>
                <a:lnTo>
                  <a:pt x="724311" y="41975"/>
                </a:lnTo>
                <a:lnTo>
                  <a:pt x="724311" y="11117"/>
                </a:lnTo>
                <a:lnTo>
                  <a:pt x="742328" y="11117"/>
                </a:lnTo>
                <a:lnTo>
                  <a:pt x="742328" y="41975"/>
                </a:lnTo>
                <a:lnTo>
                  <a:pt x="779511" y="41975"/>
                </a:lnTo>
                <a:lnTo>
                  <a:pt x="779511" y="57116"/>
                </a:lnTo>
                <a:lnTo>
                  <a:pt x="742328" y="57116"/>
                </a:lnTo>
                <a:lnTo>
                  <a:pt x="742328" y="106015"/>
                </a:lnTo>
                <a:cubicBezTo>
                  <a:pt x="742328" y="111651"/>
                  <a:pt x="742456" y="116055"/>
                  <a:pt x="742711" y="119225"/>
                </a:cubicBezTo>
                <a:cubicBezTo>
                  <a:pt x="742967" y="122396"/>
                  <a:pt x="743861" y="125357"/>
                  <a:pt x="745394" y="128111"/>
                </a:cubicBezTo>
                <a:cubicBezTo>
                  <a:pt x="746800" y="130672"/>
                  <a:pt x="748733" y="132546"/>
                  <a:pt x="751192" y="133732"/>
                </a:cubicBezTo>
                <a:cubicBezTo>
                  <a:pt x="753652" y="134916"/>
                  <a:pt x="757405" y="135508"/>
                  <a:pt x="762453" y="135508"/>
                </a:cubicBezTo>
                <a:cubicBezTo>
                  <a:pt x="765392" y="135508"/>
                  <a:pt x="768458" y="135076"/>
                  <a:pt x="771653" y="134214"/>
                </a:cubicBezTo>
                <a:cubicBezTo>
                  <a:pt x="774847" y="133351"/>
                  <a:pt x="777147" y="132633"/>
                  <a:pt x="778553" y="132058"/>
                </a:cubicBezTo>
                <a:lnTo>
                  <a:pt x="779511" y="132058"/>
                </a:lnTo>
                <a:lnTo>
                  <a:pt x="779511" y="148173"/>
                </a:lnTo>
                <a:close/>
                <a:moveTo>
                  <a:pt x="891220" y="97366"/>
                </a:moveTo>
                <a:lnTo>
                  <a:pt x="812349" y="97366"/>
                </a:lnTo>
                <a:cubicBezTo>
                  <a:pt x="812349" y="103963"/>
                  <a:pt x="813340" y="109711"/>
                  <a:pt x="815320" y="114610"/>
                </a:cubicBezTo>
                <a:cubicBezTo>
                  <a:pt x="817301" y="119510"/>
                  <a:pt x="820016" y="123529"/>
                  <a:pt x="823466" y="126667"/>
                </a:cubicBezTo>
                <a:cubicBezTo>
                  <a:pt x="826788" y="129742"/>
                  <a:pt x="830733" y="132048"/>
                  <a:pt x="835301" y="133585"/>
                </a:cubicBezTo>
                <a:cubicBezTo>
                  <a:pt x="839869" y="135122"/>
                  <a:pt x="844901" y="135891"/>
                  <a:pt x="850395" y="135891"/>
                </a:cubicBezTo>
                <a:cubicBezTo>
                  <a:pt x="857678" y="135891"/>
                  <a:pt x="865010" y="134427"/>
                  <a:pt x="872389" y="131498"/>
                </a:cubicBezTo>
                <a:cubicBezTo>
                  <a:pt x="879768" y="128569"/>
                  <a:pt x="885023" y="125689"/>
                  <a:pt x="888153" y="122858"/>
                </a:cubicBezTo>
                <a:lnTo>
                  <a:pt x="889112" y="122858"/>
                </a:lnTo>
                <a:lnTo>
                  <a:pt x="889112" y="142569"/>
                </a:lnTo>
                <a:cubicBezTo>
                  <a:pt x="883042" y="145133"/>
                  <a:pt x="876845" y="147280"/>
                  <a:pt x="870520" y="149011"/>
                </a:cubicBezTo>
                <a:cubicBezTo>
                  <a:pt x="864195" y="150742"/>
                  <a:pt x="857551" y="151608"/>
                  <a:pt x="850587" y="151608"/>
                </a:cubicBezTo>
                <a:cubicBezTo>
                  <a:pt x="832826" y="151608"/>
                  <a:pt x="818962" y="146792"/>
                  <a:pt x="808995" y="137161"/>
                </a:cubicBezTo>
                <a:cubicBezTo>
                  <a:pt x="799029" y="127530"/>
                  <a:pt x="794045" y="113849"/>
                  <a:pt x="794045" y="96120"/>
                </a:cubicBezTo>
                <a:cubicBezTo>
                  <a:pt x="794045" y="78587"/>
                  <a:pt x="798821" y="64668"/>
                  <a:pt x="808372" y="54364"/>
                </a:cubicBezTo>
                <a:cubicBezTo>
                  <a:pt x="817924" y="44060"/>
                  <a:pt x="830494" y="38908"/>
                  <a:pt x="846083" y="38908"/>
                </a:cubicBezTo>
                <a:cubicBezTo>
                  <a:pt x="860521" y="38908"/>
                  <a:pt x="871654" y="43132"/>
                  <a:pt x="879480" y="51579"/>
                </a:cubicBezTo>
                <a:cubicBezTo>
                  <a:pt x="887307" y="60026"/>
                  <a:pt x="891220" y="72025"/>
                  <a:pt x="891220" y="87576"/>
                </a:cubicBezTo>
                <a:lnTo>
                  <a:pt x="891220" y="97366"/>
                </a:lnTo>
                <a:moveTo>
                  <a:pt x="873682" y="83566"/>
                </a:moveTo>
                <a:cubicBezTo>
                  <a:pt x="873619" y="74111"/>
                  <a:pt x="871239" y="66795"/>
                  <a:pt x="866543" y="61621"/>
                </a:cubicBezTo>
                <a:cubicBezTo>
                  <a:pt x="861847" y="56446"/>
                  <a:pt x="854708" y="53858"/>
                  <a:pt x="845124" y="53858"/>
                </a:cubicBezTo>
                <a:cubicBezTo>
                  <a:pt x="835477" y="53858"/>
                  <a:pt x="827795" y="56701"/>
                  <a:pt x="822076" y="62387"/>
                </a:cubicBezTo>
                <a:cubicBezTo>
                  <a:pt x="816358" y="68073"/>
                  <a:pt x="813116" y="75133"/>
                  <a:pt x="812349" y="83566"/>
                </a:cubicBezTo>
                <a:lnTo>
                  <a:pt x="873682" y="83566"/>
                </a:lnTo>
                <a:close/>
                <a:moveTo>
                  <a:pt x="1005382" y="149116"/>
                </a:moveTo>
                <a:lnTo>
                  <a:pt x="987366" y="149116"/>
                </a:lnTo>
                <a:lnTo>
                  <a:pt x="987366" y="137963"/>
                </a:lnTo>
                <a:cubicBezTo>
                  <a:pt x="982191" y="142448"/>
                  <a:pt x="976792" y="145938"/>
                  <a:pt x="971170" y="148436"/>
                </a:cubicBezTo>
                <a:cubicBezTo>
                  <a:pt x="965548" y="150934"/>
                  <a:pt x="959447" y="152183"/>
                  <a:pt x="952866" y="152183"/>
                </a:cubicBezTo>
                <a:cubicBezTo>
                  <a:pt x="940088" y="152183"/>
                  <a:pt x="929946" y="147251"/>
                  <a:pt x="922439" y="137388"/>
                </a:cubicBezTo>
                <a:cubicBezTo>
                  <a:pt x="914932" y="127524"/>
                  <a:pt x="911179" y="113848"/>
                  <a:pt x="911179" y="96363"/>
                </a:cubicBezTo>
                <a:cubicBezTo>
                  <a:pt x="911179" y="87267"/>
                  <a:pt x="912473" y="79164"/>
                  <a:pt x="915060" y="72054"/>
                </a:cubicBezTo>
                <a:cubicBezTo>
                  <a:pt x="917648" y="64945"/>
                  <a:pt x="921145" y="58892"/>
                  <a:pt x="925554" y="53897"/>
                </a:cubicBezTo>
                <a:cubicBezTo>
                  <a:pt x="929898" y="49029"/>
                  <a:pt x="934961" y="45315"/>
                  <a:pt x="940743" y="42753"/>
                </a:cubicBezTo>
                <a:cubicBezTo>
                  <a:pt x="946525" y="40190"/>
                  <a:pt x="952515" y="38908"/>
                  <a:pt x="958712" y="38908"/>
                </a:cubicBezTo>
                <a:cubicBezTo>
                  <a:pt x="964334" y="38908"/>
                  <a:pt x="969317" y="39501"/>
                  <a:pt x="973662" y="40687"/>
                </a:cubicBezTo>
                <a:cubicBezTo>
                  <a:pt x="978006" y="41871"/>
                  <a:pt x="982574" y="43712"/>
                  <a:pt x="987366" y="46209"/>
                </a:cubicBezTo>
                <a:lnTo>
                  <a:pt x="987366" y="0"/>
                </a:lnTo>
                <a:lnTo>
                  <a:pt x="1005382" y="0"/>
                </a:lnTo>
                <a:lnTo>
                  <a:pt x="1005382" y="149116"/>
                </a:lnTo>
                <a:moveTo>
                  <a:pt x="987366" y="122762"/>
                </a:moveTo>
                <a:lnTo>
                  <a:pt x="987366" y="61333"/>
                </a:lnTo>
                <a:cubicBezTo>
                  <a:pt x="982510" y="59161"/>
                  <a:pt x="978166" y="57659"/>
                  <a:pt x="974333" y="56829"/>
                </a:cubicBezTo>
                <a:cubicBezTo>
                  <a:pt x="970499" y="55998"/>
                  <a:pt x="966315" y="55583"/>
                  <a:pt x="961779" y="55583"/>
                </a:cubicBezTo>
                <a:cubicBezTo>
                  <a:pt x="951684" y="55583"/>
                  <a:pt x="943826" y="59097"/>
                  <a:pt x="938204" y="66125"/>
                </a:cubicBezTo>
                <a:cubicBezTo>
                  <a:pt x="932581" y="73152"/>
                  <a:pt x="929770" y="83119"/>
                  <a:pt x="929770" y="96025"/>
                </a:cubicBezTo>
                <a:cubicBezTo>
                  <a:pt x="929770" y="108738"/>
                  <a:pt x="931943" y="118401"/>
                  <a:pt x="936287" y="125014"/>
                </a:cubicBezTo>
                <a:cubicBezTo>
                  <a:pt x="940631" y="131626"/>
                  <a:pt x="947595" y="134933"/>
                  <a:pt x="957179" y="134933"/>
                </a:cubicBezTo>
                <a:cubicBezTo>
                  <a:pt x="962290" y="134933"/>
                  <a:pt x="967465" y="133799"/>
                  <a:pt x="972703" y="131531"/>
                </a:cubicBezTo>
                <a:cubicBezTo>
                  <a:pt x="977942" y="129263"/>
                  <a:pt x="982830" y="126340"/>
                  <a:pt x="987366" y="1227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model">
            <a:extLst xmlns:a="http://schemas.openxmlformats.org/drawingml/2006/main">
              <a:ext uri="{FF2B5EF4-FFF2-40B4-BE49-F238E27FC236}">
                <a16:creationId xmlns:a16="http://schemas.microsoft.com/office/drawing/2014/main" id="{5168A9A8-E8E9-4CD2-BCAA-CC092A2D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381" y="6756081"/>
            <a:ext cx="567752" cy="152183"/>
          </a:xfrm>
          <a:custGeom xmlns:a="http://schemas.openxmlformats.org/drawingml/2006/main">
            <a:pathLst>
              <a:path w="567752" h="152183">
                <a:moveTo>
                  <a:pt x="156208" y="149116"/>
                </a:moveTo>
                <a:lnTo>
                  <a:pt x="138191" y="149116"/>
                </a:lnTo>
                <a:lnTo>
                  <a:pt x="138191" y="88103"/>
                </a:lnTo>
                <a:cubicBezTo>
                  <a:pt x="138191" y="83499"/>
                  <a:pt x="137983" y="79055"/>
                  <a:pt x="137568" y="74771"/>
                </a:cubicBezTo>
                <a:cubicBezTo>
                  <a:pt x="137153" y="70484"/>
                  <a:pt x="136274" y="67062"/>
                  <a:pt x="134933" y="64504"/>
                </a:cubicBezTo>
                <a:cubicBezTo>
                  <a:pt x="133463" y="61753"/>
                  <a:pt x="131355" y="59675"/>
                  <a:pt x="128608" y="58269"/>
                </a:cubicBezTo>
                <a:cubicBezTo>
                  <a:pt x="125860" y="56862"/>
                  <a:pt x="121899" y="56158"/>
                  <a:pt x="116724" y="56158"/>
                </a:cubicBezTo>
                <a:cubicBezTo>
                  <a:pt x="111677" y="56158"/>
                  <a:pt x="106630" y="57422"/>
                  <a:pt x="101583" y="59949"/>
                </a:cubicBezTo>
                <a:cubicBezTo>
                  <a:pt x="96536" y="62475"/>
                  <a:pt x="91488" y="65688"/>
                  <a:pt x="86441" y="69590"/>
                </a:cubicBezTo>
                <a:cubicBezTo>
                  <a:pt x="86633" y="71059"/>
                  <a:pt x="86793" y="72769"/>
                  <a:pt x="86920" y="74720"/>
                </a:cubicBezTo>
                <a:cubicBezTo>
                  <a:pt x="87048" y="76670"/>
                  <a:pt x="87112" y="78605"/>
                  <a:pt x="87112" y="80524"/>
                </a:cubicBezTo>
                <a:lnTo>
                  <a:pt x="87112" y="149116"/>
                </a:lnTo>
                <a:lnTo>
                  <a:pt x="69095" y="149116"/>
                </a:lnTo>
                <a:lnTo>
                  <a:pt x="69095" y="88103"/>
                </a:lnTo>
                <a:cubicBezTo>
                  <a:pt x="69095" y="83372"/>
                  <a:pt x="68888" y="78879"/>
                  <a:pt x="68473" y="74627"/>
                </a:cubicBezTo>
                <a:cubicBezTo>
                  <a:pt x="68057" y="70372"/>
                  <a:pt x="67179" y="66966"/>
                  <a:pt x="65837" y="64409"/>
                </a:cubicBezTo>
                <a:cubicBezTo>
                  <a:pt x="64368" y="61657"/>
                  <a:pt x="62259" y="59595"/>
                  <a:pt x="59512" y="58221"/>
                </a:cubicBezTo>
                <a:cubicBezTo>
                  <a:pt x="56765" y="56846"/>
                  <a:pt x="52804" y="56158"/>
                  <a:pt x="47629" y="56158"/>
                </a:cubicBezTo>
                <a:cubicBezTo>
                  <a:pt x="42710" y="56158"/>
                  <a:pt x="37774" y="57374"/>
                  <a:pt x="32823" y="59806"/>
                </a:cubicBezTo>
                <a:cubicBezTo>
                  <a:pt x="27871" y="62235"/>
                  <a:pt x="22936" y="65336"/>
                  <a:pt x="18017" y="69107"/>
                </a:cubicBezTo>
                <a:lnTo>
                  <a:pt x="18017" y="149116"/>
                </a:lnTo>
                <a:lnTo>
                  <a:pt x="0" y="149116"/>
                </a:lnTo>
                <a:lnTo>
                  <a:pt x="0" y="41975"/>
                </a:lnTo>
                <a:lnTo>
                  <a:pt x="18017" y="41975"/>
                </a:lnTo>
                <a:lnTo>
                  <a:pt x="18017" y="53870"/>
                </a:lnTo>
                <a:cubicBezTo>
                  <a:pt x="23639" y="49172"/>
                  <a:pt x="29245" y="45505"/>
                  <a:pt x="34835" y="42867"/>
                </a:cubicBezTo>
                <a:cubicBezTo>
                  <a:pt x="40425" y="40228"/>
                  <a:pt x="46383" y="38908"/>
                  <a:pt x="52708" y="38908"/>
                </a:cubicBezTo>
                <a:cubicBezTo>
                  <a:pt x="59991" y="38908"/>
                  <a:pt x="66173" y="40451"/>
                  <a:pt x="71252" y="43538"/>
                </a:cubicBezTo>
                <a:cubicBezTo>
                  <a:pt x="76331" y="46623"/>
                  <a:pt x="80116" y="50897"/>
                  <a:pt x="82608" y="56362"/>
                </a:cubicBezTo>
                <a:cubicBezTo>
                  <a:pt x="89891" y="50190"/>
                  <a:pt x="96536" y="45739"/>
                  <a:pt x="102541" y="43008"/>
                </a:cubicBezTo>
                <a:cubicBezTo>
                  <a:pt x="108547" y="40275"/>
                  <a:pt x="114967" y="38908"/>
                  <a:pt x="121804" y="38908"/>
                </a:cubicBezTo>
                <a:cubicBezTo>
                  <a:pt x="133559" y="38908"/>
                  <a:pt x="142232" y="42476"/>
                  <a:pt x="147822" y="49611"/>
                </a:cubicBezTo>
                <a:cubicBezTo>
                  <a:pt x="153412" y="56747"/>
                  <a:pt x="156208" y="66716"/>
                  <a:pt x="156208" y="79517"/>
                </a:cubicBezTo>
                <a:lnTo>
                  <a:pt x="156208" y="149116"/>
                </a:lnTo>
                <a:close/>
                <a:moveTo>
                  <a:pt x="281774" y="95593"/>
                </a:moveTo>
                <a:cubicBezTo>
                  <a:pt x="281774" y="113079"/>
                  <a:pt x="277302" y="126882"/>
                  <a:pt x="268358" y="137002"/>
                </a:cubicBezTo>
                <a:cubicBezTo>
                  <a:pt x="259413" y="147122"/>
                  <a:pt x="247434" y="152183"/>
                  <a:pt x="232420" y="152183"/>
                </a:cubicBezTo>
                <a:cubicBezTo>
                  <a:pt x="217279" y="152183"/>
                  <a:pt x="205252" y="147122"/>
                  <a:pt x="196339" y="137002"/>
                </a:cubicBezTo>
                <a:cubicBezTo>
                  <a:pt x="187427" y="126882"/>
                  <a:pt x="182971" y="113079"/>
                  <a:pt x="182971" y="95593"/>
                </a:cubicBezTo>
                <a:cubicBezTo>
                  <a:pt x="182971" y="78108"/>
                  <a:pt x="187427" y="64289"/>
                  <a:pt x="196339" y="54137"/>
                </a:cubicBezTo>
                <a:cubicBezTo>
                  <a:pt x="205252" y="43984"/>
                  <a:pt x="217279" y="38908"/>
                  <a:pt x="232420" y="38908"/>
                </a:cubicBezTo>
                <a:cubicBezTo>
                  <a:pt x="247434" y="38908"/>
                  <a:pt x="259413" y="43984"/>
                  <a:pt x="268358" y="54137"/>
                </a:cubicBezTo>
                <a:cubicBezTo>
                  <a:pt x="277302" y="64289"/>
                  <a:pt x="281774" y="78108"/>
                  <a:pt x="281774" y="95593"/>
                </a:cubicBezTo>
                <a:moveTo>
                  <a:pt x="263183" y="95593"/>
                </a:moveTo>
                <a:cubicBezTo>
                  <a:pt x="263183" y="81745"/>
                  <a:pt x="260467" y="71455"/>
                  <a:pt x="255037" y="64723"/>
                </a:cubicBezTo>
                <a:cubicBezTo>
                  <a:pt x="249606" y="57991"/>
                  <a:pt x="242067" y="54625"/>
                  <a:pt x="232420" y="54625"/>
                </a:cubicBezTo>
                <a:cubicBezTo>
                  <a:pt x="222645" y="54625"/>
                  <a:pt x="215059" y="57991"/>
                  <a:pt x="209660" y="64723"/>
                </a:cubicBezTo>
                <a:cubicBezTo>
                  <a:pt x="204261" y="71455"/>
                  <a:pt x="201562" y="81745"/>
                  <a:pt x="201562" y="95593"/>
                </a:cubicBezTo>
                <a:cubicBezTo>
                  <a:pt x="201562" y="108994"/>
                  <a:pt x="204277" y="119156"/>
                  <a:pt x="209708" y="126080"/>
                </a:cubicBezTo>
                <a:cubicBezTo>
                  <a:pt x="215138" y="133004"/>
                  <a:pt x="222709" y="136466"/>
                  <a:pt x="232420" y="136466"/>
                </a:cubicBezTo>
                <a:cubicBezTo>
                  <a:pt x="242004" y="136466"/>
                  <a:pt x="249526" y="133036"/>
                  <a:pt x="254989" y="126176"/>
                </a:cubicBezTo>
                <a:cubicBezTo>
                  <a:pt x="260451" y="119316"/>
                  <a:pt x="263183" y="109122"/>
                  <a:pt x="263183" y="95593"/>
                </a:cubicBezTo>
                <a:close/>
                <a:moveTo>
                  <a:pt x="396761" y="149116"/>
                </a:moveTo>
                <a:lnTo>
                  <a:pt x="378744" y="149116"/>
                </a:lnTo>
                <a:lnTo>
                  <a:pt x="378744" y="137963"/>
                </a:lnTo>
                <a:cubicBezTo>
                  <a:pt x="373569" y="142448"/>
                  <a:pt x="368171" y="145938"/>
                  <a:pt x="362548" y="148436"/>
                </a:cubicBezTo>
                <a:cubicBezTo>
                  <a:pt x="356926" y="150934"/>
                  <a:pt x="350825" y="152183"/>
                  <a:pt x="344244" y="152183"/>
                </a:cubicBezTo>
                <a:cubicBezTo>
                  <a:pt x="331467" y="152183"/>
                  <a:pt x="321324" y="147251"/>
                  <a:pt x="313817" y="137388"/>
                </a:cubicBezTo>
                <a:cubicBezTo>
                  <a:pt x="306311" y="127524"/>
                  <a:pt x="302557" y="113848"/>
                  <a:pt x="302557" y="96363"/>
                </a:cubicBezTo>
                <a:cubicBezTo>
                  <a:pt x="302557" y="87267"/>
                  <a:pt x="303851" y="79164"/>
                  <a:pt x="306438" y="72054"/>
                </a:cubicBezTo>
                <a:cubicBezTo>
                  <a:pt x="309026" y="64945"/>
                  <a:pt x="312524" y="58892"/>
                  <a:pt x="316932" y="53897"/>
                </a:cubicBezTo>
                <a:cubicBezTo>
                  <a:pt x="321276" y="49029"/>
                  <a:pt x="326340" y="45315"/>
                  <a:pt x="332122" y="42753"/>
                </a:cubicBezTo>
                <a:cubicBezTo>
                  <a:pt x="337903" y="40190"/>
                  <a:pt x="343893" y="38908"/>
                  <a:pt x="350090" y="38908"/>
                </a:cubicBezTo>
                <a:cubicBezTo>
                  <a:pt x="355712" y="38908"/>
                  <a:pt x="360696" y="39501"/>
                  <a:pt x="365040" y="40687"/>
                </a:cubicBezTo>
                <a:cubicBezTo>
                  <a:pt x="369385" y="41871"/>
                  <a:pt x="373953" y="43712"/>
                  <a:pt x="378744" y="46209"/>
                </a:cubicBezTo>
                <a:lnTo>
                  <a:pt x="378744" y="0"/>
                </a:lnTo>
                <a:lnTo>
                  <a:pt x="396761" y="0"/>
                </a:lnTo>
                <a:lnTo>
                  <a:pt x="396761" y="149116"/>
                </a:lnTo>
                <a:moveTo>
                  <a:pt x="378744" y="122762"/>
                </a:moveTo>
                <a:lnTo>
                  <a:pt x="378744" y="61333"/>
                </a:lnTo>
                <a:cubicBezTo>
                  <a:pt x="373889" y="59161"/>
                  <a:pt x="369544" y="57659"/>
                  <a:pt x="365711" y="56829"/>
                </a:cubicBezTo>
                <a:cubicBezTo>
                  <a:pt x="361878" y="55998"/>
                  <a:pt x="357693" y="55583"/>
                  <a:pt x="353157" y="55583"/>
                </a:cubicBezTo>
                <a:cubicBezTo>
                  <a:pt x="343062" y="55583"/>
                  <a:pt x="335204" y="59097"/>
                  <a:pt x="329582" y="66125"/>
                </a:cubicBezTo>
                <a:cubicBezTo>
                  <a:pt x="323960" y="73152"/>
                  <a:pt x="321149" y="83119"/>
                  <a:pt x="321149" y="96025"/>
                </a:cubicBezTo>
                <a:cubicBezTo>
                  <a:pt x="321149" y="108738"/>
                  <a:pt x="323321" y="118401"/>
                  <a:pt x="327665" y="125014"/>
                </a:cubicBezTo>
                <a:cubicBezTo>
                  <a:pt x="332010" y="131626"/>
                  <a:pt x="338974" y="134933"/>
                  <a:pt x="348557" y="134933"/>
                </a:cubicBezTo>
                <a:cubicBezTo>
                  <a:pt x="353668" y="134933"/>
                  <a:pt x="358843" y="133799"/>
                  <a:pt x="364082" y="131531"/>
                </a:cubicBezTo>
                <a:cubicBezTo>
                  <a:pt x="369321" y="129263"/>
                  <a:pt x="374208" y="126340"/>
                  <a:pt x="378744" y="122762"/>
                </a:cubicBezTo>
                <a:close/>
                <a:moveTo>
                  <a:pt x="522206" y="97366"/>
                </a:moveTo>
                <a:lnTo>
                  <a:pt x="443336" y="97366"/>
                </a:lnTo>
                <a:cubicBezTo>
                  <a:pt x="443336" y="103963"/>
                  <a:pt x="444326" y="109711"/>
                  <a:pt x="446306" y="114610"/>
                </a:cubicBezTo>
                <a:cubicBezTo>
                  <a:pt x="448287" y="119510"/>
                  <a:pt x="451002" y="123529"/>
                  <a:pt x="454452" y="126667"/>
                </a:cubicBezTo>
                <a:cubicBezTo>
                  <a:pt x="457774" y="129742"/>
                  <a:pt x="461720" y="132048"/>
                  <a:pt x="466288" y="133585"/>
                </a:cubicBezTo>
                <a:cubicBezTo>
                  <a:pt x="470856" y="135122"/>
                  <a:pt x="475887" y="135891"/>
                  <a:pt x="481381" y="135891"/>
                </a:cubicBezTo>
                <a:cubicBezTo>
                  <a:pt x="488665" y="135891"/>
                  <a:pt x="495996" y="134427"/>
                  <a:pt x="503375" y="131498"/>
                </a:cubicBezTo>
                <a:cubicBezTo>
                  <a:pt x="510754" y="128569"/>
                  <a:pt x="516009" y="125689"/>
                  <a:pt x="519139" y="122858"/>
                </a:cubicBezTo>
                <a:lnTo>
                  <a:pt x="520098" y="122858"/>
                </a:lnTo>
                <a:lnTo>
                  <a:pt x="520098" y="142569"/>
                </a:lnTo>
                <a:cubicBezTo>
                  <a:pt x="514028" y="145133"/>
                  <a:pt x="507831" y="147280"/>
                  <a:pt x="501506" y="149011"/>
                </a:cubicBezTo>
                <a:cubicBezTo>
                  <a:pt x="495181" y="150742"/>
                  <a:pt x="488537" y="151608"/>
                  <a:pt x="481573" y="151608"/>
                </a:cubicBezTo>
                <a:cubicBezTo>
                  <a:pt x="463812" y="151608"/>
                  <a:pt x="449948" y="146792"/>
                  <a:pt x="439982" y="137161"/>
                </a:cubicBezTo>
                <a:cubicBezTo>
                  <a:pt x="430015" y="127530"/>
                  <a:pt x="425032" y="113849"/>
                  <a:pt x="425032" y="96120"/>
                </a:cubicBezTo>
                <a:cubicBezTo>
                  <a:pt x="425032" y="78587"/>
                  <a:pt x="429807" y="64668"/>
                  <a:pt x="439359" y="54364"/>
                </a:cubicBezTo>
                <a:cubicBezTo>
                  <a:pt x="448910" y="44060"/>
                  <a:pt x="461480" y="38908"/>
                  <a:pt x="477069" y="38908"/>
                </a:cubicBezTo>
                <a:cubicBezTo>
                  <a:pt x="491508" y="38908"/>
                  <a:pt x="502640" y="43132"/>
                  <a:pt x="510467" y="51579"/>
                </a:cubicBezTo>
                <a:cubicBezTo>
                  <a:pt x="518293" y="60026"/>
                  <a:pt x="522206" y="72025"/>
                  <a:pt x="522206" y="87576"/>
                </a:cubicBezTo>
                <a:lnTo>
                  <a:pt x="522206" y="97366"/>
                </a:lnTo>
                <a:moveTo>
                  <a:pt x="504669" y="83566"/>
                </a:moveTo>
                <a:cubicBezTo>
                  <a:pt x="504605" y="74111"/>
                  <a:pt x="502225" y="66795"/>
                  <a:pt x="497529" y="61621"/>
                </a:cubicBezTo>
                <a:cubicBezTo>
                  <a:pt x="492833" y="56446"/>
                  <a:pt x="485694" y="53858"/>
                  <a:pt x="476110" y="53858"/>
                </a:cubicBezTo>
                <a:cubicBezTo>
                  <a:pt x="466463" y="53858"/>
                  <a:pt x="458781" y="56701"/>
                  <a:pt x="453063" y="62387"/>
                </a:cubicBezTo>
                <a:cubicBezTo>
                  <a:pt x="447345" y="68073"/>
                  <a:pt x="444102" y="75133"/>
                  <a:pt x="443336" y="83566"/>
                </a:cubicBezTo>
                <a:lnTo>
                  <a:pt x="504669" y="83566"/>
                </a:lnTo>
                <a:close/>
                <a:moveTo>
                  <a:pt x="567752" y="149116"/>
                </a:moveTo>
                <a:lnTo>
                  <a:pt x="549735" y="149116"/>
                </a:lnTo>
                <a:lnTo>
                  <a:pt x="549735" y="0"/>
                </a:lnTo>
                <a:lnTo>
                  <a:pt x="567752" y="0"/>
                </a:lnTo>
                <a:lnTo>
                  <a:pt x="567752" y="1491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0D8E1-788E-486B-BEB6-1D50A135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478" y="6428271"/>
            <a:ext cx="65422" cy="163555"/>
          </a:xfrm>
          <a:custGeom xmlns:a="http://schemas.openxmlformats.org/drawingml/2006/main">
            <a:pathLst>
              <a:path w="65422" h="163555">
                <a:moveTo>
                  <a:pt x="40889" y="0"/>
                </a:moveTo>
                <a:lnTo>
                  <a:pt x="24533" y="0"/>
                </a:lnTo>
                <a:lnTo>
                  <a:pt x="24533" y="98133"/>
                </a:lnTo>
                <a:lnTo>
                  <a:pt x="0" y="98133"/>
                </a:lnTo>
                <a:lnTo>
                  <a:pt x="32711" y="163555"/>
                </a:lnTo>
                <a:lnTo>
                  <a:pt x="65422" y="98133"/>
                </a:lnTo>
                <a:lnTo>
                  <a:pt x="40889" y="98133"/>
                </a:lnTo>
                <a:lnTo>
                  <a:pt x="40889" y="0"/>
                </a:lnTo>
                <a:close/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7AED1-C4CC-48E1-9D8B-1C9135EE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000" y="6429039"/>
            <a:ext cx="65422" cy="162786"/>
          </a:xfrm>
          <a:custGeom xmlns:a="http://schemas.openxmlformats.org/drawingml/2006/main">
            <a:pathLst>
              <a:path w="65422" h="162786">
                <a:moveTo>
                  <a:pt x="40398" y="0"/>
                </a:moveTo>
                <a:lnTo>
                  <a:pt x="24043" y="82"/>
                </a:lnTo>
                <a:lnTo>
                  <a:pt x="24532" y="97405"/>
                </a:lnTo>
                <a:lnTo>
                  <a:pt x="0" y="97528"/>
                </a:lnTo>
                <a:lnTo>
                  <a:pt x="33038" y="162786"/>
                </a:lnTo>
                <a:lnTo>
                  <a:pt x="65422" y="97201"/>
                </a:lnTo>
                <a:lnTo>
                  <a:pt x="40888" y="97323"/>
                </a:lnTo>
                <a:lnTo>
                  <a:pt x="40398" y="0"/>
                </a:lnTo>
                <a:close/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AE767-0A08-4098-B1C7-BA055835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27" y="6905981"/>
            <a:ext cx="1084384" cy="65422"/>
          </a:xfrm>
          <a:custGeom xmlns:a="http://schemas.openxmlformats.org/drawingml/2006/main">
            <a:pathLst>
              <a:path w="1084384" h="65422">
                <a:moveTo>
                  <a:pt x="1084384" y="32580"/>
                </a:moveTo>
                <a:lnTo>
                  <a:pt x="1002590" y="16290"/>
                </a:lnTo>
                <a:lnTo>
                  <a:pt x="1002590" y="16290"/>
                </a:lnTo>
                <a:lnTo>
                  <a:pt x="920797" y="0"/>
                </a:lnTo>
                <a:lnTo>
                  <a:pt x="920813" y="16351"/>
                </a:lnTo>
                <a:lnTo>
                  <a:pt x="0" y="17042"/>
                </a:lnTo>
                <a:lnTo>
                  <a:pt x="33" y="49753"/>
                </a:lnTo>
                <a:lnTo>
                  <a:pt x="920838" y="49062"/>
                </a:lnTo>
                <a:lnTo>
                  <a:pt x="920846" y="65422"/>
                </a:lnTo>
                <a:lnTo>
                  <a:pt x="1002615" y="49001"/>
                </a:lnTo>
                <a:lnTo>
                  <a:pt x="1002623" y="49001"/>
                </a:lnTo>
                <a:lnTo>
                  <a:pt x="1002623" y="48999"/>
                </a:lnTo>
                <a:lnTo>
                  <a:pt x="1084384" y="32580"/>
                </a:lnTo>
                <a:close/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MickeyMouse">
            <a:extLst xmlns:a="http://schemas.openxmlformats.org/drawingml/2006/main">
              <a:ext uri="{FF2B5EF4-FFF2-40B4-BE49-F238E27FC236}">
                <a16:creationId xmlns:a16="http://schemas.microsoft.com/office/drawing/2014/main" id="{F2BE2F86-1CEC-41D1-9D4D-177944D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697" y="6179387"/>
            <a:ext cx="1338542" cy="188599"/>
          </a:xfrm>
          <a:custGeom xmlns:a="http://schemas.openxmlformats.org/drawingml/2006/main">
            <a:pathLst>
              <a:path w="1338542" h="188599">
                <a:moveTo>
                  <a:pt x="127074" y="149116"/>
                </a:moveTo>
                <a:lnTo>
                  <a:pt x="108099" y="149116"/>
                </a:lnTo>
                <a:lnTo>
                  <a:pt x="108099" y="26084"/>
                </a:lnTo>
                <a:lnTo>
                  <a:pt x="68425" y="109824"/>
                </a:lnTo>
                <a:lnTo>
                  <a:pt x="57116" y="109824"/>
                </a:lnTo>
                <a:lnTo>
                  <a:pt x="17729" y="26084"/>
                </a:lnTo>
                <a:lnTo>
                  <a:pt x="17729" y="149116"/>
                </a:lnTo>
                <a:lnTo>
                  <a:pt x="0" y="149116"/>
                </a:lnTo>
                <a:lnTo>
                  <a:pt x="0" y="6325"/>
                </a:lnTo>
                <a:lnTo>
                  <a:pt x="25875" y="6325"/>
                </a:lnTo>
                <a:lnTo>
                  <a:pt x="63921" y="85845"/>
                </a:lnTo>
                <a:lnTo>
                  <a:pt x="100720" y="6325"/>
                </a:lnTo>
                <a:lnTo>
                  <a:pt x="127074" y="6325"/>
                </a:lnTo>
                <a:lnTo>
                  <a:pt x="127074" y="149116"/>
                </a:lnTo>
                <a:close/>
                <a:moveTo>
                  <a:pt x="183111" y="24150"/>
                </a:moveTo>
                <a:lnTo>
                  <a:pt x="162795" y="24150"/>
                </a:lnTo>
                <a:lnTo>
                  <a:pt x="162795" y="5367"/>
                </a:lnTo>
                <a:lnTo>
                  <a:pt x="183111" y="5367"/>
                </a:lnTo>
                <a:lnTo>
                  <a:pt x="183111" y="24150"/>
                </a:lnTo>
                <a:moveTo>
                  <a:pt x="181961" y="149116"/>
                </a:moveTo>
                <a:lnTo>
                  <a:pt x="163945" y="149116"/>
                </a:lnTo>
                <a:lnTo>
                  <a:pt x="163945" y="41975"/>
                </a:lnTo>
                <a:lnTo>
                  <a:pt x="181961" y="41975"/>
                </a:lnTo>
                <a:lnTo>
                  <a:pt x="181961" y="149116"/>
                </a:lnTo>
                <a:close/>
                <a:moveTo>
                  <a:pt x="296884" y="142503"/>
                </a:moveTo>
                <a:cubicBezTo>
                  <a:pt x="290878" y="145378"/>
                  <a:pt x="285176" y="147615"/>
                  <a:pt x="279777" y="149212"/>
                </a:cubicBezTo>
                <a:cubicBezTo>
                  <a:pt x="274379" y="150809"/>
                  <a:pt x="268645" y="151608"/>
                  <a:pt x="262575" y="151608"/>
                </a:cubicBezTo>
                <a:cubicBezTo>
                  <a:pt x="254845" y="151608"/>
                  <a:pt x="247753" y="150472"/>
                  <a:pt x="241300" y="148200"/>
                </a:cubicBezTo>
                <a:cubicBezTo>
                  <a:pt x="234848" y="145927"/>
                  <a:pt x="229321" y="142487"/>
                  <a:pt x="224721" y="137880"/>
                </a:cubicBezTo>
                <a:cubicBezTo>
                  <a:pt x="220058" y="133272"/>
                  <a:pt x="216448" y="127448"/>
                  <a:pt x="213892" y="120408"/>
                </a:cubicBezTo>
                <a:cubicBezTo>
                  <a:pt x="211337" y="113368"/>
                  <a:pt x="210059" y="105145"/>
                  <a:pt x="210059" y="95737"/>
                </a:cubicBezTo>
                <a:cubicBezTo>
                  <a:pt x="210059" y="78202"/>
                  <a:pt x="214867" y="64443"/>
                  <a:pt x="224482" y="54460"/>
                </a:cubicBezTo>
                <a:cubicBezTo>
                  <a:pt x="234097" y="44475"/>
                  <a:pt x="246795" y="39483"/>
                  <a:pt x="262575" y="39483"/>
                </a:cubicBezTo>
                <a:cubicBezTo>
                  <a:pt x="268709" y="39483"/>
                  <a:pt x="274730" y="40346"/>
                  <a:pt x="280640" y="42071"/>
                </a:cubicBezTo>
                <a:cubicBezTo>
                  <a:pt x="286550" y="43796"/>
                  <a:pt x="291964" y="45904"/>
                  <a:pt x="296884" y="48396"/>
                </a:cubicBezTo>
                <a:lnTo>
                  <a:pt x="296884" y="68425"/>
                </a:lnTo>
                <a:lnTo>
                  <a:pt x="295925" y="68425"/>
                </a:lnTo>
                <a:cubicBezTo>
                  <a:pt x="290431" y="64174"/>
                  <a:pt x="284761" y="60908"/>
                  <a:pt x="278915" y="58626"/>
                </a:cubicBezTo>
                <a:cubicBezTo>
                  <a:pt x="273069" y="56342"/>
                  <a:pt x="267367" y="55200"/>
                  <a:pt x="261809" y="55200"/>
                </a:cubicBezTo>
                <a:cubicBezTo>
                  <a:pt x="251587" y="55200"/>
                  <a:pt x="243521" y="58634"/>
                  <a:pt x="237611" y="65502"/>
                </a:cubicBezTo>
                <a:cubicBezTo>
                  <a:pt x="231701" y="72370"/>
                  <a:pt x="228746" y="82448"/>
                  <a:pt x="228746" y="95737"/>
                </a:cubicBezTo>
                <a:cubicBezTo>
                  <a:pt x="228746" y="108642"/>
                  <a:pt x="231637" y="118561"/>
                  <a:pt x="237419" y="125493"/>
                </a:cubicBezTo>
                <a:cubicBezTo>
                  <a:pt x="243201" y="132425"/>
                  <a:pt x="251331" y="135891"/>
                  <a:pt x="261809" y="135891"/>
                </a:cubicBezTo>
                <a:cubicBezTo>
                  <a:pt x="265450" y="135891"/>
                  <a:pt x="269156" y="135416"/>
                  <a:pt x="272925" y="134465"/>
                </a:cubicBezTo>
                <a:cubicBezTo>
                  <a:pt x="276695" y="133513"/>
                  <a:pt x="280081" y="132275"/>
                  <a:pt x="283084" y="130752"/>
                </a:cubicBezTo>
                <a:cubicBezTo>
                  <a:pt x="285703" y="129420"/>
                  <a:pt x="288163" y="128010"/>
                  <a:pt x="290463" y="126520"/>
                </a:cubicBezTo>
                <a:cubicBezTo>
                  <a:pt x="292763" y="125029"/>
                  <a:pt x="294584" y="123744"/>
                  <a:pt x="295925" y="122666"/>
                </a:cubicBezTo>
                <a:lnTo>
                  <a:pt x="296884" y="122666"/>
                </a:lnTo>
                <a:lnTo>
                  <a:pt x="296884" y="142503"/>
                </a:lnTo>
                <a:close/>
                <a:moveTo>
                  <a:pt x="417122" y="149116"/>
                </a:moveTo>
                <a:lnTo>
                  <a:pt x="393356" y="149116"/>
                </a:lnTo>
                <a:lnTo>
                  <a:pt x="350423" y="102212"/>
                </a:lnTo>
                <a:lnTo>
                  <a:pt x="338731" y="113337"/>
                </a:lnTo>
                <a:lnTo>
                  <a:pt x="338731" y="149116"/>
                </a:lnTo>
                <a:lnTo>
                  <a:pt x="320714" y="149116"/>
                </a:lnTo>
                <a:lnTo>
                  <a:pt x="320714" y="0"/>
                </a:lnTo>
                <a:lnTo>
                  <a:pt x="338731" y="0"/>
                </a:lnTo>
                <a:lnTo>
                  <a:pt x="338731" y="95593"/>
                </a:lnTo>
                <a:lnTo>
                  <a:pt x="390768" y="41975"/>
                </a:lnTo>
                <a:lnTo>
                  <a:pt x="413481" y="41975"/>
                </a:lnTo>
                <a:lnTo>
                  <a:pt x="363743" y="91469"/>
                </a:lnTo>
                <a:lnTo>
                  <a:pt x="417122" y="149116"/>
                </a:lnTo>
                <a:close/>
                <a:moveTo>
                  <a:pt x="525675" y="97366"/>
                </a:moveTo>
                <a:lnTo>
                  <a:pt x="446805" y="97366"/>
                </a:lnTo>
                <a:cubicBezTo>
                  <a:pt x="446805" y="103963"/>
                  <a:pt x="447795" y="109711"/>
                  <a:pt x="449776" y="114610"/>
                </a:cubicBezTo>
                <a:cubicBezTo>
                  <a:pt x="451756" y="119510"/>
                  <a:pt x="454471" y="123529"/>
                  <a:pt x="457921" y="126667"/>
                </a:cubicBezTo>
                <a:cubicBezTo>
                  <a:pt x="461244" y="129742"/>
                  <a:pt x="465189" y="132048"/>
                  <a:pt x="469757" y="133585"/>
                </a:cubicBezTo>
                <a:cubicBezTo>
                  <a:pt x="474325" y="135122"/>
                  <a:pt x="479356" y="135891"/>
                  <a:pt x="484850" y="135891"/>
                </a:cubicBezTo>
                <a:cubicBezTo>
                  <a:pt x="492134" y="135891"/>
                  <a:pt x="499465" y="134427"/>
                  <a:pt x="506844" y="131498"/>
                </a:cubicBezTo>
                <a:cubicBezTo>
                  <a:pt x="514223" y="128569"/>
                  <a:pt x="519478" y="125689"/>
                  <a:pt x="522609" y="122858"/>
                </a:cubicBezTo>
                <a:lnTo>
                  <a:pt x="523567" y="122858"/>
                </a:lnTo>
                <a:lnTo>
                  <a:pt x="523567" y="142569"/>
                </a:lnTo>
                <a:cubicBezTo>
                  <a:pt x="517497" y="145133"/>
                  <a:pt x="511300" y="147280"/>
                  <a:pt x="504975" y="149011"/>
                </a:cubicBezTo>
                <a:cubicBezTo>
                  <a:pt x="498650" y="150742"/>
                  <a:pt x="492006" y="151608"/>
                  <a:pt x="485042" y="151608"/>
                </a:cubicBezTo>
                <a:cubicBezTo>
                  <a:pt x="467281" y="151608"/>
                  <a:pt x="453417" y="146792"/>
                  <a:pt x="443451" y="137161"/>
                </a:cubicBezTo>
                <a:cubicBezTo>
                  <a:pt x="433484" y="127530"/>
                  <a:pt x="428501" y="113849"/>
                  <a:pt x="428501" y="96120"/>
                </a:cubicBezTo>
                <a:cubicBezTo>
                  <a:pt x="428501" y="78587"/>
                  <a:pt x="433276" y="64668"/>
                  <a:pt x="442828" y="54364"/>
                </a:cubicBezTo>
                <a:cubicBezTo>
                  <a:pt x="452379" y="44060"/>
                  <a:pt x="464949" y="38908"/>
                  <a:pt x="480538" y="38908"/>
                </a:cubicBezTo>
                <a:cubicBezTo>
                  <a:pt x="494977" y="38908"/>
                  <a:pt x="506109" y="43132"/>
                  <a:pt x="513936" y="51579"/>
                </a:cubicBezTo>
                <a:cubicBezTo>
                  <a:pt x="521762" y="60026"/>
                  <a:pt x="525675" y="72025"/>
                  <a:pt x="525675" y="87576"/>
                </a:cubicBezTo>
                <a:lnTo>
                  <a:pt x="525675" y="97366"/>
                </a:lnTo>
                <a:moveTo>
                  <a:pt x="508138" y="83566"/>
                </a:moveTo>
                <a:cubicBezTo>
                  <a:pt x="508074" y="74111"/>
                  <a:pt x="505694" y="66795"/>
                  <a:pt x="500998" y="61621"/>
                </a:cubicBezTo>
                <a:cubicBezTo>
                  <a:pt x="496302" y="56446"/>
                  <a:pt x="489163" y="53858"/>
                  <a:pt x="479580" y="53858"/>
                </a:cubicBezTo>
                <a:cubicBezTo>
                  <a:pt x="469932" y="53858"/>
                  <a:pt x="462250" y="56701"/>
                  <a:pt x="456532" y="62387"/>
                </a:cubicBezTo>
                <a:cubicBezTo>
                  <a:pt x="450814" y="68073"/>
                  <a:pt x="447571" y="75133"/>
                  <a:pt x="446805" y="83566"/>
                </a:cubicBezTo>
                <a:lnTo>
                  <a:pt x="508138" y="83566"/>
                </a:lnTo>
                <a:close/>
                <a:moveTo>
                  <a:pt x="645587" y="41975"/>
                </a:moveTo>
                <a:lnTo>
                  <a:pt x="583104" y="188599"/>
                </a:lnTo>
                <a:lnTo>
                  <a:pt x="563842" y="188599"/>
                </a:lnTo>
                <a:lnTo>
                  <a:pt x="583775" y="143911"/>
                </a:lnTo>
                <a:lnTo>
                  <a:pt x="541130" y="41975"/>
                </a:lnTo>
                <a:lnTo>
                  <a:pt x="560680" y="41975"/>
                </a:lnTo>
                <a:lnTo>
                  <a:pt x="593550" y="121324"/>
                </a:lnTo>
                <a:lnTo>
                  <a:pt x="626708" y="41975"/>
                </a:lnTo>
                <a:lnTo>
                  <a:pt x="645587" y="41975"/>
                </a:lnTo>
                <a:close/>
                <a:moveTo>
                  <a:pt x="866342" y="149116"/>
                </a:moveTo>
                <a:lnTo>
                  <a:pt x="847367" y="149116"/>
                </a:lnTo>
                <a:lnTo>
                  <a:pt x="847367" y="26084"/>
                </a:lnTo>
                <a:lnTo>
                  <a:pt x="807692" y="109824"/>
                </a:lnTo>
                <a:lnTo>
                  <a:pt x="796384" y="109824"/>
                </a:lnTo>
                <a:lnTo>
                  <a:pt x="756997" y="26084"/>
                </a:lnTo>
                <a:lnTo>
                  <a:pt x="756997" y="149116"/>
                </a:lnTo>
                <a:lnTo>
                  <a:pt x="739268" y="149116"/>
                </a:lnTo>
                <a:lnTo>
                  <a:pt x="739268" y="6325"/>
                </a:lnTo>
                <a:lnTo>
                  <a:pt x="765142" y="6325"/>
                </a:lnTo>
                <a:lnTo>
                  <a:pt x="803188" y="85845"/>
                </a:lnTo>
                <a:lnTo>
                  <a:pt x="839988" y="6325"/>
                </a:lnTo>
                <a:lnTo>
                  <a:pt x="866342" y="6325"/>
                </a:lnTo>
                <a:lnTo>
                  <a:pt x="866342" y="149116"/>
                </a:lnTo>
                <a:close/>
                <a:moveTo>
                  <a:pt x="994253" y="95593"/>
                </a:moveTo>
                <a:cubicBezTo>
                  <a:pt x="994253" y="113079"/>
                  <a:pt x="989781" y="126882"/>
                  <a:pt x="980837" y="137002"/>
                </a:cubicBezTo>
                <a:cubicBezTo>
                  <a:pt x="971892" y="147122"/>
                  <a:pt x="959913" y="152183"/>
                  <a:pt x="944899" y="152183"/>
                </a:cubicBezTo>
                <a:cubicBezTo>
                  <a:pt x="929758" y="152183"/>
                  <a:pt x="917731" y="147122"/>
                  <a:pt x="908818" y="137002"/>
                </a:cubicBezTo>
                <a:cubicBezTo>
                  <a:pt x="899906" y="126882"/>
                  <a:pt x="895450" y="113079"/>
                  <a:pt x="895450" y="95593"/>
                </a:cubicBezTo>
                <a:cubicBezTo>
                  <a:pt x="895450" y="78108"/>
                  <a:pt x="899906" y="64289"/>
                  <a:pt x="908818" y="54137"/>
                </a:cubicBezTo>
                <a:cubicBezTo>
                  <a:pt x="917731" y="43984"/>
                  <a:pt x="929758" y="38908"/>
                  <a:pt x="944899" y="38908"/>
                </a:cubicBezTo>
                <a:cubicBezTo>
                  <a:pt x="959913" y="38908"/>
                  <a:pt x="971892" y="43984"/>
                  <a:pt x="980837" y="54137"/>
                </a:cubicBezTo>
                <a:cubicBezTo>
                  <a:pt x="989781" y="64289"/>
                  <a:pt x="994253" y="78108"/>
                  <a:pt x="994253" y="95593"/>
                </a:cubicBezTo>
                <a:moveTo>
                  <a:pt x="975662" y="95593"/>
                </a:moveTo>
                <a:cubicBezTo>
                  <a:pt x="975662" y="81745"/>
                  <a:pt x="972946" y="71455"/>
                  <a:pt x="967516" y="64723"/>
                </a:cubicBezTo>
                <a:cubicBezTo>
                  <a:pt x="962085" y="57991"/>
                  <a:pt x="954547" y="54625"/>
                  <a:pt x="944899" y="54625"/>
                </a:cubicBezTo>
                <a:cubicBezTo>
                  <a:pt x="935124" y="54625"/>
                  <a:pt x="927538" y="57991"/>
                  <a:pt x="922139" y="64723"/>
                </a:cubicBezTo>
                <a:cubicBezTo>
                  <a:pt x="916740" y="71455"/>
                  <a:pt x="914041" y="81745"/>
                  <a:pt x="914041" y="95593"/>
                </a:cubicBezTo>
                <a:cubicBezTo>
                  <a:pt x="914041" y="108994"/>
                  <a:pt x="916756" y="119156"/>
                  <a:pt x="922187" y="126080"/>
                </a:cubicBezTo>
                <a:cubicBezTo>
                  <a:pt x="927618" y="133004"/>
                  <a:pt x="935188" y="136466"/>
                  <a:pt x="944899" y="136466"/>
                </a:cubicBezTo>
                <a:cubicBezTo>
                  <a:pt x="954483" y="136466"/>
                  <a:pt x="962006" y="133036"/>
                  <a:pt x="967468" y="126176"/>
                </a:cubicBezTo>
                <a:cubicBezTo>
                  <a:pt x="972930" y="119316"/>
                  <a:pt x="975662" y="109122"/>
                  <a:pt x="975662" y="95593"/>
                </a:cubicBezTo>
                <a:close/>
                <a:moveTo>
                  <a:pt x="1111157" y="149116"/>
                </a:moveTo>
                <a:lnTo>
                  <a:pt x="1093140" y="149116"/>
                </a:lnTo>
                <a:lnTo>
                  <a:pt x="1093140" y="137302"/>
                </a:lnTo>
                <a:cubicBezTo>
                  <a:pt x="1087071" y="142101"/>
                  <a:pt x="1081257" y="145782"/>
                  <a:pt x="1075698" y="148343"/>
                </a:cubicBezTo>
                <a:cubicBezTo>
                  <a:pt x="1070140" y="150903"/>
                  <a:pt x="1064007" y="152183"/>
                  <a:pt x="1057298" y="152183"/>
                </a:cubicBezTo>
                <a:cubicBezTo>
                  <a:pt x="1046054" y="152183"/>
                  <a:pt x="1037301" y="148743"/>
                  <a:pt x="1031040" y="141863"/>
                </a:cubicBezTo>
                <a:cubicBezTo>
                  <a:pt x="1024779" y="134983"/>
                  <a:pt x="1021649" y="124886"/>
                  <a:pt x="1021649" y="111573"/>
                </a:cubicBezTo>
                <a:lnTo>
                  <a:pt x="1021649" y="41975"/>
                </a:lnTo>
                <a:lnTo>
                  <a:pt x="1039665" y="41975"/>
                </a:lnTo>
                <a:lnTo>
                  <a:pt x="1039665" y="102987"/>
                </a:lnTo>
                <a:cubicBezTo>
                  <a:pt x="1039665" y="108424"/>
                  <a:pt x="1039921" y="113077"/>
                  <a:pt x="1040432" y="116946"/>
                </a:cubicBezTo>
                <a:cubicBezTo>
                  <a:pt x="1040943" y="120815"/>
                  <a:pt x="1042029" y="124124"/>
                  <a:pt x="1043690" y="126874"/>
                </a:cubicBezTo>
                <a:cubicBezTo>
                  <a:pt x="1045415" y="129689"/>
                  <a:pt x="1047651" y="131736"/>
                  <a:pt x="1050399" y="133016"/>
                </a:cubicBezTo>
                <a:cubicBezTo>
                  <a:pt x="1053146" y="134294"/>
                  <a:pt x="1057139" y="134933"/>
                  <a:pt x="1062378" y="134933"/>
                </a:cubicBezTo>
                <a:cubicBezTo>
                  <a:pt x="1067041" y="134933"/>
                  <a:pt x="1072137" y="133718"/>
                  <a:pt x="1077663" y="131288"/>
                </a:cubicBezTo>
                <a:cubicBezTo>
                  <a:pt x="1083189" y="128856"/>
                  <a:pt x="1088348" y="125755"/>
                  <a:pt x="1093140" y="121983"/>
                </a:cubicBezTo>
                <a:lnTo>
                  <a:pt x="1093140" y="41975"/>
                </a:lnTo>
                <a:lnTo>
                  <a:pt x="1111157" y="41975"/>
                </a:lnTo>
                <a:lnTo>
                  <a:pt x="1111157" y="149116"/>
                </a:lnTo>
                <a:close/>
                <a:moveTo>
                  <a:pt x="1223191" y="118192"/>
                </a:moveTo>
                <a:cubicBezTo>
                  <a:pt x="1223191" y="127959"/>
                  <a:pt x="1219151" y="135970"/>
                  <a:pt x="1211069" y="142225"/>
                </a:cubicBezTo>
                <a:cubicBezTo>
                  <a:pt x="1202987" y="148480"/>
                  <a:pt x="1191950" y="151608"/>
                  <a:pt x="1177958" y="151608"/>
                </a:cubicBezTo>
                <a:cubicBezTo>
                  <a:pt x="1170036" y="151608"/>
                  <a:pt x="1162769" y="150662"/>
                  <a:pt x="1156156" y="148772"/>
                </a:cubicBezTo>
                <a:cubicBezTo>
                  <a:pt x="1149544" y="146881"/>
                  <a:pt x="1144002" y="144813"/>
                  <a:pt x="1139529" y="142569"/>
                </a:cubicBezTo>
                <a:lnTo>
                  <a:pt x="1139529" y="122283"/>
                </a:lnTo>
                <a:lnTo>
                  <a:pt x="1140488" y="122283"/>
                </a:lnTo>
                <a:cubicBezTo>
                  <a:pt x="1146174" y="126621"/>
                  <a:pt x="1152499" y="130070"/>
                  <a:pt x="1159463" y="132630"/>
                </a:cubicBezTo>
                <a:cubicBezTo>
                  <a:pt x="1166426" y="135187"/>
                  <a:pt x="1173103" y="136466"/>
                  <a:pt x="1179492" y="136466"/>
                </a:cubicBezTo>
                <a:cubicBezTo>
                  <a:pt x="1187414" y="136466"/>
                  <a:pt x="1193611" y="135183"/>
                  <a:pt x="1198083" y="132618"/>
                </a:cubicBezTo>
                <a:cubicBezTo>
                  <a:pt x="1202555" y="130050"/>
                  <a:pt x="1204792" y="126007"/>
                  <a:pt x="1204792" y="120489"/>
                </a:cubicBezTo>
                <a:cubicBezTo>
                  <a:pt x="1204792" y="116276"/>
                  <a:pt x="1203578" y="113085"/>
                  <a:pt x="1201150" y="110915"/>
                </a:cubicBezTo>
                <a:cubicBezTo>
                  <a:pt x="1198722" y="108744"/>
                  <a:pt x="1194058" y="106893"/>
                  <a:pt x="1187158" y="105359"/>
                </a:cubicBezTo>
                <a:cubicBezTo>
                  <a:pt x="1184603" y="104786"/>
                  <a:pt x="1181265" y="104116"/>
                  <a:pt x="1177144" y="103350"/>
                </a:cubicBezTo>
                <a:cubicBezTo>
                  <a:pt x="1173023" y="102583"/>
                  <a:pt x="1169270" y="101754"/>
                  <a:pt x="1165883" y="100861"/>
                </a:cubicBezTo>
                <a:cubicBezTo>
                  <a:pt x="1156492" y="98371"/>
                  <a:pt x="1149831" y="94717"/>
                  <a:pt x="1145902" y="89897"/>
                </a:cubicBezTo>
                <a:cubicBezTo>
                  <a:pt x="1141973" y="85078"/>
                  <a:pt x="1140009" y="79157"/>
                  <a:pt x="1140009" y="72135"/>
                </a:cubicBezTo>
                <a:cubicBezTo>
                  <a:pt x="1140009" y="67731"/>
                  <a:pt x="1140919" y="63582"/>
                  <a:pt x="1142740" y="59689"/>
                </a:cubicBezTo>
                <a:cubicBezTo>
                  <a:pt x="1144561" y="55794"/>
                  <a:pt x="1147324" y="52314"/>
                  <a:pt x="1151029" y="49249"/>
                </a:cubicBezTo>
                <a:cubicBezTo>
                  <a:pt x="1154607" y="46250"/>
                  <a:pt x="1159159" y="43873"/>
                  <a:pt x="1164686" y="42119"/>
                </a:cubicBezTo>
                <a:cubicBezTo>
                  <a:pt x="1170212" y="40362"/>
                  <a:pt x="1176393" y="39483"/>
                  <a:pt x="1183229" y="39483"/>
                </a:cubicBezTo>
                <a:cubicBezTo>
                  <a:pt x="1189618" y="39483"/>
                  <a:pt x="1196087" y="40263"/>
                  <a:pt x="1202635" y="41822"/>
                </a:cubicBezTo>
                <a:cubicBezTo>
                  <a:pt x="1209184" y="43381"/>
                  <a:pt x="1214630" y="45276"/>
                  <a:pt x="1218975" y="47506"/>
                </a:cubicBezTo>
                <a:lnTo>
                  <a:pt x="1218975" y="66700"/>
                </a:lnTo>
                <a:lnTo>
                  <a:pt x="1218017" y="66700"/>
                </a:lnTo>
                <a:cubicBezTo>
                  <a:pt x="1213417" y="63314"/>
                  <a:pt x="1207826" y="60455"/>
                  <a:pt x="1201246" y="58123"/>
                </a:cubicBezTo>
                <a:cubicBezTo>
                  <a:pt x="1194665" y="55791"/>
                  <a:pt x="1188212" y="54625"/>
                  <a:pt x="1181888" y="54625"/>
                </a:cubicBezTo>
                <a:cubicBezTo>
                  <a:pt x="1175307" y="54625"/>
                  <a:pt x="1169749" y="55893"/>
                  <a:pt x="1165213" y="58428"/>
                </a:cubicBezTo>
                <a:cubicBezTo>
                  <a:pt x="1160677" y="60964"/>
                  <a:pt x="1158408" y="64734"/>
                  <a:pt x="1158408" y="69739"/>
                </a:cubicBezTo>
                <a:cubicBezTo>
                  <a:pt x="1158408" y="74144"/>
                  <a:pt x="1159782" y="77463"/>
                  <a:pt x="1162529" y="79697"/>
                </a:cubicBezTo>
                <a:cubicBezTo>
                  <a:pt x="1165213" y="81931"/>
                  <a:pt x="1169557" y="83751"/>
                  <a:pt x="1175563" y="85156"/>
                </a:cubicBezTo>
                <a:cubicBezTo>
                  <a:pt x="1178885" y="85923"/>
                  <a:pt x="1182606" y="86690"/>
                  <a:pt x="1186727" y="87456"/>
                </a:cubicBezTo>
                <a:cubicBezTo>
                  <a:pt x="1190848" y="88221"/>
                  <a:pt x="1194282" y="88923"/>
                  <a:pt x="1197029" y="89562"/>
                </a:cubicBezTo>
                <a:cubicBezTo>
                  <a:pt x="1205399" y="91476"/>
                  <a:pt x="1211851" y="94764"/>
                  <a:pt x="1216387" y="99424"/>
                </a:cubicBezTo>
                <a:cubicBezTo>
                  <a:pt x="1220923" y="104147"/>
                  <a:pt x="1223191" y="110403"/>
                  <a:pt x="1223191" y="118192"/>
                </a:cubicBezTo>
                <a:close/>
                <a:moveTo>
                  <a:pt x="1338542" y="97366"/>
                </a:moveTo>
                <a:lnTo>
                  <a:pt x="1259672" y="97366"/>
                </a:lnTo>
                <a:cubicBezTo>
                  <a:pt x="1259672" y="103963"/>
                  <a:pt x="1260662" y="109711"/>
                  <a:pt x="1262643" y="114610"/>
                </a:cubicBezTo>
                <a:cubicBezTo>
                  <a:pt x="1264623" y="119510"/>
                  <a:pt x="1267339" y="123529"/>
                  <a:pt x="1270789" y="126667"/>
                </a:cubicBezTo>
                <a:cubicBezTo>
                  <a:pt x="1274111" y="129742"/>
                  <a:pt x="1278056" y="132048"/>
                  <a:pt x="1282624" y="133585"/>
                </a:cubicBezTo>
                <a:cubicBezTo>
                  <a:pt x="1287192" y="135122"/>
                  <a:pt x="1292223" y="135891"/>
                  <a:pt x="1297718" y="135891"/>
                </a:cubicBezTo>
                <a:cubicBezTo>
                  <a:pt x="1305001" y="135891"/>
                  <a:pt x="1312332" y="134427"/>
                  <a:pt x="1319711" y="131498"/>
                </a:cubicBezTo>
                <a:cubicBezTo>
                  <a:pt x="1327090" y="128569"/>
                  <a:pt x="1332345" y="125689"/>
                  <a:pt x="1335476" y="122858"/>
                </a:cubicBezTo>
                <a:lnTo>
                  <a:pt x="1336434" y="122858"/>
                </a:lnTo>
                <a:lnTo>
                  <a:pt x="1336434" y="142569"/>
                </a:lnTo>
                <a:cubicBezTo>
                  <a:pt x="1330365" y="145133"/>
                  <a:pt x="1324168" y="147280"/>
                  <a:pt x="1317843" y="149011"/>
                </a:cubicBezTo>
                <a:cubicBezTo>
                  <a:pt x="1311518" y="150742"/>
                  <a:pt x="1304873" y="151608"/>
                  <a:pt x="1297909" y="151608"/>
                </a:cubicBezTo>
                <a:cubicBezTo>
                  <a:pt x="1280148" y="151608"/>
                  <a:pt x="1266285" y="146792"/>
                  <a:pt x="1256318" y="137161"/>
                </a:cubicBezTo>
                <a:cubicBezTo>
                  <a:pt x="1246351" y="127530"/>
                  <a:pt x="1241368" y="113849"/>
                  <a:pt x="1241368" y="96120"/>
                </a:cubicBezTo>
                <a:cubicBezTo>
                  <a:pt x="1241368" y="78587"/>
                  <a:pt x="1246144" y="64668"/>
                  <a:pt x="1255695" y="54364"/>
                </a:cubicBezTo>
                <a:cubicBezTo>
                  <a:pt x="1265246" y="44060"/>
                  <a:pt x="1277816" y="38908"/>
                  <a:pt x="1293405" y="38908"/>
                </a:cubicBezTo>
                <a:cubicBezTo>
                  <a:pt x="1307844" y="38908"/>
                  <a:pt x="1318977" y="43132"/>
                  <a:pt x="1326803" y="51579"/>
                </a:cubicBezTo>
                <a:cubicBezTo>
                  <a:pt x="1334629" y="60026"/>
                  <a:pt x="1338542" y="72025"/>
                  <a:pt x="1338542" y="87576"/>
                </a:cubicBezTo>
                <a:lnTo>
                  <a:pt x="1338542" y="97366"/>
                </a:lnTo>
                <a:moveTo>
                  <a:pt x="1321005" y="83566"/>
                </a:moveTo>
                <a:cubicBezTo>
                  <a:pt x="1320941" y="74111"/>
                  <a:pt x="1318561" y="66795"/>
                  <a:pt x="1313866" y="61621"/>
                </a:cubicBezTo>
                <a:cubicBezTo>
                  <a:pt x="1309170" y="56446"/>
                  <a:pt x="1302030" y="53858"/>
                  <a:pt x="1292447" y="53858"/>
                </a:cubicBezTo>
                <a:cubicBezTo>
                  <a:pt x="1282800" y="53858"/>
                  <a:pt x="1275117" y="56701"/>
                  <a:pt x="1269399" y="62387"/>
                </a:cubicBezTo>
                <a:cubicBezTo>
                  <a:pt x="1263681" y="68073"/>
                  <a:pt x="1260439" y="75133"/>
                  <a:pt x="1259672" y="83566"/>
                </a:cubicBezTo>
                <a:lnTo>
                  <a:pt x="1321005" y="835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9DDDD7-0069-4E3C-8A3E-6EB9B339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145" y="6118335"/>
            <a:ext cx="3541778" cy="1176776"/>
          </a:xfrm>
          <a:custGeom xmlns:a="http://schemas.openxmlformats.org/drawingml/2006/main">
            <a:pathLst>
              <a:path w="3541778" h="1176776">
                <a:moveTo>
                  <a:pt x="4089" y="1015806"/>
                </a:moveTo>
                <a:lnTo>
                  <a:pt x="6346" y="1025570"/>
                </a:lnTo>
                <a:lnTo>
                  <a:pt x="9061" y="1035138"/>
                </a:lnTo>
                <a:lnTo>
                  <a:pt x="12234" y="1044510"/>
                </a:lnTo>
                <a:lnTo>
                  <a:pt x="15848" y="1053652"/>
                </a:lnTo>
                <a:lnTo>
                  <a:pt x="19888" y="1062599"/>
                </a:lnTo>
                <a:lnTo>
                  <a:pt x="24337" y="1071283"/>
                </a:lnTo>
                <a:lnTo>
                  <a:pt x="29195" y="1079723"/>
                </a:lnTo>
                <a:lnTo>
                  <a:pt x="34428" y="1087901"/>
                </a:lnTo>
                <a:lnTo>
                  <a:pt x="40055" y="1095800"/>
                </a:lnTo>
                <a:lnTo>
                  <a:pt x="46041" y="1103422"/>
                </a:lnTo>
                <a:lnTo>
                  <a:pt x="52370" y="1110733"/>
                </a:lnTo>
                <a:lnTo>
                  <a:pt x="59043" y="1117733"/>
                </a:lnTo>
                <a:lnTo>
                  <a:pt x="66043" y="1124406"/>
                </a:lnTo>
                <a:lnTo>
                  <a:pt x="73354" y="1130736"/>
                </a:lnTo>
                <a:lnTo>
                  <a:pt x="80960" y="1136722"/>
                </a:lnTo>
                <a:lnTo>
                  <a:pt x="88876" y="1142348"/>
                </a:lnTo>
                <a:lnTo>
                  <a:pt x="97053" y="1147582"/>
                </a:lnTo>
                <a:lnTo>
                  <a:pt x="105493" y="1152439"/>
                </a:lnTo>
                <a:lnTo>
                  <a:pt x="114178" y="1156888"/>
                </a:lnTo>
                <a:lnTo>
                  <a:pt x="123124" y="1160928"/>
                </a:lnTo>
                <a:lnTo>
                  <a:pt x="132267" y="1164542"/>
                </a:lnTo>
                <a:lnTo>
                  <a:pt x="141638" y="1167715"/>
                </a:lnTo>
                <a:lnTo>
                  <a:pt x="151206" y="1170430"/>
                </a:lnTo>
                <a:lnTo>
                  <a:pt x="160971" y="1172687"/>
                </a:lnTo>
                <a:lnTo>
                  <a:pt x="170898" y="1174454"/>
                </a:lnTo>
                <a:lnTo>
                  <a:pt x="180990" y="1175746"/>
                </a:lnTo>
                <a:lnTo>
                  <a:pt x="191212" y="1176515"/>
                </a:lnTo>
                <a:lnTo>
                  <a:pt x="201483" y="1176776"/>
                </a:lnTo>
                <a:lnTo>
                  <a:pt x="3340295" y="1176776"/>
                </a:lnTo>
                <a:lnTo>
                  <a:pt x="3350566" y="1176515"/>
                </a:lnTo>
                <a:lnTo>
                  <a:pt x="3360788" y="1175746"/>
                </a:lnTo>
                <a:lnTo>
                  <a:pt x="3370879" y="1174454"/>
                </a:lnTo>
                <a:lnTo>
                  <a:pt x="3380807" y="1172687"/>
                </a:lnTo>
                <a:lnTo>
                  <a:pt x="3390571" y="1170430"/>
                </a:lnTo>
                <a:lnTo>
                  <a:pt x="3400139" y="1167715"/>
                </a:lnTo>
                <a:lnTo>
                  <a:pt x="3409511" y="1164542"/>
                </a:lnTo>
                <a:lnTo>
                  <a:pt x="3418654" y="1160928"/>
                </a:lnTo>
                <a:lnTo>
                  <a:pt x="3427600" y="1156888"/>
                </a:lnTo>
                <a:lnTo>
                  <a:pt x="3436285" y="1152439"/>
                </a:lnTo>
                <a:lnTo>
                  <a:pt x="3444724" y="1147582"/>
                </a:lnTo>
                <a:lnTo>
                  <a:pt x="3452902" y="1142348"/>
                </a:lnTo>
                <a:lnTo>
                  <a:pt x="3460818" y="1136722"/>
                </a:lnTo>
                <a:lnTo>
                  <a:pt x="3468423" y="1130736"/>
                </a:lnTo>
                <a:lnTo>
                  <a:pt x="3475734" y="1124406"/>
                </a:lnTo>
                <a:lnTo>
                  <a:pt x="3482734" y="1117733"/>
                </a:lnTo>
                <a:lnTo>
                  <a:pt x="3489407" y="1110733"/>
                </a:lnTo>
                <a:lnTo>
                  <a:pt x="3495737" y="1103422"/>
                </a:lnTo>
                <a:lnTo>
                  <a:pt x="3501723" y="1095800"/>
                </a:lnTo>
                <a:lnTo>
                  <a:pt x="3507349" y="1087901"/>
                </a:lnTo>
                <a:lnTo>
                  <a:pt x="3512583" y="1079723"/>
                </a:lnTo>
                <a:lnTo>
                  <a:pt x="3517441" y="1071283"/>
                </a:lnTo>
                <a:lnTo>
                  <a:pt x="3521889" y="1062599"/>
                </a:lnTo>
                <a:lnTo>
                  <a:pt x="3525929" y="1053652"/>
                </a:lnTo>
                <a:lnTo>
                  <a:pt x="3529544" y="1044510"/>
                </a:lnTo>
                <a:lnTo>
                  <a:pt x="3532717" y="1035138"/>
                </a:lnTo>
                <a:lnTo>
                  <a:pt x="3535432" y="1025570"/>
                </a:lnTo>
                <a:lnTo>
                  <a:pt x="3537689" y="1015806"/>
                </a:lnTo>
                <a:lnTo>
                  <a:pt x="3539455" y="1005878"/>
                </a:lnTo>
                <a:lnTo>
                  <a:pt x="3540747" y="995787"/>
                </a:lnTo>
                <a:lnTo>
                  <a:pt x="3541516" y="985564"/>
                </a:lnTo>
                <a:lnTo>
                  <a:pt x="3541778" y="975293"/>
                </a:lnTo>
                <a:lnTo>
                  <a:pt x="3541778" y="201483"/>
                </a:lnTo>
                <a:lnTo>
                  <a:pt x="3541516" y="191212"/>
                </a:lnTo>
                <a:lnTo>
                  <a:pt x="3540747" y="180990"/>
                </a:lnTo>
                <a:lnTo>
                  <a:pt x="3539455" y="170898"/>
                </a:lnTo>
                <a:lnTo>
                  <a:pt x="3537689" y="160971"/>
                </a:lnTo>
                <a:lnTo>
                  <a:pt x="3535432" y="151206"/>
                </a:lnTo>
                <a:lnTo>
                  <a:pt x="3532717" y="141638"/>
                </a:lnTo>
                <a:lnTo>
                  <a:pt x="3529544" y="132267"/>
                </a:lnTo>
                <a:lnTo>
                  <a:pt x="3525929" y="123124"/>
                </a:lnTo>
                <a:lnTo>
                  <a:pt x="3521889" y="114178"/>
                </a:lnTo>
                <a:lnTo>
                  <a:pt x="3517441" y="105493"/>
                </a:lnTo>
                <a:lnTo>
                  <a:pt x="3512583" y="97053"/>
                </a:lnTo>
                <a:lnTo>
                  <a:pt x="3507349" y="88876"/>
                </a:lnTo>
                <a:lnTo>
                  <a:pt x="3501723" y="80960"/>
                </a:lnTo>
                <a:lnTo>
                  <a:pt x="3495737" y="73354"/>
                </a:lnTo>
                <a:lnTo>
                  <a:pt x="3489407" y="66043"/>
                </a:lnTo>
                <a:lnTo>
                  <a:pt x="3482734" y="59043"/>
                </a:lnTo>
                <a:lnTo>
                  <a:pt x="3475734" y="52370"/>
                </a:lnTo>
                <a:lnTo>
                  <a:pt x="3468423" y="46041"/>
                </a:lnTo>
                <a:lnTo>
                  <a:pt x="3460818" y="40055"/>
                </a:lnTo>
                <a:lnTo>
                  <a:pt x="3452902" y="34428"/>
                </a:lnTo>
                <a:lnTo>
                  <a:pt x="3444724" y="29195"/>
                </a:lnTo>
                <a:lnTo>
                  <a:pt x="3436285" y="24337"/>
                </a:lnTo>
                <a:lnTo>
                  <a:pt x="3427600" y="19872"/>
                </a:lnTo>
                <a:lnTo>
                  <a:pt x="3418654" y="15848"/>
                </a:lnTo>
                <a:lnTo>
                  <a:pt x="3409511" y="12234"/>
                </a:lnTo>
                <a:lnTo>
                  <a:pt x="3400139" y="9061"/>
                </a:lnTo>
                <a:lnTo>
                  <a:pt x="3390571" y="6346"/>
                </a:lnTo>
                <a:lnTo>
                  <a:pt x="3380807" y="4089"/>
                </a:lnTo>
                <a:lnTo>
                  <a:pt x="3370879" y="2322"/>
                </a:lnTo>
                <a:lnTo>
                  <a:pt x="3360788" y="1030"/>
                </a:lnTo>
                <a:lnTo>
                  <a:pt x="3350566" y="262"/>
                </a:lnTo>
                <a:lnTo>
                  <a:pt x="3340295" y="0"/>
                </a:lnTo>
                <a:lnTo>
                  <a:pt x="201483" y="0"/>
                </a:lnTo>
                <a:lnTo>
                  <a:pt x="191212" y="262"/>
                </a:lnTo>
                <a:lnTo>
                  <a:pt x="180990" y="1030"/>
                </a:lnTo>
                <a:lnTo>
                  <a:pt x="170898" y="2322"/>
                </a:lnTo>
                <a:lnTo>
                  <a:pt x="160971" y="4089"/>
                </a:lnTo>
                <a:lnTo>
                  <a:pt x="151206" y="6346"/>
                </a:lnTo>
                <a:lnTo>
                  <a:pt x="141638" y="9061"/>
                </a:lnTo>
                <a:lnTo>
                  <a:pt x="132267" y="12234"/>
                </a:lnTo>
                <a:lnTo>
                  <a:pt x="123124" y="15848"/>
                </a:lnTo>
                <a:lnTo>
                  <a:pt x="114178" y="19872"/>
                </a:lnTo>
                <a:lnTo>
                  <a:pt x="105493" y="24337"/>
                </a:lnTo>
                <a:lnTo>
                  <a:pt x="97053" y="29195"/>
                </a:lnTo>
                <a:lnTo>
                  <a:pt x="88876" y="34428"/>
                </a:lnTo>
                <a:lnTo>
                  <a:pt x="80960" y="40055"/>
                </a:lnTo>
                <a:lnTo>
                  <a:pt x="73354" y="46041"/>
                </a:lnTo>
                <a:lnTo>
                  <a:pt x="66043" y="52370"/>
                </a:lnTo>
                <a:lnTo>
                  <a:pt x="59043" y="59043"/>
                </a:lnTo>
                <a:lnTo>
                  <a:pt x="52370" y="66043"/>
                </a:lnTo>
                <a:lnTo>
                  <a:pt x="46041" y="73354"/>
                </a:lnTo>
                <a:lnTo>
                  <a:pt x="40055" y="80960"/>
                </a:lnTo>
                <a:lnTo>
                  <a:pt x="34428" y="88876"/>
                </a:lnTo>
                <a:lnTo>
                  <a:pt x="29195" y="97053"/>
                </a:lnTo>
                <a:lnTo>
                  <a:pt x="24337" y="105493"/>
                </a:lnTo>
                <a:lnTo>
                  <a:pt x="19888" y="114178"/>
                </a:lnTo>
                <a:lnTo>
                  <a:pt x="15848" y="123124"/>
                </a:lnTo>
                <a:lnTo>
                  <a:pt x="12234" y="132267"/>
                </a:lnTo>
                <a:lnTo>
                  <a:pt x="9061" y="141638"/>
                </a:lnTo>
                <a:lnTo>
                  <a:pt x="6346" y="151206"/>
                </a:lnTo>
                <a:lnTo>
                  <a:pt x="4089" y="160971"/>
                </a:lnTo>
                <a:lnTo>
                  <a:pt x="2322" y="170898"/>
                </a:lnTo>
                <a:lnTo>
                  <a:pt x="1030" y="180990"/>
                </a:lnTo>
                <a:lnTo>
                  <a:pt x="262" y="191212"/>
                </a:lnTo>
                <a:lnTo>
                  <a:pt x="0" y="201483"/>
                </a:lnTo>
                <a:lnTo>
                  <a:pt x="0" y="975293"/>
                </a:lnTo>
                <a:lnTo>
                  <a:pt x="262" y="985564"/>
                </a:lnTo>
                <a:lnTo>
                  <a:pt x="1030" y="995787"/>
                </a:lnTo>
                <a:lnTo>
                  <a:pt x="2322" y="1005878"/>
                </a:lnTo>
                <a:lnTo>
                  <a:pt x="4089" y="1015806"/>
                </a:lnTo>
                <a:close/>
                <a:moveTo>
                  <a:pt x="22169" y="155336"/>
                </a:moveTo>
                <a:lnTo>
                  <a:pt x="24734" y="146340"/>
                </a:lnTo>
                <a:lnTo>
                  <a:pt x="27551" y="138027"/>
                </a:lnTo>
                <a:lnTo>
                  <a:pt x="30874" y="129568"/>
                </a:lnTo>
                <a:lnTo>
                  <a:pt x="34672" y="121172"/>
                </a:lnTo>
                <a:lnTo>
                  <a:pt x="38651" y="113412"/>
                </a:lnTo>
                <a:lnTo>
                  <a:pt x="43147" y="105575"/>
                </a:lnTo>
                <a:lnTo>
                  <a:pt x="47906" y="98135"/>
                </a:lnTo>
                <a:lnTo>
                  <a:pt x="53270" y="90609"/>
                </a:lnTo>
                <a:lnTo>
                  <a:pt x="53024" y="90920"/>
                </a:lnTo>
                <a:lnTo>
                  <a:pt x="58534" y="83904"/>
                </a:lnTo>
                <a:lnTo>
                  <a:pt x="64569" y="76944"/>
                </a:lnTo>
                <a:lnTo>
                  <a:pt x="70610" y="70610"/>
                </a:lnTo>
                <a:lnTo>
                  <a:pt x="76944" y="64569"/>
                </a:lnTo>
                <a:lnTo>
                  <a:pt x="83904" y="58534"/>
                </a:lnTo>
                <a:lnTo>
                  <a:pt x="90920" y="53024"/>
                </a:lnTo>
                <a:lnTo>
                  <a:pt x="90609" y="53270"/>
                </a:lnTo>
                <a:lnTo>
                  <a:pt x="98135" y="47906"/>
                </a:lnTo>
                <a:lnTo>
                  <a:pt x="105575" y="43147"/>
                </a:lnTo>
                <a:lnTo>
                  <a:pt x="113412" y="38651"/>
                </a:lnTo>
                <a:lnTo>
                  <a:pt x="121172" y="34672"/>
                </a:lnTo>
                <a:lnTo>
                  <a:pt x="129568" y="30874"/>
                </a:lnTo>
                <a:lnTo>
                  <a:pt x="138027" y="27551"/>
                </a:lnTo>
                <a:lnTo>
                  <a:pt x="146340" y="24734"/>
                </a:lnTo>
                <a:lnTo>
                  <a:pt x="155336" y="22169"/>
                </a:lnTo>
                <a:lnTo>
                  <a:pt x="164215" y="20120"/>
                </a:lnTo>
                <a:lnTo>
                  <a:pt x="173302" y="18496"/>
                </a:lnTo>
                <a:lnTo>
                  <a:pt x="182483" y="17333"/>
                </a:lnTo>
                <a:lnTo>
                  <a:pt x="192145" y="16593"/>
                </a:lnTo>
                <a:lnTo>
                  <a:pt x="201794" y="16355"/>
                </a:lnTo>
                <a:lnTo>
                  <a:pt x="3339984" y="16355"/>
                </a:lnTo>
                <a:lnTo>
                  <a:pt x="3349632" y="16593"/>
                </a:lnTo>
                <a:lnTo>
                  <a:pt x="3359294" y="17333"/>
                </a:lnTo>
                <a:lnTo>
                  <a:pt x="3368475" y="18496"/>
                </a:lnTo>
                <a:lnTo>
                  <a:pt x="3377563" y="20120"/>
                </a:lnTo>
                <a:lnTo>
                  <a:pt x="3386356" y="22149"/>
                </a:lnTo>
                <a:lnTo>
                  <a:pt x="3395438" y="24735"/>
                </a:lnTo>
                <a:lnTo>
                  <a:pt x="3403751" y="27551"/>
                </a:lnTo>
                <a:lnTo>
                  <a:pt x="3412208" y="30874"/>
                </a:lnTo>
                <a:lnTo>
                  <a:pt x="3420665" y="34706"/>
                </a:lnTo>
                <a:lnTo>
                  <a:pt x="3420322" y="34526"/>
                </a:lnTo>
                <a:lnTo>
                  <a:pt x="3428366" y="38651"/>
                </a:lnTo>
                <a:lnTo>
                  <a:pt x="3436200" y="43146"/>
                </a:lnTo>
                <a:lnTo>
                  <a:pt x="3443783" y="48006"/>
                </a:lnTo>
                <a:lnTo>
                  <a:pt x="3451168" y="53270"/>
                </a:lnTo>
                <a:lnTo>
                  <a:pt x="3450858" y="53024"/>
                </a:lnTo>
                <a:lnTo>
                  <a:pt x="3457874" y="58534"/>
                </a:lnTo>
                <a:lnTo>
                  <a:pt x="3464834" y="64569"/>
                </a:lnTo>
                <a:lnTo>
                  <a:pt x="3471168" y="70610"/>
                </a:lnTo>
                <a:lnTo>
                  <a:pt x="3477208" y="76944"/>
                </a:lnTo>
                <a:lnTo>
                  <a:pt x="3483244" y="83904"/>
                </a:lnTo>
                <a:lnTo>
                  <a:pt x="3488753" y="90920"/>
                </a:lnTo>
                <a:lnTo>
                  <a:pt x="3488508" y="90609"/>
                </a:lnTo>
                <a:lnTo>
                  <a:pt x="3493714" y="97913"/>
                </a:lnTo>
                <a:lnTo>
                  <a:pt x="3498633" y="105579"/>
                </a:lnTo>
                <a:lnTo>
                  <a:pt x="3503127" y="113412"/>
                </a:lnTo>
                <a:lnTo>
                  <a:pt x="3507106" y="121172"/>
                </a:lnTo>
                <a:lnTo>
                  <a:pt x="3510903" y="129568"/>
                </a:lnTo>
                <a:lnTo>
                  <a:pt x="3514227" y="138027"/>
                </a:lnTo>
                <a:lnTo>
                  <a:pt x="3517043" y="146340"/>
                </a:lnTo>
                <a:lnTo>
                  <a:pt x="3519609" y="155336"/>
                </a:lnTo>
                <a:lnTo>
                  <a:pt x="3521658" y="164215"/>
                </a:lnTo>
                <a:lnTo>
                  <a:pt x="3523282" y="173302"/>
                </a:lnTo>
                <a:lnTo>
                  <a:pt x="3524445" y="182483"/>
                </a:lnTo>
                <a:lnTo>
                  <a:pt x="3525185" y="192145"/>
                </a:lnTo>
                <a:lnTo>
                  <a:pt x="3525422" y="201794"/>
                </a:lnTo>
                <a:lnTo>
                  <a:pt x="3525422" y="974982"/>
                </a:lnTo>
                <a:lnTo>
                  <a:pt x="3525185" y="984631"/>
                </a:lnTo>
                <a:lnTo>
                  <a:pt x="3524445" y="994293"/>
                </a:lnTo>
                <a:lnTo>
                  <a:pt x="3523282" y="1003474"/>
                </a:lnTo>
                <a:lnTo>
                  <a:pt x="3521671" y="1012491"/>
                </a:lnTo>
                <a:lnTo>
                  <a:pt x="3519628" y="1021357"/>
                </a:lnTo>
                <a:lnTo>
                  <a:pt x="3517043" y="1030437"/>
                </a:lnTo>
                <a:lnTo>
                  <a:pt x="3514227" y="1038750"/>
                </a:lnTo>
                <a:lnTo>
                  <a:pt x="3510903" y="1047208"/>
                </a:lnTo>
                <a:lnTo>
                  <a:pt x="3507106" y="1055604"/>
                </a:lnTo>
                <a:lnTo>
                  <a:pt x="3503127" y="1063364"/>
                </a:lnTo>
                <a:lnTo>
                  <a:pt x="3498634" y="1071195"/>
                </a:lnTo>
                <a:lnTo>
                  <a:pt x="3493676" y="1078905"/>
                </a:lnTo>
                <a:lnTo>
                  <a:pt x="3493905" y="1078594"/>
                </a:lnTo>
                <a:lnTo>
                  <a:pt x="3488508" y="1086167"/>
                </a:lnTo>
                <a:lnTo>
                  <a:pt x="3488753" y="1085856"/>
                </a:lnTo>
                <a:lnTo>
                  <a:pt x="3483244" y="1092872"/>
                </a:lnTo>
                <a:lnTo>
                  <a:pt x="3477208" y="1099833"/>
                </a:lnTo>
                <a:lnTo>
                  <a:pt x="3471168" y="1106167"/>
                </a:lnTo>
                <a:lnTo>
                  <a:pt x="3464834" y="1112207"/>
                </a:lnTo>
                <a:lnTo>
                  <a:pt x="3457874" y="1118242"/>
                </a:lnTo>
                <a:lnTo>
                  <a:pt x="3450858" y="1123752"/>
                </a:lnTo>
                <a:lnTo>
                  <a:pt x="3451168" y="1123506"/>
                </a:lnTo>
                <a:lnTo>
                  <a:pt x="3443596" y="1128904"/>
                </a:lnTo>
                <a:lnTo>
                  <a:pt x="3443906" y="1128675"/>
                </a:lnTo>
                <a:lnTo>
                  <a:pt x="3436196" y="1133633"/>
                </a:lnTo>
                <a:lnTo>
                  <a:pt x="3428366" y="1138125"/>
                </a:lnTo>
                <a:lnTo>
                  <a:pt x="3420322" y="1142250"/>
                </a:lnTo>
                <a:lnTo>
                  <a:pt x="3420665" y="1142070"/>
                </a:lnTo>
                <a:lnTo>
                  <a:pt x="3412208" y="1145902"/>
                </a:lnTo>
                <a:lnTo>
                  <a:pt x="3403751" y="1149225"/>
                </a:lnTo>
                <a:lnTo>
                  <a:pt x="3395438" y="1152042"/>
                </a:lnTo>
                <a:lnTo>
                  <a:pt x="3386658" y="1154541"/>
                </a:lnTo>
                <a:lnTo>
                  <a:pt x="3377556" y="1156658"/>
                </a:lnTo>
                <a:lnTo>
                  <a:pt x="3368475" y="1158280"/>
                </a:lnTo>
                <a:lnTo>
                  <a:pt x="3359294" y="1159444"/>
                </a:lnTo>
                <a:lnTo>
                  <a:pt x="3349632" y="1160183"/>
                </a:lnTo>
                <a:lnTo>
                  <a:pt x="3339984" y="1160421"/>
                </a:lnTo>
                <a:lnTo>
                  <a:pt x="201794" y="1160421"/>
                </a:lnTo>
                <a:lnTo>
                  <a:pt x="192145" y="1160183"/>
                </a:lnTo>
                <a:lnTo>
                  <a:pt x="182483" y="1159444"/>
                </a:lnTo>
                <a:lnTo>
                  <a:pt x="173302" y="1158280"/>
                </a:lnTo>
                <a:lnTo>
                  <a:pt x="164222" y="1156658"/>
                </a:lnTo>
                <a:lnTo>
                  <a:pt x="155083" y="1154533"/>
                </a:lnTo>
                <a:lnTo>
                  <a:pt x="155475" y="1154647"/>
                </a:lnTo>
                <a:lnTo>
                  <a:pt x="146340" y="1152042"/>
                </a:lnTo>
                <a:lnTo>
                  <a:pt x="138027" y="1149225"/>
                </a:lnTo>
                <a:lnTo>
                  <a:pt x="129568" y="1145902"/>
                </a:lnTo>
                <a:lnTo>
                  <a:pt x="121172" y="1142104"/>
                </a:lnTo>
                <a:lnTo>
                  <a:pt x="113412" y="1138125"/>
                </a:lnTo>
                <a:lnTo>
                  <a:pt x="105579" y="1133631"/>
                </a:lnTo>
                <a:lnTo>
                  <a:pt x="97913" y="1128712"/>
                </a:lnTo>
                <a:lnTo>
                  <a:pt x="90609" y="1123506"/>
                </a:lnTo>
                <a:lnTo>
                  <a:pt x="90920" y="1123752"/>
                </a:lnTo>
                <a:lnTo>
                  <a:pt x="83904" y="1118242"/>
                </a:lnTo>
                <a:lnTo>
                  <a:pt x="76944" y="1112207"/>
                </a:lnTo>
                <a:lnTo>
                  <a:pt x="70610" y="1106167"/>
                </a:lnTo>
                <a:lnTo>
                  <a:pt x="64569" y="1099833"/>
                </a:lnTo>
                <a:lnTo>
                  <a:pt x="58534" y="1092872"/>
                </a:lnTo>
                <a:lnTo>
                  <a:pt x="53024" y="1085856"/>
                </a:lnTo>
                <a:lnTo>
                  <a:pt x="53270" y="1086167"/>
                </a:lnTo>
                <a:lnTo>
                  <a:pt x="48006" y="1078782"/>
                </a:lnTo>
                <a:lnTo>
                  <a:pt x="43146" y="1071199"/>
                </a:lnTo>
                <a:lnTo>
                  <a:pt x="38651" y="1063364"/>
                </a:lnTo>
                <a:lnTo>
                  <a:pt x="34672" y="1055604"/>
                </a:lnTo>
                <a:lnTo>
                  <a:pt x="30874" y="1047208"/>
                </a:lnTo>
                <a:lnTo>
                  <a:pt x="27551" y="1038750"/>
                </a:lnTo>
                <a:lnTo>
                  <a:pt x="24735" y="1030437"/>
                </a:lnTo>
                <a:lnTo>
                  <a:pt x="22150" y="1021357"/>
                </a:lnTo>
                <a:lnTo>
                  <a:pt x="20107" y="1012491"/>
                </a:lnTo>
                <a:lnTo>
                  <a:pt x="18496" y="1003474"/>
                </a:lnTo>
                <a:lnTo>
                  <a:pt x="17333" y="994293"/>
                </a:lnTo>
                <a:lnTo>
                  <a:pt x="16593" y="984631"/>
                </a:lnTo>
                <a:lnTo>
                  <a:pt x="16355" y="974982"/>
                </a:lnTo>
                <a:lnTo>
                  <a:pt x="16355" y="201794"/>
                </a:lnTo>
                <a:lnTo>
                  <a:pt x="16593" y="192145"/>
                </a:lnTo>
                <a:lnTo>
                  <a:pt x="17333" y="182483"/>
                </a:lnTo>
                <a:lnTo>
                  <a:pt x="18496" y="173302"/>
                </a:lnTo>
                <a:lnTo>
                  <a:pt x="20120" y="164215"/>
                </a:lnTo>
                <a:lnTo>
                  <a:pt x="22169" y="155336"/>
                </a:lnTo>
                <a:close/>
              </a:path>
            </a:pathLst>
          </a:custGeom>
          <a:solidFill xmlns:a="http://schemas.openxmlformats.org/drawingml/2006/main">
            <a:srgbClr val="41719C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f42e329054587"/>
          <a:stretch xmlns:a="http://schemas.openxmlformats.org/drawingml/2006/main"/>
        </p:blipFill>
        <p:spPr>
          <a:xfrm xmlns:a="http://schemas.openxmlformats.org/drawingml/2006/main">
            <a:off x="5642812" y="6591990"/>
            <a:ext cx="694780" cy="694780"/>
          </a:xfrm>
          <a:prstGeom xmlns:a="http://schemas.openxmlformats.org/drawingml/2006/main" prst="rect">
            <a:avLst/>
          </a:prstGeom>
        </p:spPr>
      </p:pic>
      <p:pic>
        <p:nvPicPr>
          <p:cNvPr id="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87e3300fc4355"/>
          <a:stretch xmlns:a="http://schemas.openxmlformats.org/drawingml/2006/main"/>
        </p:blipFill>
        <p:spPr>
          <a:xfrm xmlns:a="http://schemas.openxmlformats.org/drawingml/2006/main">
            <a:off x="3882308" y="6591990"/>
            <a:ext cx="694780" cy="694780"/>
          </a:xfrm>
          <a:prstGeom xmlns:a="http://schemas.openxmlformats.org/drawingml/2006/main" prst="rect">
            <a:avLst/>
          </a:prstGeom>
        </p:spPr>
      </p:pic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45A7D-5B80-46B4-A321-C7E3836F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23" y="6674879"/>
            <a:ext cx="862800" cy="65422"/>
          </a:xfrm>
          <a:custGeom xmlns:a="http://schemas.openxmlformats.org/drawingml/2006/main">
            <a:pathLst>
              <a:path w="862800" h="65422">
                <a:moveTo>
                  <a:pt x="699147" y="0"/>
                </a:moveTo>
                <a:lnTo>
                  <a:pt x="699196" y="16359"/>
                </a:lnTo>
                <a:lnTo>
                  <a:pt x="0" y="18351"/>
                </a:lnTo>
                <a:lnTo>
                  <a:pt x="98" y="51062"/>
                </a:lnTo>
                <a:lnTo>
                  <a:pt x="699295" y="49070"/>
                </a:lnTo>
                <a:lnTo>
                  <a:pt x="699344" y="65422"/>
                </a:lnTo>
                <a:lnTo>
                  <a:pt x="862800" y="32253"/>
                </a:lnTo>
                <a:lnTo>
                  <a:pt x="780974" y="16126"/>
                </a:lnTo>
                <a:lnTo>
                  <a:pt x="780974" y="16126"/>
                </a:lnTo>
                <a:lnTo>
                  <a:pt x="780974" y="16126"/>
                </a:lnTo>
                <a:lnTo>
                  <a:pt x="699147" y="0"/>
                </a:lnTo>
                <a:close/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B7FD2-88F4-4230-B2EC-876D4592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11" y="5227779"/>
            <a:ext cx="6503754" cy="2155651"/>
          </a:xfrm>
          <a:custGeom xmlns:a="http://schemas.openxmlformats.org/drawingml/2006/main">
            <a:pathLst>
              <a:path w="6503754" h="2155651">
                <a:moveTo>
                  <a:pt x="0" y="2155651"/>
                </a:moveTo>
                <a:lnTo>
                  <a:pt x="6503754" y="2155651"/>
                </a:lnTo>
                <a:lnTo>
                  <a:pt x="6503754" y="0"/>
                </a:lnTo>
                <a:lnTo>
                  <a:pt x="0" y="0"/>
                </a:lnTo>
                <a:lnTo>
                  <a:pt x="0" y="2155651"/>
                </a:lnTo>
                <a:close/>
                <a:moveTo>
                  <a:pt x="6487398" y="2139296"/>
                </a:moveTo>
                <a:lnTo>
                  <a:pt x="16355" y="2139296"/>
                </a:lnTo>
                <a:lnTo>
                  <a:pt x="16355" y="16355"/>
                </a:lnTo>
                <a:lnTo>
                  <a:pt x="6487398" y="16355"/>
                </a:lnTo>
                <a:lnTo>
                  <a:pt x="6487398" y="21392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dd83bb4d24e76"/>
          <a:stretch xmlns:a="http://schemas.openxmlformats.org/drawingml/2006/main"/>
        </p:blipFill>
        <p:spPr>
          <a:xfrm xmlns:a="http://schemas.openxmlformats.org/drawingml/2006/main">
            <a:off x="55864" y="2473996"/>
            <a:ext cx="467946" cy="489461"/>
          </a:xfrm>
          <a:prstGeom xmlns:a="http://schemas.openxmlformats.org/drawingml/2006/main" prst="rect">
            <a:avLst/>
          </a:prstGeom>
        </p:spPr>
      </p:pic>
      <p:sp>
        <p:nvSpPr>
          <p:cNvPr id="95" name="Text 2">
            <a:extLst xmlns:a="http://schemas.openxmlformats.org/drawingml/2006/main">
              <a:ext uri="{FF2B5EF4-FFF2-40B4-BE49-F238E27FC236}">
                <a16:creationId xmlns:a16="http://schemas.microsoft.com/office/drawing/2014/main" id="{34506174-A07C-44C9-85F1-8311BC32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7" y="2616432"/>
            <a:ext cx="96600" cy="145858"/>
          </a:xfrm>
          <a:custGeom xmlns:a="http://schemas.openxmlformats.org/drawingml/2006/main">
            <a:pathLst>
              <a:path w="96600" h="145858">
                <a:moveTo>
                  <a:pt x="96600" y="145858"/>
                </a:moveTo>
                <a:lnTo>
                  <a:pt x="0" y="145858"/>
                </a:lnTo>
                <a:lnTo>
                  <a:pt x="0" y="125733"/>
                </a:lnTo>
                <a:cubicBezTo>
                  <a:pt x="6708" y="119973"/>
                  <a:pt x="13433" y="114213"/>
                  <a:pt x="20173" y="108453"/>
                </a:cubicBezTo>
                <a:cubicBezTo>
                  <a:pt x="26913" y="102693"/>
                  <a:pt x="33190" y="96965"/>
                  <a:pt x="39004" y="91269"/>
                </a:cubicBezTo>
                <a:cubicBezTo>
                  <a:pt x="51271" y="79364"/>
                  <a:pt x="59672" y="69907"/>
                  <a:pt x="64208" y="62899"/>
                </a:cubicBezTo>
                <a:cubicBezTo>
                  <a:pt x="68744" y="55892"/>
                  <a:pt x="71012" y="48324"/>
                  <a:pt x="71012" y="40196"/>
                </a:cubicBezTo>
                <a:cubicBezTo>
                  <a:pt x="71012" y="32771"/>
                  <a:pt x="68568" y="26963"/>
                  <a:pt x="63681" y="22772"/>
                </a:cubicBezTo>
                <a:cubicBezTo>
                  <a:pt x="58793" y="18580"/>
                  <a:pt x="51973" y="16483"/>
                  <a:pt x="43221" y="16483"/>
                </a:cubicBezTo>
                <a:cubicBezTo>
                  <a:pt x="37407" y="16483"/>
                  <a:pt x="31114" y="17505"/>
                  <a:pt x="24342" y="19550"/>
                </a:cubicBezTo>
                <a:cubicBezTo>
                  <a:pt x="17569" y="21594"/>
                  <a:pt x="10957" y="24725"/>
                  <a:pt x="4504" y="28942"/>
                </a:cubicBezTo>
                <a:lnTo>
                  <a:pt x="3546" y="28942"/>
                </a:lnTo>
                <a:lnTo>
                  <a:pt x="3546" y="8883"/>
                </a:lnTo>
                <a:cubicBezTo>
                  <a:pt x="8082" y="6654"/>
                  <a:pt x="14135" y="4617"/>
                  <a:pt x="21706" y="2770"/>
                </a:cubicBezTo>
                <a:cubicBezTo>
                  <a:pt x="29277" y="923"/>
                  <a:pt x="36608" y="0"/>
                  <a:pt x="43700" y="0"/>
                </a:cubicBezTo>
                <a:cubicBezTo>
                  <a:pt x="58330" y="0"/>
                  <a:pt x="69798" y="3533"/>
                  <a:pt x="78104" y="10599"/>
                </a:cubicBezTo>
                <a:cubicBezTo>
                  <a:pt x="86409" y="17662"/>
                  <a:pt x="90562" y="27236"/>
                  <a:pt x="90562" y="39321"/>
                </a:cubicBezTo>
                <a:cubicBezTo>
                  <a:pt x="90562" y="44756"/>
                  <a:pt x="89875" y="49823"/>
                  <a:pt x="88502" y="54523"/>
                </a:cubicBezTo>
                <a:cubicBezTo>
                  <a:pt x="87128" y="59221"/>
                  <a:pt x="85100" y="63680"/>
                  <a:pt x="82416" y="67901"/>
                </a:cubicBezTo>
                <a:cubicBezTo>
                  <a:pt x="79925" y="71864"/>
                  <a:pt x="77002" y="75764"/>
                  <a:pt x="73648" y="79601"/>
                </a:cubicBezTo>
                <a:cubicBezTo>
                  <a:pt x="70293" y="83436"/>
                  <a:pt x="66220" y="87688"/>
                  <a:pt x="61429" y="92356"/>
                </a:cubicBezTo>
                <a:cubicBezTo>
                  <a:pt x="54593" y="99068"/>
                  <a:pt x="47533" y="105574"/>
                  <a:pt x="40250" y="111873"/>
                </a:cubicBezTo>
                <a:cubicBezTo>
                  <a:pt x="32966" y="118170"/>
                  <a:pt x="26162" y="124004"/>
                  <a:pt x="19837" y="129374"/>
                </a:cubicBezTo>
                <a:lnTo>
                  <a:pt x="96600" y="129374"/>
                </a:lnTo>
                <a:lnTo>
                  <a:pt x="96600" y="1458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2">
            <a:extLst xmlns:a="http://schemas.openxmlformats.org/drawingml/2006/main">
              <a:ext uri="{FF2B5EF4-FFF2-40B4-BE49-F238E27FC236}">
                <a16:creationId xmlns:a16="http://schemas.microsoft.com/office/drawing/2014/main" id="{94057756-FBEC-47E8-9503-F170C9C4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7" y="2616432"/>
            <a:ext cx="96600" cy="145858"/>
          </a:xfrm>
          <a:custGeom xmlns:a="http://schemas.openxmlformats.org/drawingml/2006/main">
            <a:pathLst>
              <a:path w="96600" h="145858" fill="none">
                <a:moveTo>
                  <a:pt x="96600" y="145858"/>
                </a:moveTo>
                <a:lnTo>
                  <a:pt x="0" y="145858"/>
                </a:lnTo>
                <a:lnTo>
                  <a:pt x="0" y="125733"/>
                </a:lnTo>
                <a:cubicBezTo>
                  <a:pt x="6708" y="119973"/>
                  <a:pt x="13433" y="114213"/>
                  <a:pt x="20173" y="108453"/>
                </a:cubicBezTo>
                <a:cubicBezTo>
                  <a:pt x="26913" y="102693"/>
                  <a:pt x="33190" y="96965"/>
                  <a:pt x="39004" y="91269"/>
                </a:cubicBezTo>
                <a:cubicBezTo>
                  <a:pt x="51271" y="79364"/>
                  <a:pt x="59672" y="69907"/>
                  <a:pt x="64208" y="62899"/>
                </a:cubicBezTo>
                <a:cubicBezTo>
                  <a:pt x="68744" y="55892"/>
                  <a:pt x="71012" y="48324"/>
                  <a:pt x="71012" y="40196"/>
                </a:cubicBezTo>
                <a:cubicBezTo>
                  <a:pt x="71012" y="32771"/>
                  <a:pt x="68568" y="26963"/>
                  <a:pt x="63681" y="22772"/>
                </a:cubicBezTo>
                <a:cubicBezTo>
                  <a:pt x="58793" y="18580"/>
                  <a:pt x="51973" y="16483"/>
                  <a:pt x="43221" y="16483"/>
                </a:cubicBezTo>
                <a:cubicBezTo>
                  <a:pt x="37407" y="16483"/>
                  <a:pt x="31114" y="17505"/>
                  <a:pt x="24342" y="19550"/>
                </a:cubicBezTo>
                <a:cubicBezTo>
                  <a:pt x="17569" y="21594"/>
                  <a:pt x="10957" y="24725"/>
                  <a:pt x="4504" y="28942"/>
                </a:cubicBezTo>
                <a:lnTo>
                  <a:pt x="3546" y="28942"/>
                </a:lnTo>
                <a:lnTo>
                  <a:pt x="3546" y="8883"/>
                </a:lnTo>
                <a:cubicBezTo>
                  <a:pt x="8082" y="6654"/>
                  <a:pt x="14135" y="4617"/>
                  <a:pt x="21706" y="2770"/>
                </a:cubicBezTo>
                <a:cubicBezTo>
                  <a:pt x="29277" y="923"/>
                  <a:pt x="36608" y="0"/>
                  <a:pt x="43700" y="0"/>
                </a:cubicBezTo>
                <a:cubicBezTo>
                  <a:pt x="58330" y="0"/>
                  <a:pt x="69798" y="3533"/>
                  <a:pt x="78104" y="10599"/>
                </a:cubicBezTo>
                <a:cubicBezTo>
                  <a:pt x="86409" y="17662"/>
                  <a:pt x="90562" y="27236"/>
                  <a:pt x="90562" y="39321"/>
                </a:cubicBezTo>
                <a:cubicBezTo>
                  <a:pt x="90562" y="44756"/>
                  <a:pt x="89875" y="49823"/>
                  <a:pt x="88502" y="54523"/>
                </a:cubicBezTo>
                <a:cubicBezTo>
                  <a:pt x="87128" y="59221"/>
                  <a:pt x="85100" y="63680"/>
                  <a:pt x="82416" y="67901"/>
                </a:cubicBezTo>
                <a:cubicBezTo>
                  <a:pt x="79925" y="71864"/>
                  <a:pt x="77002" y="75764"/>
                  <a:pt x="73648" y="79601"/>
                </a:cubicBezTo>
                <a:cubicBezTo>
                  <a:pt x="70293" y="83436"/>
                  <a:pt x="66220" y="87688"/>
                  <a:pt x="61429" y="92356"/>
                </a:cubicBezTo>
                <a:cubicBezTo>
                  <a:pt x="54593" y="99068"/>
                  <a:pt x="47533" y="105574"/>
                  <a:pt x="40250" y="111873"/>
                </a:cubicBezTo>
                <a:cubicBezTo>
                  <a:pt x="32966" y="118170"/>
                  <a:pt x="26162" y="124004"/>
                  <a:pt x="19837" y="129374"/>
                </a:cubicBezTo>
                <a:lnTo>
                  <a:pt x="96600" y="129374"/>
                </a:lnTo>
                <a:lnTo>
                  <a:pt x="96600" y="1458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8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4B9F1-AB02-4D9E-A263-42D98A53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18" y="2784370"/>
            <a:ext cx="125937" cy="10"/>
          </a:xfrm>
          <a:custGeom xmlns:a="http://schemas.openxmlformats.org/drawingml/2006/main">
            <a:pathLst>
              <a:path w="125937" h="1" fill="none">
                <a:moveTo>
                  <a:pt x="0" y="0"/>
                </a:moveTo>
                <a:lnTo>
                  <a:pt x="1259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13" cap="flat">
            <a:solidFill>
              <a:srgbClr val="000000"/>
            </a:solidFill>
            <a:bevel/>
          </a:ln>
        </p:spPr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2ff28371e4071"/>
          <a:stretch xmlns:a="http://schemas.openxmlformats.org/drawingml/2006/main"/>
        </p:blipFill>
        <p:spPr>
          <a:xfrm xmlns:a="http://schemas.openxmlformats.org/drawingml/2006/main">
            <a:off x="55864" y="5188187"/>
            <a:ext cx="467946" cy="489461"/>
          </a:xfrm>
          <a:prstGeom xmlns:a="http://schemas.openxmlformats.org/drawingml/2006/main" prst="rect">
            <a:avLst/>
          </a:prstGeom>
        </p:spPr>
      </p:pic>
      <p:sp>
        <p:nvSpPr>
          <p:cNvPr id="99" name="Text 3">
            <a:extLst xmlns:a="http://schemas.openxmlformats.org/drawingml/2006/main">
              <a:ext uri="{FF2B5EF4-FFF2-40B4-BE49-F238E27FC236}">
                <a16:creationId xmlns:a16="http://schemas.microsoft.com/office/drawing/2014/main" id="{ADED98F7-A101-493E-995F-D98B656F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22" y="5330623"/>
            <a:ext cx="94012" cy="148924"/>
          </a:xfrm>
          <a:custGeom xmlns:a="http://schemas.openxmlformats.org/drawingml/2006/main">
            <a:pathLst>
              <a:path w="94012" h="148924">
                <a:moveTo>
                  <a:pt x="83470" y="77071"/>
                </a:moveTo>
                <a:cubicBezTo>
                  <a:pt x="86537" y="79826"/>
                  <a:pt x="89061" y="83285"/>
                  <a:pt x="91041" y="87447"/>
                </a:cubicBezTo>
                <a:cubicBezTo>
                  <a:pt x="93022" y="91608"/>
                  <a:pt x="94012" y="96987"/>
                  <a:pt x="94012" y="103583"/>
                </a:cubicBezTo>
                <a:cubicBezTo>
                  <a:pt x="94012" y="110116"/>
                  <a:pt x="92830" y="116104"/>
                  <a:pt x="90466" y="121549"/>
                </a:cubicBezTo>
                <a:cubicBezTo>
                  <a:pt x="88102" y="126992"/>
                  <a:pt x="84780" y="131730"/>
                  <a:pt x="80500" y="135765"/>
                </a:cubicBezTo>
                <a:cubicBezTo>
                  <a:pt x="75708" y="140247"/>
                  <a:pt x="70070" y="143562"/>
                  <a:pt x="63585" y="145708"/>
                </a:cubicBezTo>
                <a:cubicBezTo>
                  <a:pt x="57100" y="147852"/>
                  <a:pt x="49993" y="148924"/>
                  <a:pt x="42262" y="148924"/>
                </a:cubicBezTo>
                <a:cubicBezTo>
                  <a:pt x="34340" y="148924"/>
                  <a:pt x="26546" y="147979"/>
                  <a:pt x="18879" y="146088"/>
                </a:cubicBezTo>
                <a:cubicBezTo>
                  <a:pt x="11212" y="144197"/>
                  <a:pt x="4919" y="142130"/>
                  <a:pt x="0" y="139886"/>
                </a:cubicBezTo>
                <a:lnTo>
                  <a:pt x="0" y="119791"/>
                </a:lnTo>
                <a:lnTo>
                  <a:pt x="1437" y="119791"/>
                </a:lnTo>
                <a:cubicBezTo>
                  <a:pt x="6868" y="123425"/>
                  <a:pt x="13257" y="126441"/>
                  <a:pt x="20604" y="128841"/>
                </a:cubicBezTo>
                <a:cubicBezTo>
                  <a:pt x="27951" y="131241"/>
                  <a:pt x="35043" y="132441"/>
                  <a:pt x="41879" y="132441"/>
                </a:cubicBezTo>
                <a:cubicBezTo>
                  <a:pt x="45904" y="132441"/>
                  <a:pt x="50184" y="131767"/>
                  <a:pt x="54721" y="130420"/>
                </a:cubicBezTo>
                <a:cubicBezTo>
                  <a:pt x="59257" y="129070"/>
                  <a:pt x="62930" y="127078"/>
                  <a:pt x="65741" y="124445"/>
                </a:cubicBezTo>
                <a:cubicBezTo>
                  <a:pt x="68680" y="121620"/>
                  <a:pt x="70868" y="118506"/>
                  <a:pt x="72306" y="115104"/>
                </a:cubicBezTo>
                <a:cubicBezTo>
                  <a:pt x="73743" y="111700"/>
                  <a:pt x="74462" y="107397"/>
                  <a:pt x="74462" y="102194"/>
                </a:cubicBezTo>
                <a:cubicBezTo>
                  <a:pt x="74462" y="97057"/>
                  <a:pt x="73648" y="92803"/>
                  <a:pt x="72018" y="89433"/>
                </a:cubicBezTo>
                <a:cubicBezTo>
                  <a:pt x="70389" y="86061"/>
                  <a:pt x="68137" y="83412"/>
                  <a:pt x="65262" y="81485"/>
                </a:cubicBezTo>
                <a:cubicBezTo>
                  <a:pt x="62387" y="79494"/>
                  <a:pt x="58905" y="78130"/>
                  <a:pt x="54816" y="77391"/>
                </a:cubicBezTo>
                <a:cubicBezTo>
                  <a:pt x="50728" y="76652"/>
                  <a:pt x="46319" y="76283"/>
                  <a:pt x="41591" y="76283"/>
                </a:cubicBezTo>
                <a:lnTo>
                  <a:pt x="32966" y="76283"/>
                </a:lnTo>
                <a:lnTo>
                  <a:pt x="32966" y="60375"/>
                </a:lnTo>
                <a:lnTo>
                  <a:pt x="39675" y="60375"/>
                </a:lnTo>
                <a:cubicBezTo>
                  <a:pt x="49386" y="60375"/>
                  <a:pt x="57132" y="58337"/>
                  <a:pt x="62914" y="54262"/>
                </a:cubicBezTo>
                <a:cubicBezTo>
                  <a:pt x="68696" y="50187"/>
                  <a:pt x="71587" y="44236"/>
                  <a:pt x="71587" y="36407"/>
                </a:cubicBezTo>
                <a:cubicBezTo>
                  <a:pt x="71587" y="32942"/>
                  <a:pt x="70852" y="29910"/>
                  <a:pt x="69383" y="27312"/>
                </a:cubicBezTo>
                <a:cubicBezTo>
                  <a:pt x="67914" y="24713"/>
                  <a:pt x="65869" y="22579"/>
                  <a:pt x="63250" y="20910"/>
                </a:cubicBezTo>
                <a:cubicBezTo>
                  <a:pt x="60502" y="19242"/>
                  <a:pt x="57564" y="18088"/>
                  <a:pt x="54433" y="17448"/>
                </a:cubicBezTo>
                <a:cubicBezTo>
                  <a:pt x="51303" y="16805"/>
                  <a:pt x="47757" y="16483"/>
                  <a:pt x="43796" y="16483"/>
                </a:cubicBezTo>
                <a:cubicBezTo>
                  <a:pt x="37726" y="16483"/>
                  <a:pt x="31273" y="17569"/>
                  <a:pt x="24437" y="19742"/>
                </a:cubicBezTo>
                <a:cubicBezTo>
                  <a:pt x="17601" y="21914"/>
                  <a:pt x="11149" y="24980"/>
                  <a:pt x="5079" y="28942"/>
                </a:cubicBezTo>
                <a:lnTo>
                  <a:pt x="4121" y="28942"/>
                </a:lnTo>
                <a:lnTo>
                  <a:pt x="4121" y="8978"/>
                </a:lnTo>
                <a:cubicBezTo>
                  <a:pt x="8657" y="6750"/>
                  <a:pt x="14710" y="4697"/>
                  <a:pt x="22281" y="2818"/>
                </a:cubicBezTo>
                <a:cubicBezTo>
                  <a:pt x="29852" y="939"/>
                  <a:pt x="37183" y="0"/>
                  <a:pt x="44275" y="0"/>
                </a:cubicBezTo>
                <a:cubicBezTo>
                  <a:pt x="51239" y="0"/>
                  <a:pt x="57372" y="640"/>
                  <a:pt x="62675" y="1920"/>
                </a:cubicBezTo>
                <a:cubicBezTo>
                  <a:pt x="67977" y="3199"/>
                  <a:pt x="72769" y="5247"/>
                  <a:pt x="77050" y="8062"/>
                </a:cubicBezTo>
                <a:cubicBezTo>
                  <a:pt x="81650" y="11133"/>
                  <a:pt x="85132" y="14843"/>
                  <a:pt x="87495" y="19194"/>
                </a:cubicBezTo>
                <a:cubicBezTo>
                  <a:pt x="89859" y="23544"/>
                  <a:pt x="91041" y="28631"/>
                  <a:pt x="91041" y="34455"/>
                </a:cubicBezTo>
                <a:cubicBezTo>
                  <a:pt x="91041" y="42387"/>
                  <a:pt x="88246" y="49313"/>
                  <a:pt x="82656" y="55233"/>
                </a:cubicBezTo>
                <a:cubicBezTo>
                  <a:pt x="77066" y="61150"/>
                  <a:pt x="70469" y="64877"/>
                  <a:pt x="62866" y="66412"/>
                </a:cubicBezTo>
                <a:lnTo>
                  <a:pt x="62866" y="67754"/>
                </a:lnTo>
                <a:cubicBezTo>
                  <a:pt x="65933" y="68267"/>
                  <a:pt x="69447" y="69340"/>
                  <a:pt x="73408" y="70973"/>
                </a:cubicBezTo>
                <a:cubicBezTo>
                  <a:pt x="77369" y="72604"/>
                  <a:pt x="80723" y="74637"/>
                  <a:pt x="83470" y="770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3">
            <a:extLst xmlns:a="http://schemas.openxmlformats.org/drawingml/2006/main">
              <a:ext uri="{FF2B5EF4-FFF2-40B4-BE49-F238E27FC236}">
                <a16:creationId xmlns:a16="http://schemas.microsoft.com/office/drawing/2014/main" id="{F1A84551-E24E-4018-AC4F-5F9C912B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22" y="5330623"/>
            <a:ext cx="94012" cy="148924"/>
          </a:xfrm>
          <a:custGeom xmlns:a="http://schemas.openxmlformats.org/drawingml/2006/main">
            <a:pathLst>
              <a:path w="94012" h="148924" fill="none">
                <a:moveTo>
                  <a:pt x="83470" y="77071"/>
                </a:moveTo>
                <a:cubicBezTo>
                  <a:pt x="86537" y="79826"/>
                  <a:pt x="89061" y="83285"/>
                  <a:pt x="91041" y="87447"/>
                </a:cubicBezTo>
                <a:cubicBezTo>
                  <a:pt x="93022" y="91608"/>
                  <a:pt x="94012" y="96987"/>
                  <a:pt x="94012" y="103583"/>
                </a:cubicBezTo>
                <a:cubicBezTo>
                  <a:pt x="94012" y="110116"/>
                  <a:pt x="92830" y="116104"/>
                  <a:pt x="90466" y="121549"/>
                </a:cubicBezTo>
                <a:cubicBezTo>
                  <a:pt x="88102" y="126992"/>
                  <a:pt x="84780" y="131730"/>
                  <a:pt x="80500" y="135765"/>
                </a:cubicBezTo>
                <a:cubicBezTo>
                  <a:pt x="75708" y="140247"/>
                  <a:pt x="70070" y="143562"/>
                  <a:pt x="63585" y="145708"/>
                </a:cubicBezTo>
                <a:cubicBezTo>
                  <a:pt x="57100" y="147852"/>
                  <a:pt x="49993" y="148924"/>
                  <a:pt x="42262" y="148924"/>
                </a:cubicBezTo>
                <a:cubicBezTo>
                  <a:pt x="34340" y="148924"/>
                  <a:pt x="26546" y="147979"/>
                  <a:pt x="18879" y="146088"/>
                </a:cubicBezTo>
                <a:cubicBezTo>
                  <a:pt x="11212" y="144197"/>
                  <a:pt x="4919" y="142130"/>
                  <a:pt x="0" y="139886"/>
                </a:cubicBezTo>
                <a:lnTo>
                  <a:pt x="0" y="119791"/>
                </a:lnTo>
                <a:lnTo>
                  <a:pt x="1437" y="119791"/>
                </a:lnTo>
                <a:cubicBezTo>
                  <a:pt x="6868" y="123425"/>
                  <a:pt x="13257" y="126441"/>
                  <a:pt x="20604" y="128841"/>
                </a:cubicBezTo>
                <a:cubicBezTo>
                  <a:pt x="27951" y="131241"/>
                  <a:pt x="35043" y="132441"/>
                  <a:pt x="41879" y="132441"/>
                </a:cubicBezTo>
                <a:cubicBezTo>
                  <a:pt x="45904" y="132441"/>
                  <a:pt x="50184" y="131767"/>
                  <a:pt x="54721" y="130420"/>
                </a:cubicBezTo>
                <a:cubicBezTo>
                  <a:pt x="59257" y="129070"/>
                  <a:pt x="62930" y="127078"/>
                  <a:pt x="65741" y="124445"/>
                </a:cubicBezTo>
                <a:cubicBezTo>
                  <a:pt x="68680" y="121620"/>
                  <a:pt x="70868" y="118506"/>
                  <a:pt x="72306" y="115104"/>
                </a:cubicBezTo>
                <a:cubicBezTo>
                  <a:pt x="73743" y="111700"/>
                  <a:pt x="74462" y="107397"/>
                  <a:pt x="74462" y="102194"/>
                </a:cubicBezTo>
                <a:cubicBezTo>
                  <a:pt x="74462" y="97057"/>
                  <a:pt x="73648" y="92803"/>
                  <a:pt x="72018" y="89433"/>
                </a:cubicBezTo>
                <a:cubicBezTo>
                  <a:pt x="70389" y="86061"/>
                  <a:pt x="68137" y="83412"/>
                  <a:pt x="65262" y="81485"/>
                </a:cubicBezTo>
                <a:cubicBezTo>
                  <a:pt x="62387" y="79494"/>
                  <a:pt x="58905" y="78130"/>
                  <a:pt x="54816" y="77391"/>
                </a:cubicBezTo>
                <a:cubicBezTo>
                  <a:pt x="50728" y="76652"/>
                  <a:pt x="46319" y="76283"/>
                  <a:pt x="41591" y="76283"/>
                </a:cubicBezTo>
                <a:lnTo>
                  <a:pt x="32966" y="76283"/>
                </a:lnTo>
                <a:lnTo>
                  <a:pt x="32966" y="60375"/>
                </a:lnTo>
                <a:lnTo>
                  <a:pt x="39675" y="60375"/>
                </a:lnTo>
                <a:cubicBezTo>
                  <a:pt x="49386" y="60375"/>
                  <a:pt x="57132" y="58337"/>
                  <a:pt x="62914" y="54262"/>
                </a:cubicBezTo>
                <a:cubicBezTo>
                  <a:pt x="68696" y="50187"/>
                  <a:pt x="71587" y="44236"/>
                  <a:pt x="71587" y="36407"/>
                </a:cubicBezTo>
                <a:cubicBezTo>
                  <a:pt x="71587" y="32942"/>
                  <a:pt x="70852" y="29910"/>
                  <a:pt x="69383" y="27312"/>
                </a:cubicBezTo>
                <a:cubicBezTo>
                  <a:pt x="67914" y="24713"/>
                  <a:pt x="65869" y="22579"/>
                  <a:pt x="63250" y="20910"/>
                </a:cubicBezTo>
                <a:cubicBezTo>
                  <a:pt x="60502" y="19242"/>
                  <a:pt x="57564" y="18088"/>
                  <a:pt x="54433" y="17448"/>
                </a:cubicBezTo>
                <a:cubicBezTo>
                  <a:pt x="51303" y="16805"/>
                  <a:pt x="47757" y="16483"/>
                  <a:pt x="43796" y="16483"/>
                </a:cubicBezTo>
                <a:cubicBezTo>
                  <a:pt x="37726" y="16483"/>
                  <a:pt x="31273" y="17569"/>
                  <a:pt x="24437" y="19742"/>
                </a:cubicBezTo>
                <a:cubicBezTo>
                  <a:pt x="17601" y="21914"/>
                  <a:pt x="11149" y="24980"/>
                  <a:pt x="5079" y="28942"/>
                </a:cubicBezTo>
                <a:lnTo>
                  <a:pt x="4121" y="28942"/>
                </a:lnTo>
                <a:lnTo>
                  <a:pt x="4121" y="8978"/>
                </a:lnTo>
                <a:cubicBezTo>
                  <a:pt x="8657" y="6750"/>
                  <a:pt x="14710" y="4697"/>
                  <a:pt x="22281" y="2818"/>
                </a:cubicBezTo>
                <a:cubicBezTo>
                  <a:pt x="29852" y="939"/>
                  <a:pt x="37183" y="0"/>
                  <a:pt x="44275" y="0"/>
                </a:cubicBezTo>
                <a:cubicBezTo>
                  <a:pt x="51239" y="0"/>
                  <a:pt x="57372" y="640"/>
                  <a:pt x="62675" y="1920"/>
                </a:cubicBezTo>
                <a:cubicBezTo>
                  <a:pt x="67977" y="3199"/>
                  <a:pt x="72769" y="5247"/>
                  <a:pt x="77050" y="8062"/>
                </a:cubicBezTo>
                <a:cubicBezTo>
                  <a:pt x="81650" y="11133"/>
                  <a:pt x="85132" y="14843"/>
                  <a:pt x="87495" y="19194"/>
                </a:cubicBezTo>
                <a:cubicBezTo>
                  <a:pt x="89859" y="23544"/>
                  <a:pt x="91041" y="28631"/>
                  <a:pt x="91041" y="34455"/>
                </a:cubicBezTo>
                <a:cubicBezTo>
                  <a:pt x="91041" y="42387"/>
                  <a:pt x="88246" y="49313"/>
                  <a:pt x="82656" y="55233"/>
                </a:cubicBezTo>
                <a:cubicBezTo>
                  <a:pt x="77066" y="61150"/>
                  <a:pt x="70469" y="64877"/>
                  <a:pt x="62866" y="66412"/>
                </a:cubicBezTo>
                <a:lnTo>
                  <a:pt x="62866" y="67754"/>
                </a:lnTo>
                <a:cubicBezTo>
                  <a:pt x="65933" y="68267"/>
                  <a:pt x="69447" y="69340"/>
                  <a:pt x="73408" y="70973"/>
                </a:cubicBezTo>
                <a:cubicBezTo>
                  <a:pt x="77369" y="72604"/>
                  <a:pt x="80723" y="74637"/>
                  <a:pt x="83470" y="7707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8" cap="flat">
            <a:solidFill>
              <a:srgbClr val="000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A0CFD-E9F4-4756-A284-1BE416C6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18" y="5498560"/>
            <a:ext cx="125937" cy="10"/>
          </a:xfrm>
          <a:custGeom xmlns:a="http://schemas.openxmlformats.org/drawingml/2006/main">
            <a:pathLst>
              <a:path w="125937" h="1" fill="none">
                <a:moveTo>
                  <a:pt x="0" y="0"/>
                </a:moveTo>
                <a:lnTo>
                  <a:pt x="1259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813" cap="flat">
            <a:solidFill>
              <a:srgbClr val="000000"/>
            </a:solidFill>
            <a:bevel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4A1DF-9901-4CD8-9F6F-60C9A30F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527" y="2682377"/>
            <a:ext cx="231593" cy="463187"/>
          </a:xfrm>
          <a:custGeom xmlns:a="http://schemas.openxmlformats.org/drawingml/2006/main">
            <a:pathLst>
              <a:path w="231593" h="463187">
                <a:moveTo>
                  <a:pt x="0" y="0"/>
                </a:moveTo>
                <a:lnTo>
                  <a:pt x="231593" y="0"/>
                </a:lnTo>
                <a:lnTo>
                  <a:pt x="231593" y="463187"/>
                </a:lnTo>
                <a:lnTo>
                  <a:pt x="0" y="4631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98f3ac7bc4331"/>
          <a:stretch xmlns:a="http://schemas.openxmlformats.org/drawingml/2006/main"/>
        </p:blipFill>
        <p:spPr>
          <a:xfrm xmlns:a="http://schemas.openxmlformats.org/drawingml/2006/main">
            <a:off x="1097299" y="2678452"/>
            <a:ext cx="463187" cy="463187"/>
          </a:xfrm>
          <a:prstGeom xmlns:a="http://schemas.openxmlformats.org/drawingml/2006/main" prst="rect">
            <a:avLst/>
          </a:prstGeom>
        </p:spPr>
      </p:pic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3828AA-2731-4D44-A834-0008D03E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433" y="2682377"/>
            <a:ext cx="231593" cy="463187"/>
          </a:xfrm>
          <a:custGeom xmlns:a="http://schemas.openxmlformats.org/drawingml/2006/main">
            <a:pathLst>
              <a:path w="231593" h="463187">
                <a:moveTo>
                  <a:pt x="0" y="0"/>
                </a:moveTo>
                <a:lnTo>
                  <a:pt x="231593" y="0"/>
                </a:lnTo>
                <a:lnTo>
                  <a:pt x="231593" y="463187"/>
                </a:lnTo>
                <a:lnTo>
                  <a:pt x="0" y="4631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84FB7-305E-4F7C-94A7-B5FC68C7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527" y="3455664"/>
            <a:ext cx="231593" cy="465150"/>
          </a:xfrm>
          <a:custGeom xmlns:a="http://schemas.openxmlformats.org/drawingml/2006/main">
            <a:pathLst>
              <a:path w="231593" h="465150">
                <a:moveTo>
                  <a:pt x="0" y="0"/>
                </a:moveTo>
                <a:lnTo>
                  <a:pt x="231593" y="0"/>
                </a:lnTo>
                <a:lnTo>
                  <a:pt x="231593" y="465150"/>
                </a:lnTo>
                <a:lnTo>
                  <a:pt x="0" y="4651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89189-14FE-4E52-8E6D-5FD7DE94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433" y="3455664"/>
            <a:ext cx="231593" cy="463187"/>
          </a:xfrm>
          <a:custGeom xmlns:a="http://schemas.openxmlformats.org/drawingml/2006/main">
            <a:pathLst>
              <a:path w="231593" h="463187">
                <a:moveTo>
                  <a:pt x="0" y="0"/>
                </a:moveTo>
                <a:lnTo>
                  <a:pt x="231593" y="0"/>
                </a:lnTo>
                <a:lnTo>
                  <a:pt x="231593" y="463187"/>
                </a:lnTo>
                <a:lnTo>
                  <a:pt x="0" y="4631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7491b73424ae1"/>
          <a:stretch xmlns:a="http://schemas.openxmlformats.org/drawingml/2006/main"/>
        </p:blipFill>
        <p:spPr>
          <a:xfrm xmlns:a="http://schemas.openxmlformats.org/drawingml/2006/main">
            <a:off x="1097299" y="3455664"/>
            <a:ext cx="463187" cy="463187"/>
          </a:xfrm>
          <a:prstGeom xmlns:a="http://schemas.openxmlformats.org/drawingml/2006/main" prst="rect">
            <a:avLst/>
          </a:prstGeom>
        </p:spPr>
      </p:pic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59c298a364cfe"/>
          <a:stretch xmlns:a="http://schemas.openxmlformats.org/drawingml/2006/main"/>
        </p:blipFill>
        <p:spPr>
          <a:xfrm xmlns:a="http://schemas.openxmlformats.org/drawingml/2006/main">
            <a:off x="4292504" y="2682377"/>
            <a:ext cx="463187" cy="463187"/>
          </a:xfrm>
          <a:prstGeom xmlns:a="http://schemas.openxmlformats.org/drawingml/2006/main" prst="rect">
            <a:avLst/>
          </a:prstGeom>
        </p:spPr>
      </p:pic>
      <p:pic>
        <p:nvPicPr>
          <p:cNvPr id="2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2b627accd46e6"/>
          <a:stretch xmlns:a="http://schemas.openxmlformats.org/drawingml/2006/main"/>
        </p:blipFill>
        <p:spPr>
          <a:xfrm xmlns:a="http://schemas.openxmlformats.org/drawingml/2006/main">
            <a:off x="4292504" y="3455664"/>
            <a:ext cx="463187" cy="463187"/>
          </a:xfrm>
          <a:prstGeom xmlns:a="http://schemas.openxmlformats.org/drawingml/2006/main" prst="rect">
            <a:avLst/>
          </a:prstGeom>
        </p:spPr>
      </p:pic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0F9DC-444B-42E5-92E8-A6DABB70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46" y="5316262"/>
            <a:ext cx="231593" cy="463187"/>
          </a:xfrm>
          <a:custGeom xmlns:a="http://schemas.openxmlformats.org/drawingml/2006/main">
            <a:pathLst>
              <a:path w="231593" h="463187">
                <a:moveTo>
                  <a:pt x="0" y="0"/>
                </a:moveTo>
                <a:lnTo>
                  <a:pt x="231593" y="0"/>
                </a:lnTo>
                <a:lnTo>
                  <a:pt x="231593" y="463187"/>
                </a:lnTo>
                <a:lnTo>
                  <a:pt x="0" y="4631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55bb68b934b43"/>
          <a:stretch xmlns:a="http://schemas.openxmlformats.org/drawingml/2006/main"/>
        </p:blipFill>
        <p:spPr>
          <a:xfrm xmlns:a="http://schemas.openxmlformats.org/drawingml/2006/main">
            <a:off x="561493" y="5314300"/>
            <a:ext cx="463187" cy="463187"/>
          </a:xfrm>
          <a:prstGeom xmlns:a="http://schemas.openxmlformats.org/drawingml/2006/main" prst="rect">
            <a:avLst/>
          </a:prstGeom>
        </p:spPr>
      </p:pic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376FC-E8EA-480A-9750-C1899D03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46" y="6478155"/>
            <a:ext cx="231593" cy="463187"/>
          </a:xfrm>
          <a:custGeom xmlns:a="http://schemas.openxmlformats.org/drawingml/2006/main">
            <a:pathLst>
              <a:path w="231593" h="463187">
                <a:moveTo>
                  <a:pt x="0" y="0"/>
                </a:moveTo>
                <a:lnTo>
                  <a:pt x="231593" y="0"/>
                </a:lnTo>
                <a:lnTo>
                  <a:pt x="231593" y="463187"/>
                </a:lnTo>
                <a:lnTo>
                  <a:pt x="0" y="4631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7317b25714042"/>
          <a:stretch xmlns:a="http://schemas.openxmlformats.org/drawingml/2006/main"/>
        </p:blipFill>
        <p:spPr>
          <a:xfrm xmlns:a="http://schemas.openxmlformats.org/drawingml/2006/main">
            <a:off x="561493" y="6478155"/>
            <a:ext cx="463187" cy="463187"/>
          </a:xfrm>
          <a:prstGeom xmlns:a="http://schemas.openxmlformats.org/drawingml/2006/main" prst="rect">
            <a:avLst/>
          </a:prstGeom>
        </p:spPr>
      </p:pic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31B03-E90C-4673-9210-FC3E191F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80" y="4533489"/>
            <a:ext cx="1956932" cy="473491"/>
          </a:xfrm>
          <a:custGeom xmlns:a="http://schemas.openxmlformats.org/drawingml/2006/main">
            <a:pathLst>
              <a:path w="1956932" h="473491">
                <a:moveTo>
                  <a:pt x="1668" y="407856"/>
                </a:moveTo>
                <a:lnTo>
                  <a:pt x="2584" y="411847"/>
                </a:lnTo>
                <a:lnTo>
                  <a:pt x="3713" y="415805"/>
                </a:lnTo>
                <a:lnTo>
                  <a:pt x="6460" y="423296"/>
                </a:lnTo>
                <a:lnTo>
                  <a:pt x="9911" y="430476"/>
                </a:lnTo>
                <a:lnTo>
                  <a:pt x="14033" y="437264"/>
                </a:lnTo>
                <a:lnTo>
                  <a:pt x="18760" y="443593"/>
                </a:lnTo>
                <a:lnTo>
                  <a:pt x="24075" y="449416"/>
                </a:lnTo>
                <a:lnTo>
                  <a:pt x="29898" y="454731"/>
                </a:lnTo>
                <a:lnTo>
                  <a:pt x="36227" y="459458"/>
                </a:lnTo>
                <a:lnTo>
                  <a:pt x="43015" y="463580"/>
                </a:lnTo>
                <a:lnTo>
                  <a:pt x="50195" y="467031"/>
                </a:lnTo>
                <a:lnTo>
                  <a:pt x="57686" y="469778"/>
                </a:lnTo>
                <a:lnTo>
                  <a:pt x="61644" y="470907"/>
                </a:lnTo>
                <a:lnTo>
                  <a:pt x="65635" y="471823"/>
                </a:lnTo>
                <a:lnTo>
                  <a:pt x="69674" y="472542"/>
                </a:lnTo>
                <a:lnTo>
                  <a:pt x="73796" y="473066"/>
                </a:lnTo>
                <a:lnTo>
                  <a:pt x="77967" y="473393"/>
                </a:lnTo>
                <a:lnTo>
                  <a:pt x="82121" y="473491"/>
                </a:lnTo>
                <a:lnTo>
                  <a:pt x="1874811" y="473491"/>
                </a:lnTo>
                <a:lnTo>
                  <a:pt x="1878966" y="473393"/>
                </a:lnTo>
                <a:lnTo>
                  <a:pt x="1883136" y="473066"/>
                </a:lnTo>
                <a:lnTo>
                  <a:pt x="1887258" y="472542"/>
                </a:lnTo>
                <a:lnTo>
                  <a:pt x="1891298" y="471823"/>
                </a:lnTo>
                <a:lnTo>
                  <a:pt x="1895289" y="470907"/>
                </a:lnTo>
                <a:lnTo>
                  <a:pt x="1899247" y="469778"/>
                </a:lnTo>
                <a:lnTo>
                  <a:pt x="1906737" y="467031"/>
                </a:lnTo>
                <a:lnTo>
                  <a:pt x="1913917" y="463580"/>
                </a:lnTo>
                <a:lnTo>
                  <a:pt x="1920705" y="459458"/>
                </a:lnTo>
                <a:lnTo>
                  <a:pt x="1927035" y="454731"/>
                </a:lnTo>
                <a:lnTo>
                  <a:pt x="1932857" y="449416"/>
                </a:lnTo>
                <a:lnTo>
                  <a:pt x="1938173" y="443593"/>
                </a:lnTo>
                <a:lnTo>
                  <a:pt x="1942899" y="437264"/>
                </a:lnTo>
                <a:lnTo>
                  <a:pt x="1947021" y="430476"/>
                </a:lnTo>
                <a:lnTo>
                  <a:pt x="1950472" y="423296"/>
                </a:lnTo>
                <a:lnTo>
                  <a:pt x="1953220" y="415805"/>
                </a:lnTo>
                <a:lnTo>
                  <a:pt x="1954348" y="411847"/>
                </a:lnTo>
                <a:lnTo>
                  <a:pt x="1955264" y="407856"/>
                </a:lnTo>
                <a:lnTo>
                  <a:pt x="1955984" y="403817"/>
                </a:lnTo>
                <a:lnTo>
                  <a:pt x="1956507" y="399695"/>
                </a:lnTo>
                <a:lnTo>
                  <a:pt x="1956834" y="395524"/>
                </a:lnTo>
                <a:lnTo>
                  <a:pt x="1956932" y="391370"/>
                </a:lnTo>
                <a:lnTo>
                  <a:pt x="1956932" y="82121"/>
                </a:lnTo>
                <a:lnTo>
                  <a:pt x="1956834" y="77967"/>
                </a:lnTo>
                <a:lnTo>
                  <a:pt x="1956507" y="73796"/>
                </a:lnTo>
                <a:lnTo>
                  <a:pt x="1955984" y="69674"/>
                </a:lnTo>
                <a:lnTo>
                  <a:pt x="1955264" y="65635"/>
                </a:lnTo>
                <a:lnTo>
                  <a:pt x="1954348" y="61644"/>
                </a:lnTo>
                <a:lnTo>
                  <a:pt x="1953220" y="57686"/>
                </a:lnTo>
                <a:lnTo>
                  <a:pt x="1950472" y="50195"/>
                </a:lnTo>
                <a:lnTo>
                  <a:pt x="1947021" y="43015"/>
                </a:lnTo>
                <a:lnTo>
                  <a:pt x="1942899" y="36227"/>
                </a:lnTo>
                <a:lnTo>
                  <a:pt x="1938173" y="29898"/>
                </a:lnTo>
                <a:lnTo>
                  <a:pt x="1932857" y="24075"/>
                </a:lnTo>
                <a:lnTo>
                  <a:pt x="1927035" y="18760"/>
                </a:lnTo>
                <a:lnTo>
                  <a:pt x="1920705" y="14033"/>
                </a:lnTo>
                <a:lnTo>
                  <a:pt x="1913917" y="9911"/>
                </a:lnTo>
                <a:lnTo>
                  <a:pt x="1906737" y="6460"/>
                </a:lnTo>
                <a:lnTo>
                  <a:pt x="1899247" y="3713"/>
                </a:lnTo>
                <a:lnTo>
                  <a:pt x="1895289" y="2584"/>
                </a:lnTo>
                <a:lnTo>
                  <a:pt x="1891298" y="1668"/>
                </a:lnTo>
                <a:lnTo>
                  <a:pt x="1887258" y="949"/>
                </a:lnTo>
                <a:lnTo>
                  <a:pt x="1883136" y="425"/>
                </a:lnTo>
                <a:lnTo>
                  <a:pt x="1878966" y="98"/>
                </a:lnTo>
                <a:lnTo>
                  <a:pt x="1874811" y="0"/>
                </a:lnTo>
                <a:lnTo>
                  <a:pt x="82121" y="0"/>
                </a:lnTo>
                <a:lnTo>
                  <a:pt x="77967" y="98"/>
                </a:lnTo>
                <a:lnTo>
                  <a:pt x="73796" y="425"/>
                </a:lnTo>
                <a:lnTo>
                  <a:pt x="69674" y="949"/>
                </a:lnTo>
                <a:lnTo>
                  <a:pt x="65635" y="1668"/>
                </a:lnTo>
                <a:lnTo>
                  <a:pt x="61644" y="2584"/>
                </a:lnTo>
                <a:lnTo>
                  <a:pt x="57686" y="3713"/>
                </a:lnTo>
                <a:lnTo>
                  <a:pt x="50195" y="6460"/>
                </a:lnTo>
                <a:lnTo>
                  <a:pt x="43015" y="9911"/>
                </a:lnTo>
                <a:lnTo>
                  <a:pt x="36227" y="14033"/>
                </a:lnTo>
                <a:lnTo>
                  <a:pt x="29898" y="18760"/>
                </a:lnTo>
                <a:lnTo>
                  <a:pt x="24075" y="24075"/>
                </a:lnTo>
                <a:lnTo>
                  <a:pt x="18760" y="29898"/>
                </a:lnTo>
                <a:lnTo>
                  <a:pt x="14033" y="36227"/>
                </a:lnTo>
                <a:lnTo>
                  <a:pt x="9911" y="43015"/>
                </a:lnTo>
                <a:lnTo>
                  <a:pt x="6460" y="50195"/>
                </a:lnTo>
                <a:lnTo>
                  <a:pt x="3713" y="57686"/>
                </a:lnTo>
                <a:lnTo>
                  <a:pt x="2584" y="61644"/>
                </a:lnTo>
                <a:lnTo>
                  <a:pt x="1668" y="65635"/>
                </a:lnTo>
                <a:lnTo>
                  <a:pt x="949" y="69674"/>
                </a:lnTo>
                <a:lnTo>
                  <a:pt x="425" y="73796"/>
                </a:lnTo>
                <a:lnTo>
                  <a:pt x="98" y="77967"/>
                </a:lnTo>
                <a:lnTo>
                  <a:pt x="0" y="82121"/>
                </a:lnTo>
                <a:lnTo>
                  <a:pt x="0" y="391370"/>
                </a:lnTo>
                <a:lnTo>
                  <a:pt x="98" y="395524"/>
                </a:lnTo>
                <a:lnTo>
                  <a:pt x="425" y="399695"/>
                </a:lnTo>
                <a:lnTo>
                  <a:pt x="949" y="403817"/>
                </a:lnTo>
                <a:lnTo>
                  <a:pt x="1668" y="407856"/>
                </a:lnTo>
                <a:close/>
                <a:moveTo>
                  <a:pt x="11288" y="67557"/>
                </a:moveTo>
                <a:lnTo>
                  <a:pt x="12119" y="63983"/>
                </a:lnTo>
                <a:lnTo>
                  <a:pt x="12054" y="64212"/>
                </a:lnTo>
                <a:lnTo>
                  <a:pt x="13061" y="60689"/>
                </a:lnTo>
                <a:lnTo>
                  <a:pt x="15482" y="54078"/>
                </a:lnTo>
                <a:lnTo>
                  <a:pt x="18551" y="47710"/>
                </a:lnTo>
                <a:lnTo>
                  <a:pt x="22158" y="41749"/>
                </a:lnTo>
                <a:lnTo>
                  <a:pt x="26327" y="36169"/>
                </a:lnTo>
                <a:lnTo>
                  <a:pt x="31018" y="31018"/>
                </a:lnTo>
                <a:lnTo>
                  <a:pt x="36169" y="26327"/>
                </a:lnTo>
                <a:lnTo>
                  <a:pt x="41749" y="22158"/>
                </a:lnTo>
                <a:lnTo>
                  <a:pt x="47710" y="18551"/>
                </a:lnTo>
                <a:lnTo>
                  <a:pt x="54078" y="15482"/>
                </a:lnTo>
                <a:lnTo>
                  <a:pt x="60689" y="13061"/>
                </a:lnTo>
                <a:lnTo>
                  <a:pt x="64212" y="12054"/>
                </a:lnTo>
                <a:lnTo>
                  <a:pt x="63983" y="12119"/>
                </a:lnTo>
                <a:lnTo>
                  <a:pt x="67557" y="11288"/>
                </a:lnTo>
                <a:lnTo>
                  <a:pt x="71244" y="10637"/>
                </a:lnTo>
                <a:lnTo>
                  <a:pt x="74908" y="10173"/>
                </a:lnTo>
                <a:lnTo>
                  <a:pt x="74663" y="10206"/>
                </a:lnTo>
                <a:lnTo>
                  <a:pt x="78399" y="9910"/>
                </a:lnTo>
                <a:lnTo>
                  <a:pt x="82317" y="9813"/>
                </a:lnTo>
                <a:lnTo>
                  <a:pt x="1874615" y="9813"/>
                </a:lnTo>
                <a:lnTo>
                  <a:pt x="1878533" y="9910"/>
                </a:lnTo>
                <a:lnTo>
                  <a:pt x="1882270" y="10206"/>
                </a:lnTo>
                <a:lnTo>
                  <a:pt x="1882024" y="10173"/>
                </a:lnTo>
                <a:lnTo>
                  <a:pt x="1885688" y="10637"/>
                </a:lnTo>
                <a:lnTo>
                  <a:pt x="1889375" y="11288"/>
                </a:lnTo>
                <a:lnTo>
                  <a:pt x="1892950" y="12119"/>
                </a:lnTo>
                <a:lnTo>
                  <a:pt x="1892721" y="12054"/>
                </a:lnTo>
                <a:lnTo>
                  <a:pt x="1896244" y="13061"/>
                </a:lnTo>
                <a:lnTo>
                  <a:pt x="1902855" y="15482"/>
                </a:lnTo>
                <a:lnTo>
                  <a:pt x="1909222" y="18551"/>
                </a:lnTo>
                <a:lnTo>
                  <a:pt x="1915183" y="22158"/>
                </a:lnTo>
                <a:lnTo>
                  <a:pt x="1920763" y="26327"/>
                </a:lnTo>
                <a:lnTo>
                  <a:pt x="1925915" y="31018"/>
                </a:lnTo>
                <a:lnTo>
                  <a:pt x="1930605" y="36169"/>
                </a:lnTo>
                <a:lnTo>
                  <a:pt x="1934774" y="41749"/>
                </a:lnTo>
                <a:lnTo>
                  <a:pt x="1938382" y="47710"/>
                </a:lnTo>
                <a:lnTo>
                  <a:pt x="1941450" y="54078"/>
                </a:lnTo>
                <a:lnTo>
                  <a:pt x="1943872" y="60689"/>
                </a:lnTo>
                <a:lnTo>
                  <a:pt x="1944878" y="64212"/>
                </a:lnTo>
                <a:lnTo>
                  <a:pt x="1944813" y="63983"/>
                </a:lnTo>
                <a:lnTo>
                  <a:pt x="1945644" y="67557"/>
                </a:lnTo>
                <a:lnTo>
                  <a:pt x="1946295" y="71244"/>
                </a:lnTo>
                <a:lnTo>
                  <a:pt x="1946759" y="74908"/>
                </a:lnTo>
                <a:lnTo>
                  <a:pt x="1946726" y="74663"/>
                </a:lnTo>
                <a:lnTo>
                  <a:pt x="1947022" y="78399"/>
                </a:lnTo>
                <a:lnTo>
                  <a:pt x="1947119" y="82317"/>
                </a:lnTo>
                <a:lnTo>
                  <a:pt x="1947119" y="391174"/>
                </a:lnTo>
                <a:lnTo>
                  <a:pt x="1947022" y="395092"/>
                </a:lnTo>
                <a:lnTo>
                  <a:pt x="1946726" y="398828"/>
                </a:lnTo>
                <a:lnTo>
                  <a:pt x="1946759" y="398583"/>
                </a:lnTo>
                <a:lnTo>
                  <a:pt x="1946295" y="402247"/>
                </a:lnTo>
                <a:lnTo>
                  <a:pt x="1945644" y="405934"/>
                </a:lnTo>
                <a:lnTo>
                  <a:pt x="1944813" y="409508"/>
                </a:lnTo>
                <a:lnTo>
                  <a:pt x="1944878" y="409279"/>
                </a:lnTo>
                <a:lnTo>
                  <a:pt x="1943872" y="412802"/>
                </a:lnTo>
                <a:lnTo>
                  <a:pt x="1941450" y="419413"/>
                </a:lnTo>
                <a:lnTo>
                  <a:pt x="1938382" y="425781"/>
                </a:lnTo>
                <a:lnTo>
                  <a:pt x="1934774" y="431742"/>
                </a:lnTo>
                <a:lnTo>
                  <a:pt x="1930605" y="437322"/>
                </a:lnTo>
                <a:lnTo>
                  <a:pt x="1925915" y="442473"/>
                </a:lnTo>
                <a:lnTo>
                  <a:pt x="1920763" y="447163"/>
                </a:lnTo>
                <a:lnTo>
                  <a:pt x="1915183" y="451333"/>
                </a:lnTo>
                <a:lnTo>
                  <a:pt x="1909222" y="454940"/>
                </a:lnTo>
                <a:lnTo>
                  <a:pt x="1902855" y="458008"/>
                </a:lnTo>
                <a:lnTo>
                  <a:pt x="1896244" y="460430"/>
                </a:lnTo>
                <a:lnTo>
                  <a:pt x="1892950" y="461372"/>
                </a:lnTo>
                <a:lnTo>
                  <a:pt x="1889375" y="462202"/>
                </a:lnTo>
                <a:lnTo>
                  <a:pt x="1885688" y="462854"/>
                </a:lnTo>
                <a:lnTo>
                  <a:pt x="1882024" y="463318"/>
                </a:lnTo>
                <a:lnTo>
                  <a:pt x="1882270" y="463285"/>
                </a:lnTo>
                <a:lnTo>
                  <a:pt x="1878533" y="463581"/>
                </a:lnTo>
                <a:lnTo>
                  <a:pt x="1874615" y="463678"/>
                </a:lnTo>
                <a:lnTo>
                  <a:pt x="82317" y="463678"/>
                </a:lnTo>
                <a:lnTo>
                  <a:pt x="78399" y="463581"/>
                </a:lnTo>
                <a:lnTo>
                  <a:pt x="74663" y="463285"/>
                </a:lnTo>
                <a:lnTo>
                  <a:pt x="74908" y="463318"/>
                </a:lnTo>
                <a:lnTo>
                  <a:pt x="71244" y="462854"/>
                </a:lnTo>
                <a:lnTo>
                  <a:pt x="67557" y="462202"/>
                </a:lnTo>
                <a:lnTo>
                  <a:pt x="63983" y="461372"/>
                </a:lnTo>
                <a:lnTo>
                  <a:pt x="64212" y="461437"/>
                </a:lnTo>
                <a:lnTo>
                  <a:pt x="60689" y="460430"/>
                </a:lnTo>
                <a:lnTo>
                  <a:pt x="54078" y="458008"/>
                </a:lnTo>
                <a:lnTo>
                  <a:pt x="47710" y="454940"/>
                </a:lnTo>
                <a:lnTo>
                  <a:pt x="41749" y="451333"/>
                </a:lnTo>
                <a:lnTo>
                  <a:pt x="36169" y="447163"/>
                </a:lnTo>
                <a:lnTo>
                  <a:pt x="31018" y="442473"/>
                </a:lnTo>
                <a:lnTo>
                  <a:pt x="26327" y="437322"/>
                </a:lnTo>
                <a:lnTo>
                  <a:pt x="22158" y="431742"/>
                </a:lnTo>
                <a:lnTo>
                  <a:pt x="18551" y="425781"/>
                </a:lnTo>
                <a:lnTo>
                  <a:pt x="15482" y="419413"/>
                </a:lnTo>
                <a:lnTo>
                  <a:pt x="13061" y="412802"/>
                </a:lnTo>
                <a:lnTo>
                  <a:pt x="12054" y="409279"/>
                </a:lnTo>
                <a:lnTo>
                  <a:pt x="12119" y="409508"/>
                </a:lnTo>
                <a:lnTo>
                  <a:pt x="11288" y="405934"/>
                </a:lnTo>
                <a:lnTo>
                  <a:pt x="10637" y="402247"/>
                </a:lnTo>
                <a:lnTo>
                  <a:pt x="10173" y="398583"/>
                </a:lnTo>
                <a:lnTo>
                  <a:pt x="10206" y="398828"/>
                </a:lnTo>
                <a:lnTo>
                  <a:pt x="9910" y="395092"/>
                </a:lnTo>
                <a:lnTo>
                  <a:pt x="9813" y="391174"/>
                </a:lnTo>
                <a:lnTo>
                  <a:pt x="9813" y="82317"/>
                </a:lnTo>
                <a:lnTo>
                  <a:pt x="9910" y="78399"/>
                </a:lnTo>
                <a:lnTo>
                  <a:pt x="10206" y="74663"/>
                </a:lnTo>
                <a:lnTo>
                  <a:pt x="10173" y="74908"/>
                </a:lnTo>
                <a:lnTo>
                  <a:pt x="10637" y="71244"/>
                </a:lnTo>
                <a:lnTo>
                  <a:pt x="11288" y="675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663F6-8941-4090-B251-E4D0FCAB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795" y="4654520"/>
            <a:ext cx="695108" cy="231921"/>
          </a:xfrm>
          <a:custGeom xmlns:a="http://schemas.openxmlformats.org/drawingml/2006/main">
            <a:pathLst>
              <a:path w="695108" h="231921">
                <a:moveTo>
                  <a:pt x="164" y="37618"/>
                </a:moveTo>
                <a:cubicBezTo>
                  <a:pt x="0" y="17271"/>
                  <a:pt x="17271" y="0"/>
                  <a:pt x="39417" y="327"/>
                </a:cubicBezTo>
                <a:lnTo>
                  <a:pt x="655691" y="327"/>
                </a:lnTo>
                <a:cubicBezTo>
                  <a:pt x="677836" y="0"/>
                  <a:pt x="695108" y="17271"/>
                  <a:pt x="694944" y="37618"/>
                </a:cubicBezTo>
                <a:lnTo>
                  <a:pt x="694944" y="192667"/>
                </a:lnTo>
                <a:cubicBezTo>
                  <a:pt x="695108" y="214159"/>
                  <a:pt x="677836" y="231430"/>
                  <a:pt x="655691" y="231921"/>
                </a:cubicBezTo>
                <a:lnTo>
                  <a:pt x="39417" y="231921"/>
                </a:lnTo>
                <a:cubicBezTo>
                  <a:pt x="17271" y="231430"/>
                  <a:pt x="0" y="214159"/>
                  <a:pt x="164" y="192667"/>
                </a:cubicBezTo>
                <a:lnTo>
                  <a:pt x="164" y="37618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08983-7C6A-4A20-8F08-703C8DDB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17" y="4646342"/>
            <a:ext cx="711463" cy="247785"/>
          </a:xfrm>
          <a:custGeom xmlns:a="http://schemas.openxmlformats.org/drawingml/2006/main">
            <a:pathLst>
              <a:path w="711463" h="247785">
                <a:moveTo>
                  <a:pt x="3664" y="219229"/>
                </a:moveTo>
                <a:lnTo>
                  <a:pt x="5643" y="223334"/>
                </a:lnTo>
                <a:lnTo>
                  <a:pt x="7981" y="227178"/>
                </a:lnTo>
                <a:lnTo>
                  <a:pt x="10664" y="230776"/>
                </a:lnTo>
                <a:lnTo>
                  <a:pt x="13690" y="234096"/>
                </a:lnTo>
                <a:lnTo>
                  <a:pt x="17010" y="237122"/>
                </a:lnTo>
                <a:lnTo>
                  <a:pt x="20608" y="239804"/>
                </a:lnTo>
                <a:lnTo>
                  <a:pt x="24451" y="242143"/>
                </a:lnTo>
                <a:lnTo>
                  <a:pt x="28540" y="244122"/>
                </a:lnTo>
                <a:lnTo>
                  <a:pt x="32858" y="245692"/>
                </a:lnTo>
                <a:lnTo>
                  <a:pt x="37340" y="246853"/>
                </a:lnTo>
                <a:lnTo>
                  <a:pt x="41984" y="247556"/>
                </a:lnTo>
                <a:lnTo>
                  <a:pt x="46548" y="247785"/>
                </a:lnTo>
                <a:lnTo>
                  <a:pt x="664915" y="247785"/>
                </a:lnTo>
                <a:lnTo>
                  <a:pt x="669479" y="247556"/>
                </a:lnTo>
                <a:lnTo>
                  <a:pt x="674124" y="246853"/>
                </a:lnTo>
                <a:lnTo>
                  <a:pt x="678605" y="245692"/>
                </a:lnTo>
                <a:lnTo>
                  <a:pt x="682906" y="244122"/>
                </a:lnTo>
                <a:lnTo>
                  <a:pt x="687012" y="242143"/>
                </a:lnTo>
                <a:lnTo>
                  <a:pt x="690855" y="239804"/>
                </a:lnTo>
                <a:lnTo>
                  <a:pt x="694453" y="237122"/>
                </a:lnTo>
                <a:lnTo>
                  <a:pt x="697774" y="234096"/>
                </a:lnTo>
                <a:lnTo>
                  <a:pt x="700799" y="230776"/>
                </a:lnTo>
                <a:lnTo>
                  <a:pt x="703482" y="227178"/>
                </a:lnTo>
                <a:lnTo>
                  <a:pt x="705820" y="223334"/>
                </a:lnTo>
                <a:lnTo>
                  <a:pt x="707799" y="219229"/>
                </a:lnTo>
                <a:lnTo>
                  <a:pt x="709370" y="214927"/>
                </a:lnTo>
                <a:lnTo>
                  <a:pt x="710531" y="210446"/>
                </a:lnTo>
                <a:lnTo>
                  <a:pt x="711234" y="205801"/>
                </a:lnTo>
                <a:lnTo>
                  <a:pt x="711463" y="201238"/>
                </a:lnTo>
                <a:lnTo>
                  <a:pt x="711463" y="46548"/>
                </a:lnTo>
                <a:lnTo>
                  <a:pt x="711234" y="41984"/>
                </a:lnTo>
                <a:lnTo>
                  <a:pt x="710531" y="37340"/>
                </a:lnTo>
                <a:lnTo>
                  <a:pt x="709370" y="32842"/>
                </a:lnTo>
                <a:lnTo>
                  <a:pt x="707799" y="28540"/>
                </a:lnTo>
                <a:lnTo>
                  <a:pt x="705820" y="24451"/>
                </a:lnTo>
                <a:lnTo>
                  <a:pt x="703482" y="20608"/>
                </a:lnTo>
                <a:lnTo>
                  <a:pt x="700799" y="17010"/>
                </a:lnTo>
                <a:lnTo>
                  <a:pt x="697774" y="13690"/>
                </a:lnTo>
                <a:lnTo>
                  <a:pt x="694453" y="10664"/>
                </a:lnTo>
                <a:lnTo>
                  <a:pt x="690855" y="7981"/>
                </a:lnTo>
                <a:lnTo>
                  <a:pt x="687012" y="5643"/>
                </a:lnTo>
                <a:lnTo>
                  <a:pt x="682906" y="3664"/>
                </a:lnTo>
                <a:lnTo>
                  <a:pt x="678605" y="2094"/>
                </a:lnTo>
                <a:lnTo>
                  <a:pt x="674124" y="932"/>
                </a:lnTo>
                <a:lnTo>
                  <a:pt x="669479" y="229"/>
                </a:lnTo>
                <a:lnTo>
                  <a:pt x="664915" y="0"/>
                </a:lnTo>
                <a:lnTo>
                  <a:pt x="46548" y="0"/>
                </a:lnTo>
                <a:lnTo>
                  <a:pt x="41984" y="229"/>
                </a:lnTo>
                <a:lnTo>
                  <a:pt x="37340" y="932"/>
                </a:lnTo>
                <a:lnTo>
                  <a:pt x="32858" y="2094"/>
                </a:lnTo>
                <a:lnTo>
                  <a:pt x="28540" y="3664"/>
                </a:lnTo>
                <a:lnTo>
                  <a:pt x="24451" y="5643"/>
                </a:lnTo>
                <a:lnTo>
                  <a:pt x="20608" y="7981"/>
                </a:lnTo>
                <a:lnTo>
                  <a:pt x="17010" y="10664"/>
                </a:lnTo>
                <a:lnTo>
                  <a:pt x="13690" y="13690"/>
                </a:lnTo>
                <a:lnTo>
                  <a:pt x="10664" y="17010"/>
                </a:lnTo>
                <a:lnTo>
                  <a:pt x="7981" y="20608"/>
                </a:lnTo>
                <a:lnTo>
                  <a:pt x="5643" y="24451"/>
                </a:lnTo>
                <a:lnTo>
                  <a:pt x="3664" y="28540"/>
                </a:lnTo>
                <a:lnTo>
                  <a:pt x="2094" y="32842"/>
                </a:lnTo>
                <a:lnTo>
                  <a:pt x="932" y="37340"/>
                </a:lnTo>
                <a:lnTo>
                  <a:pt x="229" y="41984"/>
                </a:lnTo>
                <a:lnTo>
                  <a:pt x="0" y="46548"/>
                </a:lnTo>
                <a:lnTo>
                  <a:pt x="0" y="201238"/>
                </a:lnTo>
                <a:lnTo>
                  <a:pt x="229" y="205801"/>
                </a:lnTo>
                <a:lnTo>
                  <a:pt x="932" y="210446"/>
                </a:lnTo>
                <a:lnTo>
                  <a:pt x="2094" y="214927"/>
                </a:lnTo>
                <a:lnTo>
                  <a:pt x="3664" y="219229"/>
                </a:lnTo>
                <a:close/>
                <a:moveTo>
                  <a:pt x="16979" y="40628"/>
                </a:moveTo>
                <a:lnTo>
                  <a:pt x="17706" y="37797"/>
                </a:lnTo>
                <a:lnTo>
                  <a:pt x="18756" y="34911"/>
                </a:lnTo>
                <a:lnTo>
                  <a:pt x="20008" y="32306"/>
                </a:lnTo>
                <a:lnTo>
                  <a:pt x="21546" y="29765"/>
                </a:lnTo>
                <a:lnTo>
                  <a:pt x="23321" y="27402"/>
                </a:lnTo>
                <a:lnTo>
                  <a:pt x="25258" y="25275"/>
                </a:lnTo>
                <a:lnTo>
                  <a:pt x="27488" y="23257"/>
                </a:lnTo>
                <a:lnTo>
                  <a:pt x="29765" y="21546"/>
                </a:lnTo>
                <a:lnTo>
                  <a:pt x="32306" y="20008"/>
                </a:lnTo>
                <a:lnTo>
                  <a:pt x="34911" y="18756"/>
                </a:lnTo>
                <a:lnTo>
                  <a:pt x="37797" y="17706"/>
                </a:lnTo>
                <a:lnTo>
                  <a:pt x="40628" y="16979"/>
                </a:lnTo>
                <a:lnTo>
                  <a:pt x="43513" y="16536"/>
                </a:lnTo>
                <a:lnTo>
                  <a:pt x="46865" y="16355"/>
                </a:lnTo>
                <a:lnTo>
                  <a:pt x="664598" y="16355"/>
                </a:lnTo>
                <a:lnTo>
                  <a:pt x="667950" y="16536"/>
                </a:lnTo>
                <a:lnTo>
                  <a:pt x="670835" y="16979"/>
                </a:lnTo>
                <a:lnTo>
                  <a:pt x="673666" y="17706"/>
                </a:lnTo>
                <a:lnTo>
                  <a:pt x="676552" y="18756"/>
                </a:lnTo>
                <a:lnTo>
                  <a:pt x="679157" y="20008"/>
                </a:lnTo>
                <a:lnTo>
                  <a:pt x="681698" y="21546"/>
                </a:lnTo>
                <a:lnTo>
                  <a:pt x="683975" y="23257"/>
                </a:lnTo>
                <a:lnTo>
                  <a:pt x="686205" y="25275"/>
                </a:lnTo>
                <a:lnTo>
                  <a:pt x="688142" y="27402"/>
                </a:lnTo>
                <a:lnTo>
                  <a:pt x="689917" y="29765"/>
                </a:lnTo>
                <a:lnTo>
                  <a:pt x="691455" y="32306"/>
                </a:lnTo>
                <a:lnTo>
                  <a:pt x="692707" y="34911"/>
                </a:lnTo>
                <a:lnTo>
                  <a:pt x="693757" y="37797"/>
                </a:lnTo>
                <a:lnTo>
                  <a:pt x="694484" y="40628"/>
                </a:lnTo>
                <a:lnTo>
                  <a:pt x="694928" y="43513"/>
                </a:lnTo>
                <a:lnTo>
                  <a:pt x="695108" y="46865"/>
                </a:lnTo>
                <a:lnTo>
                  <a:pt x="695108" y="200921"/>
                </a:lnTo>
                <a:lnTo>
                  <a:pt x="694928" y="204273"/>
                </a:lnTo>
                <a:lnTo>
                  <a:pt x="694484" y="207158"/>
                </a:lnTo>
                <a:lnTo>
                  <a:pt x="693757" y="209989"/>
                </a:lnTo>
                <a:lnTo>
                  <a:pt x="692707" y="212874"/>
                </a:lnTo>
                <a:lnTo>
                  <a:pt x="691455" y="215479"/>
                </a:lnTo>
                <a:lnTo>
                  <a:pt x="689917" y="218020"/>
                </a:lnTo>
                <a:lnTo>
                  <a:pt x="688206" y="220297"/>
                </a:lnTo>
                <a:lnTo>
                  <a:pt x="686196" y="222519"/>
                </a:lnTo>
                <a:lnTo>
                  <a:pt x="683975" y="224528"/>
                </a:lnTo>
                <a:lnTo>
                  <a:pt x="681698" y="226239"/>
                </a:lnTo>
                <a:lnTo>
                  <a:pt x="679157" y="227777"/>
                </a:lnTo>
                <a:lnTo>
                  <a:pt x="676552" y="229029"/>
                </a:lnTo>
                <a:lnTo>
                  <a:pt x="673666" y="230079"/>
                </a:lnTo>
                <a:lnTo>
                  <a:pt x="670835" y="230806"/>
                </a:lnTo>
                <a:lnTo>
                  <a:pt x="667950" y="231250"/>
                </a:lnTo>
                <a:lnTo>
                  <a:pt x="664598" y="231430"/>
                </a:lnTo>
                <a:lnTo>
                  <a:pt x="46865" y="231430"/>
                </a:lnTo>
                <a:lnTo>
                  <a:pt x="43513" y="231250"/>
                </a:lnTo>
                <a:lnTo>
                  <a:pt x="40628" y="230806"/>
                </a:lnTo>
                <a:lnTo>
                  <a:pt x="37797" y="230079"/>
                </a:lnTo>
                <a:lnTo>
                  <a:pt x="34911" y="229029"/>
                </a:lnTo>
                <a:lnTo>
                  <a:pt x="32306" y="227777"/>
                </a:lnTo>
                <a:lnTo>
                  <a:pt x="29765" y="226239"/>
                </a:lnTo>
                <a:lnTo>
                  <a:pt x="27488" y="224528"/>
                </a:lnTo>
                <a:lnTo>
                  <a:pt x="25267" y="222519"/>
                </a:lnTo>
                <a:lnTo>
                  <a:pt x="23257" y="220297"/>
                </a:lnTo>
                <a:lnTo>
                  <a:pt x="21546" y="218020"/>
                </a:lnTo>
                <a:lnTo>
                  <a:pt x="20008" y="215479"/>
                </a:lnTo>
                <a:lnTo>
                  <a:pt x="18756" y="212874"/>
                </a:lnTo>
                <a:lnTo>
                  <a:pt x="17706" y="209989"/>
                </a:lnTo>
                <a:lnTo>
                  <a:pt x="16979" y="207158"/>
                </a:lnTo>
                <a:lnTo>
                  <a:pt x="16536" y="204273"/>
                </a:lnTo>
                <a:lnTo>
                  <a:pt x="16355" y="200921"/>
                </a:lnTo>
                <a:lnTo>
                  <a:pt x="16355" y="46865"/>
                </a:lnTo>
                <a:lnTo>
                  <a:pt x="16536" y="43513"/>
                </a:lnTo>
                <a:lnTo>
                  <a:pt x="16979" y="40628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813E7-943F-4FCA-B86A-926DB2FD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72" y="4654520"/>
            <a:ext cx="695271" cy="231921"/>
          </a:xfrm>
          <a:custGeom xmlns:a="http://schemas.openxmlformats.org/drawingml/2006/main">
            <a:pathLst>
              <a:path w="695271" h="231921">
                <a:moveTo>
                  <a:pt x="491" y="37618"/>
                </a:moveTo>
                <a:cubicBezTo>
                  <a:pt x="0" y="17271"/>
                  <a:pt x="17271" y="0"/>
                  <a:pt x="37781" y="327"/>
                </a:cubicBezTo>
                <a:lnTo>
                  <a:pt x="656018" y="327"/>
                </a:lnTo>
                <a:cubicBezTo>
                  <a:pt x="677836" y="0"/>
                  <a:pt x="695108" y="17271"/>
                  <a:pt x="695271" y="37618"/>
                </a:cubicBezTo>
                <a:lnTo>
                  <a:pt x="695271" y="192667"/>
                </a:lnTo>
                <a:cubicBezTo>
                  <a:pt x="695108" y="214159"/>
                  <a:pt x="677836" y="231430"/>
                  <a:pt x="656018" y="231921"/>
                </a:cubicBezTo>
                <a:lnTo>
                  <a:pt x="37781" y="231921"/>
                </a:lnTo>
                <a:cubicBezTo>
                  <a:pt x="17271" y="231430"/>
                  <a:pt x="0" y="214159"/>
                  <a:pt x="491" y="192667"/>
                </a:cubicBezTo>
                <a:lnTo>
                  <a:pt x="491" y="37618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9F016-1393-4B99-9CC1-06FB6917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94" y="4646342"/>
            <a:ext cx="711463" cy="247785"/>
          </a:xfrm>
          <a:custGeom xmlns:a="http://schemas.openxmlformats.org/drawingml/2006/main">
            <a:pathLst>
              <a:path w="711463" h="247785">
                <a:moveTo>
                  <a:pt x="3664" y="219229"/>
                </a:moveTo>
                <a:lnTo>
                  <a:pt x="5643" y="223334"/>
                </a:lnTo>
                <a:lnTo>
                  <a:pt x="7981" y="227178"/>
                </a:lnTo>
                <a:lnTo>
                  <a:pt x="10664" y="230776"/>
                </a:lnTo>
                <a:lnTo>
                  <a:pt x="13690" y="234096"/>
                </a:lnTo>
                <a:lnTo>
                  <a:pt x="17010" y="237122"/>
                </a:lnTo>
                <a:lnTo>
                  <a:pt x="20608" y="239804"/>
                </a:lnTo>
                <a:lnTo>
                  <a:pt x="24451" y="242143"/>
                </a:lnTo>
                <a:lnTo>
                  <a:pt x="28540" y="244122"/>
                </a:lnTo>
                <a:lnTo>
                  <a:pt x="32858" y="245692"/>
                </a:lnTo>
                <a:lnTo>
                  <a:pt x="37340" y="246853"/>
                </a:lnTo>
                <a:lnTo>
                  <a:pt x="41984" y="247556"/>
                </a:lnTo>
                <a:lnTo>
                  <a:pt x="46548" y="247785"/>
                </a:lnTo>
                <a:lnTo>
                  <a:pt x="664915" y="247785"/>
                </a:lnTo>
                <a:lnTo>
                  <a:pt x="669479" y="247556"/>
                </a:lnTo>
                <a:lnTo>
                  <a:pt x="674124" y="246853"/>
                </a:lnTo>
                <a:lnTo>
                  <a:pt x="678605" y="245692"/>
                </a:lnTo>
                <a:lnTo>
                  <a:pt x="682906" y="244122"/>
                </a:lnTo>
                <a:lnTo>
                  <a:pt x="687012" y="242143"/>
                </a:lnTo>
                <a:lnTo>
                  <a:pt x="690855" y="239804"/>
                </a:lnTo>
                <a:lnTo>
                  <a:pt x="694453" y="237122"/>
                </a:lnTo>
                <a:lnTo>
                  <a:pt x="697774" y="234096"/>
                </a:lnTo>
                <a:lnTo>
                  <a:pt x="700799" y="230776"/>
                </a:lnTo>
                <a:lnTo>
                  <a:pt x="703482" y="227178"/>
                </a:lnTo>
                <a:lnTo>
                  <a:pt x="705820" y="223334"/>
                </a:lnTo>
                <a:lnTo>
                  <a:pt x="707799" y="219229"/>
                </a:lnTo>
                <a:lnTo>
                  <a:pt x="709370" y="214927"/>
                </a:lnTo>
                <a:lnTo>
                  <a:pt x="710531" y="210446"/>
                </a:lnTo>
                <a:lnTo>
                  <a:pt x="711234" y="205801"/>
                </a:lnTo>
                <a:lnTo>
                  <a:pt x="711463" y="201238"/>
                </a:lnTo>
                <a:lnTo>
                  <a:pt x="711463" y="46548"/>
                </a:lnTo>
                <a:lnTo>
                  <a:pt x="711234" y="41984"/>
                </a:lnTo>
                <a:lnTo>
                  <a:pt x="710531" y="37340"/>
                </a:lnTo>
                <a:lnTo>
                  <a:pt x="709370" y="32842"/>
                </a:lnTo>
                <a:lnTo>
                  <a:pt x="707799" y="28540"/>
                </a:lnTo>
                <a:lnTo>
                  <a:pt x="705820" y="24451"/>
                </a:lnTo>
                <a:lnTo>
                  <a:pt x="703482" y="20608"/>
                </a:lnTo>
                <a:lnTo>
                  <a:pt x="700799" y="17010"/>
                </a:lnTo>
                <a:lnTo>
                  <a:pt x="697774" y="13690"/>
                </a:lnTo>
                <a:lnTo>
                  <a:pt x="694453" y="10664"/>
                </a:lnTo>
                <a:lnTo>
                  <a:pt x="690855" y="7981"/>
                </a:lnTo>
                <a:lnTo>
                  <a:pt x="687012" y="5643"/>
                </a:lnTo>
                <a:lnTo>
                  <a:pt x="682906" y="3664"/>
                </a:lnTo>
                <a:lnTo>
                  <a:pt x="678605" y="2094"/>
                </a:lnTo>
                <a:lnTo>
                  <a:pt x="674124" y="932"/>
                </a:lnTo>
                <a:lnTo>
                  <a:pt x="669479" y="229"/>
                </a:lnTo>
                <a:lnTo>
                  <a:pt x="664915" y="0"/>
                </a:lnTo>
                <a:lnTo>
                  <a:pt x="46548" y="0"/>
                </a:lnTo>
                <a:lnTo>
                  <a:pt x="41984" y="229"/>
                </a:lnTo>
                <a:lnTo>
                  <a:pt x="37340" y="932"/>
                </a:lnTo>
                <a:lnTo>
                  <a:pt x="32858" y="2094"/>
                </a:lnTo>
                <a:lnTo>
                  <a:pt x="28540" y="3664"/>
                </a:lnTo>
                <a:lnTo>
                  <a:pt x="24451" y="5643"/>
                </a:lnTo>
                <a:lnTo>
                  <a:pt x="20608" y="7981"/>
                </a:lnTo>
                <a:lnTo>
                  <a:pt x="17010" y="10664"/>
                </a:lnTo>
                <a:lnTo>
                  <a:pt x="13690" y="13690"/>
                </a:lnTo>
                <a:lnTo>
                  <a:pt x="10664" y="17010"/>
                </a:lnTo>
                <a:lnTo>
                  <a:pt x="7981" y="20608"/>
                </a:lnTo>
                <a:lnTo>
                  <a:pt x="5643" y="24451"/>
                </a:lnTo>
                <a:lnTo>
                  <a:pt x="3664" y="28540"/>
                </a:lnTo>
                <a:lnTo>
                  <a:pt x="2094" y="32842"/>
                </a:lnTo>
                <a:lnTo>
                  <a:pt x="932" y="37340"/>
                </a:lnTo>
                <a:lnTo>
                  <a:pt x="229" y="41984"/>
                </a:lnTo>
                <a:lnTo>
                  <a:pt x="0" y="46548"/>
                </a:lnTo>
                <a:lnTo>
                  <a:pt x="0" y="201238"/>
                </a:lnTo>
                <a:lnTo>
                  <a:pt x="229" y="205801"/>
                </a:lnTo>
                <a:lnTo>
                  <a:pt x="932" y="210446"/>
                </a:lnTo>
                <a:lnTo>
                  <a:pt x="2094" y="214927"/>
                </a:lnTo>
                <a:lnTo>
                  <a:pt x="3664" y="219229"/>
                </a:lnTo>
                <a:close/>
                <a:moveTo>
                  <a:pt x="16979" y="40628"/>
                </a:moveTo>
                <a:lnTo>
                  <a:pt x="17706" y="37797"/>
                </a:lnTo>
                <a:lnTo>
                  <a:pt x="18756" y="34911"/>
                </a:lnTo>
                <a:lnTo>
                  <a:pt x="20008" y="32306"/>
                </a:lnTo>
                <a:lnTo>
                  <a:pt x="21546" y="29765"/>
                </a:lnTo>
                <a:lnTo>
                  <a:pt x="23321" y="27402"/>
                </a:lnTo>
                <a:lnTo>
                  <a:pt x="25258" y="25275"/>
                </a:lnTo>
                <a:lnTo>
                  <a:pt x="27488" y="23257"/>
                </a:lnTo>
                <a:lnTo>
                  <a:pt x="29765" y="21546"/>
                </a:lnTo>
                <a:lnTo>
                  <a:pt x="32306" y="20008"/>
                </a:lnTo>
                <a:lnTo>
                  <a:pt x="34911" y="18756"/>
                </a:lnTo>
                <a:lnTo>
                  <a:pt x="37797" y="17706"/>
                </a:lnTo>
                <a:lnTo>
                  <a:pt x="40628" y="16979"/>
                </a:lnTo>
                <a:lnTo>
                  <a:pt x="43513" y="16536"/>
                </a:lnTo>
                <a:lnTo>
                  <a:pt x="46865" y="16355"/>
                </a:lnTo>
                <a:lnTo>
                  <a:pt x="664598" y="16355"/>
                </a:lnTo>
                <a:lnTo>
                  <a:pt x="667950" y="16536"/>
                </a:lnTo>
                <a:lnTo>
                  <a:pt x="670835" y="16979"/>
                </a:lnTo>
                <a:lnTo>
                  <a:pt x="673666" y="17706"/>
                </a:lnTo>
                <a:lnTo>
                  <a:pt x="676552" y="18756"/>
                </a:lnTo>
                <a:lnTo>
                  <a:pt x="679157" y="20008"/>
                </a:lnTo>
                <a:lnTo>
                  <a:pt x="681698" y="21546"/>
                </a:lnTo>
                <a:lnTo>
                  <a:pt x="683975" y="23257"/>
                </a:lnTo>
                <a:lnTo>
                  <a:pt x="686205" y="25275"/>
                </a:lnTo>
                <a:lnTo>
                  <a:pt x="688142" y="27402"/>
                </a:lnTo>
                <a:lnTo>
                  <a:pt x="689917" y="29765"/>
                </a:lnTo>
                <a:lnTo>
                  <a:pt x="691455" y="32306"/>
                </a:lnTo>
                <a:lnTo>
                  <a:pt x="692707" y="34911"/>
                </a:lnTo>
                <a:lnTo>
                  <a:pt x="693757" y="37797"/>
                </a:lnTo>
                <a:lnTo>
                  <a:pt x="694484" y="40628"/>
                </a:lnTo>
                <a:lnTo>
                  <a:pt x="694928" y="43513"/>
                </a:lnTo>
                <a:lnTo>
                  <a:pt x="695108" y="46865"/>
                </a:lnTo>
                <a:lnTo>
                  <a:pt x="695108" y="200921"/>
                </a:lnTo>
                <a:lnTo>
                  <a:pt x="694928" y="204273"/>
                </a:lnTo>
                <a:lnTo>
                  <a:pt x="694484" y="207158"/>
                </a:lnTo>
                <a:lnTo>
                  <a:pt x="693757" y="209989"/>
                </a:lnTo>
                <a:lnTo>
                  <a:pt x="692707" y="212874"/>
                </a:lnTo>
                <a:lnTo>
                  <a:pt x="691455" y="215479"/>
                </a:lnTo>
                <a:lnTo>
                  <a:pt x="689917" y="218020"/>
                </a:lnTo>
                <a:lnTo>
                  <a:pt x="688206" y="220297"/>
                </a:lnTo>
                <a:lnTo>
                  <a:pt x="686196" y="222519"/>
                </a:lnTo>
                <a:lnTo>
                  <a:pt x="683975" y="224528"/>
                </a:lnTo>
                <a:lnTo>
                  <a:pt x="681698" y="226239"/>
                </a:lnTo>
                <a:lnTo>
                  <a:pt x="679157" y="227777"/>
                </a:lnTo>
                <a:lnTo>
                  <a:pt x="676552" y="229029"/>
                </a:lnTo>
                <a:lnTo>
                  <a:pt x="673666" y="230079"/>
                </a:lnTo>
                <a:lnTo>
                  <a:pt x="670835" y="230806"/>
                </a:lnTo>
                <a:lnTo>
                  <a:pt x="667950" y="231250"/>
                </a:lnTo>
                <a:lnTo>
                  <a:pt x="664598" y="231430"/>
                </a:lnTo>
                <a:lnTo>
                  <a:pt x="46865" y="231430"/>
                </a:lnTo>
                <a:lnTo>
                  <a:pt x="43513" y="231250"/>
                </a:lnTo>
                <a:lnTo>
                  <a:pt x="40628" y="230806"/>
                </a:lnTo>
                <a:lnTo>
                  <a:pt x="37797" y="230079"/>
                </a:lnTo>
                <a:lnTo>
                  <a:pt x="34911" y="229029"/>
                </a:lnTo>
                <a:lnTo>
                  <a:pt x="32306" y="227777"/>
                </a:lnTo>
                <a:lnTo>
                  <a:pt x="29765" y="226239"/>
                </a:lnTo>
                <a:lnTo>
                  <a:pt x="27488" y="224528"/>
                </a:lnTo>
                <a:lnTo>
                  <a:pt x="25267" y="222519"/>
                </a:lnTo>
                <a:lnTo>
                  <a:pt x="23257" y="220297"/>
                </a:lnTo>
                <a:lnTo>
                  <a:pt x="21546" y="218020"/>
                </a:lnTo>
                <a:lnTo>
                  <a:pt x="20008" y="215479"/>
                </a:lnTo>
                <a:lnTo>
                  <a:pt x="18756" y="212874"/>
                </a:lnTo>
                <a:lnTo>
                  <a:pt x="17706" y="209989"/>
                </a:lnTo>
                <a:lnTo>
                  <a:pt x="16979" y="207158"/>
                </a:lnTo>
                <a:lnTo>
                  <a:pt x="16536" y="204273"/>
                </a:lnTo>
                <a:lnTo>
                  <a:pt x="16355" y="200921"/>
                </a:lnTo>
                <a:lnTo>
                  <a:pt x="16355" y="46865"/>
                </a:lnTo>
                <a:lnTo>
                  <a:pt x="16536" y="43513"/>
                </a:lnTo>
                <a:lnTo>
                  <a:pt x="16979" y="40628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-">
            <a:extLst xmlns:a="http://schemas.openxmlformats.org/drawingml/2006/main">
              <a:ext uri="{FF2B5EF4-FFF2-40B4-BE49-F238E27FC236}">
                <a16:creationId xmlns:a16="http://schemas.microsoft.com/office/drawing/2014/main" id="{05F4689A-5895-4544-B21B-B9BA16FB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418" y="4776406"/>
            <a:ext cx="59800" cy="17250"/>
          </a:xfrm>
          <a:custGeom xmlns:a="http://schemas.openxmlformats.org/drawingml/2006/main">
            <a:pathLst>
              <a:path w="59800" h="17250">
                <a:moveTo>
                  <a:pt x="59800" y="17250"/>
                </a:moveTo>
                <a:lnTo>
                  <a:pt x="0" y="17250"/>
                </a:lnTo>
                <a:lnTo>
                  <a:pt x="0" y="0"/>
                </a:lnTo>
                <a:lnTo>
                  <a:pt x="59800" y="0"/>
                </a:lnTo>
                <a:lnTo>
                  <a:pt x="59800" y="17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A1FAC-A7D8-47DF-9AF4-E1AF3AAA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220" y="4678399"/>
            <a:ext cx="92245" cy="184490"/>
          </a:xfrm>
          <a:custGeom xmlns:a="http://schemas.openxmlformats.org/drawingml/2006/main">
            <a:pathLst>
              <a:path w="92245" h="184490">
                <a:moveTo>
                  <a:pt x="0" y="0"/>
                </a:moveTo>
                <a:lnTo>
                  <a:pt x="92245" y="0"/>
                </a:lnTo>
                <a:lnTo>
                  <a:pt x="92245" y="184490"/>
                </a:lnTo>
                <a:lnTo>
                  <a:pt x="0" y="1844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3C08F-037C-473C-B210-AE297794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212" y="4676436"/>
            <a:ext cx="92245" cy="186452"/>
          </a:xfrm>
          <a:custGeom xmlns:a="http://schemas.openxmlformats.org/drawingml/2006/main">
            <a:pathLst>
              <a:path w="92245" h="186452">
                <a:moveTo>
                  <a:pt x="0" y="0"/>
                </a:moveTo>
                <a:lnTo>
                  <a:pt x="92245" y="0"/>
                </a:lnTo>
                <a:lnTo>
                  <a:pt x="92245" y="186452"/>
                </a:lnTo>
                <a:lnTo>
                  <a:pt x="0" y="1864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2942c576a4cd5"/>
          <a:stretch xmlns:a="http://schemas.openxmlformats.org/drawingml/2006/main"/>
        </p:blipFill>
        <p:spPr>
          <a:xfrm xmlns:a="http://schemas.openxmlformats.org/drawingml/2006/main">
            <a:off x="1303377" y="4676436"/>
            <a:ext cx="186452" cy="186452"/>
          </a:xfrm>
          <a:prstGeom xmlns:a="http://schemas.openxmlformats.org/drawingml/2006/main" prst="rect">
            <a:avLst/>
          </a:prstGeom>
        </p:spPr>
      </p:pic>
      <p:pic>
        <p:nvPicPr>
          <p:cNvPr id="2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1bc57b4954052"/>
          <a:stretch xmlns:a="http://schemas.openxmlformats.org/drawingml/2006/main"/>
        </p:blipFill>
        <p:spPr>
          <a:xfrm xmlns:a="http://schemas.openxmlformats.org/drawingml/2006/main">
            <a:off x="2294519" y="4678398"/>
            <a:ext cx="186452" cy="186452"/>
          </a:xfrm>
          <a:prstGeom xmlns:a="http://schemas.openxmlformats.org/drawingml/2006/main" prst="rect">
            <a:avLst/>
          </a:prstGeom>
        </p:spPr>
      </p:pic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EA36D-BC26-4A52-9402-3183955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46" y="4533489"/>
            <a:ext cx="2003545" cy="473491"/>
          </a:xfrm>
          <a:custGeom xmlns:a="http://schemas.openxmlformats.org/drawingml/2006/main">
            <a:pathLst>
              <a:path w="2003545" h="473491">
                <a:moveTo>
                  <a:pt x="1668" y="407856"/>
                </a:moveTo>
                <a:lnTo>
                  <a:pt x="2584" y="411847"/>
                </a:lnTo>
                <a:lnTo>
                  <a:pt x="3713" y="415805"/>
                </a:lnTo>
                <a:lnTo>
                  <a:pt x="6460" y="423296"/>
                </a:lnTo>
                <a:lnTo>
                  <a:pt x="9911" y="430476"/>
                </a:lnTo>
                <a:lnTo>
                  <a:pt x="14033" y="437264"/>
                </a:lnTo>
                <a:lnTo>
                  <a:pt x="18760" y="443593"/>
                </a:lnTo>
                <a:lnTo>
                  <a:pt x="24075" y="449416"/>
                </a:lnTo>
                <a:lnTo>
                  <a:pt x="29898" y="454731"/>
                </a:lnTo>
                <a:lnTo>
                  <a:pt x="36227" y="459458"/>
                </a:lnTo>
                <a:lnTo>
                  <a:pt x="43015" y="463580"/>
                </a:lnTo>
                <a:lnTo>
                  <a:pt x="50195" y="467031"/>
                </a:lnTo>
                <a:lnTo>
                  <a:pt x="57686" y="469778"/>
                </a:lnTo>
                <a:lnTo>
                  <a:pt x="61644" y="470907"/>
                </a:lnTo>
                <a:lnTo>
                  <a:pt x="65635" y="471823"/>
                </a:lnTo>
                <a:lnTo>
                  <a:pt x="69674" y="472542"/>
                </a:lnTo>
                <a:lnTo>
                  <a:pt x="73796" y="473066"/>
                </a:lnTo>
                <a:lnTo>
                  <a:pt x="77967" y="473393"/>
                </a:lnTo>
                <a:lnTo>
                  <a:pt x="82121" y="473491"/>
                </a:lnTo>
                <a:lnTo>
                  <a:pt x="1921425" y="473491"/>
                </a:lnTo>
                <a:lnTo>
                  <a:pt x="1925579" y="473393"/>
                </a:lnTo>
                <a:lnTo>
                  <a:pt x="1929750" y="473066"/>
                </a:lnTo>
                <a:lnTo>
                  <a:pt x="1933871" y="472542"/>
                </a:lnTo>
                <a:lnTo>
                  <a:pt x="1937911" y="471823"/>
                </a:lnTo>
                <a:lnTo>
                  <a:pt x="1941902" y="470907"/>
                </a:lnTo>
                <a:lnTo>
                  <a:pt x="1945860" y="469778"/>
                </a:lnTo>
                <a:lnTo>
                  <a:pt x="1953350" y="467031"/>
                </a:lnTo>
                <a:lnTo>
                  <a:pt x="1960531" y="463580"/>
                </a:lnTo>
                <a:lnTo>
                  <a:pt x="1967318" y="459458"/>
                </a:lnTo>
                <a:lnTo>
                  <a:pt x="1973648" y="454731"/>
                </a:lnTo>
                <a:lnTo>
                  <a:pt x="1979470" y="449416"/>
                </a:lnTo>
                <a:lnTo>
                  <a:pt x="1984786" y="443593"/>
                </a:lnTo>
                <a:lnTo>
                  <a:pt x="1989512" y="437264"/>
                </a:lnTo>
                <a:lnTo>
                  <a:pt x="1993634" y="430476"/>
                </a:lnTo>
                <a:lnTo>
                  <a:pt x="1997085" y="423296"/>
                </a:lnTo>
                <a:lnTo>
                  <a:pt x="1999833" y="415805"/>
                </a:lnTo>
                <a:lnTo>
                  <a:pt x="2000961" y="411847"/>
                </a:lnTo>
                <a:lnTo>
                  <a:pt x="2001877" y="407856"/>
                </a:lnTo>
                <a:lnTo>
                  <a:pt x="2002597" y="403817"/>
                </a:lnTo>
                <a:lnTo>
                  <a:pt x="2003120" y="399695"/>
                </a:lnTo>
                <a:lnTo>
                  <a:pt x="2003447" y="395524"/>
                </a:lnTo>
                <a:lnTo>
                  <a:pt x="2003545" y="391370"/>
                </a:lnTo>
                <a:lnTo>
                  <a:pt x="2003545" y="82121"/>
                </a:lnTo>
                <a:lnTo>
                  <a:pt x="2003447" y="77967"/>
                </a:lnTo>
                <a:lnTo>
                  <a:pt x="2003120" y="73796"/>
                </a:lnTo>
                <a:lnTo>
                  <a:pt x="2002597" y="69674"/>
                </a:lnTo>
                <a:lnTo>
                  <a:pt x="2001877" y="65635"/>
                </a:lnTo>
                <a:lnTo>
                  <a:pt x="2000961" y="61644"/>
                </a:lnTo>
                <a:lnTo>
                  <a:pt x="1999833" y="57686"/>
                </a:lnTo>
                <a:lnTo>
                  <a:pt x="1997085" y="50195"/>
                </a:lnTo>
                <a:lnTo>
                  <a:pt x="1993634" y="43015"/>
                </a:lnTo>
                <a:lnTo>
                  <a:pt x="1989512" y="36227"/>
                </a:lnTo>
                <a:lnTo>
                  <a:pt x="1984786" y="29898"/>
                </a:lnTo>
                <a:lnTo>
                  <a:pt x="1979470" y="24075"/>
                </a:lnTo>
                <a:lnTo>
                  <a:pt x="1973648" y="18760"/>
                </a:lnTo>
                <a:lnTo>
                  <a:pt x="1967318" y="14033"/>
                </a:lnTo>
                <a:lnTo>
                  <a:pt x="1960531" y="9911"/>
                </a:lnTo>
                <a:lnTo>
                  <a:pt x="1953350" y="6460"/>
                </a:lnTo>
                <a:lnTo>
                  <a:pt x="1945860" y="3713"/>
                </a:lnTo>
                <a:lnTo>
                  <a:pt x="1941902" y="2584"/>
                </a:lnTo>
                <a:lnTo>
                  <a:pt x="1937911" y="1668"/>
                </a:lnTo>
                <a:lnTo>
                  <a:pt x="1933871" y="949"/>
                </a:lnTo>
                <a:lnTo>
                  <a:pt x="1929750" y="425"/>
                </a:lnTo>
                <a:lnTo>
                  <a:pt x="1925579" y="98"/>
                </a:lnTo>
                <a:lnTo>
                  <a:pt x="1921425" y="0"/>
                </a:lnTo>
                <a:lnTo>
                  <a:pt x="82121" y="0"/>
                </a:lnTo>
                <a:lnTo>
                  <a:pt x="77967" y="98"/>
                </a:lnTo>
                <a:lnTo>
                  <a:pt x="73796" y="425"/>
                </a:lnTo>
                <a:lnTo>
                  <a:pt x="69674" y="949"/>
                </a:lnTo>
                <a:lnTo>
                  <a:pt x="65635" y="1668"/>
                </a:lnTo>
                <a:lnTo>
                  <a:pt x="61644" y="2584"/>
                </a:lnTo>
                <a:lnTo>
                  <a:pt x="57686" y="3713"/>
                </a:lnTo>
                <a:lnTo>
                  <a:pt x="50195" y="6460"/>
                </a:lnTo>
                <a:lnTo>
                  <a:pt x="43015" y="9911"/>
                </a:lnTo>
                <a:lnTo>
                  <a:pt x="36227" y="14033"/>
                </a:lnTo>
                <a:lnTo>
                  <a:pt x="29898" y="18760"/>
                </a:lnTo>
                <a:lnTo>
                  <a:pt x="24075" y="24075"/>
                </a:lnTo>
                <a:lnTo>
                  <a:pt x="18760" y="29898"/>
                </a:lnTo>
                <a:lnTo>
                  <a:pt x="14033" y="36227"/>
                </a:lnTo>
                <a:lnTo>
                  <a:pt x="9911" y="43015"/>
                </a:lnTo>
                <a:lnTo>
                  <a:pt x="6460" y="50195"/>
                </a:lnTo>
                <a:lnTo>
                  <a:pt x="3713" y="57686"/>
                </a:lnTo>
                <a:lnTo>
                  <a:pt x="2584" y="61644"/>
                </a:lnTo>
                <a:lnTo>
                  <a:pt x="1668" y="65635"/>
                </a:lnTo>
                <a:lnTo>
                  <a:pt x="949" y="69674"/>
                </a:lnTo>
                <a:lnTo>
                  <a:pt x="425" y="73796"/>
                </a:lnTo>
                <a:lnTo>
                  <a:pt x="98" y="77967"/>
                </a:lnTo>
                <a:lnTo>
                  <a:pt x="0" y="82121"/>
                </a:lnTo>
                <a:lnTo>
                  <a:pt x="0" y="391370"/>
                </a:lnTo>
                <a:lnTo>
                  <a:pt x="98" y="395524"/>
                </a:lnTo>
                <a:lnTo>
                  <a:pt x="425" y="399695"/>
                </a:lnTo>
                <a:lnTo>
                  <a:pt x="949" y="403817"/>
                </a:lnTo>
                <a:lnTo>
                  <a:pt x="1668" y="407856"/>
                </a:lnTo>
                <a:close/>
                <a:moveTo>
                  <a:pt x="11288" y="67557"/>
                </a:moveTo>
                <a:lnTo>
                  <a:pt x="12119" y="63983"/>
                </a:lnTo>
                <a:lnTo>
                  <a:pt x="13061" y="60689"/>
                </a:lnTo>
                <a:lnTo>
                  <a:pt x="15482" y="54078"/>
                </a:lnTo>
                <a:lnTo>
                  <a:pt x="18551" y="47710"/>
                </a:lnTo>
                <a:lnTo>
                  <a:pt x="22158" y="41749"/>
                </a:lnTo>
                <a:lnTo>
                  <a:pt x="26327" y="36169"/>
                </a:lnTo>
                <a:lnTo>
                  <a:pt x="31018" y="31018"/>
                </a:lnTo>
                <a:lnTo>
                  <a:pt x="36169" y="26327"/>
                </a:lnTo>
                <a:lnTo>
                  <a:pt x="41749" y="22158"/>
                </a:lnTo>
                <a:lnTo>
                  <a:pt x="47710" y="18551"/>
                </a:lnTo>
                <a:lnTo>
                  <a:pt x="54078" y="15482"/>
                </a:lnTo>
                <a:lnTo>
                  <a:pt x="60689" y="13061"/>
                </a:lnTo>
                <a:lnTo>
                  <a:pt x="64212" y="12054"/>
                </a:lnTo>
                <a:lnTo>
                  <a:pt x="63983" y="12119"/>
                </a:lnTo>
                <a:lnTo>
                  <a:pt x="67557" y="11288"/>
                </a:lnTo>
                <a:lnTo>
                  <a:pt x="71244" y="10637"/>
                </a:lnTo>
                <a:lnTo>
                  <a:pt x="74908" y="10173"/>
                </a:lnTo>
                <a:lnTo>
                  <a:pt x="74663" y="10206"/>
                </a:lnTo>
                <a:lnTo>
                  <a:pt x="78399" y="9910"/>
                </a:lnTo>
                <a:lnTo>
                  <a:pt x="82317" y="9813"/>
                </a:lnTo>
                <a:lnTo>
                  <a:pt x="1921228" y="9813"/>
                </a:lnTo>
                <a:lnTo>
                  <a:pt x="1925146" y="9910"/>
                </a:lnTo>
                <a:lnTo>
                  <a:pt x="1928883" y="10206"/>
                </a:lnTo>
                <a:lnTo>
                  <a:pt x="1928637" y="10173"/>
                </a:lnTo>
                <a:lnTo>
                  <a:pt x="1932301" y="10637"/>
                </a:lnTo>
                <a:lnTo>
                  <a:pt x="1935988" y="11288"/>
                </a:lnTo>
                <a:lnTo>
                  <a:pt x="1939563" y="12119"/>
                </a:lnTo>
                <a:lnTo>
                  <a:pt x="1939334" y="12054"/>
                </a:lnTo>
                <a:lnTo>
                  <a:pt x="1942857" y="13061"/>
                </a:lnTo>
                <a:lnTo>
                  <a:pt x="1949468" y="15482"/>
                </a:lnTo>
                <a:lnTo>
                  <a:pt x="1955836" y="18551"/>
                </a:lnTo>
                <a:lnTo>
                  <a:pt x="1961796" y="22158"/>
                </a:lnTo>
                <a:lnTo>
                  <a:pt x="1967376" y="26327"/>
                </a:lnTo>
                <a:lnTo>
                  <a:pt x="1972528" y="31018"/>
                </a:lnTo>
                <a:lnTo>
                  <a:pt x="1977218" y="36169"/>
                </a:lnTo>
                <a:lnTo>
                  <a:pt x="1981388" y="41749"/>
                </a:lnTo>
                <a:lnTo>
                  <a:pt x="1984995" y="47710"/>
                </a:lnTo>
                <a:lnTo>
                  <a:pt x="1988063" y="54078"/>
                </a:lnTo>
                <a:lnTo>
                  <a:pt x="1990485" y="60689"/>
                </a:lnTo>
                <a:lnTo>
                  <a:pt x="1991491" y="64212"/>
                </a:lnTo>
                <a:lnTo>
                  <a:pt x="1991426" y="63983"/>
                </a:lnTo>
                <a:lnTo>
                  <a:pt x="1992257" y="67557"/>
                </a:lnTo>
                <a:lnTo>
                  <a:pt x="1992909" y="71244"/>
                </a:lnTo>
                <a:lnTo>
                  <a:pt x="1993372" y="74908"/>
                </a:lnTo>
                <a:lnTo>
                  <a:pt x="1993340" y="74663"/>
                </a:lnTo>
                <a:lnTo>
                  <a:pt x="1993635" y="78399"/>
                </a:lnTo>
                <a:lnTo>
                  <a:pt x="1993732" y="82317"/>
                </a:lnTo>
                <a:lnTo>
                  <a:pt x="1993732" y="391174"/>
                </a:lnTo>
                <a:lnTo>
                  <a:pt x="1993635" y="395092"/>
                </a:lnTo>
                <a:lnTo>
                  <a:pt x="1993340" y="398828"/>
                </a:lnTo>
                <a:lnTo>
                  <a:pt x="1993372" y="398583"/>
                </a:lnTo>
                <a:lnTo>
                  <a:pt x="1992909" y="402247"/>
                </a:lnTo>
                <a:lnTo>
                  <a:pt x="1992257" y="405934"/>
                </a:lnTo>
                <a:lnTo>
                  <a:pt x="1991426" y="409508"/>
                </a:lnTo>
                <a:lnTo>
                  <a:pt x="1991491" y="409279"/>
                </a:lnTo>
                <a:lnTo>
                  <a:pt x="1990485" y="412802"/>
                </a:lnTo>
                <a:lnTo>
                  <a:pt x="1988063" y="419413"/>
                </a:lnTo>
                <a:lnTo>
                  <a:pt x="1984995" y="425781"/>
                </a:lnTo>
                <a:lnTo>
                  <a:pt x="1981388" y="431742"/>
                </a:lnTo>
                <a:lnTo>
                  <a:pt x="1977218" y="437322"/>
                </a:lnTo>
                <a:lnTo>
                  <a:pt x="1972528" y="442473"/>
                </a:lnTo>
                <a:lnTo>
                  <a:pt x="1967376" y="447163"/>
                </a:lnTo>
                <a:lnTo>
                  <a:pt x="1961796" y="451333"/>
                </a:lnTo>
                <a:lnTo>
                  <a:pt x="1955836" y="454940"/>
                </a:lnTo>
                <a:lnTo>
                  <a:pt x="1949468" y="458008"/>
                </a:lnTo>
                <a:lnTo>
                  <a:pt x="1942857" y="460430"/>
                </a:lnTo>
                <a:lnTo>
                  <a:pt x="1939334" y="461437"/>
                </a:lnTo>
                <a:lnTo>
                  <a:pt x="1939563" y="461372"/>
                </a:lnTo>
                <a:lnTo>
                  <a:pt x="1935988" y="462202"/>
                </a:lnTo>
                <a:lnTo>
                  <a:pt x="1932301" y="462854"/>
                </a:lnTo>
                <a:lnTo>
                  <a:pt x="1928637" y="463318"/>
                </a:lnTo>
                <a:lnTo>
                  <a:pt x="1928883" y="463285"/>
                </a:lnTo>
                <a:lnTo>
                  <a:pt x="1925146" y="463581"/>
                </a:lnTo>
                <a:lnTo>
                  <a:pt x="1921228" y="463678"/>
                </a:lnTo>
                <a:lnTo>
                  <a:pt x="82317" y="463678"/>
                </a:lnTo>
                <a:lnTo>
                  <a:pt x="78399" y="463581"/>
                </a:lnTo>
                <a:lnTo>
                  <a:pt x="74663" y="463285"/>
                </a:lnTo>
                <a:lnTo>
                  <a:pt x="74908" y="463318"/>
                </a:lnTo>
                <a:lnTo>
                  <a:pt x="71244" y="462854"/>
                </a:lnTo>
                <a:lnTo>
                  <a:pt x="67557" y="462202"/>
                </a:lnTo>
                <a:lnTo>
                  <a:pt x="63983" y="461372"/>
                </a:lnTo>
                <a:lnTo>
                  <a:pt x="64212" y="461437"/>
                </a:lnTo>
                <a:lnTo>
                  <a:pt x="60689" y="460430"/>
                </a:lnTo>
                <a:lnTo>
                  <a:pt x="54078" y="458008"/>
                </a:lnTo>
                <a:lnTo>
                  <a:pt x="47710" y="454940"/>
                </a:lnTo>
                <a:lnTo>
                  <a:pt x="41749" y="451333"/>
                </a:lnTo>
                <a:lnTo>
                  <a:pt x="36169" y="447163"/>
                </a:lnTo>
                <a:lnTo>
                  <a:pt x="31018" y="442473"/>
                </a:lnTo>
                <a:lnTo>
                  <a:pt x="26327" y="437322"/>
                </a:lnTo>
                <a:lnTo>
                  <a:pt x="22158" y="431742"/>
                </a:lnTo>
                <a:lnTo>
                  <a:pt x="18551" y="425781"/>
                </a:lnTo>
                <a:lnTo>
                  <a:pt x="15482" y="419413"/>
                </a:lnTo>
                <a:lnTo>
                  <a:pt x="13061" y="412802"/>
                </a:lnTo>
                <a:lnTo>
                  <a:pt x="12119" y="409508"/>
                </a:lnTo>
                <a:lnTo>
                  <a:pt x="11288" y="405934"/>
                </a:lnTo>
                <a:lnTo>
                  <a:pt x="10637" y="402247"/>
                </a:lnTo>
                <a:lnTo>
                  <a:pt x="10173" y="398583"/>
                </a:lnTo>
                <a:lnTo>
                  <a:pt x="10206" y="398828"/>
                </a:lnTo>
                <a:lnTo>
                  <a:pt x="9910" y="395092"/>
                </a:lnTo>
                <a:lnTo>
                  <a:pt x="9813" y="391174"/>
                </a:lnTo>
                <a:lnTo>
                  <a:pt x="9813" y="82317"/>
                </a:lnTo>
                <a:lnTo>
                  <a:pt x="9910" y="78399"/>
                </a:lnTo>
                <a:lnTo>
                  <a:pt x="10206" y="74663"/>
                </a:lnTo>
                <a:lnTo>
                  <a:pt x="10173" y="74908"/>
                </a:lnTo>
                <a:lnTo>
                  <a:pt x="10637" y="71244"/>
                </a:lnTo>
                <a:lnTo>
                  <a:pt x="11288" y="675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41252-F192-441B-9A0B-C3AF5CD2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374" y="4654520"/>
            <a:ext cx="695271" cy="231921"/>
          </a:xfrm>
          <a:custGeom xmlns:a="http://schemas.openxmlformats.org/drawingml/2006/main">
            <a:pathLst>
              <a:path w="695271" h="231921">
                <a:moveTo>
                  <a:pt x="491" y="37618"/>
                </a:moveTo>
                <a:cubicBezTo>
                  <a:pt x="0" y="17271"/>
                  <a:pt x="17271" y="0"/>
                  <a:pt x="37781" y="327"/>
                </a:cubicBezTo>
                <a:lnTo>
                  <a:pt x="656018" y="327"/>
                </a:lnTo>
                <a:cubicBezTo>
                  <a:pt x="677836" y="0"/>
                  <a:pt x="695108" y="17271"/>
                  <a:pt x="695271" y="37618"/>
                </a:cubicBezTo>
                <a:lnTo>
                  <a:pt x="695271" y="192667"/>
                </a:lnTo>
                <a:cubicBezTo>
                  <a:pt x="695108" y="214159"/>
                  <a:pt x="677836" y="231430"/>
                  <a:pt x="656018" y="231921"/>
                </a:cubicBezTo>
                <a:lnTo>
                  <a:pt x="37781" y="231921"/>
                </a:lnTo>
                <a:cubicBezTo>
                  <a:pt x="17271" y="231430"/>
                  <a:pt x="0" y="214159"/>
                  <a:pt x="491" y="192667"/>
                </a:cubicBezTo>
                <a:lnTo>
                  <a:pt x="491" y="37618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C17EA-DF29-4E3D-B261-0F95AC10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196" y="4646342"/>
            <a:ext cx="711463" cy="247785"/>
          </a:xfrm>
          <a:custGeom xmlns:a="http://schemas.openxmlformats.org/drawingml/2006/main">
            <a:pathLst>
              <a:path w="711463" h="247785">
                <a:moveTo>
                  <a:pt x="3664" y="219229"/>
                </a:moveTo>
                <a:lnTo>
                  <a:pt x="5643" y="223334"/>
                </a:lnTo>
                <a:lnTo>
                  <a:pt x="7981" y="227178"/>
                </a:lnTo>
                <a:lnTo>
                  <a:pt x="10664" y="230776"/>
                </a:lnTo>
                <a:lnTo>
                  <a:pt x="13690" y="234096"/>
                </a:lnTo>
                <a:lnTo>
                  <a:pt x="17010" y="237122"/>
                </a:lnTo>
                <a:lnTo>
                  <a:pt x="20608" y="239804"/>
                </a:lnTo>
                <a:lnTo>
                  <a:pt x="24451" y="242143"/>
                </a:lnTo>
                <a:lnTo>
                  <a:pt x="28557" y="244122"/>
                </a:lnTo>
                <a:lnTo>
                  <a:pt x="32858" y="245692"/>
                </a:lnTo>
                <a:lnTo>
                  <a:pt x="37340" y="246853"/>
                </a:lnTo>
                <a:lnTo>
                  <a:pt x="41984" y="247556"/>
                </a:lnTo>
                <a:lnTo>
                  <a:pt x="46548" y="247785"/>
                </a:lnTo>
                <a:lnTo>
                  <a:pt x="664915" y="247785"/>
                </a:lnTo>
                <a:lnTo>
                  <a:pt x="669479" y="247556"/>
                </a:lnTo>
                <a:lnTo>
                  <a:pt x="674124" y="246853"/>
                </a:lnTo>
                <a:lnTo>
                  <a:pt x="678605" y="245692"/>
                </a:lnTo>
                <a:lnTo>
                  <a:pt x="682906" y="244122"/>
                </a:lnTo>
                <a:lnTo>
                  <a:pt x="687012" y="242143"/>
                </a:lnTo>
                <a:lnTo>
                  <a:pt x="690855" y="239804"/>
                </a:lnTo>
                <a:lnTo>
                  <a:pt x="694453" y="237122"/>
                </a:lnTo>
                <a:lnTo>
                  <a:pt x="697774" y="234096"/>
                </a:lnTo>
                <a:lnTo>
                  <a:pt x="700799" y="230776"/>
                </a:lnTo>
                <a:lnTo>
                  <a:pt x="703482" y="227178"/>
                </a:lnTo>
                <a:lnTo>
                  <a:pt x="705820" y="223334"/>
                </a:lnTo>
                <a:lnTo>
                  <a:pt x="707799" y="219229"/>
                </a:lnTo>
                <a:lnTo>
                  <a:pt x="709370" y="214927"/>
                </a:lnTo>
                <a:lnTo>
                  <a:pt x="710531" y="210446"/>
                </a:lnTo>
                <a:lnTo>
                  <a:pt x="711234" y="205801"/>
                </a:lnTo>
                <a:lnTo>
                  <a:pt x="711463" y="201238"/>
                </a:lnTo>
                <a:lnTo>
                  <a:pt x="711463" y="46548"/>
                </a:lnTo>
                <a:lnTo>
                  <a:pt x="711234" y="41984"/>
                </a:lnTo>
                <a:lnTo>
                  <a:pt x="710531" y="37340"/>
                </a:lnTo>
                <a:lnTo>
                  <a:pt x="709370" y="32842"/>
                </a:lnTo>
                <a:lnTo>
                  <a:pt x="707799" y="28540"/>
                </a:lnTo>
                <a:lnTo>
                  <a:pt x="705820" y="24451"/>
                </a:lnTo>
                <a:lnTo>
                  <a:pt x="703482" y="20608"/>
                </a:lnTo>
                <a:lnTo>
                  <a:pt x="700799" y="17010"/>
                </a:lnTo>
                <a:lnTo>
                  <a:pt x="697774" y="13690"/>
                </a:lnTo>
                <a:lnTo>
                  <a:pt x="694453" y="10664"/>
                </a:lnTo>
                <a:lnTo>
                  <a:pt x="690855" y="7981"/>
                </a:lnTo>
                <a:lnTo>
                  <a:pt x="687012" y="5643"/>
                </a:lnTo>
                <a:lnTo>
                  <a:pt x="682906" y="3664"/>
                </a:lnTo>
                <a:lnTo>
                  <a:pt x="678605" y="2094"/>
                </a:lnTo>
                <a:lnTo>
                  <a:pt x="674124" y="932"/>
                </a:lnTo>
                <a:lnTo>
                  <a:pt x="669479" y="229"/>
                </a:lnTo>
                <a:lnTo>
                  <a:pt x="664915" y="0"/>
                </a:lnTo>
                <a:lnTo>
                  <a:pt x="46548" y="0"/>
                </a:lnTo>
                <a:lnTo>
                  <a:pt x="41984" y="229"/>
                </a:lnTo>
                <a:lnTo>
                  <a:pt x="37340" y="932"/>
                </a:lnTo>
                <a:lnTo>
                  <a:pt x="32858" y="2094"/>
                </a:lnTo>
                <a:lnTo>
                  <a:pt x="28557" y="3664"/>
                </a:lnTo>
                <a:lnTo>
                  <a:pt x="24451" y="5643"/>
                </a:lnTo>
                <a:lnTo>
                  <a:pt x="20608" y="7981"/>
                </a:lnTo>
                <a:lnTo>
                  <a:pt x="17010" y="10664"/>
                </a:lnTo>
                <a:lnTo>
                  <a:pt x="13690" y="13690"/>
                </a:lnTo>
                <a:lnTo>
                  <a:pt x="10664" y="17010"/>
                </a:lnTo>
                <a:lnTo>
                  <a:pt x="7981" y="20608"/>
                </a:lnTo>
                <a:lnTo>
                  <a:pt x="5643" y="24451"/>
                </a:lnTo>
                <a:lnTo>
                  <a:pt x="3664" y="28540"/>
                </a:lnTo>
                <a:lnTo>
                  <a:pt x="2094" y="32842"/>
                </a:lnTo>
                <a:lnTo>
                  <a:pt x="932" y="37340"/>
                </a:lnTo>
                <a:lnTo>
                  <a:pt x="229" y="41984"/>
                </a:lnTo>
                <a:lnTo>
                  <a:pt x="0" y="46548"/>
                </a:lnTo>
                <a:lnTo>
                  <a:pt x="0" y="201238"/>
                </a:lnTo>
                <a:lnTo>
                  <a:pt x="229" y="205801"/>
                </a:lnTo>
                <a:lnTo>
                  <a:pt x="932" y="210446"/>
                </a:lnTo>
                <a:lnTo>
                  <a:pt x="2094" y="214927"/>
                </a:lnTo>
                <a:lnTo>
                  <a:pt x="3664" y="219229"/>
                </a:lnTo>
                <a:close/>
                <a:moveTo>
                  <a:pt x="16979" y="40628"/>
                </a:moveTo>
                <a:lnTo>
                  <a:pt x="17706" y="37797"/>
                </a:lnTo>
                <a:lnTo>
                  <a:pt x="18756" y="34911"/>
                </a:lnTo>
                <a:lnTo>
                  <a:pt x="20008" y="32306"/>
                </a:lnTo>
                <a:lnTo>
                  <a:pt x="21546" y="29765"/>
                </a:lnTo>
                <a:lnTo>
                  <a:pt x="23321" y="27402"/>
                </a:lnTo>
                <a:lnTo>
                  <a:pt x="25258" y="25275"/>
                </a:lnTo>
                <a:lnTo>
                  <a:pt x="27488" y="23257"/>
                </a:lnTo>
                <a:lnTo>
                  <a:pt x="29765" y="21546"/>
                </a:lnTo>
                <a:lnTo>
                  <a:pt x="32306" y="20008"/>
                </a:lnTo>
                <a:lnTo>
                  <a:pt x="34911" y="18756"/>
                </a:lnTo>
                <a:lnTo>
                  <a:pt x="37797" y="17706"/>
                </a:lnTo>
                <a:lnTo>
                  <a:pt x="40628" y="16979"/>
                </a:lnTo>
                <a:lnTo>
                  <a:pt x="43513" y="16536"/>
                </a:lnTo>
                <a:lnTo>
                  <a:pt x="46865" y="16355"/>
                </a:lnTo>
                <a:lnTo>
                  <a:pt x="664598" y="16355"/>
                </a:lnTo>
                <a:lnTo>
                  <a:pt x="667950" y="16536"/>
                </a:lnTo>
                <a:lnTo>
                  <a:pt x="670835" y="16979"/>
                </a:lnTo>
                <a:lnTo>
                  <a:pt x="673666" y="17706"/>
                </a:lnTo>
                <a:lnTo>
                  <a:pt x="676552" y="18756"/>
                </a:lnTo>
                <a:lnTo>
                  <a:pt x="679157" y="20008"/>
                </a:lnTo>
                <a:lnTo>
                  <a:pt x="681698" y="21546"/>
                </a:lnTo>
                <a:lnTo>
                  <a:pt x="683975" y="23257"/>
                </a:lnTo>
                <a:lnTo>
                  <a:pt x="686205" y="25275"/>
                </a:lnTo>
                <a:lnTo>
                  <a:pt x="688142" y="27402"/>
                </a:lnTo>
                <a:lnTo>
                  <a:pt x="689917" y="29765"/>
                </a:lnTo>
                <a:lnTo>
                  <a:pt x="691455" y="32306"/>
                </a:lnTo>
                <a:lnTo>
                  <a:pt x="692707" y="34911"/>
                </a:lnTo>
                <a:lnTo>
                  <a:pt x="693757" y="37797"/>
                </a:lnTo>
                <a:lnTo>
                  <a:pt x="694484" y="40628"/>
                </a:lnTo>
                <a:lnTo>
                  <a:pt x="694928" y="43513"/>
                </a:lnTo>
                <a:lnTo>
                  <a:pt x="695108" y="46865"/>
                </a:lnTo>
                <a:lnTo>
                  <a:pt x="695108" y="200921"/>
                </a:lnTo>
                <a:lnTo>
                  <a:pt x="694928" y="204273"/>
                </a:lnTo>
                <a:lnTo>
                  <a:pt x="694484" y="207158"/>
                </a:lnTo>
                <a:lnTo>
                  <a:pt x="693757" y="209989"/>
                </a:lnTo>
                <a:lnTo>
                  <a:pt x="692707" y="212874"/>
                </a:lnTo>
                <a:lnTo>
                  <a:pt x="691455" y="215479"/>
                </a:lnTo>
                <a:lnTo>
                  <a:pt x="689917" y="218020"/>
                </a:lnTo>
                <a:lnTo>
                  <a:pt x="688206" y="220297"/>
                </a:lnTo>
                <a:lnTo>
                  <a:pt x="686196" y="222519"/>
                </a:lnTo>
                <a:lnTo>
                  <a:pt x="683975" y="224528"/>
                </a:lnTo>
                <a:lnTo>
                  <a:pt x="681698" y="226239"/>
                </a:lnTo>
                <a:lnTo>
                  <a:pt x="679157" y="227777"/>
                </a:lnTo>
                <a:lnTo>
                  <a:pt x="676552" y="229029"/>
                </a:lnTo>
                <a:lnTo>
                  <a:pt x="673666" y="230079"/>
                </a:lnTo>
                <a:lnTo>
                  <a:pt x="670835" y="230806"/>
                </a:lnTo>
                <a:lnTo>
                  <a:pt x="667950" y="231250"/>
                </a:lnTo>
                <a:lnTo>
                  <a:pt x="664598" y="231430"/>
                </a:lnTo>
                <a:lnTo>
                  <a:pt x="46865" y="231430"/>
                </a:lnTo>
                <a:lnTo>
                  <a:pt x="43513" y="231250"/>
                </a:lnTo>
                <a:lnTo>
                  <a:pt x="40628" y="230806"/>
                </a:lnTo>
                <a:lnTo>
                  <a:pt x="37797" y="230079"/>
                </a:lnTo>
                <a:lnTo>
                  <a:pt x="34911" y="229029"/>
                </a:lnTo>
                <a:lnTo>
                  <a:pt x="32306" y="227777"/>
                </a:lnTo>
                <a:lnTo>
                  <a:pt x="29765" y="226239"/>
                </a:lnTo>
                <a:lnTo>
                  <a:pt x="27488" y="224528"/>
                </a:lnTo>
                <a:lnTo>
                  <a:pt x="25267" y="222519"/>
                </a:lnTo>
                <a:lnTo>
                  <a:pt x="23257" y="220297"/>
                </a:lnTo>
                <a:lnTo>
                  <a:pt x="21546" y="218020"/>
                </a:lnTo>
                <a:lnTo>
                  <a:pt x="20008" y="215479"/>
                </a:lnTo>
                <a:lnTo>
                  <a:pt x="18756" y="212874"/>
                </a:lnTo>
                <a:lnTo>
                  <a:pt x="17706" y="209989"/>
                </a:lnTo>
                <a:lnTo>
                  <a:pt x="16979" y="207158"/>
                </a:lnTo>
                <a:lnTo>
                  <a:pt x="16536" y="204273"/>
                </a:lnTo>
                <a:lnTo>
                  <a:pt x="16355" y="200921"/>
                </a:lnTo>
                <a:lnTo>
                  <a:pt x="16355" y="46865"/>
                </a:lnTo>
                <a:lnTo>
                  <a:pt x="16536" y="43513"/>
                </a:lnTo>
                <a:lnTo>
                  <a:pt x="16979" y="40628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57B69-A98A-4FA3-A218-BB108B3D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151" y="4654520"/>
            <a:ext cx="695598" cy="231921"/>
          </a:xfrm>
          <a:custGeom xmlns:a="http://schemas.openxmlformats.org/drawingml/2006/main">
            <a:pathLst>
              <a:path w="695598" h="231921">
                <a:moveTo>
                  <a:pt x="818" y="37618"/>
                </a:moveTo>
                <a:cubicBezTo>
                  <a:pt x="0" y="17271"/>
                  <a:pt x="17271" y="0"/>
                  <a:pt x="38108" y="327"/>
                </a:cubicBezTo>
                <a:lnTo>
                  <a:pt x="656345" y="327"/>
                </a:lnTo>
                <a:cubicBezTo>
                  <a:pt x="677836" y="0"/>
                  <a:pt x="695108" y="17271"/>
                  <a:pt x="695598" y="37618"/>
                </a:cubicBezTo>
                <a:lnTo>
                  <a:pt x="695598" y="192667"/>
                </a:lnTo>
                <a:cubicBezTo>
                  <a:pt x="695108" y="214159"/>
                  <a:pt x="677836" y="231430"/>
                  <a:pt x="656345" y="231921"/>
                </a:cubicBezTo>
                <a:lnTo>
                  <a:pt x="38108" y="231921"/>
                </a:lnTo>
                <a:cubicBezTo>
                  <a:pt x="17271" y="231430"/>
                  <a:pt x="0" y="214159"/>
                  <a:pt x="818" y="192667"/>
                </a:cubicBezTo>
                <a:lnTo>
                  <a:pt x="818" y="37618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DA8A1-1EA6-4D62-9548-5E35F4D2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974" y="4646342"/>
            <a:ext cx="711463" cy="247785"/>
          </a:xfrm>
          <a:custGeom xmlns:a="http://schemas.openxmlformats.org/drawingml/2006/main">
            <a:pathLst>
              <a:path w="711463" h="247785">
                <a:moveTo>
                  <a:pt x="3664" y="219229"/>
                </a:moveTo>
                <a:lnTo>
                  <a:pt x="5643" y="223334"/>
                </a:lnTo>
                <a:lnTo>
                  <a:pt x="7981" y="227178"/>
                </a:lnTo>
                <a:lnTo>
                  <a:pt x="10664" y="230776"/>
                </a:lnTo>
                <a:lnTo>
                  <a:pt x="13690" y="234096"/>
                </a:lnTo>
                <a:lnTo>
                  <a:pt x="17010" y="237122"/>
                </a:lnTo>
                <a:lnTo>
                  <a:pt x="20608" y="239804"/>
                </a:lnTo>
                <a:lnTo>
                  <a:pt x="24451" y="242143"/>
                </a:lnTo>
                <a:lnTo>
                  <a:pt x="28540" y="244122"/>
                </a:lnTo>
                <a:lnTo>
                  <a:pt x="32842" y="245692"/>
                </a:lnTo>
                <a:lnTo>
                  <a:pt x="37340" y="246853"/>
                </a:lnTo>
                <a:lnTo>
                  <a:pt x="41984" y="247556"/>
                </a:lnTo>
                <a:lnTo>
                  <a:pt x="46548" y="247785"/>
                </a:lnTo>
                <a:lnTo>
                  <a:pt x="664915" y="247785"/>
                </a:lnTo>
                <a:lnTo>
                  <a:pt x="669479" y="247556"/>
                </a:lnTo>
                <a:lnTo>
                  <a:pt x="674124" y="246853"/>
                </a:lnTo>
                <a:lnTo>
                  <a:pt x="678605" y="245692"/>
                </a:lnTo>
                <a:lnTo>
                  <a:pt x="682906" y="244122"/>
                </a:lnTo>
                <a:lnTo>
                  <a:pt x="687012" y="242143"/>
                </a:lnTo>
                <a:lnTo>
                  <a:pt x="690855" y="239804"/>
                </a:lnTo>
                <a:lnTo>
                  <a:pt x="694453" y="237122"/>
                </a:lnTo>
                <a:lnTo>
                  <a:pt x="697774" y="234096"/>
                </a:lnTo>
                <a:lnTo>
                  <a:pt x="700799" y="230776"/>
                </a:lnTo>
                <a:lnTo>
                  <a:pt x="703482" y="227178"/>
                </a:lnTo>
                <a:lnTo>
                  <a:pt x="705820" y="223334"/>
                </a:lnTo>
                <a:lnTo>
                  <a:pt x="707799" y="219229"/>
                </a:lnTo>
                <a:lnTo>
                  <a:pt x="709370" y="214927"/>
                </a:lnTo>
                <a:lnTo>
                  <a:pt x="710531" y="210446"/>
                </a:lnTo>
                <a:lnTo>
                  <a:pt x="711234" y="205801"/>
                </a:lnTo>
                <a:lnTo>
                  <a:pt x="711463" y="201238"/>
                </a:lnTo>
                <a:lnTo>
                  <a:pt x="711463" y="46548"/>
                </a:lnTo>
                <a:lnTo>
                  <a:pt x="711234" y="41984"/>
                </a:lnTo>
                <a:lnTo>
                  <a:pt x="710531" y="37340"/>
                </a:lnTo>
                <a:lnTo>
                  <a:pt x="709370" y="32842"/>
                </a:lnTo>
                <a:lnTo>
                  <a:pt x="707799" y="28540"/>
                </a:lnTo>
                <a:lnTo>
                  <a:pt x="705820" y="24451"/>
                </a:lnTo>
                <a:lnTo>
                  <a:pt x="703482" y="20608"/>
                </a:lnTo>
                <a:lnTo>
                  <a:pt x="700799" y="17010"/>
                </a:lnTo>
                <a:lnTo>
                  <a:pt x="697774" y="13690"/>
                </a:lnTo>
                <a:lnTo>
                  <a:pt x="694453" y="10664"/>
                </a:lnTo>
                <a:lnTo>
                  <a:pt x="690855" y="7981"/>
                </a:lnTo>
                <a:lnTo>
                  <a:pt x="687012" y="5643"/>
                </a:lnTo>
                <a:lnTo>
                  <a:pt x="682906" y="3664"/>
                </a:lnTo>
                <a:lnTo>
                  <a:pt x="678605" y="2094"/>
                </a:lnTo>
                <a:lnTo>
                  <a:pt x="674124" y="932"/>
                </a:lnTo>
                <a:lnTo>
                  <a:pt x="669479" y="229"/>
                </a:lnTo>
                <a:lnTo>
                  <a:pt x="664915" y="0"/>
                </a:lnTo>
                <a:lnTo>
                  <a:pt x="46548" y="0"/>
                </a:lnTo>
                <a:lnTo>
                  <a:pt x="41984" y="229"/>
                </a:lnTo>
                <a:lnTo>
                  <a:pt x="37340" y="932"/>
                </a:lnTo>
                <a:lnTo>
                  <a:pt x="32842" y="2094"/>
                </a:lnTo>
                <a:lnTo>
                  <a:pt x="28540" y="3664"/>
                </a:lnTo>
                <a:lnTo>
                  <a:pt x="24451" y="5643"/>
                </a:lnTo>
                <a:lnTo>
                  <a:pt x="20608" y="7981"/>
                </a:lnTo>
                <a:lnTo>
                  <a:pt x="17010" y="10664"/>
                </a:lnTo>
                <a:lnTo>
                  <a:pt x="13690" y="13690"/>
                </a:lnTo>
                <a:lnTo>
                  <a:pt x="10664" y="17010"/>
                </a:lnTo>
                <a:lnTo>
                  <a:pt x="7981" y="20608"/>
                </a:lnTo>
                <a:lnTo>
                  <a:pt x="5643" y="24451"/>
                </a:lnTo>
                <a:lnTo>
                  <a:pt x="3664" y="28540"/>
                </a:lnTo>
                <a:lnTo>
                  <a:pt x="2094" y="32842"/>
                </a:lnTo>
                <a:lnTo>
                  <a:pt x="932" y="37340"/>
                </a:lnTo>
                <a:lnTo>
                  <a:pt x="229" y="41984"/>
                </a:lnTo>
                <a:lnTo>
                  <a:pt x="0" y="46548"/>
                </a:lnTo>
                <a:lnTo>
                  <a:pt x="0" y="201238"/>
                </a:lnTo>
                <a:lnTo>
                  <a:pt x="229" y="205801"/>
                </a:lnTo>
                <a:lnTo>
                  <a:pt x="932" y="210446"/>
                </a:lnTo>
                <a:lnTo>
                  <a:pt x="2094" y="214927"/>
                </a:lnTo>
                <a:lnTo>
                  <a:pt x="3664" y="219229"/>
                </a:lnTo>
                <a:close/>
                <a:moveTo>
                  <a:pt x="16979" y="40628"/>
                </a:moveTo>
                <a:lnTo>
                  <a:pt x="17706" y="37797"/>
                </a:lnTo>
                <a:lnTo>
                  <a:pt x="18756" y="34911"/>
                </a:lnTo>
                <a:lnTo>
                  <a:pt x="20008" y="32306"/>
                </a:lnTo>
                <a:lnTo>
                  <a:pt x="21546" y="29765"/>
                </a:lnTo>
                <a:lnTo>
                  <a:pt x="23321" y="27402"/>
                </a:lnTo>
                <a:lnTo>
                  <a:pt x="25258" y="25275"/>
                </a:lnTo>
                <a:lnTo>
                  <a:pt x="27488" y="23257"/>
                </a:lnTo>
                <a:lnTo>
                  <a:pt x="29765" y="21546"/>
                </a:lnTo>
                <a:lnTo>
                  <a:pt x="32306" y="20008"/>
                </a:lnTo>
                <a:lnTo>
                  <a:pt x="34911" y="18756"/>
                </a:lnTo>
                <a:lnTo>
                  <a:pt x="37797" y="17706"/>
                </a:lnTo>
                <a:lnTo>
                  <a:pt x="40628" y="16979"/>
                </a:lnTo>
                <a:lnTo>
                  <a:pt x="43513" y="16536"/>
                </a:lnTo>
                <a:lnTo>
                  <a:pt x="46865" y="16355"/>
                </a:lnTo>
                <a:lnTo>
                  <a:pt x="664598" y="16355"/>
                </a:lnTo>
                <a:lnTo>
                  <a:pt x="667950" y="16536"/>
                </a:lnTo>
                <a:lnTo>
                  <a:pt x="670835" y="16979"/>
                </a:lnTo>
                <a:lnTo>
                  <a:pt x="673666" y="17706"/>
                </a:lnTo>
                <a:lnTo>
                  <a:pt x="676552" y="18756"/>
                </a:lnTo>
                <a:lnTo>
                  <a:pt x="679157" y="20008"/>
                </a:lnTo>
                <a:lnTo>
                  <a:pt x="681698" y="21546"/>
                </a:lnTo>
                <a:lnTo>
                  <a:pt x="683975" y="23257"/>
                </a:lnTo>
                <a:lnTo>
                  <a:pt x="686205" y="25275"/>
                </a:lnTo>
                <a:lnTo>
                  <a:pt x="688142" y="27402"/>
                </a:lnTo>
                <a:lnTo>
                  <a:pt x="689917" y="29765"/>
                </a:lnTo>
                <a:lnTo>
                  <a:pt x="691455" y="32306"/>
                </a:lnTo>
                <a:lnTo>
                  <a:pt x="692707" y="34911"/>
                </a:lnTo>
                <a:lnTo>
                  <a:pt x="693757" y="37797"/>
                </a:lnTo>
                <a:lnTo>
                  <a:pt x="694484" y="40628"/>
                </a:lnTo>
                <a:lnTo>
                  <a:pt x="694928" y="43513"/>
                </a:lnTo>
                <a:lnTo>
                  <a:pt x="695108" y="46865"/>
                </a:lnTo>
                <a:lnTo>
                  <a:pt x="695108" y="200921"/>
                </a:lnTo>
                <a:lnTo>
                  <a:pt x="694928" y="204273"/>
                </a:lnTo>
                <a:lnTo>
                  <a:pt x="694484" y="207158"/>
                </a:lnTo>
                <a:lnTo>
                  <a:pt x="693757" y="209989"/>
                </a:lnTo>
                <a:lnTo>
                  <a:pt x="692707" y="212874"/>
                </a:lnTo>
                <a:lnTo>
                  <a:pt x="691455" y="215479"/>
                </a:lnTo>
                <a:lnTo>
                  <a:pt x="689917" y="218020"/>
                </a:lnTo>
                <a:lnTo>
                  <a:pt x="688206" y="220297"/>
                </a:lnTo>
                <a:lnTo>
                  <a:pt x="686196" y="222519"/>
                </a:lnTo>
                <a:lnTo>
                  <a:pt x="683975" y="224528"/>
                </a:lnTo>
                <a:lnTo>
                  <a:pt x="681698" y="226239"/>
                </a:lnTo>
                <a:lnTo>
                  <a:pt x="679157" y="227777"/>
                </a:lnTo>
                <a:lnTo>
                  <a:pt x="676552" y="229029"/>
                </a:lnTo>
                <a:lnTo>
                  <a:pt x="673666" y="230079"/>
                </a:lnTo>
                <a:lnTo>
                  <a:pt x="670835" y="230806"/>
                </a:lnTo>
                <a:lnTo>
                  <a:pt x="667950" y="231250"/>
                </a:lnTo>
                <a:lnTo>
                  <a:pt x="664598" y="231430"/>
                </a:lnTo>
                <a:lnTo>
                  <a:pt x="46865" y="231430"/>
                </a:lnTo>
                <a:lnTo>
                  <a:pt x="43513" y="231250"/>
                </a:lnTo>
                <a:lnTo>
                  <a:pt x="40628" y="230806"/>
                </a:lnTo>
                <a:lnTo>
                  <a:pt x="37797" y="230079"/>
                </a:lnTo>
                <a:lnTo>
                  <a:pt x="34911" y="229029"/>
                </a:lnTo>
                <a:lnTo>
                  <a:pt x="32306" y="227777"/>
                </a:lnTo>
                <a:lnTo>
                  <a:pt x="29765" y="226239"/>
                </a:lnTo>
                <a:lnTo>
                  <a:pt x="27488" y="224528"/>
                </a:lnTo>
                <a:lnTo>
                  <a:pt x="25267" y="222519"/>
                </a:lnTo>
                <a:lnTo>
                  <a:pt x="23257" y="220297"/>
                </a:lnTo>
                <a:lnTo>
                  <a:pt x="21546" y="218020"/>
                </a:lnTo>
                <a:lnTo>
                  <a:pt x="20008" y="215479"/>
                </a:lnTo>
                <a:lnTo>
                  <a:pt x="18756" y="212874"/>
                </a:lnTo>
                <a:lnTo>
                  <a:pt x="17706" y="209989"/>
                </a:lnTo>
                <a:lnTo>
                  <a:pt x="16979" y="207158"/>
                </a:lnTo>
                <a:lnTo>
                  <a:pt x="16536" y="204273"/>
                </a:lnTo>
                <a:lnTo>
                  <a:pt x="16355" y="200921"/>
                </a:lnTo>
                <a:lnTo>
                  <a:pt x="16355" y="46865"/>
                </a:lnTo>
                <a:lnTo>
                  <a:pt x="16536" y="43513"/>
                </a:lnTo>
                <a:lnTo>
                  <a:pt x="16979" y="40628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-">
            <a:extLst xmlns:a="http://schemas.openxmlformats.org/drawingml/2006/main">
              <a:ext uri="{FF2B5EF4-FFF2-40B4-BE49-F238E27FC236}">
                <a16:creationId xmlns:a16="http://schemas.microsoft.com/office/drawing/2014/main" id="{D319D739-4BF5-48CA-97E6-4D7F835B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997" y="4776406"/>
            <a:ext cx="59800" cy="17250"/>
          </a:xfrm>
          <a:custGeom xmlns:a="http://schemas.openxmlformats.org/drawingml/2006/main">
            <a:pathLst>
              <a:path w="59800" h="17250">
                <a:moveTo>
                  <a:pt x="59800" y="17250"/>
                </a:moveTo>
                <a:lnTo>
                  <a:pt x="0" y="17250"/>
                </a:lnTo>
                <a:lnTo>
                  <a:pt x="0" y="0"/>
                </a:lnTo>
                <a:lnTo>
                  <a:pt x="59800" y="0"/>
                </a:lnTo>
                <a:lnTo>
                  <a:pt x="59800" y="17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F3967-BC1B-46C1-89A6-616DAD21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51" y="4678399"/>
            <a:ext cx="92245" cy="184490"/>
          </a:xfrm>
          <a:custGeom xmlns:a="http://schemas.openxmlformats.org/drawingml/2006/main">
            <a:pathLst>
              <a:path w="92245" h="184490">
                <a:moveTo>
                  <a:pt x="0" y="0"/>
                </a:moveTo>
                <a:lnTo>
                  <a:pt x="92245" y="0"/>
                </a:lnTo>
                <a:lnTo>
                  <a:pt x="92245" y="184490"/>
                </a:lnTo>
                <a:lnTo>
                  <a:pt x="0" y="1844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4A8A6-2F5A-47D6-95FA-50D3BDDF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193" y="4676436"/>
            <a:ext cx="92245" cy="186452"/>
          </a:xfrm>
          <a:custGeom xmlns:a="http://schemas.openxmlformats.org/drawingml/2006/main">
            <a:pathLst>
              <a:path w="92245" h="186452">
                <a:moveTo>
                  <a:pt x="0" y="0"/>
                </a:moveTo>
                <a:lnTo>
                  <a:pt x="92245" y="0"/>
                </a:lnTo>
                <a:lnTo>
                  <a:pt x="92245" y="186452"/>
                </a:lnTo>
                <a:lnTo>
                  <a:pt x="0" y="1864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53fad23114af0"/>
          <a:stretch xmlns:a="http://schemas.openxmlformats.org/drawingml/2006/main"/>
        </p:blipFill>
        <p:spPr>
          <a:xfrm xmlns:a="http://schemas.openxmlformats.org/drawingml/2006/main">
            <a:off x="4518209" y="4676436"/>
            <a:ext cx="186452" cy="186452"/>
          </a:xfrm>
          <a:prstGeom xmlns:a="http://schemas.openxmlformats.org/drawingml/2006/main" prst="rect">
            <a:avLst/>
          </a:prstGeom>
        </p:spPr>
      </p:pic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f3abf731d44df"/>
          <a:stretch xmlns:a="http://schemas.openxmlformats.org/drawingml/2006/main"/>
        </p:blipFill>
        <p:spPr>
          <a:xfrm xmlns:a="http://schemas.openxmlformats.org/drawingml/2006/main">
            <a:off x="5507388" y="4676436"/>
            <a:ext cx="186452" cy="186452"/>
          </a:xfrm>
          <a:prstGeom xmlns:a="http://schemas.openxmlformats.org/drawingml/2006/main" prst="rect">
            <a:avLst/>
          </a:prstGeom>
        </p:spPr>
      </p:pic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3B6E6-0A7A-493D-8F3E-BF673ED6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975" y="5312828"/>
            <a:ext cx="2003545" cy="473491"/>
          </a:xfrm>
          <a:custGeom xmlns:a="http://schemas.openxmlformats.org/drawingml/2006/main">
            <a:pathLst>
              <a:path w="2003545" h="473491">
                <a:moveTo>
                  <a:pt x="2584" y="411847"/>
                </a:moveTo>
                <a:lnTo>
                  <a:pt x="3713" y="415805"/>
                </a:lnTo>
                <a:lnTo>
                  <a:pt x="6460" y="423296"/>
                </a:lnTo>
                <a:lnTo>
                  <a:pt x="9911" y="430476"/>
                </a:lnTo>
                <a:lnTo>
                  <a:pt x="14033" y="437264"/>
                </a:lnTo>
                <a:lnTo>
                  <a:pt x="18760" y="443593"/>
                </a:lnTo>
                <a:lnTo>
                  <a:pt x="24075" y="449416"/>
                </a:lnTo>
                <a:lnTo>
                  <a:pt x="29898" y="454731"/>
                </a:lnTo>
                <a:lnTo>
                  <a:pt x="36227" y="459458"/>
                </a:lnTo>
                <a:lnTo>
                  <a:pt x="43015" y="463580"/>
                </a:lnTo>
                <a:lnTo>
                  <a:pt x="50195" y="467031"/>
                </a:lnTo>
                <a:lnTo>
                  <a:pt x="57686" y="469778"/>
                </a:lnTo>
                <a:lnTo>
                  <a:pt x="61644" y="470907"/>
                </a:lnTo>
                <a:lnTo>
                  <a:pt x="65635" y="471823"/>
                </a:lnTo>
                <a:lnTo>
                  <a:pt x="69674" y="472542"/>
                </a:lnTo>
                <a:lnTo>
                  <a:pt x="73796" y="473066"/>
                </a:lnTo>
                <a:lnTo>
                  <a:pt x="77967" y="473393"/>
                </a:lnTo>
                <a:lnTo>
                  <a:pt x="82121" y="473491"/>
                </a:lnTo>
                <a:lnTo>
                  <a:pt x="1921425" y="473491"/>
                </a:lnTo>
                <a:lnTo>
                  <a:pt x="1925579" y="473393"/>
                </a:lnTo>
                <a:lnTo>
                  <a:pt x="1929750" y="473066"/>
                </a:lnTo>
                <a:lnTo>
                  <a:pt x="1933871" y="472542"/>
                </a:lnTo>
                <a:lnTo>
                  <a:pt x="1937911" y="471823"/>
                </a:lnTo>
                <a:lnTo>
                  <a:pt x="1941902" y="470907"/>
                </a:lnTo>
                <a:lnTo>
                  <a:pt x="1945860" y="469778"/>
                </a:lnTo>
                <a:lnTo>
                  <a:pt x="1953350" y="467031"/>
                </a:lnTo>
                <a:lnTo>
                  <a:pt x="1960531" y="463580"/>
                </a:lnTo>
                <a:lnTo>
                  <a:pt x="1967318" y="459458"/>
                </a:lnTo>
                <a:lnTo>
                  <a:pt x="1973648" y="454731"/>
                </a:lnTo>
                <a:lnTo>
                  <a:pt x="1979470" y="449416"/>
                </a:lnTo>
                <a:lnTo>
                  <a:pt x="1984786" y="443593"/>
                </a:lnTo>
                <a:lnTo>
                  <a:pt x="1989512" y="437264"/>
                </a:lnTo>
                <a:lnTo>
                  <a:pt x="1993634" y="430476"/>
                </a:lnTo>
                <a:lnTo>
                  <a:pt x="1997085" y="423296"/>
                </a:lnTo>
                <a:lnTo>
                  <a:pt x="1999833" y="415805"/>
                </a:lnTo>
                <a:lnTo>
                  <a:pt x="2000961" y="411847"/>
                </a:lnTo>
                <a:lnTo>
                  <a:pt x="2001877" y="407856"/>
                </a:lnTo>
                <a:lnTo>
                  <a:pt x="2002597" y="403817"/>
                </a:lnTo>
                <a:lnTo>
                  <a:pt x="2003120" y="399695"/>
                </a:lnTo>
                <a:lnTo>
                  <a:pt x="2003447" y="395524"/>
                </a:lnTo>
                <a:lnTo>
                  <a:pt x="2003545" y="391370"/>
                </a:lnTo>
                <a:lnTo>
                  <a:pt x="2003545" y="82121"/>
                </a:lnTo>
                <a:lnTo>
                  <a:pt x="2003447" y="77967"/>
                </a:lnTo>
                <a:lnTo>
                  <a:pt x="2003120" y="73796"/>
                </a:lnTo>
                <a:lnTo>
                  <a:pt x="2002597" y="69674"/>
                </a:lnTo>
                <a:lnTo>
                  <a:pt x="2001877" y="65635"/>
                </a:lnTo>
                <a:lnTo>
                  <a:pt x="2000961" y="61644"/>
                </a:lnTo>
                <a:lnTo>
                  <a:pt x="1999833" y="57686"/>
                </a:lnTo>
                <a:lnTo>
                  <a:pt x="1997085" y="50195"/>
                </a:lnTo>
                <a:lnTo>
                  <a:pt x="1993634" y="43015"/>
                </a:lnTo>
                <a:lnTo>
                  <a:pt x="1989512" y="36227"/>
                </a:lnTo>
                <a:lnTo>
                  <a:pt x="1984786" y="29898"/>
                </a:lnTo>
                <a:lnTo>
                  <a:pt x="1979470" y="24075"/>
                </a:lnTo>
                <a:lnTo>
                  <a:pt x="1973648" y="18760"/>
                </a:lnTo>
                <a:lnTo>
                  <a:pt x="1967318" y="14033"/>
                </a:lnTo>
                <a:lnTo>
                  <a:pt x="1960531" y="9911"/>
                </a:lnTo>
                <a:lnTo>
                  <a:pt x="1953350" y="6460"/>
                </a:lnTo>
                <a:lnTo>
                  <a:pt x="1945860" y="3713"/>
                </a:lnTo>
                <a:lnTo>
                  <a:pt x="1941902" y="2584"/>
                </a:lnTo>
                <a:lnTo>
                  <a:pt x="1937911" y="1668"/>
                </a:lnTo>
                <a:lnTo>
                  <a:pt x="1933871" y="949"/>
                </a:lnTo>
                <a:lnTo>
                  <a:pt x="1929750" y="425"/>
                </a:lnTo>
                <a:lnTo>
                  <a:pt x="1925579" y="98"/>
                </a:lnTo>
                <a:lnTo>
                  <a:pt x="1921425" y="0"/>
                </a:lnTo>
                <a:lnTo>
                  <a:pt x="82121" y="0"/>
                </a:lnTo>
                <a:lnTo>
                  <a:pt x="77967" y="98"/>
                </a:lnTo>
                <a:lnTo>
                  <a:pt x="73796" y="425"/>
                </a:lnTo>
                <a:lnTo>
                  <a:pt x="69674" y="949"/>
                </a:lnTo>
                <a:lnTo>
                  <a:pt x="65635" y="1668"/>
                </a:lnTo>
                <a:lnTo>
                  <a:pt x="61644" y="2584"/>
                </a:lnTo>
                <a:lnTo>
                  <a:pt x="57686" y="3713"/>
                </a:lnTo>
                <a:lnTo>
                  <a:pt x="50195" y="6460"/>
                </a:lnTo>
                <a:lnTo>
                  <a:pt x="43015" y="9911"/>
                </a:lnTo>
                <a:lnTo>
                  <a:pt x="36227" y="14033"/>
                </a:lnTo>
                <a:lnTo>
                  <a:pt x="29898" y="18760"/>
                </a:lnTo>
                <a:lnTo>
                  <a:pt x="24075" y="24075"/>
                </a:lnTo>
                <a:lnTo>
                  <a:pt x="18760" y="29898"/>
                </a:lnTo>
                <a:lnTo>
                  <a:pt x="14033" y="36227"/>
                </a:lnTo>
                <a:lnTo>
                  <a:pt x="9911" y="43015"/>
                </a:lnTo>
                <a:lnTo>
                  <a:pt x="6460" y="50195"/>
                </a:lnTo>
                <a:lnTo>
                  <a:pt x="3713" y="57686"/>
                </a:lnTo>
                <a:lnTo>
                  <a:pt x="2584" y="61644"/>
                </a:lnTo>
                <a:lnTo>
                  <a:pt x="1668" y="65635"/>
                </a:lnTo>
                <a:lnTo>
                  <a:pt x="949" y="69674"/>
                </a:lnTo>
                <a:lnTo>
                  <a:pt x="425" y="73796"/>
                </a:lnTo>
                <a:lnTo>
                  <a:pt x="98" y="77967"/>
                </a:lnTo>
                <a:lnTo>
                  <a:pt x="0" y="82121"/>
                </a:lnTo>
                <a:lnTo>
                  <a:pt x="0" y="391370"/>
                </a:lnTo>
                <a:lnTo>
                  <a:pt x="98" y="395524"/>
                </a:lnTo>
                <a:lnTo>
                  <a:pt x="425" y="399695"/>
                </a:lnTo>
                <a:lnTo>
                  <a:pt x="949" y="403817"/>
                </a:lnTo>
                <a:lnTo>
                  <a:pt x="1668" y="407856"/>
                </a:lnTo>
                <a:lnTo>
                  <a:pt x="2584" y="411847"/>
                </a:lnTo>
                <a:close/>
                <a:moveTo>
                  <a:pt x="12119" y="63983"/>
                </a:moveTo>
                <a:lnTo>
                  <a:pt x="13061" y="60689"/>
                </a:lnTo>
                <a:lnTo>
                  <a:pt x="15482" y="54078"/>
                </a:lnTo>
                <a:lnTo>
                  <a:pt x="18551" y="47710"/>
                </a:lnTo>
                <a:lnTo>
                  <a:pt x="22158" y="41749"/>
                </a:lnTo>
                <a:lnTo>
                  <a:pt x="26327" y="36169"/>
                </a:lnTo>
                <a:lnTo>
                  <a:pt x="31018" y="31018"/>
                </a:lnTo>
                <a:lnTo>
                  <a:pt x="36169" y="26327"/>
                </a:lnTo>
                <a:lnTo>
                  <a:pt x="41749" y="22158"/>
                </a:lnTo>
                <a:lnTo>
                  <a:pt x="47710" y="18551"/>
                </a:lnTo>
                <a:lnTo>
                  <a:pt x="54078" y="15482"/>
                </a:lnTo>
                <a:lnTo>
                  <a:pt x="60689" y="13061"/>
                </a:lnTo>
                <a:lnTo>
                  <a:pt x="64212" y="12054"/>
                </a:lnTo>
                <a:lnTo>
                  <a:pt x="63983" y="12119"/>
                </a:lnTo>
                <a:lnTo>
                  <a:pt x="67557" y="11288"/>
                </a:lnTo>
                <a:lnTo>
                  <a:pt x="71244" y="10637"/>
                </a:lnTo>
                <a:lnTo>
                  <a:pt x="74908" y="10173"/>
                </a:lnTo>
                <a:lnTo>
                  <a:pt x="74663" y="10206"/>
                </a:lnTo>
                <a:lnTo>
                  <a:pt x="78399" y="9910"/>
                </a:lnTo>
                <a:lnTo>
                  <a:pt x="82317" y="9813"/>
                </a:lnTo>
                <a:lnTo>
                  <a:pt x="1921228" y="9813"/>
                </a:lnTo>
                <a:lnTo>
                  <a:pt x="1925146" y="9910"/>
                </a:lnTo>
                <a:lnTo>
                  <a:pt x="1928883" y="10206"/>
                </a:lnTo>
                <a:lnTo>
                  <a:pt x="1928637" y="10173"/>
                </a:lnTo>
                <a:lnTo>
                  <a:pt x="1932301" y="10637"/>
                </a:lnTo>
                <a:lnTo>
                  <a:pt x="1935988" y="11288"/>
                </a:lnTo>
                <a:lnTo>
                  <a:pt x="1939563" y="12119"/>
                </a:lnTo>
                <a:lnTo>
                  <a:pt x="1942857" y="13061"/>
                </a:lnTo>
                <a:lnTo>
                  <a:pt x="1949468" y="15482"/>
                </a:lnTo>
                <a:lnTo>
                  <a:pt x="1955836" y="18551"/>
                </a:lnTo>
                <a:lnTo>
                  <a:pt x="1961796" y="22158"/>
                </a:lnTo>
                <a:lnTo>
                  <a:pt x="1967376" y="26327"/>
                </a:lnTo>
                <a:lnTo>
                  <a:pt x="1972528" y="31018"/>
                </a:lnTo>
                <a:lnTo>
                  <a:pt x="1977218" y="36169"/>
                </a:lnTo>
                <a:lnTo>
                  <a:pt x="1981388" y="41749"/>
                </a:lnTo>
                <a:lnTo>
                  <a:pt x="1984995" y="47710"/>
                </a:lnTo>
                <a:lnTo>
                  <a:pt x="1988063" y="54078"/>
                </a:lnTo>
                <a:lnTo>
                  <a:pt x="1990485" y="60689"/>
                </a:lnTo>
                <a:lnTo>
                  <a:pt x="1991426" y="63983"/>
                </a:lnTo>
                <a:lnTo>
                  <a:pt x="1992257" y="67557"/>
                </a:lnTo>
                <a:lnTo>
                  <a:pt x="1992909" y="71244"/>
                </a:lnTo>
                <a:lnTo>
                  <a:pt x="1993372" y="74908"/>
                </a:lnTo>
                <a:lnTo>
                  <a:pt x="1993340" y="74663"/>
                </a:lnTo>
                <a:lnTo>
                  <a:pt x="1993635" y="78399"/>
                </a:lnTo>
                <a:lnTo>
                  <a:pt x="1993732" y="82317"/>
                </a:lnTo>
                <a:lnTo>
                  <a:pt x="1993732" y="391174"/>
                </a:lnTo>
                <a:lnTo>
                  <a:pt x="1993635" y="395092"/>
                </a:lnTo>
                <a:lnTo>
                  <a:pt x="1993340" y="398828"/>
                </a:lnTo>
                <a:lnTo>
                  <a:pt x="1993372" y="398583"/>
                </a:lnTo>
                <a:lnTo>
                  <a:pt x="1992909" y="402247"/>
                </a:lnTo>
                <a:lnTo>
                  <a:pt x="1992257" y="405934"/>
                </a:lnTo>
                <a:lnTo>
                  <a:pt x="1991426" y="409508"/>
                </a:lnTo>
                <a:lnTo>
                  <a:pt x="1991491" y="409279"/>
                </a:lnTo>
                <a:lnTo>
                  <a:pt x="1990485" y="412802"/>
                </a:lnTo>
                <a:lnTo>
                  <a:pt x="1988063" y="419413"/>
                </a:lnTo>
                <a:lnTo>
                  <a:pt x="1984995" y="425781"/>
                </a:lnTo>
                <a:lnTo>
                  <a:pt x="1981388" y="431742"/>
                </a:lnTo>
                <a:lnTo>
                  <a:pt x="1977218" y="437322"/>
                </a:lnTo>
                <a:lnTo>
                  <a:pt x="1972528" y="442473"/>
                </a:lnTo>
                <a:lnTo>
                  <a:pt x="1967376" y="447163"/>
                </a:lnTo>
                <a:lnTo>
                  <a:pt x="1961796" y="451333"/>
                </a:lnTo>
                <a:lnTo>
                  <a:pt x="1955836" y="454940"/>
                </a:lnTo>
                <a:lnTo>
                  <a:pt x="1949468" y="458008"/>
                </a:lnTo>
                <a:lnTo>
                  <a:pt x="1942857" y="460430"/>
                </a:lnTo>
                <a:lnTo>
                  <a:pt x="1939563" y="461372"/>
                </a:lnTo>
                <a:lnTo>
                  <a:pt x="1935988" y="462202"/>
                </a:lnTo>
                <a:lnTo>
                  <a:pt x="1932301" y="462854"/>
                </a:lnTo>
                <a:lnTo>
                  <a:pt x="1928637" y="463318"/>
                </a:lnTo>
                <a:lnTo>
                  <a:pt x="1928883" y="463285"/>
                </a:lnTo>
                <a:lnTo>
                  <a:pt x="1925146" y="463581"/>
                </a:lnTo>
                <a:lnTo>
                  <a:pt x="1921228" y="463678"/>
                </a:lnTo>
                <a:lnTo>
                  <a:pt x="82317" y="463678"/>
                </a:lnTo>
                <a:lnTo>
                  <a:pt x="78399" y="463581"/>
                </a:lnTo>
                <a:lnTo>
                  <a:pt x="74663" y="463285"/>
                </a:lnTo>
                <a:lnTo>
                  <a:pt x="74908" y="463318"/>
                </a:lnTo>
                <a:lnTo>
                  <a:pt x="71244" y="462854"/>
                </a:lnTo>
                <a:lnTo>
                  <a:pt x="67557" y="462202"/>
                </a:lnTo>
                <a:lnTo>
                  <a:pt x="63983" y="461372"/>
                </a:lnTo>
                <a:lnTo>
                  <a:pt x="60689" y="460430"/>
                </a:lnTo>
                <a:lnTo>
                  <a:pt x="54078" y="458008"/>
                </a:lnTo>
                <a:lnTo>
                  <a:pt x="47710" y="454940"/>
                </a:lnTo>
                <a:lnTo>
                  <a:pt x="41749" y="451333"/>
                </a:lnTo>
                <a:lnTo>
                  <a:pt x="36169" y="447163"/>
                </a:lnTo>
                <a:lnTo>
                  <a:pt x="31018" y="442473"/>
                </a:lnTo>
                <a:lnTo>
                  <a:pt x="26327" y="437322"/>
                </a:lnTo>
                <a:lnTo>
                  <a:pt x="22158" y="431742"/>
                </a:lnTo>
                <a:lnTo>
                  <a:pt x="18551" y="425781"/>
                </a:lnTo>
                <a:lnTo>
                  <a:pt x="15482" y="419413"/>
                </a:lnTo>
                <a:lnTo>
                  <a:pt x="13061" y="412802"/>
                </a:lnTo>
                <a:lnTo>
                  <a:pt x="12054" y="409279"/>
                </a:lnTo>
                <a:lnTo>
                  <a:pt x="12119" y="409508"/>
                </a:lnTo>
                <a:lnTo>
                  <a:pt x="11288" y="405934"/>
                </a:lnTo>
                <a:lnTo>
                  <a:pt x="10637" y="402247"/>
                </a:lnTo>
                <a:lnTo>
                  <a:pt x="10173" y="398583"/>
                </a:lnTo>
                <a:lnTo>
                  <a:pt x="10206" y="398828"/>
                </a:lnTo>
                <a:lnTo>
                  <a:pt x="9910" y="395092"/>
                </a:lnTo>
                <a:lnTo>
                  <a:pt x="9813" y="391174"/>
                </a:lnTo>
                <a:lnTo>
                  <a:pt x="9813" y="82317"/>
                </a:lnTo>
                <a:lnTo>
                  <a:pt x="9910" y="78399"/>
                </a:lnTo>
                <a:lnTo>
                  <a:pt x="10206" y="74663"/>
                </a:lnTo>
                <a:lnTo>
                  <a:pt x="10173" y="74908"/>
                </a:lnTo>
                <a:lnTo>
                  <a:pt x="10637" y="71244"/>
                </a:lnTo>
                <a:lnTo>
                  <a:pt x="11288" y="67557"/>
                </a:lnTo>
                <a:lnTo>
                  <a:pt x="12119" y="63983"/>
                </a:lnTo>
                <a:close/>
              </a:path>
            </a:pathLst>
          </a:custGeom>
          <a:solidFill xmlns:a="http://schemas.openxmlformats.org/drawingml/2006/main">
            <a:srgbClr val="41719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8B2CB-F4DD-4CF9-B848-A07B8B9C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69" y="5433040"/>
            <a:ext cx="696743" cy="231430"/>
          </a:xfrm>
          <a:custGeom xmlns:a="http://schemas.openxmlformats.org/drawingml/2006/main">
            <a:pathLst>
              <a:path w="696743" h="231430">
                <a:moveTo>
                  <a:pt x="0" y="38272"/>
                </a:moveTo>
                <a:cubicBezTo>
                  <a:pt x="818" y="17271"/>
                  <a:pt x="18089" y="0"/>
                  <a:pt x="39253" y="981"/>
                </a:cubicBezTo>
                <a:lnTo>
                  <a:pt x="657490" y="981"/>
                </a:lnTo>
                <a:cubicBezTo>
                  <a:pt x="678654" y="0"/>
                  <a:pt x="695925" y="17271"/>
                  <a:pt x="696743" y="38272"/>
                </a:cubicBezTo>
                <a:lnTo>
                  <a:pt x="696743" y="193322"/>
                </a:lnTo>
                <a:cubicBezTo>
                  <a:pt x="695925" y="214159"/>
                  <a:pt x="678654" y="231430"/>
                  <a:pt x="657490" y="230612"/>
                </a:cubicBezTo>
                <a:lnTo>
                  <a:pt x="39253" y="230612"/>
                </a:lnTo>
                <a:cubicBezTo>
                  <a:pt x="18089" y="231430"/>
                  <a:pt x="818" y="214159"/>
                  <a:pt x="0" y="193322"/>
                </a:cubicBezTo>
                <a:lnTo>
                  <a:pt x="0" y="38272"/>
                </a:ln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D0C9A-F9BE-445E-AADD-BA9FE7E8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209" y="5424863"/>
            <a:ext cx="711463" cy="247785"/>
          </a:xfrm>
          <a:custGeom xmlns:a="http://schemas.openxmlformats.org/drawingml/2006/main">
            <a:pathLst>
              <a:path w="711463" h="247785">
                <a:moveTo>
                  <a:pt x="3664" y="219229"/>
                </a:moveTo>
                <a:lnTo>
                  <a:pt x="5643" y="223334"/>
                </a:lnTo>
                <a:lnTo>
                  <a:pt x="7981" y="227178"/>
                </a:lnTo>
                <a:lnTo>
                  <a:pt x="10664" y="230776"/>
                </a:lnTo>
                <a:lnTo>
                  <a:pt x="13690" y="234096"/>
                </a:lnTo>
                <a:lnTo>
                  <a:pt x="17010" y="237122"/>
                </a:lnTo>
                <a:lnTo>
                  <a:pt x="20608" y="239804"/>
                </a:lnTo>
                <a:lnTo>
                  <a:pt x="24451" y="242143"/>
                </a:lnTo>
                <a:lnTo>
                  <a:pt x="28557" y="244122"/>
                </a:lnTo>
                <a:lnTo>
                  <a:pt x="32858" y="245692"/>
                </a:lnTo>
                <a:lnTo>
                  <a:pt x="37340" y="246853"/>
                </a:lnTo>
                <a:lnTo>
                  <a:pt x="41984" y="247556"/>
                </a:lnTo>
                <a:lnTo>
                  <a:pt x="46548" y="247785"/>
                </a:lnTo>
                <a:lnTo>
                  <a:pt x="664915" y="247785"/>
                </a:lnTo>
                <a:lnTo>
                  <a:pt x="669479" y="247556"/>
                </a:lnTo>
                <a:lnTo>
                  <a:pt x="674124" y="246853"/>
                </a:lnTo>
                <a:lnTo>
                  <a:pt x="678605" y="245692"/>
                </a:lnTo>
                <a:lnTo>
                  <a:pt x="682906" y="244122"/>
                </a:lnTo>
                <a:lnTo>
                  <a:pt x="687012" y="242143"/>
                </a:lnTo>
                <a:lnTo>
                  <a:pt x="690855" y="239804"/>
                </a:lnTo>
                <a:lnTo>
                  <a:pt x="694453" y="237122"/>
                </a:lnTo>
                <a:lnTo>
                  <a:pt x="697774" y="234096"/>
                </a:lnTo>
                <a:lnTo>
                  <a:pt x="700799" y="230776"/>
                </a:lnTo>
                <a:lnTo>
                  <a:pt x="703482" y="227178"/>
                </a:lnTo>
                <a:lnTo>
                  <a:pt x="705820" y="223334"/>
                </a:lnTo>
                <a:lnTo>
                  <a:pt x="707799" y="219229"/>
                </a:lnTo>
                <a:lnTo>
                  <a:pt x="709370" y="214927"/>
                </a:lnTo>
                <a:lnTo>
                  <a:pt x="710531" y="210446"/>
                </a:lnTo>
                <a:lnTo>
                  <a:pt x="711234" y="205801"/>
                </a:lnTo>
                <a:lnTo>
                  <a:pt x="711463" y="201238"/>
                </a:lnTo>
                <a:lnTo>
                  <a:pt x="711463" y="46548"/>
                </a:lnTo>
                <a:lnTo>
                  <a:pt x="711234" y="41984"/>
                </a:lnTo>
                <a:lnTo>
                  <a:pt x="710531" y="37340"/>
                </a:lnTo>
                <a:lnTo>
                  <a:pt x="709370" y="32842"/>
                </a:lnTo>
                <a:lnTo>
                  <a:pt x="707799" y="28540"/>
                </a:lnTo>
                <a:lnTo>
                  <a:pt x="705820" y="24451"/>
                </a:lnTo>
                <a:lnTo>
                  <a:pt x="703482" y="20608"/>
                </a:lnTo>
                <a:lnTo>
                  <a:pt x="700799" y="17010"/>
                </a:lnTo>
                <a:lnTo>
                  <a:pt x="697774" y="13690"/>
                </a:lnTo>
                <a:lnTo>
                  <a:pt x="694453" y="10664"/>
                </a:lnTo>
                <a:lnTo>
                  <a:pt x="690855" y="7981"/>
                </a:lnTo>
                <a:lnTo>
                  <a:pt x="687012" y="5643"/>
                </a:lnTo>
                <a:lnTo>
                  <a:pt x="682906" y="3664"/>
                </a:lnTo>
                <a:lnTo>
                  <a:pt x="678605" y="2094"/>
                </a:lnTo>
                <a:lnTo>
                  <a:pt x="674124" y="932"/>
                </a:lnTo>
                <a:lnTo>
                  <a:pt x="669479" y="229"/>
                </a:lnTo>
                <a:lnTo>
                  <a:pt x="664915" y="0"/>
                </a:lnTo>
                <a:lnTo>
                  <a:pt x="46548" y="0"/>
                </a:lnTo>
                <a:lnTo>
                  <a:pt x="41984" y="229"/>
                </a:lnTo>
                <a:lnTo>
                  <a:pt x="37340" y="932"/>
                </a:lnTo>
                <a:lnTo>
                  <a:pt x="32858" y="2094"/>
                </a:lnTo>
                <a:lnTo>
                  <a:pt x="28557" y="3664"/>
                </a:lnTo>
                <a:lnTo>
                  <a:pt x="24451" y="5643"/>
                </a:lnTo>
                <a:lnTo>
                  <a:pt x="20608" y="7981"/>
                </a:lnTo>
                <a:lnTo>
                  <a:pt x="17010" y="10664"/>
                </a:lnTo>
                <a:lnTo>
                  <a:pt x="13690" y="13690"/>
                </a:lnTo>
                <a:lnTo>
                  <a:pt x="10664" y="17010"/>
                </a:lnTo>
                <a:lnTo>
                  <a:pt x="7981" y="20608"/>
                </a:lnTo>
                <a:lnTo>
                  <a:pt x="5643" y="24451"/>
                </a:lnTo>
                <a:lnTo>
                  <a:pt x="3664" y="28540"/>
                </a:lnTo>
                <a:lnTo>
                  <a:pt x="2094" y="32842"/>
                </a:lnTo>
                <a:lnTo>
                  <a:pt x="932" y="37340"/>
                </a:lnTo>
                <a:lnTo>
                  <a:pt x="229" y="41984"/>
                </a:lnTo>
                <a:lnTo>
                  <a:pt x="0" y="46548"/>
                </a:lnTo>
                <a:lnTo>
                  <a:pt x="0" y="201238"/>
                </a:lnTo>
                <a:lnTo>
                  <a:pt x="229" y="205801"/>
                </a:lnTo>
                <a:lnTo>
                  <a:pt x="932" y="210446"/>
                </a:lnTo>
                <a:lnTo>
                  <a:pt x="2094" y="214927"/>
                </a:lnTo>
                <a:lnTo>
                  <a:pt x="3664" y="219229"/>
                </a:lnTo>
                <a:close/>
                <a:moveTo>
                  <a:pt x="16979" y="40628"/>
                </a:moveTo>
                <a:lnTo>
                  <a:pt x="17706" y="37797"/>
                </a:lnTo>
                <a:lnTo>
                  <a:pt x="18756" y="34911"/>
                </a:lnTo>
                <a:lnTo>
                  <a:pt x="20008" y="32306"/>
                </a:lnTo>
                <a:lnTo>
                  <a:pt x="21546" y="29765"/>
                </a:lnTo>
                <a:lnTo>
                  <a:pt x="23257" y="27488"/>
                </a:lnTo>
                <a:lnTo>
                  <a:pt x="25267" y="25267"/>
                </a:lnTo>
                <a:lnTo>
                  <a:pt x="27488" y="23257"/>
                </a:lnTo>
                <a:lnTo>
                  <a:pt x="29765" y="21546"/>
                </a:lnTo>
                <a:lnTo>
                  <a:pt x="32306" y="20008"/>
                </a:lnTo>
                <a:lnTo>
                  <a:pt x="34911" y="18756"/>
                </a:lnTo>
                <a:lnTo>
                  <a:pt x="37797" y="17706"/>
                </a:lnTo>
                <a:lnTo>
                  <a:pt x="40628" y="16979"/>
                </a:lnTo>
                <a:lnTo>
                  <a:pt x="43513" y="16536"/>
                </a:lnTo>
                <a:lnTo>
                  <a:pt x="46865" y="16355"/>
                </a:lnTo>
                <a:lnTo>
                  <a:pt x="664598" y="16355"/>
                </a:lnTo>
                <a:lnTo>
                  <a:pt x="667950" y="16536"/>
                </a:lnTo>
                <a:lnTo>
                  <a:pt x="670835" y="16979"/>
                </a:lnTo>
                <a:lnTo>
                  <a:pt x="673666" y="17706"/>
                </a:lnTo>
                <a:lnTo>
                  <a:pt x="676552" y="18756"/>
                </a:lnTo>
                <a:lnTo>
                  <a:pt x="679157" y="20008"/>
                </a:lnTo>
                <a:lnTo>
                  <a:pt x="681698" y="21546"/>
                </a:lnTo>
                <a:lnTo>
                  <a:pt x="683975" y="23257"/>
                </a:lnTo>
                <a:lnTo>
                  <a:pt x="686196" y="25267"/>
                </a:lnTo>
                <a:lnTo>
                  <a:pt x="688206" y="27488"/>
                </a:lnTo>
                <a:lnTo>
                  <a:pt x="689917" y="29765"/>
                </a:lnTo>
                <a:lnTo>
                  <a:pt x="691455" y="32306"/>
                </a:lnTo>
                <a:lnTo>
                  <a:pt x="692707" y="34911"/>
                </a:lnTo>
                <a:lnTo>
                  <a:pt x="693757" y="37797"/>
                </a:lnTo>
                <a:lnTo>
                  <a:pt x="694484" y="40628"/>
                </a:lnTo>
                <a:lnTo>
                  <a:pt x="694928" y="43513"/>
                </a:lnTo>
                <a:lnTo>
                  <a:pt x="695108" y="46865"/>
                </a:lnTo>
                <a:lnTo>
                  <a:pt x="695108" y="200921"/>
                </a:lnTo>
                <a:lnTo>
                  <a:pt x="694928" y="204273"/>
                </a:lnTo>
                <a:lnTo>
                  <a:pt x="694484" y="207158"/>
                </a:lnTo>
                <a:lnTo>
                  <a:pt x="693757" y="209989"/>
                </a:lnTo>
                <a:lnTo>
                  <a:pt x="692707" y="212874"/>
                </a:lnTo>
                <a:lnTo>
                  <a:pt x="691455" y="215479"/>
                </a:lnTo>
                <a:lnTo>
                  <a:pt x="689917" y="218020"/>
                </a:lnTo>
                <a:lnTo>
                  <a:pt x="688206" y="220297"/>
                </a:lnTo>
                <a:lnTo>
                  <a:pt x="686196" y="222519"/>
                </a:lnTo>
                <a:lnTo>
                  <a:pt x="683975" y="224528"/>
                </a:lnTo>
                <a:lnTo>
                  <a:pt x="681698" y="226239"/>
                </a:lnTo>
                <a:lnTo>
                  <a:pt x="679157" y="227777"/>
                </a:lnTo>
                <a:lnTo>
                  <a:pt x="676552" y="229029"/>
                </a:lnTo>
                <a:lnTo>
                  <a:pt x="673666" y="230079"/>
                </a:lnTo>
                <a:lnTo>
                  <a:pt x="670835" y="230806"/>
                </a:lnTo>
                <a:lnTo>
                  <a:pt x="667950" y="231250"/>
                </a:lnTo>
                <a:lnTo>
                  <a:pt x="664598" y="231430"/>
                </a:lnTo>
                <a:lnTo>
                  <a:pt x="46865" y="231430"/>
                </a:lnTo>
                <a:lnTo>
                  <a:pt x="43513" y="231250"/>
                </a:lnTo>
                <a:lnTo>
                  <a:pt x="40628" y="230806"/>
                </a:lnTo>
                <a:lnTo>
                  <a:pt x="37797" y="230079"/>
                </a:lnTo>
                <a:lnTo>
                  <a:pt x="34911" y="229029"/>
                </a:lnTo>
                <a:lnTo>
                  <a:pt x="32306" y="227777"/>
                </a:lnTo>
                <a:lnTo>
                  <a:pt x="29765" y="226239"/>
                </a:lnTo>
                <a:lnTo>
                  <a:pt x="27488" y="224528"/>
                </a:lnTo>
                <a:lnTo>
                  <a:pt x="25267" y="222519"/>
                </a:lnTo>
                <a:lnTo>
                  <a:pt x="23257" y="220297"/>
                </a:lnTo>
                <a:lnTo>
                  <a:pt x="21546" y="218020"/>
                </a:lnTo>
                <a:lnTo>
                  <a:pt x="20008" y="215479"/>
                </a:lnTo>
                <a:lnTo>
                  <a:pt x="18756" y="212874"/>
                </a:lnTo>
                <a:lnTo>
                  <a:pt x="17706" y="209989"/>
                </a:lnTo>
                <a:lnTo>
                  <a:pt x="16979" y="207158"/>
                </a:lnTo>
                <a:lnTo>
                  <a:pt x="16536" y="204273"/>
                </a:lnTo>
                <a:lnTo>
                  <a:pt x="16355" y="200921"/>
                </a:lnTo>
                <a:lnTo>
                  <a:pt x="16355" y="46865"/>
                </a:lnTo>
                <a:lnTo>
                  <a:pt x="16536" y="43513"/>
                </a:lnTo>
                <a:lnTo>
                  <a:pt x="16979" y="40628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212E0-9C86-4C5B-A9FF-ED15F762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674" y="5433040"/>
            <a:ext cx="695598" cy="231430"/>
          </a:xfrm>
          <a:custGeom xmlns:a="http://schemas.openxmlformats.org/drawingml/2006/main">
            <a:pathLst>
              <a:path w="695598" h="231430">
                <a:moveTo>
                  <a:pt x="0" y="38272"/>
                </a:moveTo>
                <a:cubicBezTo>
                  <a:pt x="491" y="17271"/>
                  <a:pt x="17762" y="0"/>
                  <a:pt x="39253" y="981"/>
                </a:cubicBezTo>
                <a:lnTo>
                  <a:pt x="657490" y="981"/>
                </a:lnTo>
                <a:cubicBezTo>
                  <a:pt x="678327" y="0"/>
                  <a:pt x="695598" y="17271"/>
                  <a:pt x="694780" y="38272"/>
                </a:cubicBezTo>
                <a:lnTo>
                  <a:pt x="694780" y="193322"/>
                </a:lnTo>
                <a:cubicBezTo>
                  <a:pt x="695598" y="214159"/>
                  <a:pt x="678327" y="231430"/>
                  <a:pt x="657490" y="230612"/>
                </a:cubicBezTo>
                <a:lnTo>
                  <a:pt x="39253" y="230612"/>
                </a:lnTo>
                <a:cubicBezTo>
                  <a:pt x="17762" y="231430"/>
                  <a:pt x="491" y="214159"/>
                  <a:pt x="0" y="193322"/>
                </a:cubicBezTo>
                <a:lnTo>
                  <a:pt x="0" y="38272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1574B-AFED-4594-A4AD-48259268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986" y="5424863"/>
            <a:ext cx="711463" cy="247785"/>
          </a:xfrm>
          <a:custGeom xmlns:a="http://schemas.openxmlformats.org/drawingml/2006/main">
            <a:pathLst>
              <a:path w="711463" h="247785">
                <a:moveTo>
                  <a:pt x="3664" y="219229"/>
                </a:moveTo>
                <a:lnTo>
                  <a:pt x="5643" y="223334"/>
                </a:lnTo>
                <a:lnTo>
                  <a:pt x="7981" y="227178"/>
                </a:lnTo>
                <a:lnTo>
                  <a:pt x="10664" y="230776"/>
                </a:lnTo>
                <a:lnTo>
                  <a:pt x="13690" y="234096"/>
                </a:lnTo>
                <a:lnTo>
                  <a:pt x="17010" y="237122"/>
                </a:lnTo>
                <a:lnTo>
                  <a:pt x="20608" y="239804"/>
                </a:lnTo>
                <a:lnTo>
                  <a:pt x="24451" y="242143"/>
                </a:lnTo>
                <a:lnTo>
                  <a:pt x="28557" y="244122"/>
                </a:lnTo>
                <a:lnTo>
                  <a:pt x="32858" y="245692"/>
                </a:lnTo>
                <a:lnTo>
                  <a:pt x="37340" y="246853"/>
                </a:lnTo>
                <a:lnTo>
                  <a:pt x="41984" y="247556"/>
                </a:lnTo>
                <a:lnTo>
                  <a:pt x="46548" y="247785"/>
                </a:lnTo>
                <a:lnTo>
                  <a:pt x="664915" y="247785"/>
                </a:lnTo>
                <a:lnTo>
                  <a:pt x="669479" y="247556"/>
                </a:lnTo>
                <a:lnTo>
                  <a:pt x="674124" y="246853"/>
                </a:lnTo>
                <a:lnTo>
                  <a:pt x="678605" y="245692"/>
                </a:lnTo>
                <a:lnTo>
                  <a:pt x="682906" y="244122"/>
                </a:lnTo>
                <a:lnTo>
                  <a:pt x="687012" y="242143"/>
                </a:lnTo>
                <a:lnTo>
                  <a:pt x="690855" y="239804"/>
                </a:lnTo>
                <a:lnTo>
                  <a:pt x="694453" y="237122"/>
                </a:lnTo>
                <a:lnTo>
                  <a:pt x="697774" y="234096"/>
                </a:lnTo>
                <a:lnTo>
                  <a:pt x="700799" y="230776"/>
                </a:lnTo>
                <a:lnTo>
                  <a:pt x="703482" y="227178"/>
                </a:lnTo>
                <a:lnTo>
                  <a:pt x="705820" y="223334"/>
                </a:lnTo>
                <a:lnTo>
                  <a:pt x="707799" y="219229"/>
                </a:lnTo>
                <a:lnTo>
                  <a:pt x="709370" y="214927"/>
                </a:lnTo>
                <a:lnTo>
                  <a:pt x="710531" y="210446"/>
                </a:lnTo>
                <a:lnTo>
                  <a:pt x="711234" y="205801"/>
                </a:lnTo>
                <a:lnTo>
                  <a:pt x="711463" y="201238"/>
                </a:lnTo>
                <a:lnTo>
                  <a:pt x="711463" y="46548"/>
                </a:lnTo>
                <a:lnTo>
                  <a:pt x="711234" y="41984"/>
                </a:lnTo>
                <a:lnTo>
                  <a:pt x="710531" y="37340"/>
                </a:lnTo>
                <a:lnTo>
                  <a:pt x="709370" y="32842"/>
                </a:lnTo>
                <a:lnTo>
                  <a:pt x="707799" y="28540"/>
                </a:lnTo>
                <a:lnTo>
                  <a:pt x="705820" y="24451"/>
                </a:lnTo>
                <a:lnTo>
                  <a:pt x="703482" y="20608"/>
                </a:lnTo>
                <a:lnTo>
                  <a:pt x="700799" y="17010"/>
                </a:lnTo>
                <a:lnTo>
                  <a:pt x="697774" y="13690"/>
                </a:lnTo>
                <a:lnTo>
                  <a:pt x="694453" y="10664"/>
                </a:lnTo>
                <a:lnTo>
                  <a:pt x="690855" y="7981"/>
                </a:lnTo>
                <a:lnTo>
                  <a:pt x="687012" y="5643"/>
                </a:lnTo>
                <a:lnTo>
                  <a:pt x="682906" y="3664"/>
                </a:lnTo>
                <a:lnTo>
                  <a:pt x="678605" y="2094"/>
                </a:lnTo>
                <a:lnTo>
                  <a:pt x="674124" y="932"/>
                </a:lnTo>
                <a:lnTo>
                  <a:pt x="669479" y="229"/>
                </a:lnTo>
                <a:lnTo>
                  <a:pt x="664915" y="0"/>
                </a:lnTo>
                <a:lnTo>
                  <a:pt x="46548" y="0"/>
                </a:lnTo>
                <a:lnTo>
                  <a:pt x="41984" y="229"/>
                </a:lnTo>
                <a:lnTo>
                  <a:pt x="37340" y="932"/>
                </a:lnTo>
                <a:lnTo>
                  <a:pt x="32858" y="2094"/>
                </a:lnTo>
                <a:lnTo>
                  <a:pt x="28557" y="3664"/>
                </a:lnTo>
                <a:lnTo>
                  <a:pt x="24451" y="5643"/>
                </a:lnTo>
                <a:lnTo>
                  <a:pt x="20608" y="7981"/>
                </a:lnTo>
                <a:lnTo>
                  <a:pt x="17010" y="10664"/>
                </a:lnTo>
                <a:lnTo>
                  <a:pt x="13690" y="13690"/>
                </a:lnTo>
                <a:lnTo>
                  <a:pt x="10664" y="17010"/>
                </a:lnTo>
                <a:lnTo>
                  <a:pt x="7981" y="20608"/>
                </a:lnTo>
                <a:lnTo>
                  <a:pt x="5643" y="24451"/>
                </a:lnTo>
                <a:lnTo>
                  <a:pt x="3664" y="28540"/>
                </a:lnTo>
                <a:lnTo>
                  <a:pt x="2094" y="32842"/>
                </a:lnTo>
                <a:lnTo>
                  <a:pt x="932" y="37340"/>
                </a:lnTo>
                <a:lnTo>
                  <a:pt x="229" y="41984"/>
                </a:lnTo>
                <a:lnTo>
                  <a:pt x="0" y="46548"/>
                </a:lnTo>
                <a:lnTo>
                  <a:pt x="0" y="201238"/>
                </a:lnTo>
                <a:lnTo>
                  <a:pt x="229" y="205801"/>
                </a:lnTo>
                <a:lnTo>
                  <a:pt x="932" y="210446"/>
                </a:lnTo>
                <a:lnTo>
                  <a:pt x="2094" y="214927"/>
                </a:lnTo>
                <a:lnTo>
                  <a:pt x="3664" y="219229"/>
                </a:lnTo>
                <a:close/>
                <a:moveTo>
                  <a:pt x="16979" y="40628"/>
                </a:moveTo>
                <a:lnTo>
                  <a:pt x="17706" y="37797"/>
                </a:lnTo>
                <a:lnTo>
                  <a:pt x="18756" y="34911"/>
                </a:lnTo>
                <a:lnTo>
                  <a:pt x="20008" y="32306"/>
                </a:lnTo>
                <a:lnTo>
                  <a:pt x="21546" y="29765"/>
                </a:lnTo>
                <a:lnTo>
                  <a:pt x="23257" y="27488"/>
                </a:lnTo>
                <a:lnTo>
                  <a:pt x="25267" y="25267"/>
                </a:lnTo>
                <a:lnTo>
                  <a:pt x="27488" y="23257"/>
                </a:lnTo>
                <a:lnTo>
                  <a:pt x="29765" y="21546"/>
                </a:lnTo>
                <a:lnTo>
                  <a:pt x="32306" y="20008"/>
                </a:lnTo>
                <a:lnTo>
                  <a:pt x="34911" y="18756"/>
                </a:lnTo>
                <a:lnTo>
                  <a:pt x="37797" y="17706"/>
                </a:lnTo>
                <a:lnTo>
                  <a:pt x="40628" y="16979"/>
                </a:lnTo>
                <a:lnTo>
                  <a:pt x="43513" y="16536"/>
                </a:lnTo>
                <a:lnTo>
                  <a:pt x="46865" y="16355"/>
                </a:lnTo>
                <a:lnTo>
                  <a:pt x="664598" y="16355"/>
                </a:lnTo>
                <a:lnTo>
                  <a:pt x="667950" y="16536"/>
                </a:lnTo>
                <a:lnTo>
                  <a:pt x="670835" y="16979"/>
                </a:lnTo>
                <a:lnTo>
                  <a:pt x="673666" y="17706"/>
                </a:lnTo>
                <a:lnTo>
                  <a:pt x="676552" y="18756"/>
                </a:lnTo>
                <a:lnTo>
                  <a:pt x="679157" y="20008"/>
                </a:lnTo>
                <a:lnTo>
                  <a:pt x="681698" y="21546"/>
                </a:lnTo>
                <a:lnTo>
                  <a:pt x="683975" y="23257"/>
                </a:lnTo>
                <a:lnTo>
                  <a:pt x="686196" y="25267"/>
                </a:lnTo>
                <a:lnTo>
                  <a:pt x="688206" y="27488"/>
                </a:lnTo>
                <a:lnTo>
                  <a:pt x="689917" y="29765"/>
                </a:lnTo>
                <a:lnTo>
                  <a:pt x="691455" y="32306"/>
                </a:lnTo>
                <a:lnTo>
                  <a:pt x="692707" y="34911"/>
                </a:lnTo>
                <a:lnTo>
                  <a:pt x="693757" y="37797"/>
                </a:lnTo>
                <a:lnTo>
                  <a:pt x="694484" y="40628"/>
                </a:lnTo>
                <a:lnTo>
                  <a:pt x="694928" y="43513"/>
                </a:lnTo>
                <a:lnTo>
                  <a:pt x="695108" y="46865"/>
                </a:lnTo>
                <a:lnTo>
                  <a:pt x="695108" y="200921"/>
                </a:lnTo>
                <a:lnTo>
                  <a:pt x="694928" y="204273"/>
                </a:lnTo>
                <a:lnTo>
                  <a:pt x="694484" y="207158"/>
                </a:lnTo>
                <a:lnTo>
                  <a:pt x="693757" y="209989"/>
                </a:lnTo>
                <a:lnTo>
                  <a:pt x="692707" y="212874"/>
                </a:lnTo>
                <a:lnTo>
                  <a:pt x="691455" y="215479"/>
                </a:lnTo>
                <a:lnTo>
                  <a:pt x="689917" y="218020"/>
                </a:lnTo>
                <a:lnTo>
                  <a:pt x="688206" y="220297"/>
                </a:lnTo>
                <a:lnTo>
                  <a:pt x="686196" y="222519"/>
                </a:lnTo>
                <a:lnTo>
                  <a:pt x="683975" y="224528"/>
                </a:lnTo>
                <a:lnTo>
                  <a:pt x="681698" y="226239"/>
                </a:lnTo>
                <a:lnTo>
                  <a:pt x="679157" y="227777"/>
                </a:lnTo>
                <a:lnTo>
                  <a:pt x="676552" y="229029"/>
                </a:lnTo>
                <a:lnTo>
                  <a:pt x="673666" y="230079"/>
                </a:lnTo>
                <a:lnTo>
                  <a:pt x="670835" y="230806"/>
                </a:lnTo>
                <a:lnTo>
                  <a:pt x="667950" y="231250"/>
                </a:lnTo>
                <a:lnTo>
                  <a:pt x="664598" y="231430"/>
                </a:lnTo>
                <a:lnTo>
                  <a:pt x="46865" y="231430"/>
                </a:lnTo>
                <a:lnTo>
                  <a:pt x="43513" y="231250"/>
                </a:lnTo>
                <a:lnTo>
                  <a:pt x="40628" y="230806"/>
                </a:lnTo>
                <a:lnTo>
                  <a:pt x="37797" y="230079"/>
                </a:lnTo>
                <a:lnTo>
                  <a:pt x="34911" y="229029"/>
                </a:lnTo>
                <a:lnTo>
                  <a:pt x="32306" y="227777"/>
                </a:lnTo>
                <a:lnTo>
                  <a:pt x="29765" y="226239"/>
                </a:lnTo>
                <a:lnTo>
                  <a:pt x="27488" y="224528"/>
                </a:lnTo>
                <a:lnTo>
                  <a:pt x="25267" y="222519"/>
                </a:lnTo>
                <a:lnTo>
                  <a:pt x="23257" y="220297"/>
                </a:lnTo>
                <a:lnTo>
                  <a:pt x="21546" y="218020"/>
                </a:lnTo>
                <a:lnTo>
                  <a:pt x="20008" y="215479"/>
                </a:lnTo>
                <a:lnTo>
                  <a:pt x="18756" y="212874"/>
                </a:lnTo>
                <a:lnTo>
                  <a:pt x="17706" y="209989"/>
                </a:lnTo>
                <a:lnTo>
                  <a:pt x="16979" y="207158"/>
                </a:lnTo>
                <a:lnTo>
                  <a:pt x="16536" y="204273"/>
                </a:lnTo>
                <a:lnTo>
                  <a:pt x="16355" y="200921"/>
                </a:lnTo>
                <a:lnTo>
                  <a:pt x="16355" y="46865"/>
                </a:lnTo>
                <a:lnTo>
                  <a:pt x="16536" y="43513"/>
                </a:lnTo>
                <a:lnTo>
                  <a:pt x="16979" y="40628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-">
            <a:extLst xmlns:a="http://schemas.openxmlformats.org/drawingml/2006/main">
              <a:ext uri="{FF2B5EF4-FFF2-40B4-BE49-F238E27FC236}">
                <a16:creationId xmlns:a16="http://schemas.microsoft.com/office/drawing/2014/main" id="{380AB4DD-C087-4B52-B48B-DF845BDF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010" y="5554927"/>
            <a:ext cx="59800" cy="17250"/>
          </a:xfrm>
          <a:custGeom xmlns:a="http://schemas.openxmlformats.org/drawingml/2006/main">
            <a:pathLst>
              <a:path w="59800" h="17250">
                <a:moveTo>
                  <a:pt x="59800" y="17250"/>
                </a:moveTo>
                <a:lnTo>
                  <a:pt x="0" y="17250"/>
                </a:lnTo>
                <a:lnTo>
                  <a:pt x="0" y="0"/>
                </a:lnTo>
                <a:lnTo>
                  <a:pt x="59800" y="0"/>
                </a:lnTo>
                <a:lnTo>
                  <a:pt x="59800" y="17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B519B-34F0-4175-B07E-BF36C018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793" y="5455611"/>
            <a:ext cx="92245" cy="186452"/>
          </a:xfrm>
          <a:custGeom xmlns:a="http://schemas.openxmlformats.org/drawingml/2006/main">
            <a:pathLst>
              <a:path w="92245" h="186452">
                <a:moveTo>
                  <a:pt x="0" y="0"/>
                </a:moveTo>
                <a:lnTo>
                  <a:pt x="92245" y="0"/>
                </a:lnTo>
                <a:lnTo>
                  <a:pt x="92245" y="186452"/>
                </a:lnTo>
                <a:lnTo>
                  <a:pt x="0" y="1864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7617AC-8C42-47E1-B1B7-76F7FB8A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823" y="5455611"/>
            <a:ext cx="92246" cy="184490"/>
          </a:xfrm>
          <a:custGeom xmlns:a="http://schemas.openxmlformats.org/drawingml/2006/main">
            <a:pathLst>
              <a:path w="92246" h="184490">
                <a:moveTo>
                  <a:pt x="0" y="0"/>
                </a:moveTo>
                <a:lnTo>
                  <a:pt x="92246" y="0"/>
                </a:lnTo>
                <a:lnTo>
                  <a:pt x="92246" y="184490"/>
                </a:lnTo>
                <a:lnTo>
                  <a:pt x="0" y="1844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170b601514cdc"/>
          <a:stretch xmlns:a="http://schemas.openxmlformats.org/drawingml/2006/main"/>
        </p:blipFill>
        <p:spPr>
          <a:xfrm xmlns:a="http://schemas.openxmlformats.org/drawingml/2006/main">
            <a:off x="2849951" y="5455611"/>
            <a:ext cx="186452" cy="186452"/>
          </a:xfrm>
          <a:prstGeom xmlns:a="http://schemas.openxmlformats.org/drawingml/2006/main" prst="rect">
            <a:avLst/>
          </a:prstGeom>
        </p:spPr>
      </p:pic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4044dc3f24982"/>
          <a:stretch xmlns:a="http://schemas.openxmlformats.org/drawingml/2006/main"/>
        </p:blipFill>
        <p:spPr>
          <a:xfrm xmlns:a="http://schemas.openxmlformats.org/drawingml/2006/main">
            <a:off x="3841093" y="5455611"/>
            <a:ext cx="186452" cy="186452"/>
          </a:xfrm>
          <a:prstGeom xmlns:a="http://schemas.openxmlformats.org/drawingml/2006/main" prst="rect">
            <a:avLst/>
          </a:prstGeom>
        </p:spPr>
      </p:pic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76F4A-7376-47DD-BE92-32EAE4B2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728" y="5312828"/>
            <a:ext cx="1957750" cy="473491"/>
          </a:xfrm>
          <a:custGeom xmlns:a="http://schemas.openxmlformats.org/drawingml/2006/main">
            <a:pathLst>
              <a:path w="1957750" h="473491">
                <a:moveTo>
                  <a:pt x="2584" y="411847"/>
                </a:moveTo>
                <a:lnTo>
                  <a:pt x="3713" y="415805"/>
                </a:lnTo>
                <a:lnTo>
                  <a:pt x="6460" y="423296"/>
                </a:lnTo>
                <a:lnTo>
                  <a:pt x="9911" y="430476"/>
                </a:lnTo>
                <a:lnTo>
                  <a:pt x="14033" y="437264"/>
                </a:lnTo>
                <a:lnTo>
                  <a:pt x="18760" y="443593"/>
                </a:lnTo>
                <a:lnTo>
                  <a:pt x="24075" y="449416"/>
                </a:lnTo>
                <a:lnTo>
                  <a:pt x="29898" y="454731"/>
                </a:lnTo>
                <a:lnTo>
                  <a:pt x="36227" y="459458"/>
                </a:lnTo>
                <a:lnTo>
                  <a:pt x="43015" y="463580"/>
                </a:lnTo>
                <a:lnTo>
                  <a:pt x="50195" y="467031"/>
                </a:lnTo>
                <a:lnTo>
                  <a:pt x="57686" y="469778"/>
                </a:lnTo>
                <a:lnTo>
                  <a:pt x="61644" y="470907"/>
                </a:lnTo>
                <a:lnTo>
                  <a:pt x="65635" y="471823"/>
                </a:lnTo>
                <a:lnTo>
                  <a:pt x="69674" y="472542"/>
                </a:lnTo>
                <a:lnTo>
                  <a:pt x="73796" y="473066"/>
                </a:lnTo>
                <a:lnTo>
                  <a:pt x="77967" y="473393"/>
                </a:lnTo>
                <a:lnTo>
                  <a:pt x="82121" y="473491"/>
                </a:lnTo>
                <a:lnTo>
                  <a:pt x="1875629" y="473491"/>
                </a:lnTo>
                <a:lnTo>
                  <a:pt x="1879784" y="473393"/>
                </a:lnTo>
                <a:lnTo>
                  <a:pt x="1883954" y="473066"/>
                </a:lnTo>
                <a:lnTo>
                  <a:pt x="1888076" y="472542"/>
                </a:lnTo>
                <a:lnTo>
                  <a:pt x="1892116" y="471823"/>
                </a:lnTo>
                <a:lnTo>
                  <a:pt x="1896106" y="470907"/>
                </a:lnTo>
                <a:lnTo>
                  <a:pt x="1900064" y="469778"/>
                </a:lnTo>
                <a:lnTo>
                  <a:pt x="1907555" y="467031"/>
                </a:lnTo>
                <a:lnTo>
                  <a:pt x="1914735" y="463580"/>
                </a:lnTo>
                <a:lnTo>
                  <a:pt x="1921523" y="459458"/>
                </a:lnTo>
                <a:lnTo>
                  <a:pt x="1927852" y="454731"/>
                </a:lnTo>
                <a:lnTo>
                  <a:pt x="1933675" y="449416"/>
                </a:lnTo>
                <a:lnTo>
                  <a:pt x="1938990" y="443593"/>
                </a:lnTo>
                <a:lnTo>
                  <a:pt x="1943717" y="437264"/>
                </a:lnTo>
                <a:lnTo>
                  <a:pt x="1947839" y="430476"/>
                </a:lnTo>
                <a:lnTo>
                  <a:pt x="1951290" y="423296"/>
                </a:lnTo>
                <a:lnTo>
                  <a:pt x="1954037" y="415805"/>
                </a:lnTo>
                <a:lnTo>
                  <a:pt x="1955166" y="411847"/>
                </a:lnTo>
                <a:lnTo>
                  <a:pt x="1956082" y="407856"/>
                </a:lnTo>
                <a:lnTo>
                  <a:pt x="1956801" y="403817"/>
                </a:lnTo>
                <a:lnTo>
                  <a:pt x="1957325" y="399695"/>
                </a:lnTo>
                <a:lnTo>
                  <a:pt x="1957652" y="395524"/>
                </a:lnTo>
                <a:lnTo>
                  <a:pt x="1957750" y="391370"/>
                </a:lnTo>
                <a:lnTo>
                  <a:pt x="1957750" y="82121"/>
                </a:lnTo>
                <a:lnTo>
                  <a:pt x="1957652" y="77967"/>
                </a:lnTo>
                <a:lnTo>
                  <a:pt x="1957325" y="73796"/>
                </a:lnTo>
                <a:lnTo>
                  <a:pt x="1956801" y="69674"/>
                </a:lnTo>
                <a:lnTo>
                  <a:pt x="1956082" y="65635"/>
                </a:lnTo>
                <a:lnTo>
                  <a:pt x="1955166" y="61644"/>
                </a:lnTo>
                <a:lnTo>
                  <a:pt x="1954037" y="57686"/>
                </a:lnTo>
                <a:lnTo>
                  <a:pt x="1951290" y="50195"/>
                </a:lnTo>
                <a:lnTo>
                  <a:pt x="1947839" y="43015"/>
                </a:lnTo>
                <a:lnTo>
                  <a:pt x="1943717" y="36227"/>
                </a:lnTo>
                <a:lnTo>
                  <a:pt x="1938990" y="29898"/>
                </a:lnTo>
                <a:lnTo>
                  <a:pt x="1933675" y="24075"/>
                </a:lnTo>
                <a:lnTo>
                  <a:pt x="1927852" y="18760"/>
                </a:lnTo>
                <a:lnTo>
                  <a:pt x="1921523" y="14033"/>
                </a:lnTo>
                <a:lnTo>
                  <a:pt x="1914735" y="9911"/>
                </a:lnTo>
                <a:lnTo>
                  <a:pt x="1907555" y="6460"/>
                </a:lnTo>
                <a:lnTo>
                  <a:pt x="1900064" y="3713"/>
                </a:lnTo>
                <a:lnTo>
                  <a:pt x="1896106" y="2584"/>
                </a:lnTo>
                <a:lnTo>
                  <a:pt x="1892116" y="1668"/>
                </a:lnTo>
                <a:lnTo>
                  <a:pt x="1888076" y="949"/>
                </a:lnTo>
                <a:lnTo>
                  <a:pt x="1883954" y="425"/>
                </a:lnTo>
                <a:lnTo>
                  <a:pt x="1879784" y="98"/>
                </a:lnTo>
                <a:lnTo>
                  <a:pt x="1875629" y="0"/>
                </a:lnTo>
                <a:lnTo>
                  <a:pt x="82121" y="0"/>
                </a:lnTo>
                <a:lnTo>
                  <a:pt x="77967" y="98"/>
                </a:lnTo>
                <a:lnTo>
                  <a:pt x="73796" y="425"/>
                </a:lnTo>
                <a:lnTo>
                  <a:pt x="69674" y="949"/>
                </a:lnTo>
                <a:lnTo>
                  <a:pt x="65635" y="1668"/>
                </a:lnTo>
                <a:lnTo>
                  <a:pt x="61644" y="2584"/>
                </a:lnTo>
                <a:lnTo>
                  <a:pt x="57686" y="3713"/>
                </a:lnTo>
                <a:lnTo>
                  <a:pt x="50195" y="6460"/>
                </a:lnTo>
                <a:lnTo>
                  <a:pt x="43015" y="9911"/>
                </a:lnTo>
                <a:lnTo>
                  <a:pt x="36227" y="14033"/>
                </a:lnTo>
                <a:lnTo>
                  <a:pt x="29898" y="18760"/>
                </a:lnTo>
                <a:lnTo>
                  <a:pt x="24075" y="24075"/>
                </a:lnTo>
                <a:lnTo>
                  <a:pt x="18760" y="29898"/>
                </a:lnTo>
                <a:lnTo>
                  <a:pt x="14033" y="36227"/>
                </a:lnTo>
                <a:lnTo>
                  <a:pt x="9911" y="43015"/>
                </a:lnTo>
                <a:lnTo>
                  <a:pt x="6460" y="50195"/>
                </a:lnTo>
                <a:lnTo>
                  <a:pt x="3713" y="57686"/>
                </a:lnTo>
                <a:lnTo>
                  <a:pt x="2584" y="61644"/>
                </a:lnTo>
                <a:lnTo>
                  <a:pt x="1668" y="65635"/>
                </a:lnTo>
                <a:lnTo>
                  <a:pt x="949" y="69674"/>
                </a:lnTo>
                <a:lnTo>
                  <a:pt x="425" y="73796"/>
                </a:lnTo>
                <a:lnTo>
                  <a:pt x="98" y="77967"/>
                </a:lnTo>
                <a:lnTo>
                  <a:pt x="0" y="82121"/>
                </a:lnTo>
                <a:lnTo>
                  <a:pt x="0" y="391370"/>
                </a:lnTo>
                <a:lnTo>
                  <a:pt x="98" y="395524"/>
                </a:lnTo>
                <a:lnTo>
                  <a:pt x="425" y="399695"/>
                </a:lnTo>
                <a:lnTo>
                  <a:pt x="949" y="403817"/>
                </a:lnTo>
                <a:lnTo>
                  <a:pt x="1668" y="407856"/>
                </a:lnTo>
                <a:lnTo>
                  <a:pt x="2584" y="411847"/>
                </a:lnTo>
                <a:close/>
                <a:moveTo>
                  <a:pt x="12119" y="63983"/>
                </a:moveTo>
                <a:lnTo>
                  <a:pt x="13061" y="60689"/>
                </a:lnTo>
                <a:lnTo>
                  <a:pt x="15482" y="54078"/>
                </a:lnTo>
                <a:lnTo>
                  <a:pt x="18551" y="47710"/>
                </a:lnTo>
                <a:lnTo>
                  <a:pt x="22158" y="41749"/>
                </a:lnTo>
                <a:lnTo>
                  <a:pt x="26327" y="36169"/>
                </a:lnTo>
                <a:lnTo>
                  <a:pt x="31018" y="31018"/>
                </a:lnTo>
                <a:lnTo>
                  <a:pt x="36169" y="26327"/>
                </a:lnTo>
                <a:lnTo>
                  <a:pt x="41749" y="22158"/>
                </a:lnTo>
                <a:lnTo>
                  <a:pt x="47710" y="18551"/>
                </a:lnTo>
                <a:lnTo>
                  <a:pt x="54078" y="15482"/>
                </a:lnTo>
                <a:lnTo>
                  <a:pt x="60689" y="13061"/>
                </a:lnTo>
                <a:lnTo>
                  <a:pt x="63983" y="12119"/>
                </a:lnTo>
                <a:lnTo>
                  <a:pt x="67557" y="11288"/>
                </a:lnTo>
                <a:lnTo>
                  <a:pt x="71244" y="10637"/>
                </a:lnTo>
                <a:lnTo>
                  <a:pt x="74908" y="10173"/>
                </a:lnTo>
                <a:lnTo>
                  <a:pt x="74663" y="10206"/>
                </a:lnTo>
                <a:lnTo>
                  <a:pt x="78399" y="9910"/>
                </a:lnTo>
                <a:lnTo>
                  <a:pt x="82317" y="9813"/>
                </a:lnTo>
                <a:lnTo>
                  <a:pt x="1875433" y="9813"/>
                </a:lnTo>
                <a:lnTo>
                  <a:pt x="1879351" y="9910"/>
                </a:lnTo>
                <a:lnTo>
                  <a:pt x="1883087" y="10206"/>
                </a:lnTo>
                <a:lnTo>
                  <a:pt x="1882842" y="10173"/>
                </a:lnTo>
                <a:lnTo>
                  <a:pt x="1886506" y="10637"/>
                </a:lnTo>
                <a:lnTo>
                  <a:pt x="1890193" y="11288"/>
                </a:lnTo>
                <a:lnTo>
                  <a:pt x="1893767" y="12119"/>
                </a:lnTo>
                <a:lnTo>
                  <a:pt x="1897061" y="13061"/>
                </a:lnTo>
                <a:lnTo>
                  <a:pt x="1903672" y="15482"/>
                </a:lnTo>
                <a:lnTo>
                  <a:pt x="1910040" y="18551"/>
                </a:lnTo>
                <a:lnTo>
                  <a:pt x="1916001" y="22158"/>
                </a:lnTo>
                <a:lnTo>
                  <a:pt x="1921581" y="26327"/>
                </a:lnTo>
                <a:lnTo>
                  <a:pt x="1926732" y="31018"/>
                </a:lnTo>
                <a:lnTo>
                  <a:pt x="1931423" y="36169"/>
                </a:lnTo>
                <a:lnTo>
                  <a:pt x="1935592" y="41749"/>
                </a:lnTo>
                <a:lnTo>
                  <a:pt x="1939199" y="47710"/>
                </a:lnTo>
                <a:lnTo>
                  <a:pt x="1942268" y="54078"/>
                </a:lnTo>
                <a:lnTo>
                  <a:pt x="1944690" y="60689"/>
                </a:lnTo>
                <a:lnTo>
                  <a:pt x="1945631" y="63983"/>
                </a:lnTo>
                <a:lnTo>
                  <a:pt x="1946462" y="67557"/>
                </a:lnTo>
                <a:lnTo>
                  <a:pt x="1947113" y="71244"/>
                </a:lnTo>
                <a:lnTo>
                  <a:pt x="1947577" y="74908"/>
                </a:lnTo>
                <a:lnTo>
                  <a:pt x="1947544" y="74663"/>
                </a:lnTo>
                <a:lnTo>
                  <a:pt x="1947840" y="78399"/>
                </a:lnTo>
                <a:lnTo>
                  <a:pt x="1947937" y="82317"/>
                </a:lnTo>
                <a:lnTo>
                  <a:pt x="1947937" y="391174"/>
                </a:lnTo>
                <a:lnTo>
                  <a:pt x="1947840" y="395092"/>
                </a:lnTo>
                <a:lnTo>
                  <a:pt x="1947544" y="398828"/>
                </a:lnTo>
                <a:lnTo>
                  <a:pt x="1947577" y="398583"/>
                </a:lnTo>
                <a:lnTo>
                  <a:pt x="1947113" y="402247"/>
                </a:lnTo>
                <a:lnTo>
                  <a:pt x="1946462" y="405934"/>
                </a:lnTo>
                <a:lnTo>
                  <a:pt x="1945631" y="409508"/>
                </a:lnTo>
                <a:lnTo>
                  <a:pt x="1944690" y="412802"/>
                </a:lnTo>
                <a:lnTo>
                  <a:pt x="1942268" y="419413"/>
                </a:lnTo>
                <a:lnTo>
                  <a:pt x="1939199" y="425781"/>
                </a:lnTo>
                <a:lnTo>
                  <a:pt x="1935592" y="431742"/>
                </a:lnTo>
                <a:lnTo>
                  <a:pt x="1931423" y="437322"/>
                </a:lnTo>
                <a:lnTo>
                  <a:pt x="1926732" y="442473"/>
                </a:lnTo>
                <a:lnTo>
                  <a:pt x="1921581" y="447163"/>
                </a:lnTo>
                <a:lnTo>
                  <a:pt x="1916001" y="451333"/>
                </a:lnTo>
                <a:lnTo>
                  <a:pt x="1910040" y="454940"/>
                </a:lnTo>
                <a:lnTo>
                  <a:pt x="1903672" y="458008"/>
                </a:lnTo>
                <a:lnTo>
                  <a:pt x="1897061" y="460430"/>
                </a:lnTo>
                <a:lnTo>
                  <a:pt x="1893767" y="461372"/>
                </a:lnTo>
                <a:lnTo>
                  <a:pt x="1890193" y="462202"/>
                </a:lnTo>
                <a:lnTo>
                  <a:pt x="1886506" y="462854"/>
                </a:lnTo>
                <a:lnTo>
                  <a:pt x="1882842" y="463318"/>
                </a:lnTo>
                <a:lnTo>
                  <a:pt x="1883087" y="463285"/>
                </a:lnTo>
                <a:lnTo>
                  <a:pt x="1879351" y="463581"/>
                </a:lnTo>
                <a:lnTo>
                  <a:pt x="1875433" y="463678"/>
                </a:lnTo>
                <a:lnTo>
                  <a:pt x="82317" y="463678"/>
                </a:lnTo>
                <a:lnTo>
                  <a:pt x="78399" y="463581"/>
                </a:lnTo>
                <a:lnTo>
                  <a:pt x="74663" y="463285"/>
                </a:lnTo>
                <a:lnTo>
                  <a:pt x="74908" y="463318"/>
                </a:lnTo>
                <a:lnTo>
                  <a:pt x="71244" y="462854"/>
                </a:lnTo>
                <a:lnTo>
                  <a:pt x="67557" y="462202"/>
                </a:lnTo>
                <a:lnTo>
                  <a:pt x="63983" y="461372"/>
                </a:lnTo>
                <a:lnTo>
                  <a:pt x="60689" y="460430"/>
                </a:lnTo>
                <a:lnTo>
                  <a:pt x="54078" y="458008"/>
                </a:lnTo>
                <a:lnTo>
                  <a:pt x="47710" y="454940"/>
                </a:lnTo>
                <a:lnTo>
                  <a:pt x="41749" y="451333"/>
                </a:lnTo>
                <a:lnTo>
                  <a:pt x="36169" y="447163"/>
                </a:lnTo>
                <a:lnTo>
                  <a:pt x="31018" y="442473"/>
                </a:lnTo>
                <a:lnTo>
                  <a:pt x="26327" y="437322"/>
                </a:lnTo>
                <a:lnTo>
                  <a:pt x="22158" y="431742"/>
                </a:lnTo>
                <a:lnTo>
                  <a:pt x="18551" y="425781"/>
                </a:lnTo>
                <a:lnTo>
                  <a:pt x="15482" y="419413"/>
                </a:lnTo>
                <a:lnTo>
                  <a:pt x="13061" y="412802"/>
                </a:lnTo>
                <a:lnTo>
                  <a:pt x="12119" y="409508"/>
                </a:lnTo>
                <a:lnTo>
                  <a:pt x="11288" y="405934"/>
                </a:lnTo>
                <a:lnTo>
                  <a:pt x="10637" y="402247"/>
                </a:lnTo>
                <a:lnTo>
                  <a:pt x="10173" y="398583"/>
                </a:lnTo>
                <a:lnTo>
                  <a:pt x="10206" y="398828"/>
                </a:lnTo>
                <a:lnTo>
                  <a:pt x="9910" y="395092"/>
                </a:lnTo>
                <a:lnTo>
                  <a:pt x="9813" y="391174"/>
                </a:lnTo>
                <a:lnTo>
                  <a:pt x="9813" y="82317"/>
                </a:lnTo>
                <a:lnTo>
                  <a:pt x="9910" y="78399"/>
                </a:lnTo>
                <a:lnTo>
                  <a:pt x="10206" y="74663"/>
                </a:lnTo>
                <a:lnTo>
                  <a:pt x="10173" y="74908"/>
                </a:lnTo>
                <a:lnTo>
                  <a:pt x="10637" y="71244"/>
                </a:lnTo>
                <a:lnTo>
                  <a:pt x="11288" y="67557"/>
                </a:lnTo>
                <a:lnTo>
                  <a:pt x="12119" y="63983"/>
                </a:lnTo>
                <a:close/>
              </a:path>
            </a:pathLst>
          </a:custGeom>
          <a:solidFill xmlns:a="http://schemas.openxmlformats.org/drawingml/2006/main">
            <a:srgbClr val="41719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7E334-E424-4322-BBEC-1A43156D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073" y="5433858"/>
            <a:ext cx="695108" cy="231757"/>
          </a:xfrm>
          <a:custGeom xmlns:a="http://schemas.openxmlformats.org/drawingml/2006/main">
            <a:pathLst>
              <a:path w="695108" h="231757">
                <a:moveTo>
                  <a:pt x="327" y="39417"/>
                </a:moveTo>
                <a:cubicBezTo>
                  <a:pt x="0" y="17271"/>
                  <a:pt x="17271" y="0"/>
                  <a:pt x="37618" y="164"/>
                </a:cubicBezTo>
                <a:lnTo>
                  <a:pt x="655854" y="164"/>
                </a:lnTo>
                <a:cubicBezTo>
                  <a:pt x="677836" y="0"/>
                  <a:pt x="695108" y="17271"/>
                  <a:pt x="695108" y="39417"/>
                </a:cubicBezTo>
                <a:lnTo>
                  <a:pt x="695108" y="192504"/>
                </a:lnTo>
                <a:cubicBezTo>
                  <a:pt x="695108" y="214159"/>
                  <a:pt x="677836" y="231430"/>
                  <a:pt x="655854" y="231757"/>
                </a:cubicBezTo>
                <a:lnTo>
                  <a:pt x="37618" y="231757"/>
                </a:lnTo>
                <a:cubicBezTo>
                  <a:pt x="17271" y="231430"/>
                  <a:pt x="0" y="214159"/>
                  <a:pt x="327" y="192504"/>
                </a:cubicBezTo>
                <a:lnTo>
                  <a:pt x="327" y="39417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30299-F0CE-4F69-B205-7E95A8A9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896" y="5425680"/>
            <a:ext cx="711463" cy="247785"/>
          </a:xfrm>
          <a:custGeom xmlns:a="http://schemas.openxmlformats.org/drawingml/2006/main">
            <a:pathLst>
              <a:path w="711463" h="247785">
                <a:moveTo>
                  <a:pt x="3664" y="219245"/>
                </a:moveTo>
                <a:lnTo>
                  <a:pt x="5643" y="223334"/>
                </a:lnTo>
                <a:lnTo>
                  <a:pt x="7981" y="227178"/>
                </a:lnTo>
                <a:lnTo>
                  <a:pt x="10664" y="230776"/>
                </a:lnTo>
                <a:lnTo>
                  <a:pt x="13690" y="234096"/>
                </a:lnTo>
                <a:lnTo>
                  <a:pt x="17010" y="237122"/>
                </a:lnTo>
                <a:lnTo>
                  <a:pt x="20608" y="239804"/>
                </a:lnTo>
                <a:lnTo>
                  <a:pt x="24451" y="242143"/>
                </a:lnTo>
                <a:lnTo>
                  <a:pt x="28540" y="244122"/>
                </a:lnTo>
                <a:lnTo>
                  <a:pt x="32842" y="245692"/>
                </a:lnTo>
                <a:lnTo>
                  <a:pt x="37340" y="246853"/>
                </a:lnTo>
                <a:lnTo>
                  <a:pt x="41984" y="247556"/>
                </a:lnTo>
                <a:lnTo>
                  <a:pt x="46548" y="247785"/>
                </a:lnTo>
                <a:lnTo>
                  <a:pt x="664915" y="247785"/>
                </a:lnTo>
                <a:lnTo>
                  <a:pt x="669479" y="247556"/>
                </a:lnTo>
                <a:lnTo>
                  <a:pt x="674124" y="246853"/>
                </a:lnTo>
                <a:lnTo>
                  <a:pt x="678605" y="245692"/>
                </a:lnTo>
                <a:lnTo>
                  <a:pt x="682906" y="244122"/>
                </a:lnTo>
                <a:lnTo>
                  <a:pt x="687012" y="242143"/>
                </a:lnTo>
                <a:lnTo>
                  <a:pt x="690855" y="239804"/>
                </a:lnTo>
                <a:lnTo>
                  <a:pt x="694453" y="237122"/>
                </a:lnTo>
                <a:lnTo>
                  <a:pt x="697774" y="234096"/>
                </a:lnTo>
                <a:lnTo>
                  <a:pt x="700799" y="230776"/>
                </a:lnTo>
                <a:lnTo>
                  <a:pt x="703482" y="227178"/>
                </a:lnTo>
                <a:lnTo>
                  <a:pt x="705820" y="223334"/>
                </a:lnTo>
                <a:lnTo>
                  <a:pt x="707799" y="219245"/>
                </a:lnTo>
                <a:lnTo>
                  <a:pt x="709370" y="214927"/>
                </a:lnTo>
                <a:lnTo>
                  <a:pt x="710531" y="210446"/>
                </a:lnTo>
                <a:lnTo>
                  <a:pt x="711234" y="205801"/>
                </a:lnTo>
                <a:lnTo>
                  <a:pt x="711463" y="201238"/>
                </a:lnTo>
                <a:lnTo>
                  <a:pt x="711463" y="46548"/>
                </a:lnTo>
                <a:lnTo>
                  <a:pt x="711234" y="41984"/>
                </a:lnTo>
                <a:lnTo>
                  <a:pt x="710531" y="37340"/>
                </a:lnTo>
                <a:lnTo>
                  <a:pt x="709370" y="32858"/>
                </a:lnTo>
                <a:lnTo>
                  <a:pt x="707799" y="28557"/>
                </a:lnTo>
                <a:lnTo>
                  <a:pt x="705820" y="24451"/>
                </a:lnTo>
                <a:lnTo>
                  <a:pt x="703482" y="20608"/>
                </a:lnTo>
                <a:lnTo>
                  <a:pt x="700799" y="17010"/>
                </a:lnTo>
                <a:lnTo>
                  <a:pt x="697774" y="13690"/>
                </a:lnTo>
                <a:lnTo>
                  <a:pt x="694453" y="10664"/>
                </a:lnTo>
                <a:lnTo>
                  <a:pt x="690855" y="7981"/>
                </a:lnTo>
                <a:lnTo>
                  <a:pt x="687012" y="5643"/>
                </a:lnTo>
                <a:lnTo>
                  <a:pt x="682906" y="3664"/>
                </a:lnTo>
                <a:lnTo>
                  <a:pt x="678605" y="2094"/>
                </a:lnTo>
                <a:lnTo>
                  <a:pt x="674124" y="932"/>
                </a:lnTo>
                <a:lnTo>
                  <a:pt x="669479" y="229"/>
                </a:lnTo>
                <a:lnTo>
                  <a:pt x="664915" y="0"/>
                </a:lnTo>
                <a:lnTo>
                  <a:pt x="46548" y="0"/>
                </a:lnTo>
                <a:lnTo>
                  <a:pt x="41984" y="229"/>
                </a:lnTo>
                <a:lnTo>
                  <a:pt x="37340" y="932"/>
                </a:lnTo>
                <a:lnTo>
                  <a:pt x="32842" y="2094"/>
                </a:lnTo>
                <a:lnTo>
                  <a:pt x="28540" y="3664"/>
                </a:lnTo>
                <a:lnTo>
                  <a:pt x="24451" y="5643"/>
                </a:lnTo>
                <a:lnTo>
                  <a:pt x="20608" y="7981"/>
                </a:lnTo>
                <a:lnTo>
                  <a:pt x="17010" y="10664"/>
                </a:lnTo>
                <a:lnTo>
                  <a:pt x="13690" y="13690"/>
                </a:lnTo>
                <a:lnTo>
                  <a:pt x="10664" y="17010"/>
                </a:lnTo>
                <a:lnTo>
                  <a:pt x="7981" y="20608"/>
                </a:lnTo>
                <a:lnTo>
                  <a:pt x="5643" y="24451"/>
                </a:lnTo>
                <a:lnTo>
                  <a:pt x="3664" y="28557"/>
                </a:lnTo>
                <a:lnTo>
                  <a:pt x="2094" y="32858"/>
                </a:lnTo>
                <a:lnTo>
                  <a:pt x="932" y="37340"/>
                </a:lnTo>
                <a:lnTo>
                  <a:pt x="229" y="41984"/>
                </a:lnTo>
                <a:lnTo>
                  <a:pt x="0" y="46548"/>
                </a:lnTo>
                <a:lnTo>
                  <a:pt x="0" y="201238"/>
                </a:lnTo>
                <a:lnTo>
                  <a:pt x="229" y="205801"/>
                </a:lnTo>
                <a:lnTo>
                  <a:pt x="932" y="210446"/>
                </a:lnTo>
                <a:lnTo>
                  <a:pt x="2094" y="214927"/>
                </a:lnTo>
                <a:lnTo>
                  <a:pt x="3664" y="219245"/>
                </a:lnTo>
                <a:close/>
                <a:moveTo>
                  <a:pt x="16979" y="40628"/>
                </a:moveTo>
                <a:lnTo>
                  <a:pt x="17706" y="37797"/>
                </a:lnTo>
                <a:lnTo>
                  <a:pt x="18756" y="34911"/>
                </a:lnTo>
                <a:lnTo>
                  <a:pt x="20008" y="32306"/>
                </a:lnTo>
                <a:lnTo>
                  <a:pt x="21546" y="29765"/>
                </a:lnTo>
                <a:lnTo>
                  <a:pt x="23257" y="27488"/>
                </a:lnTo>
                <a:lnTo>
                  <a:pt x="25275" y="25258"/>
                </a:lnTo>
                <a:lnTo>
                  <a:pt x="27402" y="23321"/>
                </a:lnTo>
                <a:lnTo>
                  <a:pt x="29765" y="21546"/>
                </a:lnTo>
                <a:lnTo>
                  <a:pt x="32306" y="20008"/>
                </a:lnTo>
                <a:lnTo>
                  <a:pt x="34911" y="18756"/>
                </a:lnTo>
                <a:lnTo>
                  <a:pt x="37797" y="17706"/>
                </a:lnTo>
                <a:lnTo>
                  <a:pt x="40628" y="16979"/>
                </a:lnTo>
                <a:lnTo>
                  <a:pt x="43513" y="16536"/>
                </a:lnTo>
                <a:lnTo>
                  <a:pt x="46865" y="16355"/>
                </a:lnTo>
                <a:lnTo>
                  <a:pt x="664598" y="16355"/>
                </a:lnTo>
                <a:lnTo>
                  <a:pt x="667950" y="16536"/>
                </a:lnTo>
                <a:lnTo>
                  <a:pt x="670835" y="16979"/>
                </a:lnTo>
                <a:lnTo>
                  <a:pt x="673666" y="17706"/>
                </a:lnTo>
                <a:lnTo>
                  <a:pt x="676552" y="18756"/>
                </a:lnTo>
                <a:lnTo>
                  <a:pt x="679157" y="20008"/>
                </a:lnTo>
                <a:lnTo>
                  <a:pt x="681698" y="21546"/>
                </a:lnTo>
                <a:lnTo>
                  <a:pt x="683975" y="23257"/>
                </a:lnTo>
                <a:lnTo>
                  <a:pt x="686196" y="25267"/>
                </a:lnTo>
                <a:lnTo>
                  <a:pt x="688206" y="27488"/>
                </a:lnTo>
                <a:lnTo>
                  <a:pt x="689917" y="29765"/>
                </a:lnTo>
                <a:lnTo>
                  <a:pt x="691455" y="32306"/>
                </a:lnTo>
                <a:lnTo>
                  <a:pt x="692707" y="34911"/>
                </a:lnTo>
                <a:lnTo>
                  <a:pt x="693757" y="37797"/>
                </a:lnTo>
                <a:lnTo>
                  <a:pt x="694484" y="40628"/>
                </a:lnTo>
                <a:lnTo>
                  <a:pt x="694928" y="43513"/>
                </a:lnTo>
                <a:lnTo>
                  <a:pt x="695108" y="46865"/>
                </a:lnTo>
                <a:lnTo>
                  <a:pt x="695108" y="200921"/>
                </a:lnTo>
                <a:lnTo>
                  <a:pt x="694928" y="204273"/>
                </a:lnTo>
                <a:lnTo>
                  <a:pt x="694484" y="207158"/>
                </a:lnTo>
                <a:lnTo>
                  <a:pt x="693757" y="209989"/>
                </a:lnTo>
                <a:lnTo>
                  <a:pt x="692707" y="212874"/>
                </a:lnTo>
                <a:lnTo>
                  <a:pt x="691455" y="215479"/>
                </a:lnTo>
                <a:lnTo>
                  <a:pt x="689917" y="218020"/>
                </a:lnTo>
                <a:lnTo>
                  <a:pt x="688206" y="220297"/>
                </a:lnTo>
                <a:lnTo>
                  <a:pt x="686196" y="222519"/>
                </a:lnTo>
                <a:lnTo>
                  <a:pt x="683975" y="224528"/>
                </a:lnTo>
                <a:lnTo>
                  <a:pt x="681698" y="226239"/>
                </a:lnTo>
                <a:lnTo>
                  <a:pt x="679157" y="227777"/>
                </a:lnTo>
                <a:lnTo>
                  <a:pt x="676552" y="229029"/>
                </a:lnTo>
                <a:lnTo>
                  <a:pt x="673666" y="230079"/>
                </a:lnTo>
                <a:lnTo>
                  <a:pt x="670835" y="230806"/>
                </a:lnTo>
                <a:lnTo>
                  <a:pt x="667950" y="231250"/>
                </a:lnTo>
                <a:lnTo>
                  <a:pt x="664598" y="231430"/>
                </a:lnTo>
                <a:lnTo>
                  <a:pt x="46865" y="231430"/>
                </a:lnTo>
                <a:lnTo>
                  <a:pt x="43513" y="231250"/>
                </a:lnTo>
                <a:lnTo>
                  <a:pt x="40628" y="230806"/>
                </a:lnTo>
                <a:lnTo>
                  <a:pt x="37797" y="230079"/>
                </a:lnTo>
                <a:lnTo>
                  <a:pt x="34911" y="229029"/>
                </a:lnTo>
                <a:lnTo>
                  <a:pt x="32306" y="227777"/>
                </a:lnTo>
                <a:lnTo>
                  <a:pt x="29765" y="226239"/>
                </a:lnTo>
                <a:lnTo>
                  <a:pt x="27402" y="224464"/>
                </a:lnTo>
                <a:lnTo>
                  <a:pt x="25275" y="222528"/>
                </a:lnTo>
                <a:lnTo>
                  <a:pt x="23257" y="220297"/>
                </a:lnTo>
                <a:lnTo>
                  <a:pt x="21546" y="218020"/>
                </a:lnTo>
                <a:lnTo>
                  <a:pt x="20008" y="215479"/>
                </a:lnTo>
                <a:lnTo>
                  <a:pt x="18756" y="212874"/>
                </a:lnTo>
                <a:lnTo>
                  <a:pt x="17706" y="209989"/>
                </a:lnTo>
                <a:lnTo>
                  <a:pt x="16979" y="207158"/>
                </a:lnTo>
                <a:lnTo>
                  <a:pt x="16536" y="204273"/>
                </a:lnTo>
                <a:lnTo>
                  <a:pt x="16355" y="200921"/>
                </a:lnTo>
                <a:lnTo>
                  <a:pt x="16355" y="46865"/>
                </a:lnTo>
                <a:lnTo>
                  <a:pt x="16536" y="43513"/>
                </a:lnTo>
                <a:lnTo>
                  <a:pt x="16979" y="40628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41AC84-2195-4F6B-843A-A43370B9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850" y="5433858"/>
            <a:ext cx="695435" cy="231757"/>
          </a:xfrm>
          <a:custGeom xmlns:a="http://schemas.openxmlformats.org/drawingml/2006/main">
            <a:pathLst>
              <a:path w="695435" h="231757">
                <a:moveTo>
                  <a:pt x="654" y="39417"/>
                </a:moveTo>
                <a:cubicBezTo>
                  <a:pt x="0" y="17271"/>
                  <a:pt x="17271" y="0"/>
                  <a:pt x="37945" y="164"/>
                </a:cubicBezTo>
                <a:lnTo>
                  <a:pt x="656182" y="164"/>
                </a:lnTo>
                <a:cubicBezTo>
                  <a:pt x="677836" y="0"/>
                  <a:pt x="695108" y="17271"/>
                  <a:pt x="695435" y="39417"/>
                </a:cubicBezTo>
                <a:lnTo>
                  <a:pt x="695435" y="192504"/>
                </a:lnTo>
                <a:cubicBezTo>
                  <a:pt x="695108" y="214159"/>
                  <a:pt x="677836" y="231430"/>
                  <a:pt x="656182" y="231757"/>
                </a:cubicBezTo>
                <a:lnTo>
                  <a:pt x="37945" y="231757"/>
                </a:lnTo>
                <a:cubicBezTo>
                  <a:pt x="17271" y="231430"/>
                  <a:pt x="0" y="214159"/>
                  <a:pt x="654" y="192504"/>
                </a:cubicBezTo>
                <a:lnTo>
                  <a:pt x="654" y="39417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8DA12-9297-49EC-8D5F-978E5CE2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673" y="5425680"/>
            <a:ext cx="711463" cy="247785"/>
          </a:xfrm>
          <a:custGeom xmlns:a="http://schemas.openxmlformats.org/drawingml/2006/main">
            <a:pathLst>
              <a:path w="711463" h="247785">
                <a:moveTo>
                  <a:pt x="3664" y="219245"/>
                </a:moveTo>
                <a:lnTo>
                  <a:pt x="5643" y="223334"/>
                </a:lnTo>
                <a:lnTo>
                  <a:pt x="7981" y="227178"/>
                </a:lnTo>
                <a:lnTo>
                  <a:pt x="10664" y="230776"/>
                </a:lnTo>
                <a:lnTo>
                  <a:pt x="13690" y="234096"/>
                </a:lnTo>
                <a:lnTo>
                  <a:pt x="17010" y="237122"/>
                </a:lnTo>
                <a:lnTo>
                  <a:pt x="20608" y="239804"/>
                </a:lnTo>
                <a:lnTo>
                  <a:pt x="24451" y="242143"/>
                </a:lnTo>
                <a:lnTo>
                  <a:pt x="28557" y="244122"/>
                </a:lnTo>
                <a:lnTo>
                  <a:pt x="32858" y="245692"/>
                </a:lnTo>
                <a:lnTo>
                  <a:pt x="37340" y="246853"/>
                </a:lnTo>
                <a:lnTo>
                  <a:pt x="41984" y="247556"/>
                </a:lnTo>
                <a:lnTo>
                  <a:pt x="46548" y="247785"/>
                </a:lnTo>
                <a:lnTo>
                  <a:pt x="664915" y="247785"/>
                </a:lnTo>
                <a:lnTo>
                  <a:pt x="669479" y="247556"/>
                </a:lnTo>
                <a:lnTo>
                  <a:pt x="674124" y="246853"/>
                </a:lnTo>
                <a:lnTo>
                  <a:pt x="678605" y="245692"/>
                </a:lnTo>
                <a:lnTo>
                  <a:pt x="682906" y="244122"/>
                </a:lnTo>
                <a:lnTo>
                  <a:pt x="687012" y="242143"/>
                </a:lnTo>
                <a:lnTo>
                  <a:pt x="690855" y="239804"/>
                </a:lnTo>
                <a:lnTo>
                  <a:pt x="694453" y="237122"/>
                </a:lnTo>
                <a:lnTo>
                  <a:pt x="697774" y="234096"/>
                </a:lnTo>
                <a:lnTo>
                  <a:pt x="700799" y="230776"/>
                </a:lnTo>
                <a:lnTo>
                  <a:pt x="703482" y="227178"/>
                </a:lnTo>
                <a:lnTo>
                  <a:pt x="705820" y="223334"/>
                </a:lnTo>
                <a:lnTo>
                  <a:pt x="707799" y="219245"/>
                </a:lnTo>
                <a:lnTo>
                  <a:pt x="709370" y="214927"/>
                </a:lnTo>
                <a:lnTo>
                  <a:pt x="710531" y="210446"/>
                </a:lnTo>
                <a:lnTo>
                  <a:pt x="711234" y="205801"/>
                </a:lnTo>
                <a:lnTo>
                  <a:pt x="711463" y="201238"/>
                </a:lnTo>
                <a:lnTo>
                  <a:pt x="711463" y="46548"/>
                </a:lnTo>
                <a:lnTo>
                  <a:pt x="711234" y="41984"/>
                </a:lnTo>
                <a:lnTo>
                  <a:pt x="710531" y="37340"/>
                </a:lnTo>
                <a:lnTo>
                  <a:pt x="709370" y="32858"/>
                </a:lnTo>
                <a:lnTo>
                  <a:pt x="707799" y="28557"/>
                </a:lnTo>
                <a:lnTo>
                  <a:pt x="705820" y="24451"/>
                </a:lnTo>
                <a:lnTo>
                  <a:pt x="703482" y="20608"/>
                </a:lnTo>
                <a:lnTo>
                  <a:pt x="700799" y="17010"/>
                </a:lnTo>
                <a:lnTo>
                  <a:pt x="697774" y="13690"/>
                </a:lnTo>
                <a:lnTo>
                  <a:pt x="694453" y="10664"/>
                </a:lnTo>
                <a:lnTo>
                  <a:pt x="690855" y="7981"/>
                </a:lnTo>
                <a:lnTo>
                  <a:pt x="687012" y="5643"/>
                </a:lnTo>
                <a:lnTo>
                  <a:pt x="682906" y="3664"/>
                </a:lnTo>
                <a:lnTo>
                  <a:pt x="678605" y="2094"/>
                </a:lnTo>
                <a:lnTo>
                  <a:pt x="674124" y="932"/>
                </a:lnTo>
                <a:lnTo>
                  <a:pt x="669479" y="229"/>
                </a:lnTo>
                <a:lnTo>
                  <a:pt x="664915" y="0"/>
                </a:lnTo>
                <a:lnTo>
                  <a:pt x="46548" y="0"/>
                </a:lnTo>
                <a:lnTo>
                  <a:pt x="41984" y="229"/>
                </a:lnTo>
                <a:lnTo>
                  <a:pt x="37340" y="932"/>
                </a:lnTo>
                <a:lnTo>
                  <a:pt x="32858" y="2094"/>
                </a:lnTo>
                <a:lnTo>
                  <a:pt x="28557" y="3664"/>
                </a:lnTo>
                <a:lnTo>
                  <a:pt x="24451" y="5643"/>
                </a:lnTo>
                <a:lnTo>
                  <a:pt x="20608" y="7981"/>
                </a:lnTo>
                <a:lnTo>
                  <a:pt x="17010" y="10664"/>
                </a:lnTo>
                <a:lnTo>
                  <a:pt x="13690" y="13690"/>
                </a:lnTo>
                <a:lnTo>
                  <a:pt x="10664" y="17010"/>
                </a:lnTo>
                <a:lnTo>
                  <a:pt x="7981" y="20608"/>
                </a:lnTo>
                <a:lnTo>
                  <a:pt x="5643" y="24451"/>
                </a:lnTo>
                <a:lnTo>
                  <a:pt x="3664" y="28557"/>
                </a:lnTo>
                <a:lnTo>
                  <a:pt x="2094" y="32858"/>
                </a:lnTo>
                <a:lnTo>
                  <a:pt x="932" y="37340"/>
                </a:lnTo>
                <a:lnTo>
                  <a:pt x="229" y="41984"/>
                </a:lnTo>
                <a:lnTo>
                  <a:pt x="0" y="46548"/>
                </a:lnTo>
                <a:lnTo>
                  <a:pt x="0" y="201238"/>
                </a:lnTo>
                <a:lnTo>
                  <a:pt x="229" y="205801"/>
                </a:lnTo>
                <a:lnTo>
                  <a:pt x="932" y="210446"/>
                </a:lnTo>
                <a:lnTo>
                  <a:pt x="2094" y="214927"/>
                </a:lnTo>
                <a:lnTo>
                  <a:pt x="3664" y="219245"/>
                </a:lnTo>
                <a:close/>
                <a:moveTo>
                  <a:pt x="16979" y="40628"/>
                </a:moveTo>
                <a:lnTo>
                  <a:pt x="17706" y="37797"/>
                </a:lnTo>
                <a:lnTo>
                  <a:pt x="18756" y="34911"/>
                </a:lnTo>
                <a:lnTo>
                  <a:pt x="20008" y="32306"/>
                </a:lnTo>
                <a:lnTo>
                  <a:pt x="21546" y="29765"/>
                </a:lnTo>
                <a:lnTo>
                  <a:pt x="23257" y="27488"/>
                </a:lnTo>
                <a:lnTo>
                  <a:pt x="25267" y="25267"/>
                </a:lnTo>
                <a:lnTo>
                  <a:pt x="27488" y="23257"/>
                </a:lnTo>
                <a:lnTo>
                  <a:pt x="29765" y="21546"/>
                </a:lnTo>
                <a:lnTo>
                  <a:pt x="32306" y="20008"/>
                </a:lnTo>
                <a:lnTo>
                  <a:pt x="34911" y="18756"/>
                </a:lnTo>
                <a:lnTo>
                  <a:pt x="37797" y="17706"/>
                </a:lnTo>
                <a:lnTo>
                  <a:pt x="40628" y="16979"/>
                </a:lnTo>
                <a:lnTo>
                  <a:pt x="43513" y="16536"/>
                </a:lnTo>
                <a:lnTo>
                  <a:pt x="46865" y="16355"/>
                </a:lnTo>
                <a:lnTo>
                  <a:pt x="664598" y="16355"/>
                </a:lnTo>
                <a:lnTo>
                  <a:pt x="667950" y="16536"/>
                </a:lnTo>
                <a:lnTo>
                  <a:pt x="670835" y="16979"/>
                </a:lnTo>
                <a:lnTo>
                  <a:pt x="673666" y="17706"/>
                </a:lnTo>
                <a:lnTo>
                  <a:pt x="676552" y="18756"/>
                </a:lnTo>
                <a:lnTo>
                  <a:pt x="679157" y="20008"/>
                </a:lnTo>
                <a:lnTo>
                  <a:pt x="681698" y="21546"/>
                </a:lnTo>
                <a:lnTo>
                  <a:pt x="683975" y="23257"/>
                </a:lnTo>
                <a:lnTo>
                  <a:pt x="686196" y="25267"/>
                </a:lnTo>
                <a:lnTo>
                  <a:pt x="688206" y="27488"/>
                </a:lnTo>
                <a:lnTo>
                  <a:pt x="689917" y="29765"/>
                </a:lnTo>
                <a:lnTo>
                  <a:pt x="691455" y="32306"/>
                </a:lnTo>
                <a:lnTo>
                  <a:pt x="692707" y="34911"/>
                </a:lnTo>
                <a:lnTo>
                  <a:pt x="693757" y="37797"/>
                </a:lnTo>
                <a:lnTo>
                  <a:pt x="694484" y="40628"/>
                </a:lnTo>
                <a:lnTo>
                  <a:pt x="694928" y="43513"/>
                </a:lnTo>
                <a:lnTo>
                  <a:pt x="695108" y="46865"/>
                </a:lnTo>
                <a:lnTo>
                  <a:pt x="695108" y="200921"/>
                </a:lnTo>
                <a:lnTo>
                  <a:pt x="694928" y="204273"/>
                </a:lnTo>
                <a:lnTo>
                  <a:pt x="694484" y="207158"/>
                </a:lnTo>
                <a:lnTo>
                  <a:pt x="693757" y="209989"/>
                </a:lnTo>
                <a:lnTo>
                  <a:pt x="692707" y="212874"/>
                </a:lnTo>
                <a:lnTo>
                  <a:pt x="691455" y="215479"/>
                </a:lnTo>
                <a:lnTo>
                  <a:pt x="689917" y="218020"/>
                </a:lnTo>
                <a:lnTo>
                  <a:pt x="688206" y="220297"/>
                </a:lnTo>
                <a:lnTo>
                  <a:pt x="686196" y="222519"/>
                </a:lnTo>
                <a:lnTo>
                  <a:pt x="683975" y="224528"/>
                </a:lnTo>
                <a:lnTo>
                  <a:pt x="681698" y="226239"/>
                </a:lnTo>
                <a:lnTo>
                  <a:pt x="679157" y="227777"/>
                </a:lnTo>
                <a:lnTo>
                  <a:pt x="676552" y="229029"/>
                </a:lnTo>
                <a:lnTo>
                  <a:pt x="673666" y="230079"/>
                </a:lnTo>
                <a:lnTo>
                  <a:pt x="670835" y="230806"/>
                </a:lnTo>
                <a:lnTo>
                  <a:pt x="667950" y="231250"/>
                </a:lnTo>
                <a:lnTo>
                  <a:pt x="664598" y="231430"/>
                </a:lnTo>
                <a:lnTo>
                  <a:pt x="46865" y="231430"/>
                </a:lnTo>
                <a:lnTo>
                  <a:pt x="43513" y="231250"/>
                </a:lnTo>
                <a:lnTo>
                  <a:pt x="40628" y="230806"/>
                </a:lnTo>
                <a:lnTo>
                  <a:pt x="37797" y="230079"/>
                </a:lnTo>
                <a:lnTo>
                  <a:pt x="34911" y="229029"/>
                </a:lnTo>
                <a:lnTo>
                  <a:pt x="32306" y="227777"/>
                </a:lnTo>
                <a:lnTo>
                  <a:pt x="29765" y="226239"/>
                </a:lnTo>
                <a:lnTo>
                  <a:pt x="27488" y="224528"/>
                </a:lnTo>
                <a:lnTo>
                  <a:pt x="25267" y="222519"/>
                </a:lnTo>
                <a:lnTo>
                  <a:pt x="23257" y="220297"/>
                </a:lnTo>
                <a:lnTo>
                  <a:pt x="21546" y="218020"/>
                </a:lnTo>
                <a:lnTo>
                  <a:pt x="20008" y="215479"/>
                </a:lnTo>
                <a:lnTo>
                  <a:pt x="18756" y="212874"/>
                </a:lnTo>
                <a:lnTo>
                  <a:pt x="17706" y="209989"/>
                </a:lnTo>
                <a:lnTo>
                  <a:pt x="16979" y="207158"/>
                </a:lnTo>
                <a:lnTo>
                  <a:pt x="16536" y="204273"/>
                </a:lnTo>
                <a:lnTo>
                  <a:pt x="16355" y="200921"/>
                </a:lnTo>
                <a:lnTo>
                  <a:pt x="16355" y="46865"/>
                </a:lnTo>
                <a:lnTo>
                  <a:pt x="16536" y="43513"/>
                </a:lnTo>
                <a:lnTo>
                  <a:pt x="16979" y="40628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-">
            <a:extLst xmlns:a="http://schemas.openxmlformats.org/drawingml/2006/main">
              <a:ext uri="{FF2B5EF4-FFF2-40B4-BE49-F238E27FC236}">
                <a16:creationId xmlns:a16="http://schemas.microsoft.com/office/drawing/2014/main" id="{4CB2A215-CCE4-4A86-8333-1B9701E8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696" y="5555744"/>
            <a:ext cx="59800" cy="17250"/>
          </a:xfrm>
          <a:custGeom xmlns:a="http://schemas.openxmlformats.org/drawingml/2006/main">
            <a:pathLst>
              <a:path w="59800" h="17250">
                <a:moveTo>
                  <a:pt x="59800" y="17250"/>
                </a:moveTo>
                <a:lnTo>
                  <a:pt x="0" y="17250"/>
                </a:lnTo>
                <a:lnTo>
                  <a:pt x="0" y="0"/>
                </a:lnTo>
                <a:lnTo>
                  <a:pt x="59800" y="0"/>
                </a:lnTo>
                <a:lnTo>
                  <a:pt x="59800" y="17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210E7-1AEF-4C14-8B72-506C00E6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87" y="5457573"/>
            <a:ext cx="92245" cy="184490"/>
          </a:xfrm>
          <a:custGeom xmlns:a="http://schemas.openxmlformats.org/drawingml/2006/main">
            <a:pathLst>
              <a:path w="92245" h="184490">
                <a:moveTo>
                  <a:pt x="0" y="0"/>
                </a:moveTo>
                <a:lnTo>
                  <a:pt x="92245" y="0"/>
                </a:lnTo>
                <a:lnTo>
                  <a:pt x="92245" y="184490"/>
                </a:lnTo>
                <a:lnTo>
                  <a:pt x="0" y="1844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A4009-1500-4D9C-8BEF-BF509CFE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729" y="5455611"/>
            <a:ext cx="92245" cy="186452"/>
          </a:xfrm>
          <a:custGeom xmlns:a="http://schemas.openxmlformats.org/drawingml/2006/main">
            <a:pathLst>
              <a:path w="92245" h="186452">
                <a:moveTo>
                  <a:pt x="0" y="0"/>
                </a:moveTo>
                <a:lnTo>
                  <a:pt x="92245" y="0"/>
                </a:lnTo>
                <a:lnTo>
                  <a:pt x="92245" y="186452"/>
                </a:lnTo>
                <a:lnTo>
                  <a:pt x="0" y="1864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4c26638b54ade"/>
          <a:stretch xmlns:a="http://schemas.openxmlformats.org/drawingml/2006/main"/>
        </p:blipFill>
        <p:spPr>
          <a:xfrm xmlns:a="http://schemas.openxmlformats.org/drawingml/2006/main">
            <a:off x="5120745" y="5455611"/>
            <a:ext cx="186452" cy="186452"/>
          </a:xfrm>
          <a:prstGeom xmlns:a="http://schemas.openxmlformats.org/drawingml/2006/main" prst="rect">
            <a:avLst/>
          </a:prstGeom>
        </p:spPr>
      </p:pic>
      <p:pic>
        <p:nvPicPr>
          <p:cNvPr id="3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324f18f444d0a"/>
          <a:stretch xmlns:a="http://schemas.openxmlformats.org/drawingml/2006/main"/>
        </p:blipFill>
        <p:spPr>
          <a:xfrm xmlns:a="http://schemas.openxmlformats.org/drawingml/2006/main">
            <a:off x="6109924" y="5455611"/>
            <a:ext cx="186452" cy="186452"/>
          </a:xfrm>
          <a:prstGeom xmlns:a="http://schemas.openxmlformats.org/drawingml/2006/main" prst="rect">
            <a:avLst/>
          </a:prstGeom>
        </p:spPr>
      </p:pic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5DF28-0A9C-4D1F-9FA1-2F40CB9C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1" y="545044"/>
            <a:ext cx="465150" cy="463187"/>
          </a:xfrm>
          <a:custGeom xmlns:a="http://schemas.openxmlformats.org/drawingml/2006/main">
            <a:pathLst>
              <a:path w="465150" h="463187">
                <a:moveTo>
                  <a:pt x="0" y="0"/>
                </a:moveTo>
                <a:lnTo>
                  <a:pt x="465150" y="0"/>
                </a:lnTo>
                <a:lnTo>
                  <a:pt x="465150" y="463187"/>
                </a:lnTo>
                <a:lnTo>
                  <a:pt x="0" y="4631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93c078f874fa0"/>
          <a:stretch xmlns:a="http://schemas.openxmlformats.org/drawingml/2006/main"/>
        </p:blipFill>
        <p:spPr>
          <a:xfrm xmlns:a="http://schemas.openxmlformats.org/drawingml/2006/main">
            <a:off x="481515" y="524763"/>
            <a:ext cx="502931" cy="502931"/>
          </a:xfrm>
          <a:prstGeom xmlns:a="http://schemas.openxmlformats.org/drawingml/2006/main" prst="rect">
            <a:avLst/>
          </a:prstGeom>
        </p:spPr>
      </p:pic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02CD1-34EA-4C61-9F7E-0E715338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736" y="4631295"/>
            <a:ext cx="278698" cy="278697"/>
          </a:xfrm>
          <a:custGeom xmlns:a="http://schemas.openxmlformats.org/drawingml/2006/main">
            <a:pathLst>
              <a:path w="278698" h="278697">
                <a:moveTo>
                  <a:pt x="0" y="0"/>
                </a:moveTo>
                <a:lnTo>
                  <a:pt x="278698" y="0"/>
                </a:lnTo>
                <a:lnTo>
                  <a:pt x="278698" y="278697"/>
                </a:lnTo>
                <a:lnTo>
                  <a:pt x="0" y="27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8a83552bc42c8"/>
          <a:stretch xmlns:a="http://schemas.openxmlformats.org/drawingml/2006/main"/>
        </p:blipFill>
        <p:spPr>
          <a:xfrm xmlns:a="http://schemas.openxmlformats.org/drawingml/2006/main">
            <a:off x="4208927" y="4612273"/>
            <a:ext cx="316871" cy="316871"/>
          </a:xfrm>
          <a:prstGeom xmlns:a="http://schemas.openxmlformats.org/drawingml/2006/main" prst="rect">
            <a:avLst/>
          </a:prstGeom>
        </p:spPr>
      </p:pic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091C0-F962-4E65-B507-70D18C49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30" y="4631295"/>
            <a:ext cx="278698" cy="278697"/>
          </a:xfrm>
          <a:custGeom xmlns:a="http://schemas.openxmlformats.org/drawingml/2006/main">
            <a:pathLst>
              <a:path w="278698" h="278697">
                <a:moveTo>
                  <a:pt x="0" y="0"/>
                </a:moveTo>
                <a:lnTo>
                  <a:pt x="278698" y="0"/>
                </a:lnTo>
                <a:lnTo>
                  <a:pt x="278698" y="278697"/>
                </a:lnTo>
                <a:lnTo>
                  <a:pt x="0" y="27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b698c1e4f4025"/>
          <a:stretch xmlns:a="http://schemas.openxmlformats.org/drawingml/2006/main"/>
        </p:blipFill>
        <p:spPr>
          <a:xfrm xmlns:a="http://schemas.openxmlformats.org/drawingml/2006/main">
            <a:off x="997530" y="4612273"/>
            <a:ext cx="316871" cy="316871"/>
          </a:xfrm>
          <a:prstGeom xmlns:a="http://schemas.openxmlformats.org/drawingml/2006/main" prst="rect">
            <a:avLst/>
          </a:prstGeom>
        </p:spPr>
      </p:pic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32EAB-23FC-41D8-85C1-F4D95409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254" y="5408507"/>
            <a:ext cx="278697" cy="278698"/>
          </a:xfrm>
          <a:custGeom xmlns:a="http://schemas.openxmlformats.org/drawingml/2006/main">
            <a:pathLst>
              <a:path w="278697" h="278698">
                <a:moveTo>
                  <a:pt x="0" y="0"/>
                </a:moveTo>
                <a:lnTo>
                  <a:pt x="278697" y="0"/>
                </a:lnTo>
                <a:lnTo>
                  <a:pt x="278697" y="278698"/>
                </a:lnTo>
                <a:lnTo>
                  <a:pt x="0" y="2786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e3149dca74648"/>
          <a:stretch xmlns:a="http://schemas.openxmlformats.org/drawingml/2006/main"/>
        </p:blipFill>
        <p:spPr>
          <a:xfrm xmlns:a="http://schemas.openxmlformats.org/drawingml/2006/main">
            <a:off x="2552118" y="5389158"/>
            <a:ext cx="316871" cy="316871"/>
          </a:xfrm>
          <a:prstGeom xmlns:a="http://schemas.openxmlformats.org/drawingml/2006/main" prst="rect">
            <a:avLst/>
          </a:prstGeom>
        </p:spPr>
      </p:pic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F8E31-C387-4954-A0BA-8C91EA64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048" y="5408507"/>
            <a:ext cx="278698" cy="278698"/>
          </a:xfrm>
          <a:custGeom xmlns:a="http://schemas.openxmlformats.org/drawingml/2006/main">
            <a:pathLst>
              <a:path w="278698" h="278698">
                <a:moveTo>
                  <a:pt x="0" y="0"/>
                </a:moveTo>
                <a:lnTo>
                  <a:pt x="278698" y="0"/>
                </a:lnTo>
                <a:lnTo>
                  <a:pt x="278698" y="278698"/>
                </a:lnTo>
                <a:lnTo>
                  <a:pt x="0" y="2786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17539058044b3"/>
          <a:stretch xmlns:a="http://schemas.openxmlformats.org/drawingml/2006/main"/>
        </p:blipFill>
        <p:spPr>
          <a:xfrm xmlns:a="http://schemas.openxmlformats.org/drawingml/2006/main">
            <a:off x="4823076" y="5389158"/>
            <a:ext cx="316871" cy="316871"/>
          </a:xfrm>
          <a:prstGeom xmlns:a="http://schemas.openxmlformats.org/drawingml/2006/main" prst="rect">
            <a:avLst/>
          </a:prstGeom>
        </p:spPr>
      </p:pic>
      <p:sp>
        <p:nvSpPr>
          <p:cNvPr id="164" name="Text MickeyMouse">
            <a:extLst xmlns:a="http://schemas.openxmlformats.org/drawingml/2006/main">
              <a:ext uri="{FF2B5EF4-FFF2-40B4-BE49-F238E27FC236}">
                <a16:creationId xmlns:a16="http://schemas.microsoft.com/office/drawing/2014/main" id="{17BB96F6-FA62-4F81-B84D-D957C46A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728" y="6180204"/>
            <a:ext cx="1338543" cy="188599"/>
          </a:xfrm>
          <a:custGeom xmlns:a="http://schemas.openxmlformats.org/drawingml/2006/main">
            <a:pathLst>
              <a:path w="1338543" h="188599">
                <a:moveTo>
                  <a:pt x="127074" y="149116"/>
                </a:moveTo>
                <a:lnTo>
                  <a:pt x="108099" y="149116"/>
                </a:lnTo>
                <a:lnTo>
                  <a:pt x="108099" y="26084"/>
                </a:lnTo>
                <a:lnTo>
                  <a:pt x="68425" y="109824"/>
                </a:lnTo>
                <a:lnTo>
                  <a:pt x="57116" y="109824"/>
                </a:lnTo>
                <a:lnTo>
                  <a:pt x="17729" y="26084"/>
                </a:lnTo>
                <a:lnTo>
                  <a:pt x="17729" y="149116"/>
                </a:lnTo>
                <a:lnTo>
                  <a:pt x="0" y="149116"/>
                </a:lnTo>
                <a:lnTo>
                  <a:pt x="0" y="6325"/>
                </a:lnTo>
                <a:lnTo>
                  <a:pt x="25875" y="6325"/>
                </a:lnTo>
                <a:lnTo>
                  <a:pt x="63921" y="85845"/>
                </a:lnTo>
                <a:lnTo>
                  <a:pt x="100720" y="6325"/>
                </a:lnTo>
                <a:lnTo>
                  <a:pt x="127074" y="6325"/>
                </a:lnTo>
                <a:lnTo>
                  <a:pt x="127074" y="149116"/>
                </a:lnTo>
                <a:close/>
                <a:moveTo>
                  <a:pt x="183111" y="24150"/>
                </a:moveTo>
                <a:lnTo>
                  <a:pt x="162795" y="24150"/>
                </a:lnTo>
                <a:lnTo>
                  <a:pt x="162795" y="5367"/>
                </a:lnTo>
                <a:lnTo>
                  <a:pt x="183111" y="5367"/>
                </a:lnTo>
                <a:lnTo>
                  <a:pt x="183111" y="24150"/>
                </a:lnTo>
                <a:moveTo>
                  <a:pt x="181961" y="149116"/>
                </a:moveTo>
                <a:lnTo>
                  <a:pt x="163945" y="149116"/>
                </a:lnTo>
                <a:lnTo>
                  <a:pt x="163945" y="41975"/>
                </a:lnTo>
                <a:lnTo>
                  <a:pt x="181961" y="41975"/>
                </a:lnTo>
                <a:lnTo>
                  <a:pt x="181961" y="149116"/>
                </a:lnTo>
                <a:close/>
                <a:moveTo>
                  <a:pt x="296884" y="142503"/>
                </a:moveTo>
                <a:cubicBezTo>
                  <a:pt x="290878" y="145378"/>
                  <a:pt x="285176" y="147615"/>
                  <a:pt x="279777" y="149212"/>
                </a:cubicBezTo>
                <a:cubicBezTo>
                  <a:pt x="274379" y="150809"/>
                  <a:pt x="268645" y="151608"/>
                  <a:pt x="262575" y="151608"/>
                </a:cubicBezTo>
                <a:cubicBezTo>
                  <a:pt x="254845" y="151608"/>
                  <a:pt x="247753" y="150472"/>
                  <a:pt x="241300" y="148200"/>
                </a:cubicBezTo>
                <a:cubicBezTo>
                  <a:pt x="234848" y="145927"/>
                  <a:pt x="229321" y="142487"/>
                  <a:pt x="224721" y="137880"/>
                </a:cubicBezTo>
                <a:cubicBezTo>
                  <a:pt x="220058" y="133272"/>
                  <a:pt x="216448" y="127448"/>
                  <a:pt x="213892" y="120408"/>
                </a:cubicBezTo>
                <a:cubicBezTo>
                  <a:pt x="211337" y="113368"/>
                  <a:pt x="210059" y="105145"/>
                  <a:pt x="210059" y="95737"/>
                </a:cubicBezTo>
                <a:cubicBezTo>
                  <a:pt x="210059" y="78202"/>
                  <a:pt x="214867" y="64443"/>
                  <a:pt x="224482" y="54460"/>
                </a:cubicBezTo>
                <a:cubicBezTo>
                  <a:pt x="234097" y="44475"/>
                  <a:pt x="246795" y="39483"/>
                  <a:pt x="262575" y="39483"/>
                </a:cubicBezTo>
                <a:cubicBezTo>
                  <a:pt x="268709" y="39483"/>
                  <a:pt x="274730" y="40346"/>
                  <a:pt x="280640" y="42071"/>
                </a:cubicBezTo>
                <a:cubicBezTo>
                  <a:pt x="286550" y="43796"/>
                  <a:pt x="291964" y="45904"/>
                  <a:pt x="296884" y="48396"/>
                </a:cubicBezTo>
                <a:lnTo>
                  <a:pt x="296884" y="68425"/>
                </a:lnTo>
                <a:lnTo>
                  <a:pt x="295925" y="68425"/>
                </a:lnTo>
                <a:cubicBezTo>
                  <a:pt x="290431" y="64174"/>
                  <a:pt x="284761" y="60908"/>
                  <a:pt x="278915" y="58626"/>
                </a:cubicBezTo>
                <a:cubicBezTo>
                  <a:pt x="273069" y="56342"/>
                  <a:pt x="267367" y="55200"/>
                  <a:pt x="261809" y="55200"/>
                </a:cubicBezTo>
                <a:cubicBezTo>
                  <a:pt x="251587" y="55200"/>
                  <a:pt x="243521" y="58634"/>
                  <a:pt x="237611" y="65502"/>
                </a:cubicBezTo>
                <a:cubicBezTo>
                  <a:pt x="231701" y="72370"/>
                  <a:pt x="228746" y="82448"/>
                  <a:pt x="228746" y="95737"/>
                </a:cubicBezTo>
                <a:cubicBezTo>
                  <a:pt x="228746" y="108642"/>
                  <a:pt x="231637" y="118561"/>
                  <a:pt x="237419" y="125493"/>
                </a:cubicBezTo>
                <a:cubicBezTo>
                  <a:pt x="243201" y="132425"/>
                  <a:pt x="251331" y="135891"/>
                  <a:pt x="261809" y="135891"/>
                </a:cubicBezTo>
                <a:cubicBezTo>
                  <a:pt x="265450" y="135891"/>
                  <a:pt x="269156" y="135416"/>
                  <a:pt x="272925" y="134465"/>
                </a:cubicBezTo>
                <a:cubicBezTo>
                  <a:pt x="276695" y="133513"/>
                  <a:pt x="280081" y="132275"/>
                  <a:pt x="283084" y="130752"/>
                </a:cubicBezTo>
                <a:cubicBezTo>
                  <a:pt x="285703" y="129420"/>
                  <a:pt x="288163" y="128010"/>
                  <a:pt x="290463" y="126520"/>
                </a:cubicBezTo>
                <a:cubicBezTo>
                  <a:pt x="292763" y="125029"/>
                  <a:pt x="294584" y="123744"/>
                  <a:pt x="295925" y="122666"/>
                </a:cubicBezTo>
                <a:lnTo>
                  <a:pt x="296884" y="122666"/>
                </a:lnTo>
                <a:lnTo>
                  <a:pt x="296884" y="142503"/>
                </a:lnTo>
                <a:close/>
                <a:moveTo>
                  <a:pt x="417122" y="149116"/>
                </a:moveTo>
                <a:lnTo>
                  <a:pt x="393355" y="149116"/>
                </a:lnTo>
                <a:lnTo>
                  <a:pt x="350422" y="102212"/>
                </a:lnTo>
                <a:lnTo>
                  <a:pt x="338731" y="113337"/>
                </a:lnTo>
                <a:lnTo>
                  <a:pt x="338731" y="149116"/>
                </a:lnTo>
                <a:lnTo>
                  <a:pt x="320714" y="149116"/>
                </a:lnTo>
                <a:lnTo>
                  <a:pt x="320714" y="0"/>
                </a:lnTo>
                <a:lnTo>
                  <a:pt x="338731" y="0"/>
                </a:lnTo>
                <a:lnTo>
                  <a:pt x="338731" y="95593"/>
                </a:lnTo>
                <a:lnTo>
                  <a:pt x="390768" y="41975"/>
                </a:lnTo>
                <a:lnTo>
                  <a:pt x="413480" y="41975"/>
                </a:lnTo>
                <a:lnTo>
                  <a:pt x="363743" y="91469"/>
                </a:lnTo>
                <a:lnTo>
                  <a:pt x="417122" y="149116"/>
                </a:lnTo>
                <a:close/>
                <a:moveTo>
                  <a:pt x="525675" y="97366"/>
                </a:moveTo>
                <a:lnTo>
                  <a:pt x="446805" y="97366"/>
                </a:lnTo>
                <a:cubicBezTo>
                  <a:pt x="446805" y="103963"/>
                  <a:pt x="447795" y="109711"/>
                  <a:pt x="449776" y="114610"/>
                </a:cubicBezTo>
                <a:cubicBezTo>
                  <a:pt x="451756" y="119510"/>
                  <a:pt x="454471" y="123529"/>
                  <a:pt x="457921" y="126667"/>
                </a:cubicBezTo>
                <a:cubicBezTo>
                  <a:pt x="461244" y="129742"/>
                  <a:pt x="465189" y="132048"/>
                  <a:pt x="469757" y="133585"/>
                </a:cubicBezTo>
                <a:cubicBezTo>
                  <a:pt x="474325" y="135122"/>
                  <a:pt x="479356" y="135891"/>
                  <a:pt x="484850" y="135891"/>
                </a:cubicBezTo>
                <a:cubicBezTo>
                  <a:pt x="492134" y="135891"/>
                  <a:pt x="499465" y="134427"/>
                  <a:pt x="506844" y="131498"/>
                </a:cubicBezTo>
                <a:cubicBezTo>
                  <a:pt x="514223" y="128569"/>
                  <a:pt x="519478" y="125689"/>
                  <a:pt x="522609" y="122858"/>
                </a:cubicBezTo>
                <a:lnTo>
                  <a:pt x="523567" y="122858"/>
                </a:lnTo>
                <a:lnTo>
                  <a:pt x="523567" y="142569"/>
                </a:lnTo>
                <a:cubicBezTo>
                  <a:pt x="517497" y="145133"/>
                  <a:pt x="511300" y="147280"/>
                  <a:pt x="504975" y="149011"/>
                </a:cubicBezTo>
                <a:cubicBezTo>
                  <a:pt x="498650" y="150742"/>
                  <a:pt x="492006" y="151608"/>
                  <a:pt x="485042" y="151608"/>
                </a:cubicBezTo>
                <a:cubicBezTo>
                  <a:pt x="467281" y="151608"/>
                  <a:pt x="453417" y="146792"/>
                  <a:pt x="443451" y="137161"/>
                </a:cubicBezTo>
                <a:cubicBezTo>
                  <a:pt x="433484" y="127530"/>
                  <a:pt x="428501" y="113849"/>
                  <a:pt x="428501" y="96120"/>
                </a:cubicBezTo>
                <a:cubicBezTo>
                  <a:pt x="428501" y="78587"/>
                  <a:pt x="433276" y="64668"/>
                  <a:pt x="442828" y="54364"/>
                </a:cubicBezTo>
                <a:cubicBezTo>
                  <a:pt x="452379" y="44060"/>
                  <a:pt x="464949" y="38908"/>
                  <a:pt x="480538" y="38908"/>
                </a:cubicBezTo>
                <a:cubicBezTo>
                  <a:pt x="494977" y="38908"/>
                  <a:pt x="506109" y="43132"/>
                  <a:pt x="513936" y="51579"/>
                </a:cubicBezTo>
                <a:cubicBezTo>
                  <a:pt x="521762" y="60026"/>
                  <a:pt x="525675" y="72025"/>
                  <a:pt x="525675" y="87576"/>
                </a:cubicBezTo>
                <a:lnTo>
                  <a:pt x="525675" y="97366"/>
                </a:lnTo>
                <a:moveTo>
                  <a:pt x="508138" y="83566"/>
                </a:moveTo>
                <a:cubicBezTo>
                  <a:pt x="508074" y="74111"/>
                  <a:pt x="505694" y="66795"/>
                  <a:pt x="500998" y="61621"/>
                </a:cubicBezTo>
                <a:cubicBezTo>
                  <a:pt x="496302" y="56446"/>
                  <a:pt x="489163" y="53858"/>
                  <a:pt x="479580" y="53858"/>
                </a:cubicBezTo>
                <a:cubicBezTo>
                  <a:pt x="469932" y="53858"/>
                  <a:pt x="462250" y="56701"/>
                  <a:pt x="456532" y="62387"/>
                </a:cubicBezTo>
                <a:cubicBezTo>
                  <a:pt x="450814" y="68073"/>
                  <a:pt x="447571" y="75133"/>
                  <a:pt x="446805" y="83566"/>
                </a:cubicBezTo>
                <a:lnTo>
                  <a:pt x="508138" y="83566"/>
                </a:lnTo>
                <a:close/>
                <a:moveTo>
                  <a:pt x="645588" y="41975"/>
                </a:moveTo>
                <a:lnTo>
                  <a:pt x="583105" y="188599"/>
                </a:lnTo>
                <a:lnTo>
                  <a:pt x="563842" y="188599"/>
                </a:lnTo>
                <a:lnTo>
                  <a:pt x="583776" y="143911"/>
                </a:lnTo>
                <a:lnTo>
                  <a:pt x="541130" y="41975"/>
                </a:lnTo>
                <a:lnTo>
                  <a:pt x="560680" y="41975"/>
                </a:lnTo>
                <a:lnTo>
                  <a:pt x="593551" y="121324"/>
                </a:lnTo>
                <a:lnTo>
                  <a:pt x="626709" y="41975"/>
                </a:lnTo>
                <a:lnTo>
                  <a:pt x="645588" y="41975"/>
                </a:lnTo>
                <a:close/>
                <a:moveTo>
                  <a:pt x="866342" y="149116"/>
                </a:moveTo>
                <a:lnTo>
                  <a:pt x="847367" y="149116"/>
                </a:lnTo>
                <a:lnTo>
                  <a:pt x="847367" y="26084"/>
                </a:lnTo>
                <a:lnTo>
                  <a:pt x="807692" y="109824"/>
                </a:lnTo>
                <a:lnTo>
                  <a:pt x="796384" y="109824"/>
                </a:lnTo>
                <a:lnTo>
                  <a:pt x="756997" y="26084"/>
                </a:lnTo>
                <a:lnTo>
                  <a:pt x="756997" y="149116"/>
                </a:lnTo>
                <a:lnTo>
                  <a:pt x="739268" y="149116"/>
                </a:lnTo>
                <a:lnTo>
                  <a:pt x="739268" y="6325"/>
                </a:lnTo>
                <a:lnTo>
                  <a:pt x="765143" y="6325"/>
                </a:lnTo>
                <a:lnTo>
                  <a:pt x="803188" y="85845"/>
                </a:lnTo>
                <a:lnTo>
                  <a:pt x="839988" y="6325"/>
                </a:lnTo>
                <a:lnTo>
                  <a:pt x="866342" y="6325"/>
                </a:lnTo>
                <a:lnTo>
                  <a:pt x="866342" y="149116"/>
                </a:lnTo>
                <a:close/>
                <a:moveTo>
                  <a:pt x="994254" y="95593"/>
                </a:moveTo>
                <a:cubicBezTo>
                  <a:pt x="994254" y="113079"/>
                  <a:pt x="989781" y="126882"/>
                  <a:pt x="980837" y="137002"/>
                </a:cubicBezTo>
                <a:cubicBezTo>
                  <a:pt x="971893" y="147122"/>
                  <a:pt x="959913" y="152183"/>
                  <a:pt x="944900" y="152183"/>
                </a:cubicBezTo>
                <a:cubicBezTo>
                  <a:pt x="929758" y="152183"/>
                  <a:pt x="917731" y="147122"/>
                  <a:pt x="908819" y="137002"/>
                </a:cubicBezTo>
                <a:cubicBezTo>
                  <a:pt x="899906" y="126882"/>
                  <a:pt x="895450" y="113079"/>
                  <a:pt x="895450" y="95593"/>
                </a:cubicBezTo>
                <a:cubicBezTo>
                  <a:pt x="895450" y="78108"/>
                  <a:pt x="899906" y="64289"/>
                  <a:pt x="908819" y="54137"/>
                </a:cubicBezTo>
                <a:cubicBezTo>
                  <a:pt x="917731" y="43984"/>
                  <a:pt x="929758" y="38908"/>
                  <a:pt x="944900" y="38908"/>
                </a:cubicBezTo>
                <a:cubicBezTo>
                  <a:pt x="959913" y="38908"/>
                  <a:pt x="971893" y="43984"/>
                  <a:pt x="980837" y="54137"/>
                </a:cubicBezTo>
                <a:cubicBezTo>
                  <a:pt x="989781" y="64289"/>
                  <a:pt x="994254" y="78108"/>
                  <a:pt x="994254" y="95593"/>
                </a:cubicBezTo>
                <a:moveTo>
                  <a:pt x="975662" y="95593"/>
                </a:moveTo>
                <a:cubicBezTo>
                  <a:pt x="975662" y="81745"/>
                  <a:pt x="972947" y="71455"/>
                  <a:pt x="967516" y="64723"/>
                </a:cubicBezTo>
                <a:cubicBezTo>
                  <a:pt x="962086" y="57991"/>
                  <a:pt x="954547" y="54625"/>
                  <a:pt x="944900" y="54625"/>
                </a:cubicBezTo>
                <a:cubicBezTo>
                  <a:pt x="935125" y="54625"/>
                  <a:pt x="927538" y="57991"/>
                  <a:pt x="922139" y="64723"/>
                </a:cubicBezTo>
                <a:cubicBezTo>
                  <a:pt x="916741" y="71455"/>
                  <a:pt x="914041" y="81745"/>
                  <a:pt x="914041" y="95593"/>
                </a:cubicBezTo>
                <a:cubicBezTo>
                  <a:pt x="914041" y="108994"/>
                  <a:pt x="916757" y="119156"/>
                  <a:pt x="922187" y="126080"/>
                </a:cubicBezTo>
                <a:cubicBezTo>
                  <a:pt x="927618" y="133004"/>
                  <a:pt x="935189" y="136466"/>
                  <a:pt x="944900" y="136466"/>
                </a:cubicBezTo>
                <a:cubicBezTo>
                  <a:pt x="954483" y="136466"/>
                  <a:pt x="962006" y="133036"/>
                  <a:pt x="967468" y="126176"/>
                </a:cubicBezTo>
                <a:cubicBezTo>
                  <a:pt x="972931" y="119316"/>
                  <a:pt x="975662" y="109122"/>
                  <a:pt x="975662" y="95593"/>
                </a:cubicBezTo>
                <a:close/>
                <a:moveTo>
                  <a:pt x="1111157" y="149116"/>
                </a:moveTo>
                <a:lnTo>
                  <a:pt x="1093140" y="149116"/>
                </a:lnTo>
                <a:lnTo>
                  <a:pt x="1093140" y="137302"/>
                </a:lnTo>
                <a:cubicBezTo>
                  <a:pt x="1087071" y="142101"/>
                  <a:pt x="1081257" y="145782"/>
                  <a:pt x="1075698" y="148343"/>
                </a:cubicBezTo>
                <a:cubicBezTo>
                  <a:pt x="1070140" y="150903"/>
                  <a:pt x="1064007" y="152183"/>
                  <a:pt x="1057298" y="152183"/>
                </a:cubicBezTo>
                <a:cubicBezTo>
                  <a:pt x="1046054" y="152183"/>
                  <a:pt x="1037301" y="148743"/>
                  <a:pt x="1031040" y="141863"/>
                </a:cubicBezTo>
                <a:cubicBezTo>
                  <a:pt x="1024779" y="134983"/>
                  <a:pt x="1021649" y="124886"/>
                  <a:pt x="1021649" y="111573"/>
                </a:cubicBezTo>
                <a:lnTo>
                  <a:pt x="1021649" y="41975"/>
                </a:lnTo>
                <a:lnTo>
                  <a:pt x="1039665" y="41975"/>
                </a:lnTo>
                <a:lnTo>
                  <a:pt x="1039665" y="102987"/>
                </a:lnTo>
                <a:cubicBezTo>
                  <a:pt x="1039665" y="108424"/>
                  <a:pt x="1039921" y="113077"/>
                  <a:pt x="1040432" y="116946"/>
                </a:cubicBezTo>
                <a:cubicBezTo>
                  <a:pt x="1040943" y="120815"/>
                  <a:pt x="1042029" y="124124"/>
                  <a:pt x="1043690" y="126874"/>
                </a:cubicBezTo>
                <a:cubicBezTo>
                  <a:pt x="1045415" y="129689"/>
                  <a:pt x="1047651" y="131736"/>
                  <a:pt x="1050399" y="133016"/>
                </a:cubicBezTo>
                <a:cubicBezTo>
                  <a:pt x="1053146" y="134294"/>
                  <a:pt x="1057139" y="134933"/>
                  <a:pt x="1062378" y="134933"/>
                </a:cubicBezTo>
                <a:cubicBezTo>
                  <a:pt x="1067041" y="134933"/>
                  <a:pt x="1072137" y="133718"/>
                  <a:pt x="1077663" y="131288"/>
                </a:cubicBezTo>
                <a:cubicBezTo>
                  <a:pt x="1083189" y="128856"/>
                  <a:pt x="1088348" y="125755"/>
                  <a:pt x="1093140" y="121983"/>
                </a:cubicBezTo>
                <a:lnTo>
                  <a:pt x="1093140" y="41975"/>
                </a:lnTo>
                <a:lnTo>
                  <a:pt x="1111157" y="41975"/>
                </a:lnTo>
                <a:lnTo>
                  <a:pt x="1111157" y="149116"/>
                </a:lnTo>
                <a:close/>
                <a:moveTo>
                  <a:pt x="1223191" y="118192"/>
                </a:moveTo>
                <a:cubicBezTo>
                  <a:pt x="1223191" y="127959"/>
                  <a:pt x="1219150" y="135970"/>
                  <a:pt x="1211068" y="142225"/>
                </a:cubicBezTo>
                <a:cubicBezTo>
                  <a:pt x="1202986" y="148480"/>
                  <a:pt x="1191950" y="151608"/>
                  <a:pt x="1177958" y="151608"/>
                </a:cubicBezTo>
                <a:cubicBezTo>
                  <a:pt x="1170036" y="151608"/>
                  <a:pt x="1162769" y="150662"/>
                  <a:pt x="1156156" y="148772"/>
                </a:cubicBezTo>
                <a:cubicBezTo>
                  <a:pt x="1149544" y="146881"/>
                  <a:pt x="1144001" y="144813"/>
                  <a:pt x="1139529" y="142569"/>
                </a:cubicBezTo>
                <a:lnTo>
                  <a:pt x="1139529" y="122283"/>
                </a:lnTo>
                <a:lnTo>
                  <a:pt x="1140487" y="122283"/>
                </a:lnTo>
                <a:cubicBezTo>
                  <a:pt x="1146174" y="126621"/>
                  <a:pt x="1152498" y="130070"/>
                  <a:pt x="1159462" y="132630"/>
                </a:cubicBezTo>
                <a:cubicBezTo>
                  <a:pt x="1166426" y="135187"/>
                  <a:pt x="1173103" y="136466"/>
                  <a:pt x="1179491" y="136466"/>
                </a:cubicBezTo>
                <a:cubicBezTo>
                  <a:pt x="1187414" y="136466"/>
                  <a:pt x="1193611" y="135183"/>
                  <a:pt x="1198083" y="132618"/>
                </a:cubicBezTo>
                <a:cubicBezTo>
                  <a:pt x="1202555" y="130050"/>
                  <a:pt x="1204791" y="126007"/>
                  <a:pt x="1204791" y="120489"/>
                </a:cubicBezTo>
                <a:cubicBezTo>
                  <a:pt x="1204791" y="116276"/>
                  <a:pt x="1203577" y="113085"/>
                  <a:pt x="1201150" y="110915"/>
                </a:cubicBezTo>
                <a:cubicBezTo>
                  <a:pt x="1198722" y="108744"/>
                  <a:pt x="1194058" y="106893"/>
                  <a:pt x="1187158" y="105359"/>
                </a:cubicBezTo>
                <a:cubicBezTo>
                  <a:pt x="1184602" y="104786"/>
                  <a:pt x="1181264" y="104116"/>
                  <a:pt x="1177144" y="103350"/>
                </a:cubicBezTo>
                <a:cubicBezTo>
                  <a:pt x="1173023" y="102583"/>
                  <a:pt x="1169269" y="101754"/>
                  <a:pt x="1165883" y="100861"/>
                </a:cubicBezTo>
                <a:cubicBezTo>
                  <a:pt x="1156492" y="98371"/>
                  <a:pt x="1149831" y="94717"/>
                  <a:pt x="1145902" y="89897"/>
                </a:cubicBezTo>
                <a:cubicBezTo>
                  <a:pt x="1141973" y="85078"/>
                  <a:pt x="1140008" y="79157"/>
                  <a:pt x="1140008" y="72135"/>
                </a:cubicBezTo>
                <a:cubicBezTo>
                  <a:pt x="1140008" y="67731"/>
                  <a:pt x="1140919" y="63582"/>
                  <a:pt x="1142740" y="59689"/>
                </a:cubicBezTo>
                <a:cubicBezTo>
                  <a:pt x="1144560" y="55794"/>
                  <a:pt x="1147324" y="52314"/>
                  <a:pt x="1151029" y="49249"/>
                </a:cubicBezTo>
                <a:cubicBezTo>
                  <a:pt x="1154607" y="46250"/>
                  <a:pt x="1159159" y="43873"/>
                  <a:pt x="1164685" y="42119"/>
                </a:cubicBezTo>
                <a:cubicBezTo>
                  <a:pt x="1170212" y="40362"/>
                  <a:pt x="1176393" y="39483"/>
                  <a:pt x="1183229" y="39483"/>
                </a:cubicBezTo>
                <a:cubicBezTo>
                  <a:pt x="1189618" y="39483"/>
                  <a:pt x="1196086" y="40263"/>
                  <a:pt x="1202635" y="41822"/>
                </a:cubicBezTo>
                <a:cubicBezTo>
                  <a:pt x="1209184" y="43381"/>
                  <a:pt x="1214630" y="45276"/>
                  <a:pt x="1218975" y="47506"/>
                </a:cubicBezTo>
                <a:lnTo>
                  <a:pt x="1218975" y="66700"/>
                </a:lnTo>
                <a:lnTo>
                  <a:pt x="1218016" y="66700"/>
                </a:lnTo>
                <a:cubicBezTo>
                  <a:pt x="1213416" y="63314"/>
                  <a:pt x="1207826" y="60455"/>
                  <a:pt x="1201245" y="58123"/>
                </a:cubicBezTo>
                <a:cubicBezTo>
                  <a:pt x="1194665" y="55791"/>
                  <a:pt x="1188212" y="54625"/>
                  <a:pt x="1181887" y="54625"/>
                </a:cubicBezTo>
                <a:cubicBezTo>
                  <a:pt x="1175307" y="54625"/>
                  <a:pt x="1169748" y="55893"/>
                  <a:pt x="1165212" y="58428"/>
                </a:cubicBezTo>
                <a:cubicBezTo>
                  <a:pt x="1160676" y="60964"/>
                  <a:pt x="1158408" y="64734"/>
                  <a:pt x="1158408" y="69739"/>
                </a:cubicBezTo>
                <a:cubicBezTo>
                  <a:pt x="1158408" y="74144"/>
                  <a:pt x="1159782" y="77463"/>
                  <a:pt x="1162529" y="79697"/>
                </a:cubicBezTo>
                <a:cubicBezTo>
                  <a:pt x="1165212" y="81931"/>
                  <a:pt x="1169557" y="83751"/>
                  <a:pt x="1175562" y="85156"/>
                </a:cubicBezTo>
                <a:cubicBezTo>
                  <a:pt x="1178884" y="85923"/>
                  <a:pt x="1182606" y="86690"/>
                  <a:pt x="1186727" y="87456"/>
                </a:cubicBezTo>
                <a:cubicBezTo>
                  <a:pt x="1190848" y="88221"/>
                  <a:pt x="1194282" y="88923"/>
                  <a:pt x="1197029" y="89562"/>
                </a:cubicBezTo>
                <a:cubicBezTo>
                  <a:pt x="1205398" y="91476"/>
                  <a:pt x="1211851" y="94764"/>
                  <a:pt x="1216387" y="99424"/>
                </a:cubicBezTo>
                <a:cubicBezTo>
                  <a:pt x="1220923" y="104147"/>
                  <a:pt x="1223191" y="110403"/>
                  <a:pt x="1223191" y="118192"/>
                </a:cubicBezTo>
                <a:close/>
                <a:moveTo>
                  <a:pt x="1338543" y="97366"/>
                </a:moveTo>
                <a:lnTo>
                  <a:pt x="1259672" y="97366"/>
                </a:lnTo>
                <a:cubicBezTo>
                  <a:pt x="1259672" y="103963"/>
                  <a:pt x="1260663" y="109711"/>
                  <a:pt x="1262643" y="114610"/>
                </a:cubicBezTo>
                <a:cubicBezTo>
                  <a:pt x="1264624" y="119510"/>
                  <a:pt x="1267339" y="123529"/>
                  <a:pt x="1270789" y="126667"/>
                </a:cubicBezTo>
                <a:cubicBezTo>
                  <a:pt x="1274111" y="129742"/>
                  <a:pt x="1278056" y="132048"/>
                  <a:pt x="1282624" y="133585"/>
                </a:cubicBezTo>
                <a:cubicBezTo>
                  <a:pt x="1287192" y="135122"/>
                  <a:pt x="1292224" y="135891"/>
                  <a:pt x="1297718" y="135891"/>
                </a:cubicBezTo>
                <a:cubicBezTo>
                  <a:pt x="1305001" y="135891"/>
                  <a:pt x="1312333" y="134427"/>
                  <a:pt x="1319712" y="131498"/>
                </a:cubicBezTo>
                <a:cubicBezTo>
                  <a:pt x="1327091" y="128569"/>
                  <a:pt x="1332346" y="125689"/>
                  <a:pt x="1335476" y="122858"/>
                </a:cubicBezTo>
                <a:lnTo>
                  <a:pt x="1336434" y="122858"/>
                </a:lnTo>
                <a:lnTo>
                  <a:pt x="1336434" y="142569"/>
                </a:lnTo>
                <a:cubicBezTo>
                  <a:pt x="1330365" y="145133"/>
                  <a:pt x="1324168" y="147280"/>
                  <a:pt x="1317843" y="149011"/>
                </a:cubicBezTo>
                <a:cubicBezTo>
                  <a:pt x="1311518" y="150742"/>
                  <a:pt x="1304874" y="151608"/>
                  <a:pt x="1297910" y="151608"/>
                </a:cubicBezTo>
                <a:cubicBezTo>
                  <a:pt x="1280149" y="151608"/>
                  <a:pt x="1266285" y="146792"/>
                  <a:pt x="1256318" y="137161"/>
                </a:cubicBezTo>
                <a:cubicBezTo>
                  <a:pt x="1246352" y="127530"/>
                  <a:pt x="1241368" y="113849"/>
                  <a:pt x="1241368" y="96120"/>
                </a:cubicBezTo>
                <a:cubicBezTo>
                  <a:pt x="1241368" y="78587"/>
                  <a:pt x="1246144" y="64668"/>
                  <a:pt x="1255695" y="54364"/>
                </a:cubicBezTo>
                <a:cubicBezTo>
                  <a:pt x="1265247" y="44060"/>
                  <a:pt x="1277817" y="38908"/>
                  <a:pt x="1293406" y="38908"/>
                </a:cubicBezTo>
                <a:cubicBezTo>
                  <a:pt x="1307844" y="38908"/>
                  <a:pt x="1318977" y="43132"/>
                  <a:pt x="1326803" y="51579"/>
                </a:cubicBezTo>
                <a:cubicBezTo>
                  <a:pt x="1334630" y="60026"/>
                  <a:pt x="1338543" y="72025"/>
                  <a:pt x="1338543" y="87576"/>
                </a:cubicBezTo>
                <a:lnTo>
                  <a:pt x="1338543" y="97366"/>
                </a:lnTo>
                <a:moveTo>
                  <a:pt x="1321005" y="83566"/>
                </a:moveTo>
                <a:cubicBezTo>
                  <a:pt x="1320941" y="74111"/>
                  <a:pt x="1318562" y="66795"/>
                  <a:pt x="1313866" y="61621"/>
                </a:cubicBezTo>
                <a:cubicBezTo>
                  <a:pt x="1309170" y="56446"/>
                  <a:pt x="1302030" y="53858"/>
                  <a:pt x="1292447" y="53858"/>
                </a:cubicBezTo>
                <a:cubicBezTo>
                  <a:pt x="1282800" y="53858"/>
                  <a:pt x="1275117" y="56701"/>
                  <a:pt x="1269399" y="62387"/>
                </a:cubicBezTo>
                <a:cubicBezTo>
                  <a:pt x="1263681" y="68073"/>
                  <a:pt x="1260439" y="75133"/>
                  <a:pt x="1259672" y="83566"/>
                </a:cubicBezTo>
                <a:lnTo>
                  <a:pt x="1321005" y="835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replace">
            <a:extLst xmlns:a="http://schemas.openxmlformats.org/drawingml/2006/main">
              <a:ext uri="{FF2B5EF4-FFF2-40B4-BE49-F238E27FC236}">
                <a16:creationId xmlns:a16="http://schemas.microsoft.com/office/drawing/2014/main" id="{21BD7E18-F8B7-405E-93BB-40AE4FCA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827" y="6689677"/>
            <a:ext cx="686578" cy="188599"/>
          </a:xfrm>
          <a:custGeom xmlns:a="http://schemas.openxmlformats.org/drawingml/2006/main">
            <a:pathLst>
              <a:path w="686578" h="188599">
                <a:moveTo>
                  <a:pt x="66795" y="61525"/>
                </a:moveTo>
                <a:lnTo>
                  <a:pt x="65837" y="61525"/>
                </a:lnTo>
                <a:cubicBezTo>
                  <a:pt x="63154" y="60920"/>
                  <a:pt x="60550" y="60481"/>
                  <a:pt x="58027" y="60210"/>
                </a:cubicBezTo>
                <a:cubicBezTo>
                  <a:pt x="55503" y="59936"/>
                  <a:pt x="52516" y="59800"/>
                  <a:pt x="49066" y="59800"/>
                </a:cubicBezTo>
                <a:cubicBezTo>
                  <a:pt x="43508" y="59800"/>
                  <a:pt x="38141" y="61032"/>
                  <a:pt x="32967" y="63495"/>
                </a:cubicBezTo>
                <a:cubicBezTo>
                  <a:pt x="27792" y="65957"/>
                  <a:pt x="22808" y="69138"/>
                  <a:pt x="18017" y="73040"/>
                </a:cubicBezTo>
                <a:lnTo>
                  <a:pt x="18017" y="149116"/>
                </a:lnTo>
                <a:lnTo>
                  <a:pt x="0" y="149116"/>
                </a:lnTo>
                <a:lnTo>
                  <a:pt x="0" y="41975"/>
                </a:lnTo>
                <a:lnTo>
                  <a:pt x="18017" y="41975"/>
                </a:lnTo>
                <a:lnTo>
                  <a:pt x="18017" y="57802"/>
                </a:lnTo>
                <a:cubicBezTo>
                  <a:pt x="25172" y="52046"/>
                  <a:pt x="31481" y="47969"/>
                  <a:pt x="36944" y="45572"/>
                </a:cubicBezTo>
                <a:cubicBezTo>
                  <a:pt x="42406" y="43174"/>
                  <a:pt x="47980" y="41975"/>
                  <a:pt x="53666" y="41975"/>
                </a:cubicBezTo>
                <a:cubicBezTo>
                  <a:pt x="56797" y="41975"/>
                  <a:pt x="59065" y="42055"/>
                  <a:pt x="60471" y="42214"/>
                </a:cubicBezTo>
                <a:cubicBezTo>
                  <a:pt x="61876" y="42372"/>
                  <a:pt x="63984" y="42674"/>
                  <a:pt x="66795" y="43119"/>
                </a:cubicBezTo>
                <a:lnTo>
                  <a:pt x="66795" y="61525"/>
                </a:lnTo>
                <a:close/>
                <a:moveTo>
                  <a:pt x="173016" y="97366"/>
                </a:moveTo>
                <a:lnTo>
                  <a:pt x="94146" y="97366"/>
                </a:lnTo>
                <a:cubicBezTo>
                  <a:pt x="94146" y="103963"/>
                  <a:pt x="95136" y="109711"/>
                  <a:pt x="97117" y="114610"/>
                </a:cubicBezTo>
                <a:cubicBezTo>
                  <a:pt x="99097" y="119510"/>
                  <a:pt x="101812" y="123529"/>
                  <a:pt x="105262" y="126667"/>
                </a:cubicBezTo>
                <a:cubicBezTo>
                  <a:pt x="108585" y="129742"/>
                  <a:pt x="112530" y="132048"/>
                  <a:pt x="117098" y="133585"/>
                </a:cubicBezTo>
                <a:cubicBezTo>
                  <a:pt x="121666" y="135122"/>
                  <a:pt x="126697" y="135891"/>
                  <a:pt x="132191" y="135891"/>
                </a:cubicBezTo>
                <a:cubicBezTo>
                  <a:pt x="139475" y="135891"/>
                  <a:pt x="146806" y="134427"/>
                  <a:pt x="154185" y="131498"/>
                </a:cubicBezTo>
                <a:cubicBezTo>
                  <a:pt x="161564" y="128569"/>
                  <a:pt x="166819" y="125689"/>
                  <a:pt x="169949" y="122858"/>
                </a:cubicBezTo>
                <a:lnTo>
                  <a:pt x="170908" y="122858"/>
                </a:lnTo>
                <a:lnTo>
                  <a:pt x="170908" y="142569"/>
                </a:lnTo>
                <a:cubicBezTo>
                  <a:pt x="164838" y="145133"/>
                  <a:pt x="158641" y="147280"/>
                  <a:pt x="152316" y="149011"/>
                </a:cubicBezTo>
                <a:cubicBezTo>
                  <a:pt x="145991" y="150742"/>
                  <a:pt x="139347" y="151608"/>
                  <a:pt x="132383" y="151608"/>
                </a:cubicBezTo>
                <a:cubicBezTo>
                  <a:pt x="114622" y="151608"/>
                  <a:pt x="100758" y="146792"/>
                  <a:pt x="90792" y="137161"/>
                </a:cubicBezTo>
                <a:cubicBezTo>
                  <a:pt x="80825" y="127530"/>
                  <a:pt x="75842" y="113849"/>
                  <a:pt x="75842" y="96120"/>
                </a:cubicBezTo>
                <a:cubicBezTo>
                  <a:pt x="75842" y="78587"/>
                  <a:pt x="80617" y="64668"/>
                  <a:pt x="90169" y="54364"/>
                </a:cubicBezTo>
                <a:cubicBezTo>
                  <a:pt x="99720" y="44060"/>
                  <a:pt x="112290" y="38908"/>
                  <a:pt x="127879" y="38908"/>
                </a:cubicBezTo>
                <a:cubicBezTo>
                  <a:pt x="142318" y="38908"/>
                  <a:pt x="153450" y="43132"/>
                  <a:pt x="161277" y="51579"/>
                </a:cubicBezTo>
                <a:cubicBezTo>
                  <a:pt x="169103" y="60026"/>
                  <a:pt x="173016" y="72025"/>
                  <a:pt x="173016" y="87576"/>
                </a:cubicBezTo>
                <a:lnTo>
                  <a:pt x="173016" y="97366"/>
                </a:lnTo>
                <a:moveTo>
                  <a:pt x="155479" y="83566"/>
                </a:moveTo>
                <a:cubicBezTo>
                  <a:pt x="155415" y="74111"/>
                  <a:pt x="153035" y="66795"/>
                  <a:pt x="148339" y="61621"/>
                </a:cubicBezTo>
                <a:cubicBezTo>
                  <a:pt x="143643" y="56446"/>
                  <a:pt x="136504" y="53858"/>
                  <a:pt x="126921" y="53858"/>
                </a:cubicBezTo>
                <a:cubicBezTo>
                  <a:pt x="117273" y="53858"/>
                  <a:pt x="109591" y="56701"/>
                  <a:pt x="103873" y="62387"/>
                </a:cubicBezTo>
                <a:cubicBezTo>
                  <a:pt x="98155" y="68073"/>
                  <a:pt x="94912" y="75133"/>
                  <a:pt x="94146" y="83566"/>
                </a:cubicBezTo>
                <a:lnTo>
                  <a:pt x="155479" y="83566"/>
                </a:lnTo>
                <a:close/>
                <a:moveTo>
                  <a:pt x="294558" y="94204"/>
                </a:moveTo>
                <a:cubicBezTo>
                  <a:pt x="294558" y="102907"/>
                  <a:pt x="293312" y="110858"/>
                  <a:pt x="290821" y="118057"/>
                </a:cubicBezTo>
                <a:cubicBezTo>
                  <a:pt x="288329" y="125257"/>
                  <a:pt x="284815" y="131353"/>
                  <a:pt x="280279" y="136346"/>
                </a:cubicBezTo>
                <a:cubicBezTo>
                  <a:pt x="276062" y="141082"/>
                  <a:pt x="271095" y="144746"/>
                  <a:pt x="265377" y="147337"/>
                </a:cubicBezTo>
                <a:cubicBezTo>
                  <a:pt x="259659" y="149928"/>
                  <a:pt x="253606" y="151224"/>
                  <a:pt x="247217" y="151224"/>
                </a:cubicBezTo>
                <a:cubicBezTo>
                  <a:pt x="241658" y="151224"/>
                  <a:pt x="236627" y="150616"/>
                  <a:pt x="232123" y="149400"/>
                </a:cubicBezTo>
                <a:cubicBezTo>
                  <a:pt x="227619" y="148185"/>
                  <a:pt x="223035" y="146297"/>
                  <a:pt x="218371" y="143737"/>
                </a:cubicBezTo>
                <a:lnTo>
                  <a:pt x="218371" y="188599"/>
                </a:lnTo>
                <a:lnTo>
                  <a:pt x="200354" y="188599"/>
                </a:lnTo>
                <a:lnTo>
                  <a:pt x="200354" y="41975"/>
                </a:lnTo>
                <a:lnTo>
                  <a:pt x="218371" y="41975"/>
                </a:lnTo>
                <a:lnTo>
                  <a:pt x="218371" y="53115"/>
                </a:lnTo>
                <a:cubicBezTo>
                  <a:pt x="223163" y="49084"/>
                  <a:pt x="228545" y="45709"/>
                  <a:pt x="234519" y="42990"/>
                </a:cubicBezTo>
                <a:cubicBezTo>
                  <a:pt x="240492" y="40269"/>
                  <a:pt x="246865" y="38908"/>
                  <a:pt x="253638" y="38908"/>
                </a:cubicBezTo>
                <a:cubicBezTo>
                  <a:pt x="266543" y="38908"/>
                  <a:pt x="276590" y="43789"/>
                  <a:pt x="283777" y="53550"/>
                </a:cubicBezTo>
                <a:cubicBezTo>
                  <a:pt x="290964" y="63309"/>
                  <a:pt x="294558" y="76860"/>
                  <a:pt x="294558" y="94204"/>
                </a:cubicBezTo>
                <a:moveTo>
                  <a:pt x="275967" y="94683"/>
                </a:moveTo>
                <a:cubicBezTo>
                  <a:pt x="275967" y="81777"/>
                  <a:pt x="273762" y="72130"/>
                  <a:pt x="269354" y="65741"/>
                </a:cubicBezTo>
                <a:cubicBezTo>
                  <a:pt x="264946" y="59352"/>
                  <a:pt x="258174" y="56158"/>
                  <a:pt x="249038" y="56158"/>
                </a:cubicBezTo>
                <a:cubicBezTo>
                  <a:pt x="243863" y="56158"/>
                  <a:pt x="238656" y="57276"/>
                  <a:pt x="233417" y="59512"/>
                </a:cubicBezTo>
                <a:cubicBezTo>
                  <a:pt x="228178" y="61748"/>
                  <a:pt x="223163" y="64687"/>
                  <a:pt x="218371" y="68329"/>
                </a:cubicBezTo>
                <a:lnTo>
                  <a:pt x="218371" y="128991"/>
                </a:lnTo>
                <a:cubicBezTo>
                  <a:pt x="223482" y="131291"/>
                  <a:pt x="227874" y="132856"/>
                  <a:pt x="231548" y="133687"/>
                </a:cubicBezTo>
                <a:cubicBezTo>
                  <a:pt x="235222" y="134517"/>
                  <a:pt x="239390" y="134933"/>
                  <a:pt x="244054" y="134933"/>
                </a:cubicBezTo>
                <a:cubicBezTo>
                  <a:pt x="254085" y="134933"/>
                  <a:pt x="261911" y="131547"/>
                  <a:pt x="267533" y="124774"/>
                </a:cubicBezTo>
                <a:cubicBezTo>
                  <a:pt x="273155" y="118002"/>
                  <a:pt x="275967" y="107972"/>
                  <a:pt x="275967" y="94683"/>
                </a:cubicBezTo>
                <a:close/>
                <a:moveTo>
                  <a:pt x="341229" y="149116"/>
                </a:moveTo>
                <a:lnTo>
                  <a:pt x="323212" y="149116"/>
                </a:lnTo>
                <a:lnTo>
                  <a:pt x="323212" y="0"/>
                </a:lnTo>
                <a:lnTo>
                  <a:pt x="341229" y="0"/>
                </a:lnTo>
                <a:lnTo>
                  <a:pt x="341229" y="149116"/>
                </a:lnTo>
                <a:close/>
                <a:moveTo>
                  <a:pt x="460176" y="149116"/>
                </a:moveTo>
                <a:lnTo>
                  <a:pt x="442255" y="149116"/>
                </a:lnTo>
                <a:lnTo>
                  <a:pt x="442255" y="137790"/>
                </a:lnTo>
                <a:cubicBezTo>
                  <a:pt x="440658" y="138878"/>
                  <a:pt x="438502" y="140397"/>
                  <a:pt x="435787" y="142348"/>
                </a:cubicBezTo>
                <a:cubicBezTo>
                  <a:pt x="433071" y="144298"/>
                  <a:pt x="430436" y="145850"/>
                  <a:pt x="427880" y="147002"/>
                </a:cubicBezTo>
                <a:cubicBezTo>
                  <a:pt x="424878" y="148473"/>
                  <a:pt x="421428" y="149704"/>
                  <a:pt x="417530" y="150694"/>
                </a:cubicBezTo>
                <a:cubicBezTo>
                  <a:pt x="413633" y="151686"/>
                  <a:pt x="409065" y="152183"/>
                  <a:pt x="403826" y="152183"/>
                </a:cubicBezTo>
                <a:cubicBezTo>
                  <a:pt x="394179" y="152183"/>
                  <a:pt x="386001" y="148984"/>
                  <a:pt x="379293" y="142587"/>
                </a:cubicBezTo>
                <a:cubicBezTo>
                  <a:pt x="372585" y="136190"/>
                  <a:pt x="369231" y="128034"/>
                  <a:pt x="369231" y="118117"/>
                </a:cubicBezTo>
                <a:cubicBezTo>
                  <a:pt x="369231" y="109993"/>
                  <a:pt x="370972" y="103421"/>
                  <a:pt x="374454" y="98399"/>
                </a:cubicBezTo>
                <a:cubicBezTo>
                  <a:pt x="377935" y="93376"/>
                  <a:pt x="382903" y="89426"/>
                  <a:pt x="389356" y="86549"/>
                </a:cubicBezTo>
                <a:cubicBezTo>
                  <a:pt x="395872" y="83670"/>
                  <a:pt x="403699" y="81718"/>
                  <a:pt x="412835" y="80694"/>
                </a:cubicBezTo>
                <a:cubicBezTo>
                  <a:pt x="421971" y="79670"/>
                  <a:pt x="431778" y="78902"/>
                  <a:pt x="442255" y="78391"/>
                </a:cubicBezTo>
                <a:lnTo>
                  <a:pt x="442255" y="75588"/>
                </a:lnTo>
                <a:cubicBezTo>
                  <a:pt x="442255" y="71465"/>
                  <a:pt x="441537" y="68051"/>
                  <a:pt x="440099" y="65346"/>
                </a:cubicBezTo>
                <a:cubicBezTo>
                  <a:pt x="438662" y="62641"/>
                  <a:pt x="436601" y="60514"/>
                  <a:pt x="433918" y="58967"/>
                </a:cubicBezTo>
                <a:cubicBezTo>
                  <a:pt x="431362" y="57486"/>
                  <a:pt x="428296" y="56487"/>
                  <a:pt x="424718" y="55972"/>
                </a:cubicBezTo>
                <a:cubicBezTo>
                  <a:pt x="421140" y="55457"/>
                  <a:pt x="417403" y="55200"/>
                  <a:pt x="413505" y="55200"/>
                </a:cubicBezTo>
                <a:cubicBezTo>
                  <a:pt x="408778" y="55200"/>
                  <a:pt x="403507" y="55840"/>
                  <a:pt x="397693" y="57119"/>
                </a:cubicBezTo>
                <a:cubicBezTo>
                  <a:pt x="391879" y="58397"/>
                  <a:pt x="385874" y="60249"/>
                  <a:pt x="379676" y="62675"/>
                </a:cubicBezTo>
                <a:lnTo>
                  <a:pt x="378718" y="62675"/>
                </a:lnTo>
                <a:lnTo>
                  <a:pt x="378718" y="44371"/>
                </a:lnTo>
                <a:cubicBezTo>
                  <a:pt x="382232" y="43412"/>
                  <a:pt x="387311" y="42358"/>
                  <a:pt x="393956" y="41208"/>
                </a:cubicBezTo>
                <a:cubicBezTo>
                  <a:pt x="400600" y="40058"/>
                  <a:pt x="407149" y="39483"/>
                  <a:pt x="413601" y="39483"/>
                </a:cubicBezTo>
                <a:cubicBezTo>
                  <a:pt x="421140" y="39483"/>
                  <a:pt x="427705" y="40106"/>
                  <a:pt x="433295" y="41352"/>
                </a:cubicBezTo>
                <a:cubicBezTo>
                  <a:pt x="438885" y="42598"/>
                  <a:pt x="443725" y="44722"/>
                  <a:pt x="447814" y="47725"/>
                </a:cubicBezTo>
                <a:cubicBezTo>
                  <a:pt x="451839" y="50664"/>
                  <a:pt x="454905" y="54465"/>
                  <a:pt x="457014" y="59129"/>
                </a:cubicBezTo>
                <a:cubicBezTo>
                  <a:pt x="459122" y="63793"/>
                  <a:pt x="460176" y="69575"/>
                  <a:pt x="460176" y="76475"/>
                </a:cubicBezTo>
                <a:lnTo>
                  <a:pt x="460176" y="149116"/>
                </a:lnTo>
                <a:moveTo>
                  <a:pt x="442255" y="122897"/>
                </a:moveTo>
                <a:lnTo>
                  <a:pt x="442255" y="92958"/>
                </a:lnTo>
                <a:cubicBezTo>
                  <a:pt x="436761" y="93279"/>
                  <a:pt x="430292" y="93761"/>
                  <a:pt x="422849" y="94404"/>
                </a:cubicBezTo>
                <a:cubicBezTo>
                  <a:pt x="415406" y="95045"/>
                  <a:pt x="409512" y="95975"/>
                  <a:pt x="405168" y="97192"/>
                </a:cubicBezTo>
                <a:cubicBezTo>
                  <a:pt x="399993" y="98670"/>
                  <a:pt x="395808" y="100965"/>
                  <a:pt x="392614" y="104077"/>
                </a:cubicBezTo>
                <a:cubicBezTo>
                  <a:pt x="389419" y="107190"/>
                  <a:pt x="387822" y="111474"/>
                  <a:pt x="387822" y="116928"/>
                </a:cubicBezTo>
                <a:cubicBezTo>
                  <a:pt x="387822" y="123089"/>
                  <a:pt x="389675" y="127726"/>
                  <a:pt x="393381" y="130839"/>
                </a:cubicBezTo>
                <a:cubicBezTo>
                  <a:pt x="397086" y="133951"/>
                  <a:pt x="402740" y="135508"/>
                  <a:pt x="410343" y="135508"/>
                </a:cubicBezTo>
                <a:cubicBezTo>
                  <a:pt x="416668" y="135508"/>
                  <a:pt x="422450" y="134273"/>
                  <a:pt x="427689" y="131803"/>
                </a:cubicBezTo>
                <a:cubicBezTo>
                  <a:pt x="432928" y="129331"/>
                  <a:pt x="437783" y="126363"/>
                  <a:pt x="442255" y="122897"/>
                </a:cubicBezTo>
                <a:close/>
                <a:moveTo>
                  <a:pt x="573911" y="142503"/>
                </a:moveTo>
                <a:cubicBezTo>
                  <a:pt x="567905" y="145378"/>
                  <a:pt x="562203" y="147615"/>
                  <a:pt x="556805" y="149212"/>
                </a:cubicBezTo>
                <a:cubicBezTo>
                  <a:pt x="551406" y="150809"/>
                  <a:pt x="545672" y="151608"/>
                  <a:pt x="539603" y="151608"/>
                </a:cubicBezTo>
                <a:cubicBezTo>
                  <a:pt x="531872" y="151608"/>
                  <a:pt x="524781" y="150472"/>
                  <a:pt x="518328" y="148200"/>
                </a:cubicBezTo>
                <a:cubicBezTo>
                  <a:pt x="511875" y="145927"/>
                  <a:pt x="506349" y="142487"/>
                  <a:pt x="501749" y="137880"/>
                </a:cubicBezTo>
                <a:cubicBezTo>
                  <a:pt x="497085" y="133272"/>
                  <a:pt x="493475" y="127448"/>
                  <a:pt x="490920" y="120408"/>
                </a:cubicBezTo>
                <a:cubicBezTo>
                  <a:pt x="488364" y="113368"/>
                  <a:pt x="487086" y="105145"/>
                  <a:pt x="487086" y="95737"/>
                </a:cubicBezTo>
                <a:cubicBezTo>
                  <a:pt x="487086" y="78202"/>
                  <a:pt x="491894" y="64443"/>
                  <a:pt x="501509" y="54460"/>
                </a:cubicBezTo>
                <a:cubicBezTo>
                  <a:pt x="511124" y="44475"/>
                  <a:pt x="523822" y="39483"/>
                  <a:pt x="539603" y="39483"/>
                </a:cubicBezTo>
                <a:cubicBezTo>
                  <a:pt x="545736" y="39483"/>
                  <a:pt x="551758" y="40346"/>
                  <a:pt x="557667" y="42071"/>
                </a:cubicBezTo>
                <a:cubicBezTo>
                  <a:pt x="563577" y="43796"/>
                  <a:pt x="568991" y="45904"/>
                  <a:pt x="573911" y="48396"/>
                </a:cubicBezTo>
                <a:lnTo>
                  <a:pt x="573911" y="68425"/>
                </a:lnTo>
                <a:lnTo>
                  <a:pt x="572953" y="68425"/>
                </a:lnTo>
                <a:cubicBezTo>
                  <a:pt x="567458" y="64174"/>
                  <a:pt x="561788" y="60908"/>
                  <a:pt x="555942" y="58626"/>
                </a:cubicBezTo>
                <a:cubicBezTo>
                  <a:pt x="550096" y="56342"/>
                  <a:pt x="544394" y="55200"/>
                  <a:pt x="538836" y="55200"/>
                </a:cubicBezTo>
                <a:cubicBezTo>
                  <a:pt x="528614" y="55200"/>
                  <a:pt x="520548" y="58634"/>
                  <a:pt x="514638" y="65502"/>
                </a:cubicBezTo>
                <a:cubicBezTo>
                  <a:pt x="508729" y="72370"/>
                  <a:pt x="505774" y="82448"/>
                  <a:pt x="505774" y="95737"/>
                </a:cubicBezTo>
                <a:cubicBezTo>
                  <a:pt x="505774" y="108642"/>
                  <a:pt x="508665" y="118561"/>
                  <a:pt x="514447" y="125493"/>
                </a:cubicBezTo>
                <a:cubicBezTo>
                  <a:pt x="520229" y="132425"/>
                  <a:pt x="528358" y="135891"/>
                  <a:pt x="538836" y="135891"/>
                </a:cubicBezTo>
                <a:cubicBezTo>
                  <a:pt x="542478" y="135891"/>
                  <a:pt x="546183" y="135416"/>
                  <a:pt x="549953" y="134465"/>
                </a:cubicBezTo>
                <a:cubicBezTo>
                  <a:pt x="553722" y="133513"/>
                  <a:pt x="557108" y="132275"/>
                  <a:pt x="560111" y="130752"/>
                </a:cubicBezTo>
                <a:cubicBezTo>
                  <a:pt x="562730" y="129420"/>
                  <a:pt x="565190" y="128010"/>
                  <a:pt x="567490" y="126520"/>
                </a:cubicBezTo>
                <a:cubicBezTo>
                  <a:pt x="569790" y="125029"/>
                  <a:pt x="571611" y="123744"/>
                  <a:pt x="572953" y="122666"/>
                </a:cubicBezTo>
                <a:lnTo>
                  <a:pt x="573911" y="122666"/>
                </a:lnTo>
                <a:lnTo>
                  <a:pt x="573911" y="142503"/>
                </a:lnTo>
                <a:close/>
                <a:moveTo>
                  <a:pt x="686578" y="97366"/>
                </a:moveTo>
                <a:lnTo>
                  <a:pt x="607708" y="97366"/>
                </a:lnTo>
                <a:cubicBezTo>
                  <a:pt x="607708" y="103963"/>
                  <a:pt x="608698" y="109711"/>
                  <a:pt x="610678" y="114610"/>
                </a:cubicBezTo>
                <a:cubicBezTo>
                  <a:pt x="612659" y="119510"/>
                  <a:pt x="615374" y="123529"/>
                  <a:pt x="618824" y="126667"/>
                </a:cubicBezTo>
                <a:cubicBezTo>
                  <a:pt x="622146" y="129742"/>
                  <a:pt x="626092" y="132048"/>
                  <a:pt x="630660" y="133585"/>
                </a:cubicBezTo>
                <a:cubicBezTo>
                  <a:pt x="635228" y="135122"/>
                  <a:pt x="640259" y="135891"/>
                  <a:pt x="645753" y="135891"/>
                </a:cubicBezTo>
                <a:cubicBezTo>
                  <a:pt x="653037" y="135891"/>
                  <a:pt x="660368" y="134427"/>
                  <a:pt x="667747" y="131498"/>
                </a:cubicBezTo>
                <a:cubicBezTo>
                  <a:pt x="675126" y="128569"/>
                  <a:pt x="680381" y="125689"/>
                  <a:pt x="683511" y="122858"/>
                </a:cubicBezTo>
                <a:lnTo>
                  <a:pt x="684470" y="122858"/>
                </a:lnTo>
                <a:lnTo>
                  <a:pt x="684470" y="142569"/>
                </a:lnTo>
                <a:cubicBezTo>
                  <a:pt x="678400" y="145133"/>
                  <a:pt x="672203" y="147280"/>
                  <a:pt x="665878" y="149011"/>
                </a:cubicBezTo>
                <a:cubicBezTo>
                  <a:pt x="659553" y="150742"/>
                  <a:pt x="652909" y="151608"/>
                  <a:pt x="645945" y="151608"/>
                </a:cubicBezTo>
                <a:cubicBezTo>
                  <a:pt x="628184" y="151608"/>
                  <a:pt x="614320" y="146792"/>
                  <a:pt x="604353" y="137161"/>
                </a:cubicBezTo>
                <a:cubicBezTo>
                  <a:pt x="594387" y="127530"/>
                  <a:pt x="589404" y="113849"/>
                  <a:pt x="589404" y="96120"/>
                </a:cubicBezTo>
                <a:cubicBezTo>
                  <a:pt x="589404" y="78587"/>
                  <a:pt x="594179" y="64668"/>
                  <a:pt x="603731" y="54364"/>
                </a:cubicBezTo>
                <a:cubicBezTo>
                  <a:pt x="613282" y="44060"/>
                  <a:pt x="625852" y="38908"/>
                  <a:pt x="641441" y="38908"/>
                </a:cubicBezTo>
                <a:cubicBezTo>
                  <a:pt x="655880" y="38908"/>
                  <a:pt x="667012" y="43132"/>
                  <a:pt x="674839" y="51579"/>
                </a:cubicBezTo>
                <a:cubicBezTo>
                  <a:pt x="682665" y="60026"/>
                  <a:pt x="686578" y="72025"/>
                  <a:pt x="686578" y="87576"/>
                </a:cubicBezTo>
                <a:lnTo>
                  <a:pt x="686578" y="97366"/>
                </a:lnTo>
                <a:moveTo>
                  <a:pt x="669041" y="83566"/>
                </a:moveTo>
                <a:cubicBezTo>
                  <a:pt x="668977" y="74111"/>
                  <a:pt x="666597" y="66795"/>
                  <a:pt x="661901" y="61621"/>
                </a:cubicBezTo>
                <a:cubicBezTo>
                  <a:pt x="657205" y="56446"/>
                  <a:pt x="650066" y="53858"/>
                  <a:pt x="640482" y="53858"/>
                </a:cubicBezTo>
                <a:cubicBezTo>
                  <a:pt x="630835" y="53858"/>
                  <a:pt x="623153" y="56701"/>
                  <a:pt x="617435" y="62387"/>
                </a:cubicBezTo>
                <a:cubicBezTo>
                  <a:pt x="611717" y="68073"/>
                  <a:pt x="608474" y="75133"/>
                  <a:pt x="607708" y="83566"/>
                </a:cubicBezTo>
                <a:lnTo>
                  <a:pt x="669041" y="835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1987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2026-09-05T16:17:41.8650000Z</dcterms:created>
  <dcterms:modified xsi:type="dcterms:W3CDTF">2026-09-05T16:17:41.8650000Z</dcterms:modified>
</coreProperties>
</file>