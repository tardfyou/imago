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4d5819485a45ae" /><Relationship Type="http://schemas.openxmlformats.org/officeDocument/2006/relationships/extended-properties" Target="/docProps/app.xml" Id="Rc5e288bb3354403e" /><Relationship Type="http://schemas.openxmlformats.org/officeDocument/2006/relationships/officeDocument" Target="/ppt/presentation.xml" Id="R18b9766b85084d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0bcf53d9f4d57"/>
  </p:sldMasterIdLst>
  <p:notesMasterIdLst>
    <p:notesMasterId xmlns:r="http://schemas.openxmlformats.org/officeDocument/2006/relationships" r:id="R43c603cbf4ba473c"/>
  </p:notesMasterIdLst>
  <p:sldIdLst>
    <p:sldId xmlns:r="http://schemas.openxmlformats.org/officeDocument/2006/relationships" id="256" r:id="R20a54dd0143044d9"/>
  </p:sldIdLst>
  <p:sldSz cx="13201650" cy="4572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3466b645984323" /><Relationship Type="http://schemas.openxmlformats.org/officeDocument/2006/relationships/slideMaster" Target="/ppt/slideMasters/slideMaster1.xml" Id="R3680bcf53d9f4d57" /><Relationship Type="http://schemas.openxmlformats.org/officeDocument/2006/relationships/notesMaster" Target="/ppt/notesMasters/notesMaster1.xml" Id="R43c603cbf4ba473c" /><Relationship Type="http://schemas.openxmlformats.org/officeDocument/2006/relationships/presProps" Target="/ppt/presProps.xml" Id="R7b49e0b9f662441b" /><Relationship Type="http://schemas.openxmlformats.org/officeDocument/2006/relationships/tableStyles" Target="/ppt/tableStyles.xml" Id="Re1b5b04ddaa64138" /><Relationship Type="http://schemas.openxmlformats.org/officeDocument/2006/relationships/slide" Target="/ppt/slides/slide1.xml" Id="R20a54dd0143044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9a3ce211ff4b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63c1467bc24403" /><Relationship Type="http://schemas.openxmlformats.org/officeDocument/2006/relationships/notesMaster" Target="/ppt/notesMasters/notesMaster1.xml" Id="R8c9f5a95cef04d0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素材ID：SEC-062</ns1:t>
            </ns1:r>
          </ns1:p>
          <ns1:p>
            <ns1:r>
              <ns1:t>论文：RingSG: Optimal Secure Vertex-Centric Computation for Collaborative Graph Processing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12，PDF第17页</ns1:t>
            </ns1:r>
          </ns1:p>
          <ns1:p>
            <ns1:r>
              <ns1:t>类型：方法细节</ns1:t>
            </ns1:r>
          </ns1:p>
          <ns1:p>
            <ns1:r>
              <ns1:t>借鉴点：完整呈现每轮向量、选择位、合并范围和最终紫色结果，以列对齐保留并行聚合计算过程。</ns1:t>
            </ns1:r>
          </ns1:p>
          <ns1:p>
            <ns1:r>
              <ns1:t>论文URL：https://eprint.iacr.org/2025/1209.pdf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826508a9f148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f8f6c7fe74d60" /><Relationship Type="http://schemas.openxmlformats.org/officeDocument/2006/relationships/slideLayout" Target="/ppt/slideLayouts/slideLayout1.xml" Id="Ra1d1345fdda442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d1345fdda442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3c07cb80a4867" /><Relationship Type="http://schemas.openxmlformats.org/officeDocument/2006/relationships/notesSlide" Target="/ppt/notesSlides/notesSlide1.xml" Id="R53b4a3501b5247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FCD6E-143B-4737-AFA7-198BFB77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" y="0"/>
            <a:ext cx="12971107" cy="3995546"/>
          </a:xfrm>
          <a:custGeom xmlns:a="http://schemas.openxmlformats.org/drawingml/2006/main">
            <a:pathLst>
              <a:path w="12971107" h="3995546">
                <a:moveTo>
                  <a:pt x="12971107" y="3995546"/>
                </a:moveTo>
                <a:lnTo>
                  <a:pt x="12971107" y="0"/>
                </a:lnTo>
                <a:lnTo>
                  <a:pt x="0" y="0"/>
                </a:lnTo>
                <a:lnTo>
                  <a:pt x="0" y="3995546"/>
                </a:lnTo>
                <a:lnTo>
                  <a:pt x="12971107" y="39955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A602D-27D7-48E2-95F6-2BC3419D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431746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3020AA-018E-42CA-A801-43EDD520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431746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A15412E-1380-4FB6-B249-AA1D1EA2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5" y="486534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C91E4-940C-4265-BB4D-421088CE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652581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849664-06ED-4D4D-B447-22FF86EA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652581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7" name="Text 1">
            <a:extLst xmlns:a="http://schemas.openxmlformats.org/drawingml/2006/main">
              <a:ext uri="{FF2B5EF4-FFF2-40B4-BE49-F238E27FC236}">
                <a16:creationId xmlns:a16="http://schemas.microsoft.com/office/drawing/2014/main" id="{494D2D7C-68E3-47D8-984E-7E9712DE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5" y="707368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D8485-B8E0-4B50-AC8E-E142F16E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873415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207D1-9D9F-410E-A0B3-93EAF448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873415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0" name="Text 1">
            <a:extLst xmlns:a="http://schemas.openxmlformats.org/drawingml/2006/main">
              <a:ext uri="{FF2B5EF4-FFF2-40B4-BE49-F238E27FC236}">
                <a16:creationId xmlns:a16="http://schemas.microsoft.com/office/drawing/2014/main" id="{268358CE-D342-42BB-8AF9-35E52BCE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5" y="928202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D07A1-9B72-4198-97EB-1F65F58C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094249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13CD5-4AA0-45C8-A8EA-0CB4A958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094249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3" name="Text 0">
            <a:extLst xmlns:a="http://schemas.openxmlformats.org/drawingml/2006/main">
              <a:ext uri="{FF2B5EF4-FFF2-40B4-BE49-F238E27FC236}">
                <a16:creationId xmlns:a16="http://schemas.microsoft.com/office/drawing/2014/main" id="{A87C0DF7-74CA-4976-B464-F8E0AD7C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70" y="1149036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D3FE75-396A-41AC-AFF4-B3847263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315083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AC3E2-B53E-4C17-980C-6BF80F8E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315083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6" name="Text 0">
            <a:extLst xmlns:a="http://schemas.openxmlformats.org/drawingml/2006/main">
              <a:ext uri="{FF2B5EF4-FFF2-40B4-BE49-F238E27FC236}">
                <a16:creationId xmlns:a16="http://schemas.microsoft.com/office/drawing/2014/main" id="{119145E3-BD63-46E9-8ED0-E24E194D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70" y="1369871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DCF1D-4D5C-48DE-B00A-E3475540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10912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B6D3B-D910-43B7-9434-238EA0C6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10912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9" name="Text 1">
            <a:extLst xmlns:a="http://schemas.openxmlformats.org/drawingml/2006/main">
              <a:ext uri="{FF2B5EF4-FFF2-40B4-BE49-F238E27FC236}">
                <a16:creationId xmlns:a16="http://schemas.microsoft.com/office/drawing/2014/main" id="{4A000A1F-3255-496C-8B41-23C40651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5" y="265699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A81E17-7CA7-438E-BCF4-9E6D15A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535918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DE090F-1AFA-4FF1-8B34-10D4BB6A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535918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2" name="Text 0">
            <a:extLst xmlns:a="http://schemas.openxmlformats.org/drawingml/2006/main">
              <a:ext uri="{FF2B5EF4-FFF2-40B4-BE49-F238E27FC236}">
                <a16:creationId xmlns:a16="http://schemas.microsoft.com/office/drawing/2014/main" id="{477940E0-7F12-403E-89BF-A9A5D76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70" y="1590705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00DE95-2683-4FB4-B386-2BE4B83F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756752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44FC8A-38CB-4432-977B-05CCC5B3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756752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5" name="Text 0">
            <a:extLst xmlns:a="http://schemas.openxmlformats.org/drawingml/2006/main">
              <a:ext uri="{FF2B5EF4-FFF2-40B4-BE49-F238E27FC236}">
                <a16:creationId xmlns:a16="http://schemas.microsoft.com/office/drawing/2014/main" id="{DB7FBCCC-2415-4011-B9A5-C822A490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70" y="1811539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978479-1F2D-4C6E-88BB-DF1BFC09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977586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CA9BCE-0D06-4132-BA77-34F911CA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1977586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8" name="Text 1">
            <a:extLst xmlns:a="http://schemas.openxmlformats.org/drawingml/2006/main">
              <a:ext uri="{FF2B5EF4-FFF2-40B4-BE49-F238E27FC236}">
                <a16:creationId xmlns:a16="http://schemas.microsoft.com/office/drawing/2014/main" id="{2D08054B-115B-46B6-BD08-4B94F44F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5" y="2032373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468A5-E02F-4F8F-8C9B-A87CD5F7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3302592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B09A7-8A1E-4C56-924E-FBC65DA7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3302592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1" name="Text u(3,4)">
            <a:extLst xmlns:a="http://schemas.openxmlformats.org/drawingml/2006/main">
              <a:ext uri="{FF2B5EF4-FFF2-40B4-BE49-F238E27FC236}">
                <a16:creationId xmlns:a16="http://schemas.microsoft.com/office/drawing/2014/main" id="{8B4AC0F1-2E2D-444D-9D65-E8A6F2E6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3356255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851" y="68670"/>
                </a:moveTo>
                <a:lnTo>
                  <a:pt x="122088" y="67172"/>
                </a:lnTo>
                <a:cubicBezTo>
                  <a:pt x="123378" y="73540"/>
                  <a:pt x="125573" y="78128"/>
                  <a:pt x="128674" y="80937"/>
                </a:cubicBezTo>
                <a:cubicBezTo>
                  <a:pt x="131774" y="83746"/>
                  <a:pt x="135551" y="85151"/>
                  <a:pt x="140004" y="85151"/>
                </a:cubicBezTo>
                <a:cubicBezTo>
                  <a:pt x="145290" y="85151"/>
                  <a:pt x="149753" y="83323"/>
                  <a:pt x="153395" y="79667"/>
                </a:cubicBezTo>
                <a:cubicBezTo>
                  <a:pt x="157037" y="76011"/>
                  <a:pt x="158857" y="71483"/>
                  <a:pt x="158857" y="66081"/>
                </a:cubicBezTo>
                <a:cubicBezTo>
                  <a:pt x="158857" y="60929"/>
                  <a:pt x="157172" y="56680"/>
                  <a:pt x="153801" y="53336"/>
                </a:cubicBezTo>
                <a:cubicBezTo>
                  <a:pt x="150430" y="49991"/>
                  <a:pt x="146143" y="48319"/>
                  <a:pt x="140941" y="48319"/>
                </a:cubicBezTo>
                <a:cubicBezTo>
                  <a:pt x="138818" y="48319"/>
                  <a:pt x="136175" y="48735"/>
                  <a:pt x="133012" y="49567"/>
                </a:cubicBezTo>
                <a:lnTo>
                  <a:pt x="134261" y="39704"/>
                </a:lnTo>
                <a:cubicBezTo>
                  <a:pt x="135010" y="39787"/>
                  <a:pt x="135614" y="39829"/>
                  <a:pt x="136071" y="39829"/>
                </a:cubicBezTo>
                <a:cubicBezTo>
                  <a:pt x="140857" y="39829"/>
                  <a:pt x="145165" y="38591"/>
                  <a:pt x="148994" y="36114"/>
                </a:cubicBezTo>
                <a:cubicBezTo>
                  <a:pt x="152823" y="33638"/>
                  <a:pt x="154737" y="29821"/>
                  <a:pt x="154737" y="24663"/>
                </a:cubicBezTo>
                <a:cubicBezTo>
                  <a:pt x="154737" y="20578"/>
                  <a:pt x="153343" y="17194"/>
                  <a:pt x="150555" y="14512"/>
                </a:cubicBezTo>
                <a:cubicBezTo>
                  <a:pt x="147766" y="11829"/>
                  <a:pt x="144166" y="10488"/>
                  <a:pt x="139755" y="10488"/>
                </a:cubicBezTo>
                <a:cubicBezTo>
                  <a:pt x="135385" y="10488"/>
                  <a:pt x="131743" y="11861"/>
                  <a:pt x="128830" y="14608"/>
                </a:cubicBezTo>
                <a:cubicBezTo>
                  <a:pt x="125917" y="17355"/>
                  <a:pt x="124044" y="21475"/>
                  <a:pt x="123211" y="26969"/>
                </a:cubicBezTo>
                <a:lnTo>
                  <a:pt x="111974" y="24971"/>
                </a:lnTo>
                <a:cubicBezTo>
                  <a:pt x="113348" y="17399"/>
                  <a:pt x="116469" y="11532"/>
                  <a:pt x="121339" y="7368"/>
                </a:cubicBezTo>
                <a:cubicBezTo>
                  <a:pt x="126208" y="3205"/>
                  <a:pt x="132263" y="1124"/>
                  <a:pt x="139505" y="1124"/>
                </a:cubicBezTo>
                <a:cubicBezTo>
                  <a:pt x="144499" y="1124"/>
                  <a:pt x="149098" y="2192"/>
                  <a:pt x="153301" y="4329"/>
                </a:cubicBezTo>
                <a:cubicBezTo>
                  <a:pt x="157505" y="6466"/>
                  <a:pt x="160720" y="9381"/>
                  <a:pt x="162946" y="13075"/>
                </a:cubicBezTo>
                <a:cubicBezTo>
                  <a:pt x="165173" y="16767"/>
                  <a:pt x="166286" y="20688"/>
                  <a:pt x="166286" y="24838"/>
                </a:cubicBezTo>
                <a:cubicBezTo>
                  <a:pt x="166286" y="28780"/>
                  <a:pt x="165225" y="32370"/>
                  <a:pt x="163102" y="35607"/>
                </a:cubicBezTo>
                <a:cubicBezTo>
                  <a:pt x="160980" y="38843"/>
                  <a:pt x="157838" y="41415"/>
                  <a:pt x="153676" y="43325"/>
                </a:cubicBezTo>
                <a:cubicBezTo>
                  <a:pt x="159086" y="44573"/>
                  <a:pt x="163290" y="47164"/>
                  <a:pt x="166286" y="51097"/>
                </a:cubicBezTo>
                <a:cubicBezTo>
                  <a:pt x="169283" y="55030"/>
                  <a:pt x="170781" y="59951"/>
                  <a:pt x="170781" y="65861"/>
                </a:cubicBezTo>
                <a:cubicBezTo>
                  <a:pt x="170781" y="73852"/>
                  <a:pt x="167868" y="80625"/>
                  <a:pt x="162041" y="86181"/>
                </a:cubicBezTo>
                <a:cubicBezTo>
                  <a:pt x="156215" y="91737"/>
                  <a:pt x="148848" y="94515"/>
                  <a:pt x="139942" y="94515"/>
                </a:cubicBezTo>
                <a:cubicBezTo>
                  <a:pt x="131910" y="94515"/>
                  <a:pt x="125240" y="92116"/>
                  <a:pt x="119934" y="87318"/>
                </a:cubicBezTo>
                <a:cubicBezTo>
                  <a:pt x="114628" y="82521"/>
                  <a:pt x="111600" y="76305"/>
                  <a:pt x="110851" y="6867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3437" y="93017"/>
                </a:moveTo>
                <a:lnTo>
                  <a:pt x="253437" y="71105"/>
                </a:lnTo>
                <a:lnTo>
                  <a:pt x="213733" y="71105"/>
                </a:lnTo>
                <a:lnTo>
                  <a:pt x="213733" y="60804"/>
                </a:lnTo>
                <a:lnTo>
                  <a:pt x="255497" y="1498"/>
                </a:lnTo>
                <a:lnTo>
                  <a:pt x="264674" y="1498"/>
                </a:lnTo>
                <a:lnTo>
                  <a:pt x="264674" y="60804"/>
                </a:lnTo>
                <a:lnTo>
                  <a:pt x="277035" y="60804"/>
                </a:lnTo>
                <a:lnTo>
                  <a:pt x="277035" y="71105"/>
                </a:lnTo>
                <a:lnTo>
                  <a:pt x="264674" y="71105"/>
                </a:lnTo>
                <a:lnTo>
                  <a:pt x="264674" y="93017"/>
                </a:lnTo>
                <a:lnTo>
                  <a:pt x="253437" y="93017"/>
                </a:lnTo>
                <a:moveTo>
                  <a:pt x="253437" y="60804"/>
                </a:moveTo>
                <a:lnTo>
                  <a:pt x="253437" y="19540"/>
                </a:lnTo>
                <a:lnTo>
                  <a:pt x="224783" y="60804"/>
                </a:lnTo>
                <a:lnTo>
                  <a:pt x="253437" y="60804"/>
                </a:ln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0CA3F-1B81-49A5-9B27-7354E8D6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3081757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B7AD5-4F42-488B-AC76-E7EA8087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3081757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4" name="Text u(5,1)">
            <a:extLst xmlns:a="http://schemas.openxmlformats.org/drawingml/2006/main">
              <a:ext uri="{FF2B5EF4-FFF2-40B4-BE49-F238E27FC236}">
                <a16:creationId xmlns:a16="http://schemas.microsoft.com/office/drawing/2014/main" id="{764EF74B-2388-485D-9F31-18555F38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3135421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788" y="68920"/>
                </a:moveTo>
                <a:lnTo>
                  <a:pt x="122587" y="67921"/>
                </a:lnTo>
                <a:cubicBezTo>
                  <a:pt x="123461" y="73645"/>
                  <a:pt x="125490" y="77948"/>
                  <a:pt x="128674" y="80830"/>
                </a:cubicBezTo>
                <a:cubicBezTo>
                  <a:pt x="131858" y="83711"/>
                  <a:pt x="135697" y="85151"/>
                  <a:pt x="140192" y="85151"/>
                </a:cubicBezTo>
                <a:cubicBezTo>
                  <a:pt x="145602" y="85151"/>
                  <a:pt x="150180" y="83115"/>
                  <a:pt x="153926" y="79043"/>
                </a:cubicBezTo>
                <a:cubicBezTo>
                  <a:pt x="157671" y="74970"/>
                  <a:pt x="159544" y="69567"/>
                  <a:pt x="159544" y="62835"/>
                </a:cubicBezTo>
                <a:cubicBezTo>
                  <a:pt x="159544" y="56435"/>
                  <a:pt x="157744" y="51386"/>
                  <a:pt x="154144" y="47687"/>
                </a:cubicBezTo>
                <a:cubicBezTo>
                  <a:pt x="150544" y="43988"/>
                  <a:pt x="145831" y="42139"/>
                  <a:pt x="140004" y="42139"/>
                </a:cubicBezTo>
                <a:cubicBezTo>
                  <a:pt x="136384" y="42139"/>
                  <a:pt x="133116" y="42955"/>
                  <a:pt x="130203" y="44587"/>
                </a:cubicBezTo>
                <a:cubicBezTo>
                  <a:pt x="127290" y="46219"/>
                  <a:pt x="125001" y="48337"/>
                  <a:pt x="123336" y="50941"/>
                </a:cubicBezTo>
                <a:lnTo>
                  <a:pt x="112786" y="49567"/>
                </a:lnTo>
                <a:lnTo>
                  <a:pt x="121651" y="2622"/>
                </a:lnTo>
                <a:lnTo>
                  <a:pt x="167160" y="2622"/>
                </a:lnTo>
                <a:lnTo>
                  <a:pt x="167160" y="13235"/>
                </a:lnTo>
                <a:lnTo>
                  <a:pt x="130640" y="13235"/>
                </a:lnTo>
                <a:lnTo>
                  <a:pt x="125708" y="37893"/>
                </a:lnTo>
                <a:cubicBezTo>
                  <a:pt x="131202" y="34106"/>
                  <a:pt x="136966" y="32213"/>
                  <a:pt x="143001" y="32213"/>
                </a:cubicBezTo>
                <a:cubicBezTo>
                  <a:pt x="150992" y="32213"/>
                  <a:pt x="157734" y="34983"/>
                  <a:pt x="163227" y="40525"/>
                </a:cubicBezTo>
                <a:cubicBezTo>
                  <a:pt x="168721" y="46066"/>
                  <a:pt x="171468" y="53189"/>
                  <a:pt x="171468" y="61895"/>
                </a:cubicBezTo>
                <a:cubicBezTo>
                  <a:pt x="171468" y="70186"/>
                  <a:pt x="169054" y="77352"/>
                  <a:pt x="164226" y="83391"/>
                </a:cubicBezTo>
                <a:cubicBezTo>
                  <a:pt x="158358" y="90807"/>
                  <a:pt x="150346" y="94515"/>
                  <a:pt x="140192" y="94515"/>
                </a:cubicBezTo>
                <a:cubicBezTo>
                  <a:pt x="131868" y="94515"/>
                  <a:pt x="125074" y="92179"/>
                  <a:pt x="119809" y="87506"/>
                </a:cubicBezTo>
                <a:cubicBezTo>
                  <a:pt x="114544" y="82833"/>
                  <a:pt x="111537" y="76638"/>
                  <a:pt x="110788" y="6892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9742" y="93017"/>
                </a:moveTo>
                <a:lnTo>
                  <a:pt x="248505" y="93017"/>
                </a:lnTo>
                <a:lnTo>
                  <a:pt x="248505" y="21413"/>
                </a:lnTo>
                <a:cubicBezTo>
                  <a:pt x="245800" y="23993"/>
                  <a:pt x="242252" y="26573"/>
                  <a:pt x="237861" y="29154"/>
                </a:cubicBezTo>
                <a:cubicBezTo>
                  <a:pt x="233471" y="31734"/>
                  <a:pt x="229527" y="33669"/>
                  <a:pt x="226031" y="34959"/>
                </a:cubicBezTo>
                <a:lnTo>
                  <a:pt x="226031" y="24097"/>
                </a:lnTo>
                <a:cubicBezTo>
                  <a:pt x="232316" y="21142"/>
                  <a:pt x="237809" y="17563"/>
                  <a:pt x="242512" y="13359"/>
                </a:cubicBezTo>
                <a:cubicBezTo>
                  <a:pt x="247215" y="9156"/>
                  <a:pt x="250545" y="5077"/>
                  <a:pt x="252501" y="1124"/>
                </a:cubicBezTo>
                <a:lnTo>
                  <a:pt x="259742" y="1124"/>
                </a:lnTo>
                <a:lnTo>
                  <a:pt x="259742" y="93017"/>
                </a:ln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FD3C0-6792-40BE-A0B0-57F25936E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860923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666B7-A3F7-4EC4-BBAB-59FA96A7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860923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7" name="Text u(2,1)">
            <a:extLst xmlns:a="http://schemas.openxmlformats.org/drawingml/2006/main">
              <a:ext uri="{FF2B5EF4-FFF2-40B4-BE49-F238E27FC236}">
                <a16:creationId xmlns:a16="http://schemas.microsoft.com/office/drawing/2014/main" id="{779B17E2-2E84-42D7-9F91-700AD3E6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2914587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10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9742" y="93017"/>
                </a:moveTo>
                <a:lnTo>
                  <a:pt x="248505" y="93017"/>
                </a:lnTo>
                <a:lnTo>
                  <a:pt x="248505" y="21413"/>
                </a:lnTo>
                <a:cubicBezTo>
                  <a:pt x="245800" y="23993"/>
                  <a:pt x="242252" y="26573"/>
                  <a:pt x="237861" y="29154"/>
                </a:cubicBezTo>
                <a:cubicBezTo>
                  <a:pt x="233471" y="31734"/>
                  <a:pt x="229527" y="33669"/>
                  <a:pt x="226031" y="34959"/>
                </a:cubicBezTo>
                <a:lnTo>
                  <a:pt x="226031" y="24097"/>
                </a:lnTo>
                <a:cubicBezTo>
                  <a:pt x="232316" y="21142"/>
                  <a:pt x="237809" y="17563"/>
                  <a:pt x="242512" y="13359"/>
                </a:cubicBezTo>
                <a:cubicBezTo>
                  <a:pt x="247215" y="9156"/>
                  <a:pt x="250545" y="5077"/>
                  <a:pt x="252501" y="1124"/>
                </a:cubicBezTo>
                <a:lnTo>
                  <a:pt x="259742" y="1124"/>
                </a:lnTo>
                <a:lnTo>
                  <a:pt x="259742" y="93017"/>
                </a:ln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2C6D39-C157-43F1-BA54-9893173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198420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7C459E-6642-4F6E-83A8-CC16DD03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198420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40" name="Text 1">
            <a:extLst xmlns:a="http://schemas.openxmlformats.org/drawingml/2006/main">
              <a:ext uri="{FF2B5EF4-FFF2-40B4-BE49-F238E27FC236}">
                <a16:creationId xmlns:a16="http://schemas.microsoft.com/office/drawing/2014/main" id="{1A69277D-C847-48CF-B821-79C05728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5" y="2253208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9D0F9-4E25-4EAD-AA62-59639BBDB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3841" y="3428932"/>
            <a:ext cx="10" cy="111928"/>
          </a:xfrm>
          <a:custGeom xmlns:a="http://schemas.openxmlformats.org/drawingml/2006/main">
            <a:pathLst>
              <a:path w="1" h="111928" fill="none">
                <a:moveTo>
                  <a:pt x="0" y="11192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830522-C113-49ED-8198-17BEAE0C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61" y="3367912"/>
            <a:ext cx="81360" cy="81360"/>
          </a:xfrm>
          <a:custGeom xmlns:a="http://schemas.openxmlformats.org/drawingml/2006/main">
            <a:pathLst>
              <a:path w="81360" h="81360">
                <a:moveTo>
                  <a:pt x="40680" y="0"/>
                </a:moveTo>
                <a:lnTo>
                  <a:pt x="81360" y="81360"/>
                </a:lnTo>
                <a:lnTo>
                  <a:pt x="40680" y="61020"/>
                </a:lnTo>
                <a:lnTo>
                  <a:pt x="0" y="81360"/>
                </a:lnTo>
                <a:lnTo>
                  <a:pt x="406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3193C-22D5-48E5-92A1-3098B2E7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161" y="3367912"/>
            <a:ext cx="81360" cy="81360"/>
          </a:xfrm>
          <a:custGeom xmlns:a="http://schemas.openxmlformats.org/drawingml/2006/main">
            <a:pathLst>
              <a:path w="81360" h="81360" fill="none">
                <a:moveTo>
                  <a:pt x="40680" y="0"/>
                </a:moveTo>
                <a:lnTo>
                  <a:pt x="81360" y="81360"/>
                </a:lnTo>
                <a:lnTo>
                  <a:pt x="40680" y="61020"/>
                </a:lnTo>
                <a:lnTo>
                  <a:pt x="0" y="81360"/>
                </a:lnTo>
                <a:lnTo>
                  <a:pt x="406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912C3-38DC-4FAA-9EA3-F7059CA0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732" y="2382875"/>
            <a:ext cx="1627" cy="1157985"/>
          </a:xfrm>
          <a:custGeom xmlns:a="http://schemas.openxmlformats.org/drawingml/2006/main">
            <a:pathLst>
              <a:path w="1627" h="1157985" fill="none">
                <a:moveTo>
                  <a:pt x="1627" y="11579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4BEBA-638C-4E55-98D1-87D5B19F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52" y="2321855"/>
            <a:ext cx="81360" cy="81360"/>
          </a:xfrm>
          <a:custGeom xmlns:a="http://schemas.openxmlformats.org/drawingml/2006/main">
            <a:pathLst>
              <a:path w="81360" h="81360">
                <a:moveTo>
                  <a:pt x="40564" y="0"/>
                </a:moveTo>
                <a:lnTo>
                  <a:pt x="81360" y="81244"/>
                </a:lnTo>
                <a:lnTo>
                  <a:pt x="40680" y="61020"/>
                </a:lnTo>
                <a:lnTo>
                  <a:pt x="0" y="81360"/>
                </a:lnTo>
                <a:lnTo>
                  <a:pt x="4056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866075-DFA3-4AC1-A32A-D9CC9B77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4052" y="2321855"/>
            <a:ext cx="81360" cy="81360"/>
          </a:xfrm>
          <a:custGeom xmlns:a="http://schemas.openxmlformats.org/drawingml/2006/main">
            <a:pathLst>
              <a:path w="81360" h="81360" fill="none">
                <a:moveTo>
                  <a:pt x="40564" y="0"/>
                </a:moveTo>
                <a:lnTo>
                  <a:pt x="81360" y="81244"/>
                </a:lnTo>
                <a:lnTo>
                  <a:pt x="40680" y="61020"/>
                </a:lnTo>
                <a:lnTo>
                  <a:pt x="0" y="81360"/>
                </a:lnTo>
                <a:lnTo>
                  <a:pt x="4056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C5AC19-CCA5-4CFA-910C-BCA68FED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0856" y="1495238"/>
            <a:ext cx="478048" cy="10"/>
          </a:xfrm>
          <a:custGeom xmlns:a="http://schemas.openxmlformats.org/drawingml/2006/main">
            <a:pathLst>
              <a:path w="478048" h="1" fill="none">
                <a:moveTo>
                  <a:pt x="0" y="0"/>
                </a:moveTo>
                <a:lnTo>
                  <a:pt x="47804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E50D8-3CFA-406E-BDAF-CA46AE96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565" y="1454558"/>
            <a:ext cx="81360" cy="81360"/>
          </a:xfrm>
          <a:custGeom xmlns:a="http://schemas.openxmlformats.org/drawingml/2006/main">
            <a:pathLst>
              <a:path w="81360" h="81360">
                <a:moveTo>
                  <a:pt x="81360" y="40680"/>
                </a:moveTo>
                <a:lnTo>
                  <a:pt x="0" y="81360"/>
                </a:lnTo>
                <a:lnTo>
                  <a:pt x="20340" y="40680"/>
                </a:lnTo>
                <a:lnTo>
                  <a:pt x="0" y="0"/>
                </a:lnTo>
                <a:lnTo>
                  <a:pt x="81360" y="40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05EDE-41A0-468E-8E92-00BA387A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565" y="1454558"/>
            <a:ext cx="81360" cy="81360"/>
          </a:xfrm>
          <a:custGeom xmlns:a="http://schemas.openxmlformats.org/drawingml/2006/main">
            <a:pathLst>
              <a:path w="81360" h="81360" fill="none">
                <a:moveTo>
                  <a:pt x="81360" y="40680"/>
                </a:moveTo>
                <a:lnTo>
                  <a:pt x="0" y="81360"/>
                </a:lnTo>
                <a:lnTo>
                  <a:pt x="20340" y="40680"/>
                </a:lnTo>
                <a:lnTo>
                  <a:pt x="0" y="0"/>
                </a:lnTo>
                <a:lnTo>
                  <a:pt x="81360" y="406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50" name="Text round0">
            <a:extLst xmlns:a="http://schemas.openxmlformats.org/drawingml/2006/main">
              <a:ext uri="{FF2B5EF4-FFF2-40B4-BE49-F238E27FC236}">
                <a16:creationId xmlns:a16="http://schemas.microsoft.com/office/drawing/2014/main" id="{B7697A2B-5AD0-458C-83D9-1BFE3FC1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307" y="1280157"/>
            <a:ext cx="509090" cy="102018"/>
          </a:xfrm>
          <a:custGeom xmlns:a="http://schemas.openxmlformats.org/drawingml/2006/main">
            <a:pathLst>
              <a:path w="509090" h="102018">
                <a:moveTo>
                  <a:pt x="15119" y="27922"/>
                </a:moveTo>
                <a:lnTo>
                  <a:pt x="33370" y="27922"/>
                </a:lnTo>
                <a:lnTo>
                  <a:pt x="30442" y="41921"/>
                </a:lnTo>
                <a:cubicBezTo>
                  <a:pt x="37252" y="31408"/>
                  <a:pt x="44630" y="26151"/>
                  <a:pt x="52575" y="26151"/>
                </a:cubicBezTo>
                <a:cubicBezTo>
                  <a:pt x="55390" y="26151"/>
                  <a:pt x="58409" y="26855"/>
                  <a:pt x="61633" y="28263"/>
                </a:cubicBezTo>
                <a:lnTo>
                  <a:pt x="54142" y="44267"/>
                </a:lnTo>
                <a:cubicBezTo>
                  <a:pt x="52371" y="43631"/>
                  <a:pt x="50487" y="43313"/>
                  <a:pt x="48489" y="43313"/>
                </a:cubicBezTo>
                <a:cubicBezTo>
                  <a:pt x="45129" y="43313"/>
                  <a:pt x="41713" y="44587"/>
                  <a:pt x="38240" y="47136"/>
                </a:cubicBezTo>
                <a:cubicBezTo>
                  <a:pt x="34766" y="49682"/>
                  <a:pt x="32054" y="53082"/>
                  <a:pt x="30101" y="57336"/>
                </a:cubicBezTo>
                <a:cubicBezTo>
                  <a:pt x="28149" y="61588"/>
                  <a:pt x="26220" y="68332"/>
                  <a:pt x="24313" y="77567"/>
                </a:cubicBezTo>
                <a:lnTo>
                  <a:pt x="19545" y="100247"/>
                </a:lnTo>
                <a:lnTo>
                  <a:pt x="0" y="100247"/>
                </a:lnTo>
                <a:lnTo>
                  <a:pt x="15119" y="27922"/>
                </a:lnTo>
                <a:close/>
                <a:moveTo>
                  <a:pt x="58205" y="70224"/>
                </a:moveTo>
                <a:cubicBezTo>
                  <a:pt x="58205" y="56807"/>
                  <a:pt x="61985" y="46107"/>
                  <a:pt x="69544" y="38125"/>
                </a:cubicBezTo>
                <a:cubicBezTo>
                  <a:pt x="77104" y="30143"/>
                  <a:pt x="87035" y="26151"/>
                  <a:pt x="99339" y="26151"/>
                </a:cubicBezTo>
                <a:cubicBezTo>
                  <a:pt x="110009" y="26151"/>
                  <a:pt x="118340" y="29097"/>
                  <a:pt x="124333" y="34988"/>
                </a:cubicBezTo>
                <a:cubicBezTo>
                  <a:pt x="130326" y="40877"/>
                  <a:pt x="133323" y="48803"/>
                  <a:pt x="133323" y="58764"/>
                </a:cubicBezTo>
                <a:cubicBezTo>
                  <a:pt x="133323" y="70498"/>
                  <a:pt x="129577" y="80640"/>
                  <a:pt x="122086" y="89191"/>
                </a:cubicBezTo>
                <a:cubicBezTo>
                  <a:pt x="114594" y="97742"/>
                  <a:pt x="104561" y="102018"/>
                  <a:pt x="91984" y="102018"/>
                </a:cubicBezTo>
                <a:cubicBezTo>
                  <a:pt x="85174" y="102018"/>
                  <a:pt x="79136" y="100654"/>
                  <a:pt x="73869" y="97925"/>
                </a:cubicBezTo>
                <a:cubicBezTo>
                  <a:pt x="68602" y="95195"/>
                  <a:pt x="64675" y="91329"/>
                  <a:pt x="62087" y="86327"/>
                </a:cubicBezTo>
                <a:cubicBezTo>
                  <a:pt x="59499" y="81322"/>
                  <a:pt x="58205" y="75955"/>
                  <a:pt x="58205" y="70224"/>
                </a:cubicBezTo>
                <a:moveTo>
                  <a:pt x="113913" y="56229"/>
                </a:moveTo>
                <a:cubicBezTo>
                  <a:pt x="113913" y="51586"/>
                  <a:pt x="112563" y="47863"/>
                  <a:pt x="109861" y="45063"/>
                </a:cubicBezTo>
                <a:cubicBezTo>
                  <a:pt x="107160" y="42262"/>
                  <a:pt x="103675" y="40862"/>
                  <a:pt x="99407" y="40862"/>
                </a:cubicBezTo>
                <a:cubicBezTo>
                  <a:pt x="95185" y="40862"/>
                  <a:pt x="91439" y="42171"/>
                  <a:pt x="88170" y="44790"/>
                </a:cubicBezTo>
                <a:cubicBezTo>
                  <a:pt x="84902" y="47408"/>
                  <a:pt x="82359" y="51210"/>
                  <a:pt x="80543" y="56197"/>
                </a:cubicBezTo>
                <a:cubicBezTo>
                  <a:pt x="78727" y="61183"/>
                  <a:pt x="77819" y="65770"/>
                  <a:pt x="77819" y="69958"/>
                </a:cubicBezTo>
                <a:cubicBezTo>
                  <a:pt x="77819" y="75150"/>
                  <a:pt x="79226" y="79272"/>
                  <a:pt x="82041" y="82323"/>
                </a:cubicBezTo>
                <a:cubicBezTo>
                  <a:pt x="84856" y="85374"/>
                  <a:pt x="88397" y="86899"/>
                  <a:pt x="92665" y="86899"/>
                </a:cubicBezTo>
                <a:cubicBezTo>
                  <a:pt x="98023" y="86899"/>
                  <a:pt x="102517" y="84599"/>
                  <a:pt x="106150" y="79999"/>
                </a:cubicBezTo>
                <a:cubicBezTo>
                  <a:pt x="111325" y="73488"/>
                  <a:pt x="113913" y="65565"/>
                  <a:pt x="113913" y="56229"/>
                </a:cubicBezTo>
                <a:close/>
                <a:moveTo>
                  <a:pt x="155546" y="27922"/>
                </a:moveTo>
                <a:lnTo>
                  <a:pt x="175092" y="27922"/>
                </a:lnTo>
                <a:lnTo>
                  <a:pt x="166171" y="70759"/>
                </a:lnTo>
                <a:cubicBezTo>
                  <a:pt x="165081" y="75889"/>
                  <a:pt x="164536" y="79090"/>
                  <a:pt x="164536" y="80361"/>
                </a:cubicBezTo>
                <a:cubicBezTo>
                  <a:pt x="164536" y="82450"/>
                  <a:pt x="165308" y="84243"/>
                  <a:pt x="166852" y="85741"/>
                </a:cubicBezTo>
                <a:cubicBezTo>
                  <a:pt x="168395" y="87240"/>
                  <a:pt x="170370" y="87989"/>
                  <a:pt x="172776" y="87989"/>
                </a:cubicBezTo>
                <a:cubicBezTo>
                  <a:pt x="174502" y="87989"/>
                  <a:pt x="176204" y="87660"/>
                  <a:pt x="177884" y="87003"/>
                </a:cubicBezTo>
                <a:cubicBezTo>
                  <a:pt x="179564" y="86345"/>
                  <a:pt x="181289" y="85347"/>
                  <a:pt x="183060" y="84009"/>
                </a:cubicBezTo>
                <a:cubicBezTo>
                  <a:pt x="184831" y="82670"/>
                  <a:pt x="186420" y="81138"/>
                  <a:pt x="187827" y="79414"/>
                </a:cubicBezTo>
                <a:cubicBezTo>
                  <a:pt x="189235" y="77690"/>
                  <a:pt x="190551" y="75422"/>
                  <a:pt x="191777" y="72610"/>
                </a:cubicBezTo>
                <a:cubicBezTo>
                  <a:pt x="192640" y="70523"/>
                  <a:pt x="193570" y="67119"/>
                  <a:pt x="194569" y="62397"/>
                </a:cubicBezTo>
                <a:lnTo>
                  <a:pt x="201788" y="27922"/>
                </a:lnTo>
                <a:lnTo>
                  <a:pt x="221334" y="27922"/>
                </a:lnTo>
                <a:lnTo>
                  <a:pt x="206215" y="100247"/>
                </a:lnTo>
                <a:lnTo>
                  <a:pt x="187963" y="100247"/>
                </a:lnTo>
                <a:lnTo>
                  <a:pt x="190006" y="90491"/>
                </a:lnTo>
                <a:cubicBezTo>
                  <a:pt x="182016" y="98176"/>
                  <a:pt x="173321" y="102018"/>
                  <a:pt x="163923" y="102018"/>
                </a:cubicBezTo>
                <a:cubicBezTo>
                  <a:pt x="157975" y="102018"/>
                  <a:pt x="153299" y="100310"/>
                  <a:pt x="149894" y="96893"/>
                </a:cubicBezTo>
                <a:cubicBezTo>
                  <a:pt x="146489" y="93475"/>
                  <a:pt x="144786" y="88895"/>
                  <a:pt x="144786" y="83153"/>
                </a:cubicBezTo>
                <a:cubicBezTo>
                  <a:pt x="144786" y="80656"/>
                  <a:pt x="145558" y="75685"/>
                  <a:pt x="147102" y="68239"/>
                </a:cubicBezTo>
                <a:lnTo>
                  <a:pt x="155546" y="27922"/>
                </a:lnTo>
                <a:close/>
                <a:moveTo>
                  <a:pt x="241174" y="27922"/>
                </a:moveTo>
                <a:lnTo>
                  <a:pt x="259698" y="27922"/>
                </a:lnTo>
                <a:lnTo>
                  <a:pt x="257791" y="37335"/>
                </a:lnTo>
                <a:cubicBezTo>
                  <a:pt x="262422" y="33310"/>
                  <a:pt x="266746" y="30440"/>
                  <a:pt x="270764" y="28724"/>
                </a:cubicBezTo>
                <a:cubicBezTo>
                  <a:pt x="274782" y="27009"/>
                  <a:pt x="279016" y="26151"/>
                  <a:pt x="283466" y="26151"/>
                </a:cubicBezTo>
                <a:cubicBezTo>
                  <a:pt x="289413" y="26151"/>
                  <a:pt x="294101" y="27860"/>
                  <a:pt x="297529" y="31276"/>
                </a:cubicBezTo>
                <a:cubicBezTo>
                  <a:pt x="300957" y="34693"/>
                  <a:pt x="302670" y="39226"/>
                  <a:pt x="302670" y="44875"/>
                </a:cubicBezTo>
                <a:cubicBezTo>
                  <a:pt x="302670" y="47415"/>
                  <a:pt x="301921" y="52229"/>
                  <a:pt x="300423" y="59317"/>
                </a:cubicBezTo>
                <a:lnTo>
                  <a:pt x="291910" y="100247"/>
                </a:lnTo>
                <a:lnTo>
                  <a:pt x="272365" y="100247"/>
                </a:lnTo>
                <a:lnTo>
                  <a:pt x="280946" y="59177"/>
                </a:lnTo>
                <a:cubicBezTo>
                  <a:pt x="282217" y="53041"/>
                  <a:pt x="282853" y="49383"/>
                  <a:pt x="282853" y="48204"/>
                </a:cubicBezTo>
                <a:cubicBezTo>
                  <a:pt x="282853" y="45711"/>
                  <a:pt x="282115" y="43751"/>
                  <a:pt x="280639" y="42324"/>
                </a:cubicBezTo>
                <a:cubicBezTo>
                  <a:pt x="279164" y="40895"/>
                  <a:pt x="277109" y="40181"/>
                  <a:pt x="274476" y="40181"/>
                </a:cubicBezTo>
                <a:cubicBezTo>
                  <a:pt x="271616" y="40181"/>
                  <a:pt x="268438" y="41384"/>
                  <a:pt x="264942" y="43790"/>
                </a:cubicBezTo>
                <a:cubicBezTo>
                  <a:pt x="261446" y="46196"/>
                  <a:pt x="258699" y="49374"/>
                  <a:pt x="256701" y="53324"/>
                </a:cubicBezTo>
                <a:cubicBezTo>
                  <a:pt x="255248" y="56141"/>
                  <a:pt x="253614" y="61885"/>
                  <a:pt x="251798" y="70556"/>
                </a:cubicBezTo>
                <a:lnTo>
                  <a:pt x="245600" y="100247"/>
                </a:lnTo>
                <a:lnTo>
                  <a:pt x="226055" y="100247"/>
                </a:lnTo>
                <a:lnTo>
                  <a:pt x="241174" y="27922"/>
                </a:lnTo>
                <a:close/>
                <a:moveTo>
                  <a:pt x="377810" y="100247"/>
                </a:moveTo>
                <a:lnTo>
                  <a:pt x="359286" y="100247"/>
                </a:lnTo>
                <a:lnTo>
                  <a:pt x="360921" y="92422"/>
                </a:lnTo>
                <a:cubicBezTo>
                  <a:pt x="357379" y="95850"/>
                  <a:pt x="353895" y="98306"/>
                  <a:pt x="350467" y="99792"/>
                </a:cubicBezTo>
                <a:cubicBezTo>
                  <a:pt x="347039" y="101276"/>
                  <a:pt x="343169" y="102018"/>
                  <a:pt x="338855" y="102018"/>
                </a:cubicBezTo>
                <a:cubicBezTo>
                  <a:pt x="331364" y="102018"/>
                  <a:pt x="325292" y="99460"/>
                  <a:pt x="320638" y="94343"/>
                </a:cubicBezTo>
                <a:cubicBezTo>
                  <a:pt x="315984" y="89226"/>
                  <a:pt x="313657" y="81664"/>
                  <a:pt x="313657" y="71657"/>
                </a:cubicBezTo>
                <a:cubicBezTo>
                  <a:pt x="313657" y="60059"/>
                  <a:pt x="316926" y="49576"/>
                  <a:pt x="323464" y="40206"/>
                </a:cubicBezTo>
                <a:cubicBezTo>
                  <a:pt x="330002" y="30836"/>
                  <a:pt x="338651" y="26151"/>
                  <a:pt x="349411" y="26151"/>
                </a:cubicBezTo>
                <a:cubicBezTo>
                  <a:pt x="359127" y="26151"/>
                  <a:pt x="366414" y="30011"/>
                  <a:pt x="371272" y="37729"/>
                </a:cubicBezTo>
                <a:lnTo>
                  <a:pt x="379104" y="409"/>
                </a:lnTo>
                <a:lnTo>
                  <a:pt x="398650" y="409"/>
                </a:lnTo>
                <a:lnTo>
                  <a:pt x="377810" y="100247"/>
                </a:lnTo>
                <a:moveTo>
                  <a:pt x="332658" y="70803"/>
                </a:moveTo>
                <a:cubicBezTo>
                  <a:pt x="332658" y="75986"/>
                  <a:pt x="333963" y="80033"/>
                  <a:pt x="336574" y="82943"/>
                </a:cubicBezTo>
                <a:cubicBezTo>
                  <a:pt x="339185" y="85853"/>
                  <a:pt x="342397" y="87308"/>
                  <a:pt x="346211" y="87308"/>
                </a:cubicBezTo>
                <a:cubicBezTo>
                  <a:pt x="349752" y="87308"/>
                  <a:pt x="353055" y="86092"/>
                  <a:pt x="356119" y="83660"/>
                </a:cubicBezTo>
                <a:cubicBezTo>
                  <a:pt x="359184" y="81227"/>
                  <a:pt x="361636" y="77509"/>
                  <a:pt x="363475" y="72508"/>
                </a:cubicBezTo>
                <a:cubicBezTo>
                  <a:pt x="365313" y="67507"/>
                  <a:pt x="366233" y="62710"/>
                  <a:pt x="366233" y="58117"/>
                </a:cubicBezTo>
                <a:cubicBezTo>
                  <a:pt x="366233" y="52889"/>
                  <a:pt x="364825" y="48661"/>
                  <a:pt x="362010" y="45433"/>
                </a:cubicBezTo>
                <a:cubicBezTo>
                  <a:pt x="359195" y="42204"/>
                  <a:pt x="355949" y="40589"/>
                  <a:pt x="352272" y="40589"/>
                </a:cubicBezTo>
                <a:cubicBezTo>
                  <a:pt x="346551" y="40589"/>
                  <a:pt x="341852" y="43772"/>
                  <a:pt x="338174" y="50138"/>
                </a:cubicBezTo>
                <a:cubicBezTo>
                  <a:pt x="334497" y="56503"/>
                  <a:pt x="332658" y="63392"/>
                  <a:pt x="332658" y="70803"/>
                </a:cubicBezTo>
                <a:close/>
                <a:moveTo>
                  <a:pt x="438399" y="67807"/>
                </a:moveTo>
                <a:cubicBezTo>
                  <a:pt x="438399" y="57767"/>
                  <a:pt x="440102" y="47591"/>
                  <a:pt x="443507" y="37278"/>
                </a:cubicBezTo>
                <a:cubicBezTo>
                  <a:pt x="447684" y="24693"/>
                  <a:pt x="453041" y="15334"/>
                  <a:pt x="459579" y="9200"/>
                </a:cubicBezTo>
                <a:cubicBezTo>
                  <a:pt x="466117" y="3067"/>
                  <a:pt x="473381" y="0"/>
                  <a:pt x="481372" y="0"/>
                </a:cubicBezTo>
                <a:cubicBezTo>
                  <a:pt x="489454" y="0"/>
                  <a:pt x="496094" y="2931"/>
                  <a:pt x="501292" y="8792"/>
                </a:cubicBezTo>
                <a:cubicBezTo>
                  <a:pt x="506491" y="14653"/>
                  <a:pt x="509090" y="23171"/>
                  <a:pt x="509090" y="34347"/>
                </a:cubicBezTo>
                <a:cubicBezTo>
                  <a:pt x="509090" y="44570"/>
                  <a:pt x="507194" y="55371"/>
                  <a:pt x="503403" y="66751"/>
                </a:cubicBezTo>
                <a:cubicBezTo>
                  <a:pt x="499612" y="78131"/>
                  <a:pt x="494493" y="86854"/>
                  <a:pt x="488046" y="92920"/>
                </a:cubicBezTo>
                <a:cubicBezTo>
                  <a:pt x="481599" y="98985"/>
                  <a:pt x="474335" y="102018"/>
                  <a:pt x="466253" y="102018"/>
                </a:cubicBezTo>
                <a:cubicBezTo>
                  <a:pt x="458172" y="102018"/>
                  <a:pt x="451509" y="99087"/>
                  <a:pt x="446265" y="93226"/>
                </a:cubicBezTo>
                <a:cubicBezTo>
                  <a:pt x="441021" y="87365"/>
                  <a:pt x="438399" y="78892"/>
                  <a:pt x="438399" y="67807"/>
                </a:cubicBezTo>
                <a:moveTo>
                  <a:pt x="457604" y="71765"/>
                </a:moveTo>
                <a:cubicBezTo>
                  <a:pt x="457604" y="77128"/>
                  <a:pt x="458467" y="80901"/>
                  <a:pt x="460192" y="83083"/>
                </a:cubicBezTo>
                <a:cubicBezTo>
                  <a:pt x="461917" y="85264"/>
                  <a:pt x="464142" y="86354"/>
                  <a:pt x="466866" y="86354"/>
                </a:cubicBezTo>
                <a:cubicBezTo>
                  <a:pt x="470498" y="86354"/>
                  <a:pt x="473722" y="84673"/>
                  <a:pt x="476537" y="81310"/>
                </a:cubicBezTo>
                <a:cubicBezTo>
                  <a:pt x="480305" y="76811"/>
                  <a:pt x="483642" y="67949"/>
                  <a:pt x="486548" y="54725"/>
                </a:cubicBezTo>
                <a:cubicBezTo>
                  <a:pt x="488863" y="44227"/>
                  <a:pt x="490021" y="35910"/>
                  <a:pt x="490021" y="29774"/>
                </a:cubicBezTo>
                <a:cubicBezTo>
                  <a:pt x="490021" y="24775"/>
                  <a:pt x="489147" y="21174"/>
                  <a:pt x="487399" y="18971"/>
                </a:cubicBezTo>
                <a:cubicBezTo>
                  <a:pt x="485651" y="16766"/>
                  <a:pt x="483415" y="15664"/>
                  <a:pt x="480691" y="15664"/>
                </a:cubicBezTo>
                <a:cubicBezTo>
                  <a:pt x="477241" y="15664"/>
                  <a:pt x="474176" y="17322"/>
                  <a:pt x="471497" y="20639"/>
                </a:cubicBezTo>
                <a:cubicBezTo>
                  <a:pt x="467547" y="25458"/>
                  <a:pt x="464142" y="33934"/>
                  <a:pt x="461282" y="46067"/>
                </a:cubicBezTo>
                <a:cubicBezTo>
                  <a:pt x="458830" y="56565"/>
                  <a:pt x="457604" y="65131"/>
                  <a:pt x="457604" y="717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796FD-440C-4B46-9B4C-474115A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437558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51BFE-FBEA-46E3-AC1B-40173D0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437558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53" name="Text u(1,5)">
            <a:extLst xmlns:a="http://schemas.openxmlformats.org/drawingml/2006/main">
              <a:ext uri="{FF2B5EF4-FFF2-40B4-BE49-F238E27FC236}">
                <a16:creationId xmlns:a16="http://schemas.microsoft.com/office/drawing/2014/main" id="{2227041A-B911-411B-A51D-57156904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497033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53114" y="93017"/>
                </a:moveTo>
                <a:lnTo>
                  <a:pt x="141877" y="93017"/>
                </a:lnTo>
                <a:lnTo>
                  <a:pt x="141877" y="21413"/>
                </a:lnTo>
                <a:cubicBezTo>
                  <a:pt x="139172" y="23993"/>
                  <a:pt x="135624" y="26573"/>
                  <a:pt x="131233" y="29154"/>
                </a:cubicBezTo>
                <a:cubicBezTo>
                  <a:pt x="126843" y="31734"/>
                  <a:pt x="122899" y="33669"/>
                  <a:pt x="119403" y="34959"/>
                </a:cubicBezTo>
                <a:lnTo>
                  <a:pt x="119403" y="24097"/>
                </a:lnTo>
                <a:cubicBezTo>
                  <a:pt x="125688" y="21142"/>
                  <a:pt x="131181" y="17563"/>
                  <a:pt x="135884" y="13359"/>
                </a:cubicBezTo>
                <a:cubicBezTo>
                  <a:pt x="140587" y="9156"/>
                  <a:pt x="143916" y="5077"/>
                  <a:pt x="145872" y="1124"/>
                </a:cubicBezTo>
                <a:lnTo>
                  <a:pt x="153114" y="1124"/>
                </a:lnTo>
                <a:lnTo>
                  <a:pt x="153114" y="930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6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5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5C68A9-0001-400E-9916-E9E09D10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658392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52AF0-CD7F-41F2-BE9D-5D82B642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658392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56" name="Text u(2,5)">
            <a:extLst xmlns:a="http://schemas.openxmlformats.org/drawingml/2006/main">
              <a:ext uri="{FF2B5EF4-FFF2-40B4-BE49-F238E27FC236}">
                <a16:creationId xmlns:a16="http://schemas.microsoft.com/office/drawing/2014/main" id="{AB8D0654-7583-4508-8B3D-F78B9A02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717867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10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6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5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DB88C1-43AA-4418-B03C-1F7B07F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879226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8AFEF-0CA6-439B-928C-59C9E7E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879226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59" name="Text u(3,5)">
            <a:extLst xmlns:a="http://schemas.openxmlformats.org/drawingml/2006/main">
              <a:ext uri="{FF2B5EF4-FFF2-40B4-BE49-F238E27FC236}">
                <a16:creationId xmlns:a16="http://schemas.microsoft.com/office/drawing/2014/main" id="{B6634D19-1183-479C-9599-5816D859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938701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851" y="68670"/>
                </a:moveTo>
                <a:lnTo>
                  <a:pt x="122088" y="67172"/>
                </a:lnTo>
                <a:cubicBezTo>
                  <a:pt x="123378" y="73540"/>
                  <a:pt x="125573" y="78128"/>
                  <a:pt x="128674" y="80937"/>
                </a:cubicBezTo>
                <a:cubicBezTo>
                  <a:pt x="131774" y="83746"/>
                  <a:pt x="135551" y="85151"/>
                  <a:pt x="140004" y="85151"/>
                </a:cubicBezTo>
                <a:cubicBezTo>
                  <a:pt x="145290" y="85151"/>
                  <a:pt x="149753" y="83323"/>
                  <a:pt x="153395" y="79667"/>
                </a:cubicBezTo>
                <a:cubicBezTo>
                  <a:pt x="157037" y="76011"/>
                  <a:pt x="158857" y="71483"/>
                  <a:pt x="158857" y="66081"/>
                </a:cubicBezTo>
                <a:cubicBezTo>
                  <a:pt x="158857" y="60929"/>
                  <a:pt x="157172" y="56680"/>
                  <a:pt x="153801" y="53336"/>
                </a:cubicBezTo>
                <a:cubicBezTo>
                  <a:pt x="150430" y="49991"/>
                  <a:pt x="146143" y="48319"/>
                  <a:pt x="140941" y="48319"/>
                </a:cubicBezTo>
                <a:cubicBezTo>
                  <a:pt x="138818" y="48319"/>
                  <a:pt x="136175" y="48735"/>
                  <a:pt x="133012" y="49567"/>
                </a:cubicBezTo>
                <a:lnTo>
                  <a:pt x="134261" y="39704"/>
                </a:lnTo>
                <a:cubicBezTo>
                  <a:pt x="135010" y="39787"/>
                  <a:pt x="135614" y="39829"/>
                  <a:pt x="136071" y="39829"/>
                </a:cubicBezTo>
                <a:cubicBezTo>
                  <a:pt x="140857" y="39829"/>
                  <a:pt x="145165" y="38591"/>
                  <a:pt x="148994" y="36114"/>
                </a:cubicBezTo>
                <a:cubicBezTo>
                  <a:pt x="152823" y="33638"/>
                  <a:pt x="154737" y="29821"/>
                  <a:pt x="154737" y="24663"/>
                </a:cubicBezTo>
                <a:cubicBezTo>
                  <a:pt x="154737" y="20578"/>
                  <a:pt x="153343" y="17194"/>
                  <a:pt x="150555" y="14512"/>
                </a:cubicBezTo>
                <a:cubicBezTo>
                  <a:pt x="147766" y="11829"/>
                  <a:pt x="144166" y="10488"/>
                  <a:pt x="139755" y="10488"/>
                </a:cubicBezTo>
                <a:cubicBezTo>
                  <a:pt x="135385" y="10488"/>
                  <a:pt x="131743" y="11861"/>
                  <a:pt x="128830" y="14608"/>
                </a:cubicBezTo>
                <a:cubicBezTo>
                  <a:pt x="125917" y="17355"/>
                  <a:pt x="124044" y="21475"/>
                  <a:pt x="123211" y="26969"/>
                </a:cubicBezTo>
                <a:lnTo>
                  <a:pt x="111974" y="24971"/>
                </a:lnTo>
                <a:cubicBezTo>
                  <a:pt x="113348" y="17399"/>
                  <a:pt x="116469" y="11532"/>
                  <a:pt x="121339" y="7368"/>
                </a:cubicBezTo>
                <a:cubicBezTo>
                  <a:pt x="126208" y="3205"/>
                  <a:pt x="132263" y="1124"/>
                  <a:pt x="139505" y="1124"/>
                </a:cubicBezTo>
                <a:cubicBezTo>
                  <a:pt x="144499" y="1124"/>
                  <a:pt x="149098" y="2192"/>
                  <a:pt x="153301" y="4329"/>
                </a:cubicBezTo>
                <a:cubicBezTo>
                  <a:pt x="157505" y="6466"/>
                  <a:pt x="160720" y="9381"/>
                  <a:pt x="162946" y="13075"/>
                </a:cubicBezTo>
                <a:cubicBezTo>
                  <a:pt x="165173" y="16767"/>
                  <a:pt x="166286" y="20688"/>
                  <a:pt x="166286" y="24838"/>
                </a:cubicBezTo>
                <a:cubicBezTo>
                  <a:pt x="166286" y="28780"/>
                  <a:pt x="165225" y="32370"/>
                  <a:pt x="163102" y="35607"/>
                </a:cubicBezTo>
                <a:cubicBezTo>
                  <a:pt x="160980" y="38843"/>
                  <a:pt x="157838" y="41415"/>
                  <a:pt x="153676" y="43325"/>
                </a:cubicBezTo>
                <a:cubicBezTo>
                  <a:pt x="159086" y="44573"/>
                  <a:pt x="163290" y="47164"/>
                  <a:pt x="166286" y="51097"/>
                </a:cubicBezTo>
                <a:cubicBezTo>
                  <a:pt x="169283" y="55030"/>
                  <a:pt x="170781" y="59951"/>
                  <a:pt x="170781" y="65861"/>
                </a:cubicBezTo>
                <a:cubicBezTo>
                  <a:pt x="170781" y="73852"/>
                  <a:pt x="167868" y="80625"/>
                  <a:pt x="162041" y="86181"/>
                </a:cubicBezTo>
                <a:cubicBezTo>
                  <a:pt x="156215" y="91737"/>
                  <a:pt x="148848" y="94515"/>
                  <a:pt x="139942" y="94515"/>
                </a:cubicBezTo>
                <a:cubicBezTo>
                  <a:pt x="131910" y="94515"/>
                  <a:pt x="125240" y="92116"/>
                  <a:pt x="119934" y="87318"/>
                </a:cubicBezTo>
                <a:cubicBezTo>
                  <a:pt x="114628" y="82521"/>
                  <a:pt x="111600" y="76305"/>
                  <a:pt x="110851" y="6867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6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5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40168A-AA06-47FE-A6F0-F28E8A1F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100061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337D6-B023-4E99-9A6F-968B676E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100061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62" name="Text u(4,5)">
            <a:extLst xmlns:a="http://schemas.openxmlformats.org/drawingml/2006/main">
              <a:ext uri="{FF2B5EF4-FFF2-40B4-BE49-F238E27FC236}">
                <a16:creationId xmlns:a16="http://schemas.microsoft.com/office/drawing/2014/main" id="{4F3DCA2E-14F3-4ED4-B49C-57A917B5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1159536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46809" y="93017"/>
                </a:moveTo>
                <a:lnTo>
                  <a:pt x="146809" y="71105"/>
                </a:lnTo>
                <a:lnTo>
                  <a:pt x="107105" y="71105"/>
                </a:lnTo>
                <a:lnTo>
                  <a:pt x="107105" y="60804"/>
                </a:lnTo>
                <a:lnTo>
                  <a:pt x="148869" y="1498"/>
                </a:lnTo>
                <a:lnTo>
                  <a:pt x="158046" y="1498"/>
                </a:lnTo>
                <a:lnTo>
                  <a:pt x="158046" y="60804"/>
                </a:lnTo>
                <a:lnTo>
                  <a:pt x="170406" y="60804"/>
                </a:lnTo>
                <a:lnTo>
                  <a:pt x="170406" y="71105"/>
                </a:lnTo>
                <a:lnTo>
                  <a:pt x="158046" y="71105"/>
                </a:lnTo>
                <a:lnTo>
                  <a:pt x="158046" y="93017"/>
                </a:lnTo>
                <a:lnTo>
                  <a:pt x="146809" y="93017"/>
                </a:lnTo>
                <a:moveTo>
                  <a:pt x="146809" y="60804"/>
                </a:moveTo>
                <a:lnTo>
                  <a:pt x="146809" y="19540"/>
                </a:lnTo>
                <a:lnTo>
                  <a:pt x="118155" y="60804"/>
                </a:lnTo>
                <a:lnTo>
                  <a:pt x="146809" y="60804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6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5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0656F-43EC-4DC0-A9C4-B53D578C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320895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DAF102-87AB-4331-B916-56BEEE3D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320895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65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69BE1682-96E3-44E6-8E38-6CB7007C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97" y="1380370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48C5D3-38BA-4C18-BC9D-577DB329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541729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FAB91F-21C2-47B9-B108-3E6D0C4A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541729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68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468FC295-39B1-407C-8FE2-8781CF2D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97" y="1601204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0E972D-CB85-4B38-96D4-7D986CE46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762563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38882-F4D7-4FF3-BD6E-31D8F1E9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762563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71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CEC83E5D-AD13-4C22-9AB7-15838336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97" y="1822038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34DE99-9F81-4900-A675-7388171C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16724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FEA1B-4795-4175-BD66-E141D5D8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16724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74" name="Text u(0,5)">
            <a:extLst xmlns:a="http://schemas.openxmlformats.org/drawingml/2006/main">
              <a:ext uri="{FF2B5EF4-FFF2-40B4-BE49-F238E27FC236}">
                <a16:creationId xmlns:a16="http://schemas.microsoft.com/office/drawing/2014/main" id="{18422FB2-C28D-4C03-859A-3D130E3E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276199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788" y="47851"/>
                </a:moveTo>
                <a:cubicBezTo>
                  <a:pt x="110788" y="37038"/>
                  <a:pt x="111902" y="28335"/>
                  <a:pt x="114128" y="21742"/>
                </a:cubicBezTo>
                <a:cubicBezTo>
                  <a:pt x="116355" y="15150"/>
                  <a:pt x="119663" y="10065"/>
                  <a:pt x="124054" y="6489"/>
                </a:cubicBezTo>
                <a:cubicBezTo>
                  <a:pt x="128445" y="2912"/>
                  <a:pt x="133970" y="1124"/>
                  <a:pt x="140629" y="1124"/>
                </a:cubicBezTo>
                <a:cubicBezTo>
                  <a:pt x="145540" y="1124"/>
                  <a:pt x="149847" y="2111"/>
                  <a:pt x="153551" y="4087"/>
                </a:cubicBezTo>
                <a:cubicBezTo>
                  <a:pt x="157255" y="6063"/>
                  <a:pt x="160314" y="8912"/>
                  <a:pt x="162728" y="12634"/>
                </a:cubicBezTo>
                <a:cubicBezTo>
                  <a:pt x="165142" y="16356"/>
                  <a:pt x="167035" y="20890"/>
                  <a:pt x="168409" y="26235"/>
                </a:cubicBezTo>
                <a:cubicBezTo>
                  <a:pt x="169782" y="31579"/>
                  <a:pt x="170469" y="38784"/>
                  <a:pt x="170469" y="47851"/>
                </a:cubicBezTo>
                <a:cubicBezTo>
                  <a:pt x="170469" y="58580"/>
                  <a:pt x="169366" y="67242"/>
                  <a:pt x="167160" y="73834"/>
                </a:cubicBezTo>
                <a:cubicBezTo>
                  <a:pt x="164954" y="80427"/>
                  <a:pt x="161656" y="85522"/>
                  <a:pt x="157266" y="89119"/>
                </a:cubicBezTo>
                <a:cubicBezTo>
                  <a:pt x="152875" y="92716"/>
                  <a:pt x="147329" y="94515"/>
                  <a:pt x="140629" y="94515"/>
                </a:cubicBezTo>
                <a:cubicBezTo>
                  <a:pt x="131806" y="94515"/>
                  <a:pt x="124876" y="91354"/>
                  <a:pt x="119840" y="85032"/>
                </a:cubicBezTo>
                <a:cubicBezTo>
                  <a:pt x="113806" y="77421"/>
                  <a:pt x="110788" y="65027"/>
                  <a:pt x="110788" y="47851"/>
                </a:cubicBezTo>
                <a:moveTo>
                  <a:pt x="122337" y="47819"/>
                </a:moveTo>
                <a:cubicBezTo>
                  <a:pt x="122337" y="62793"/>
                  <a:pt x="124096" y="72759"/>
                  <a:pt x="127612" y="77716"/>
                </a:cubicBezTo>
                <a:cubicBezTo>
                  <a:pt x="131129" y="82673"/>
                  <a:pt x="135468" y="85151"/>
                  <a:pt x="140629" y="85151"/>
                </a:cubicBezTo>
                <a:cubicBezTo>
                  <a:pt x="145789" y="85151"/>
                  <a:pt x="150128" y="82662"/>
                  <a:pt x="153645" y="77685"/>
                </a:cubicBezTo>
                <a:cubicBezTo>
                  <a:pt x="157161" y="72708"/>
                  <a:pt x="158920" y="62753"/>
                  <a:pt x="158920" y="47819"/>
                </a:cubicBezTo>
                <a:cubicBezTo>
                  <a:pt x="158920" y="32804"/>
                  <a:pt x="157161" y="22829"/>
                  <a:pt x="153645" y="17893"/>
                </a:cubicBezTo>
                <a:cubicBezTo>
                  <a:pt x="150128" y="12956"/>
                  <a:pt x="145748" y="10488"/>
                  <a:pt x="140504" y="10488"/>
                </a:cubicBezTo>
                <a:cubicBezTo>
                  <a:pt x="135343" y="10488"/>
                  <a:pt x="131223" y="12666"/>
                  <a:pt x="128143" y="17021"/>
                </a:cubicBezTo>
                <a:cubicBezTo>
                  <a:pt x="124273" y="22580"/>
                  <a:pt x="122337" y="32846"/>
                  <a:pt x="122337" y="47819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6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5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37031-8154-4CBA-A65F-70850271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977586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84587-4BCE-41FC-BF7D-2937A113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1977586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77" name="Text u(0,3)">
            <a:extLst xmlns:a="http://schemas.openxmlformats.org/drawingml/2006/main">
              <a:ext uri="{FF2B5EF4-FFF2-40B4-BE49-F238E27FC236}">
                <a16:creationId xmlns:a16="http://schemas.microsoft.com/office/drawing/2014/main" id="{11C283A3-45E4-4351-8CA0-CE3A49B6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2031250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788" y="47851"/>
                </a:moveTo>
                <a:cubicBezTo>
                  <a:pt x="110788" y="37038"/>
                  <a:pt x="111902" y="28335"/>
                  <a:pt x="114128" y="21742"/>
                </a:cubicBezTo>
                <a:cubicBezTo>
                  <a:pt x="116355" y="15150"/>
                  <a:pt x="119663" y="10065"/>
                  <a:pt x="124054" y="6489"/>
                </a:cubicBezTo>
                <a:cubicBezTo>
                  <a:pt x="128445" y="2912"/>
                  <a:pt x="133970" y="1124"/>
                  <a:pt x="140629" y="1124"/>
                </a:cubicBezTo>
                <a:cubicBezTo>
                  <a:pt x="145540" y="1124"/>
                  <a:pt x="149847" y="2111"/>
                  <a:pt x="153551" y="4087"/>
                </a:cubicBezTo>
                <a:cubicBezTo>
                  <a:pt x="157255" y="6063"/>
                  <a:pt x="160314" y="8912"/>
                  <a:pt x="162728" y="12634"/>
                </a:cubicBezTo>
                <a:cubicBezTo>
                  <a:pt x="165142" y="16356"/>
                  <a:pt x="167035" y="20890"/>
                  <a:pt x="168409" y="26235"/>
                </a:cubicBezTo>
                <a:cubicBezTo>
                  <a:pt x="169782" y="31579"/>
                  <a:pt x="170469" y="38784"/>
                  <a:pt x="170469" y="47851"/>
                </a:cubicBezTo>
                <a:cubicBezTo>
                  <a:pt x="170469" y="58580"/>
                  <a:pt x="169366" y="67242"/>
                  <a:pt x="167160" y="73834"/>
                </a:cubicBezTo>
                <a:cubicBezTo>
                  <a:pt x="164954" y="80427"/>
                  <a:pt x="161656" y="85522"/>
                  <a:pt x="157266" y="89119"/>
                </a:cubicBezTo>
                <a:cubicBezTo>
                  <a:pt x="152875" y="92716"/>
                  <a:pt x="147329" y="94515"/>
                  <a:pt x="140629" y="94515"/>
                </a:cubicBezTo>
                <a:cubicBezTo>
                  <a:pt x="131806" y="94515"/>
                  <a:pt x="124876" y="91354"/>
                  <a:pt x="119840" y="85032"/>
                </a:cubicBezTo>
                <a:cubicBezTo>
                  <a:pt x="113806" y="77421"/>
                  <a:pt x="110788" y="65027"/>
                  <a:pt x="110788" y="47851"/>
                </a:cubicBezTo>
                <a:moveTo>
                  <a:pt x="122337" y="47819"/>
                </a:moveTo>
                <a:cubicBezTo>
                  <a:pt x="122337" y="62793"/>
                  <a:pt x="124096" y="72759"/>
                  <a:pt x="127612" y="77716"/>
                </a:cubicBezTo>
                <a:cubicBezTo>
                  <a:pt x="131129" y="82673"/>
                  <a:pt x="135468" y="85151"/>
                  <a:pt x="140629" y="85151"/>
                </a:cubicBezTo>
                <a:cubicBezTo>
                  <a:pt x="145789" y="85151"/>
                  <a:pt x="150128" y="82662"/>
                  <a:pt x="153645" y="77685"/>
                </a:cubicBezTo>
                <a:cubicBezTo>
                  <a:pt x="157161" y="72708"/>
                  <a:pt x="158920" y="62753"/>
                  <a:pt x="158920" y="47819"/>
                </a:cubicBezTo>
                <a:cubicBezTo>
                  <a:pt x="158920" y="32804"/>
                  <a:pt x="157161" y="22829"/>
                  <a:pt x="153645" y="17893"/>
                </a:cubicBezTo>
                <a:cubicBezTo>
                  <a:pt x="150128" y="12956"/>
                  <a:pt x="145748" y="10488"/>
                  <a:pt x="140504" y="10488"/>
                </a:cubicBezTo>
                <a:cubicBezTo>
                  <a:pt x="135343" y="10488"/>
                  <a:pt x="131223" y="12666"/>
                  <a:pt x="128143" y="17021"/>
                </a:cubicBezTo>
                <a:cubicBezTo>
                  <a:pt x="124273" y="22580"/>
                  <a:pt x="122337" y="32846"/>
                  <a:pt x="122337" y="47819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1" y="83323"/>
                  <a:pt x="260023" y="79667"/>
                </a:cubicBezTo>
                <a:cubicBezTo>
                  <a:pt x="263665" y="76011"/>
                  <a:pt x="265485" y="71483"/>
                  <a:pt x="265485" y="66081"/>
                </a:cubicBezTo>
                <a:cubicBezTo>
                  <a:pt x="265485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4" y="48735"/>
                  <a:pt x="239641" y="49567"/>
                </a:cubicBezTo>
                <a:lnTo>
                  <a:pt x="240889" y="39704"/>
                </a:lnTo>
                <a:cubicBezTo>
                  <a:pt x="241638" y="39787"/>
                  <a:pt x="242242" y="39829"/>
                  <a:pt x="242699" y="39829"/>
                </a:cubicBezTo>
                <a:cubicBezTo>
                  <a:pt x="247486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3" y="14512"/>
                </a:cubicBezTo>
                <a:cubicBezTo>
                  <a:pt x="254394" y="11829"/>
                  <a:pt x="250794" y="10488"/>
                  <a:pt x="246383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5" y="17355"/>
                  <a:pt x="230672" y="21475"/>
                  <a:pt x="229839" y="26969"/>
                </a:cubicBezTo>
                <a:lnTo>
                  <a:pt x="218602" y="24971"/>
                </a:lnTo>
                <a:cubicBezTo>
                  <a:pt x="219976" y="17399"/>
                  <a:pt x="223097" y="11532"/>
                  <a:pt x="227967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29" y="4329"/>
                </a:cubicBezTo>
                <a:cubicBezTo>
                  <a:pt x="264133" y="6466"/>
                  <a:pt x="267348" y="9381"/>
                  <a:pt x="269574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1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8" y="94515"/>
                  <a:pt x="231868" y="92116"/>
                  <a:pt x="226562" y="87318"/>
                </a:cubicBezTo>
                <a:cubicBezTo>
                  <a:pt x="221256" y="82521"/>
                  <a:pt x="218228" y="76305"/>
                  <a:pt x="217479" y="6867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BC446-823B-45D7-8BD9-FB603051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198420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7A5C3A-08E6-4685-8210-D8EFF5BA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198420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80" name="Text u(1,3)">
            <a:extLst xmlns:a="http://schemas.openxmlformats.org/drawingml/2006/main">
              <a:ext uri="{FF2B5EF4-FFF2-40B4-BE49-F238E27FC236}">
                <a16:creationId xmlns:a16="http://schemas.microsoft.com/office/drawing/2014/main" id="{5700B663-1747-4064-AAB8-F8B7DAC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2252084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53114" y="93017"/>
                </a:moveTo>
                <a:lnTo>
                  <a:pt x="141877" y="93017"/>
                </a:lnTo>
                <a:lnTo>
                  <a:pt x="141877" y="21413"/>
                </a:lnTo>
                <a:cubicBezTo>
                  <a:pt x="139172" y="23993"/>
                  <a:pt x="135624" y="26573"/>
                  <a:pt x="131233" y="29154"/>
                </a:cubicBezTo>
                <a:cubicBezTo>
                  <a:pt x="126843" y="31734"/>
                  <a:pt x="122899" y="33669"/>
                  <a:pt x="119403" y="34959"/>
                </a:cubicBezTo>
                <a:lnTo>
                  <a:pt x="119403" y="24097"/>
                </a:lnTo>
                <a:cubicBezTo>
                  <a:pt x="125688" y="21142"/>
                  <a:pt x="131181" y="17563"/>
                  <a:pt x="135884" y="13359"/>
                </a:cubicBezTo>
                <a:cubicBezTo>
                  <a:pt x="140587" y="9156"/>
                  <a:pt x="143916" y="5077"/>
                  <a:pt x="145872" y="1124"/>
                </a:cubicBezTo>
                <a:lnTo>
                  <a:pt x="153114" y="1124"/>
                </a:lnTo>
                <a:lnTo>
                  <a:pt x="153114" y="930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1" y="83323"/>
                  <a:pt x="260023" y="79667"/>
                </a:cubicBezTo>
                <a:cubicBezTo>
                  <a:pt x="263665" y="76011"/>
                  <a:pt x="265485" y="71483"/>
                  <a:pt x="265485" y="66081"/>
                </a:cubicBezTo>
                <a:cubicBezTo>
                  <a:pt x="265485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4" y="48735"/>
                  <a:pt x="239641" y="49567"/>
                </a:cubicBezTo>
                <a:lnTo>
                  <a:pt x="240889" y="39704"/>
                </a:lnTo>
                <a:cubicBezTo>
                  <a:pt x="241638" y="39787"/>
                  <a:pt x="242242" y="39829"/>
                  <a:pt x="242699" y="39829"/>
                </a:cubicBezTo>
                <a:cubicBezTo>
                  <a:pt x="247486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3" y="14512"/>
                </a:cubicBezTo>
                <a:cubicBezTo>
                  <a:pt x="254394" y="11829"/>
                  <a:pt x="250794" y="10488"/>
                  <a:pt x="246383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5" y="17355"/>
                  <a:pt x="230672" y="21475"/>
                  <a:pt x="229839" y="26969"/>
                </a:cubicBezTo>
                <a:lnTo>
                  <a:pt x="218602" y="24971"/>
                </a:lnTo>
                <a:cubicBezTo>
                  <a:pt x="219976" y="17399"/>
                  <a:pt x="223097" y="11532"/>
                  <a:pt x="227967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29" y="4329"/>
                </a:cubicBezTo>
                <a:cubicBezTo>
                  <a:pt x="264133" y="6466"/>
                  <a:pt x="267348" y="9381"/>
                  <a:pt x="269574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1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8" y="94515"/>
                  <a:pt x="231868" y="92116"/>
                  <a:pt x="226562" y="87318"/>
                </a:cubicBezTo>
                <a:cubicBezTo>
                  <a:pt x="221256" y="82521"/>
                  <a:pt x="218228" y="76305"/>
                  <a:pt x="217479" y="6867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FF43D-473F-458A-9E77-5EE79DF6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419255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105A37-9ABE-4329-BC2E-45DAC437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419255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83" name="Text u(2,3)">
            <a:extLst xmlns:a="http://schemas.openxmlformats.org/drawingml/2006/main">
              <a:ext uri="{FF2B5EF4-FFF2-40B4-BE49-F238E27FC236}">
                <a16:creationId xmlns:a16="http://schemas.microsoft.com/office/drawing/2014/main" id="{1565A216-4365-46AC-8CD3-5411510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72" y="2472918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10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1" y="83323"/>
                  <a:pt x="260023" y="79667"/>
                </a:cubicBezTo>
                <a:cubicBezTo>
                  <a:pt x="263665" y="76011"/>
                  <a:pt x="265485" y="71483"/>
                  <a:pt x="265485" y="66081"/>
                </a:cubicBezTo>
                <a:cubicBezTo>
                  <a:pt x="265485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4" y="48735"/>
                  <a:pt x="239641" y="49567"/>
                </a:cubicBezTo>
                <a:lnTo>
                  <a:pt x="240889" y="39704"/>
                </a:lnTo>
                <a:cubicBezTo>
                  <a:pt x="241638" y="39787"/>
                  <a:pt x="242242" y="39829"/>
                  <a:pt x="242699" y="39829"/>
                </a:cubicBezTo>
                <a:cubicBezTo>
                  <a:pt x="247486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3" y="14512"/>
                </a:cubicBezTo>
                <a:cubicBezTo>
                  <a:pt x="254394" y="11829"/>
                  <a:pt x="250794" y="10488"/>
                  <a:pt x="246383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5" y="17355"/>
                  <a:pt x="230672" y="21475"/>
                  <a:pt x="229839" y="26969"/>
                </a:cubicBezTo>
                <a:lnTo>
                  <a:pt x="218602" y="24971"/>
                </a:lnTo>
                <a:cubicBezTo>
                  <a:pt x="219976" y="17399"/>
                  <a:pt x="223097" y="11532"/>
                  <a:pt x="227967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29" y="4329"/>
                </a:cubicBezTo>
                <a:cubicBezTo>
                  <a:pt x="264133" y="6466"/>
                  <a:pt x="267348" y="9381"/>
                  <a:pt x="269574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1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8" y="94515"/>
                  <a:pt x="231868" y="92116"/>
                  <a:pt x="226562" y="87318"/>
                </a:cubicBezTo>
                <a:cubicBezTo>
                  <a:pt x="221256" y="82521"/>
                  <a:pt x="218228" y="76305"/>
                  <a:pt x="217479" y="6867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40ADD-3A34-4E8D-A609-0FE0D8C9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640089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1C91B-4D0E-4C51-8C39-624E609A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77" y="2640089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86" name="Text u(⟂,3)">
            <a:extLst xmlns:a="http://schemas.openxmlformats.org/drawingml/2006/main">
              <a:ext uri="{FF2B5EF4-FFF2-40B4-BE49-F238E27FC236}">
                <a16:creationId xmlns:a16="http://schemas.microsoft.com/office/drawing/2014/main" id="{7E49E63D-1BA5-4FAA-AA5F-2E80ECC29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97" y="2693753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76" y="68670"/>
                </a:moveTo>
                <a:lnTo>
                  <a:pt x="254913" y="67172"/>
                </a:lnTo>
                <a:cubicBezTo>
                  <a:pt x="256203" y="73540"/>
                  <a:pt x="258398" y="78128"/>
                  <a:pt x="261499" y="80937"/>
                </a:cubicBezTo>
                <a:cubicBezTo>
                  <a:pt x="264599" y="83746"/>
                  <a:pt x="268376" y="85151"/>
                  <a:pt x="272829" y="85151"/>
                </a:cubicBezTo>
                <a:cubicBezTo>
                  <a:pt x="278115" y="85151"/>
                  <a:pt x="282578" y="83323"/>
                  <a:pt x="286220" y="79667"/>
                </a:cubicBezTo>
                <a:cubicBezTo>
                  <a:pt x="289862" y="76011"/>
                  <a:pt x="291682" y="71483"/>
                  <a:pt x="291682" y="66081"/>
                </a:cubicBezTo>
                <a:cubicBezTo>
                  <a:pt x="291682" y="60929"/>
                  <a:pt x="289997" y="56680"/>
                  <a:pt x="286626" y="53336"/>
                </a:cubicBezTo>
                <a:cubicBezTo>
                  <a:pt x="283255" y="49991"/>
                  <a:pt x="278968" y="48319"/>
                  <a:pt x="273766" y="48319"/>
                </a:cubicBezTo>
                <a:cubicBezTo>
                  <a:pt x="271643" y="48319"/>
                  <a:pt x="269001" y="48735"/>
                  <a:pt x="265838" y="49567"/>
                </a:cubicBezTo>
                <a:lnTo>
                  <a:pt x="267086" y="39704"/>
                </a:lnTo>
                <a:cubicBezTo>
                  <a:pt x="267835" y="39787"/>
                  <a:pt x="268439" y="39829"/>
                  <a:pt x="268896" y="39829"/>
                </a:cubicBezTo>
                <a:cubicBezTo>
                  <a:pt x="273683" y="39829"/>
                  <a:pt x="277990" y="38591"/>
                  <a:pt x="281819" y="36114"/>
                </a:cubicBezTo>
                <a:cubicBezTo>
                  <a:pt x="285648" y="33638"/>
                  <a:pt x="287562" y="29821"/>
                  <a:pt x="287562" y="24663"/>
                </a:cubicBezTo>
                <a:cubicBezTo>
                  <a:pt x="287562" y="20578"/>
                  <a:pt x="286168" y="17194"/>
                  <a:pt x="283380" y="14512"/>
                </a:cubicBezTo>
                <a:cubicBezTo>
                  <a:pt x="280591" y="11829"/>
                  <a:pt x="276991" y="10488"/>
                  <a:pt x="272580" y="10488"/>
                </a:cubicBezTo>
                <a:cubicBezTo>
                  <a:pt x="268210" y="10488"/>
                  <a:pt x="264568" y="11861"/>
                  <a:pt x="261655" y="14608"/>
                </a:cubicBezTo>
                <a:cubicBezTo>
                  <a:pt x="258742" y="17355"/>
                  <a:pt x="256869" y="21475"/>
                  <a:pt x="256036" y="26969"/>
                </a:cubicBezTo>
                <a:lnTo>
                  <a:pt x="244799" y="24971"/>
                </a:lnTo>
                <a:cubicBezTo>
                  <a:pt x="246173" y="17399"/>
                  <a:pt x="249294" y="11532"/>
                  <a:pt x="254164" y="7368"/>
                </a:cubicBezTo>
                <a:cubicBezTo>
                  <a:pt x="259033" y="3205"/>
                  <a:pt x="265088" y="1124"/>
                  <a:pt x="272330" y="1124"/>
                </a:cubicBezTo>
                <a:cubicBezTo>
                  <a:pt x="277324" y="1124"/>
                  <a:pt x="281923" y="2192"/>
                  <a:pt x="286126" y="4329"/>
                </a:cubicBezTo>
                <a:cubicBezTo>
                  <a:pt x="290330" y="6466"/>
                  <a:pt x="293545" y="9381"/>
                  <a:pt x="295771" y="13075"/>
                </a:cubicBezTo>
                <a:cubicBezTo>
                  <a:pt x="297998" y="16767"/>
                  <a:pt x="299111" y="20688"/>
                  <a:pt x="299111" y="24838"/>
                </a:cubicBezTo>
                <a:cubicBezTo>
                  <a:pt x="299111" y="28780"/>
                  <a:pt x="298050" y="32370"/>
                  <a:pt x="295928" y="35607"/>
                </a:cubicBezTo>
                <a:cubicBezTo>
                  <a:pt x="293805" y="38843"/>
                  <a:pt x="290663" y="41415"/>
                  <a:pt x="286501" y="43325"/>
                </a:cubicBezTo>
                <a:cubicBezTo>
                  <a:pt x="291911" y="44573"/>
                  <a:pt x="296115" y="47164"/>
                  <a:pt x="299111" y="51097"/>
                </a:cubicBezTo>
                <a:cubicBezTo>
                  <a:pt x="302108" y="55030"/>
                  <a:pt x="303606" y="59951"/>
                  <a:pt x="303606" y="65861"/>
                </a:cubicBezTo>
                <a:cubicBezTo>
                  <a:pt x="303606" y="73852"/>
                  <a:pt x="300693" y="80625"/>
                  <a:pt x="294866" y="86181"/>
                </a:cubicBezTo>
                <a:cubicBezTo>
                  <a:pt x="289040" y="91737"/>
                  <a:pt x="281673" y="94515"/>
                  <a:pt x="272767" y="94515"/>
                </a:cubicBezTo>
                <a:cubicBezTo>
                  <a:pt x="264735" y="94515"/>
                  <a:pt x="258065" y="92116"/>
                  <a:pt x="252759" y="87318"/>
                </a:cubicBezTo>
                <a:cubicBezTo>
                  <a:pt x="247453" y="82521"/>
                  <a:pt x="244425" y="76305"/>
                  <a:pt x="243676" y="6867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6D035-44AD-4F64-89C1-363D938C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3078852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A3A93-6E91-428F-BFF1-D8A187BA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3078852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89" name="Text u(3,4)">
            <a:extLst xmlns:a="http://schemas.openxmlformats.org/drawingml/2006/main">
              <a:ext uri="{FF2B5EF4-FFF2-40B4-BE49-F238E27FC236}">
                <a16:creationId xmlns:a16="http://schemas.microsoft.com/office/drawing/2014/main" id="{8EFCB524-64AA-43CC-B603-E736196F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3135421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851" y="68670"/>
                </a:moveTo>
                <a:lnTo>
                  <a:pt x="122088" y="67172"/>
                </a:lnTo>
                <a:cubicBezTo>
                  <a:pt x="123378" y="73540"/>
                  <a:pt x="125573" y="78128"/>
                  <a:pt x="128674" y="80937"/>
                </a:cubicBezTo>
                <a:cubicBezTo>
                  <a:pt x="131774" y="83746"/>
                  <a:pt x="135551" y="85151"/>
                  <a:pt x="140004" y="85151"/>
                </a:cubicBezTo>
                <a:cubicBezTo>
                  <a:pt x="145290" y="85151"/>
                  <a:pt x="149753" y="83323"/>
                  <a:pt x="153395" y="79667"/>
                </a:cubicBezTo>
                <a:cubicBezTo>
                  <a:pt x="157037" y="76011"/>
                  <a:pt x="158857" y="71483"/>
                  <a:pt x="158857" y="66081"/>
                </a:cubicBezTo>
                <a:cubicBezTo>
                  <a:pt x="158857" y="60929"/>
                  <a:pt x="157172" y="56680"/>
                  <a:pt x="153801" y="53336"/>
                </a:cubicBezTo>
                <a:cubicBezTo>
                  <a:pt x="150430" y="49991"/>
                  <a:pt x="146143" y="48319"/>
                  <a:pt x="140941" y="48319"/>
                </a:cubicBezTo>
                <a:cubicBezTo>
                  <a:pt x="138818" y="48319"/>
                  <a:pt x="136175" y="48735"/>
                  <a:pt x="133012" y="49567"/>
                </a:cubicBezTo>
                <a:lnTo>
                  <a:pt x="134261" y="39704"/>
                </a:lnTo>
                <a:cubicBezTo>
                  <a:pt x="135010" y="39787"/>
                  <a:pt x="135614" y="39829"/>
                  <a:pt x="136071" y="39829"/>
                </a:cubicBezTo>
                <a:cubicBezTo>
                  <a:pt x="140857" y="39829"/>
                  <a:pt x="145165" y="38591"/>
                  <a:pt x="148994" y="36114"/>
                </a:cubicBezTo>
                <a:cubicBezTo>
                  <a:pt x="152823" y="33638"/>
                  <a:pt x="154737" y="29821"/>
                  <a:pt x="154737" y="24663"/>
                </a:cubicBezTo>
                <a:cubicBezTo>
                  <a:pt x="154737" y="20578"/>
                  <a:pt x="153343" y="17194"/>
                  <a:pt x="150555" y="14512"/>
                </a:cubicBezTo>
                <a:cubicBezTo>
                  <a:pt x="147766" y="11829"/>
                  <a:pt x="144166" y="10488"/>
                  <a:pt x="139755" y="10488"/>
                </a:cubicBezTo>
                <a:cubicBezTo>
                  <a:pt x="135385" y="10488"/>
                  <a:pt x="131743" y="11861"/>
                  <a:pt x="128830" y="14608"/>
                </a:cubicBezTo>
                <a:cubicBezTo>
                  <a:pt x="125917" y="17355"/>
                  <a:pt x="124044" y="21475"/>
                  <a:pt x="123211" y="26969"/>
                </a:cubicBezTo>
                <a:lnTo>
                  <a:pt x="111974" y="24971"/>
                </a:lnTo>
                <a:cubicBezTo>
                  <a:pt x="113348" y="17399"/>
                  <a:pt x="116469" y="11532"/>
                  <a:pt x="121338" y="7368"/>
                </a:cubicBezTo>
                <a:cubicBezTo>
                  <a:pt x="126208" y="3205"/>
                  <a:pt x="132263" y="1124"/>
                  <a:pt x="139505" y="1124"/>
                </a:cubicBezTo>
                <a:cubicBezTo>
                  <a:pt x="144499" y="1124"/>
                  <a:pt x="149098" y="2192"/>
                  <a:pt x="153301" y="4329"/>
                </a:cubicBezTo>
                <a:cubicBezTo>
                  <a:pt x="157505" y="6466"/>
                  <a:pt x="160720" y="9381"/>
                  <a:pt x="162946" y="13075"/>
                </a:cubicBezTo>
                <a:cubicBezTo>
                  <a:pt x="165173" y="16767"/>
                  <a:pt x="166286" y="20688"/>
                  <a:pt x="166286" y="24838"/>
                </a:cubicBezTo>
                <a:cubicBezTo>
                  <a:pt x="166286" y="28780"/>
                  <a:pt x="165225" y="32370"/>
                  <a:pt x="163102" y="35607"/>
                </a:cubicBezTo>
                <a:cubicBezTo>
                  <a:pt x="160980" y="38843"/>
                  <a:pt x="157838" y="41415"/>
                  <a:pt x="153676" y="43325"/>
                </a:cubicBezTo>
                <a:cubicBezTo>
                  <a:pt x="159086" y="44573"/>
                  <a:pt x="163290" y="47164"/>
                  <a:pt x="166286" y="51097"/>
                </a:cubicBezTo>
                <a:cubicBezTo>
                  <a:pt x="169283" y="55030"/>
                  <a:pt x="170781" y="59951"/>
                  <a:pt x="170781" y="65861"/>
                </a:cubicBezTo>
                <a:cubicBezTo>
                  <a:pt x="170781" y="73852"/>
                  <a:pt x="167868" y="80625"/>
                  <a:pt x="162041" y="86181"/>
                </a:cubicBezTo>
                <a:cubicBezTo>
                  <a:pt x="156215" y="91737"/>
                  <a:pt x="148848" y="94515"/>
                  <a:pt x="139942" y="94515"/>
                </a:cubicBezTo>
                <a:cubicBezTo>
                  <a:pt x="131910" y="94515"/>
                  <a:pt x="125240" y="92116"/>
                  <a:pt x="119934" y="87318"/>
                </a:cubicBezTo>
                <a:cubicBezTo>
                  <a:pt x="114628" y="82521"/>
                  <a:pt x="111600" y="76305"/>
                  <a:pt x="110851" y="6867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3437" y="93017"/>
                </a:moveTo>
                <a:lnTo>
                  <a:pt x="253437" y="71105"/>
                </a:lnTo>
                <a:lnTo>
                  <a:pt x="213733" y="71105"/>
                </a:lnTo>
                <a:lnTo>
                  <a:pt x="213733" y="60804"/>
                </a:lnTo>
                <a:lnTo>
                  <a:pt x="255497" y="1498"/>
                </a:lnTo>
                <a:lnTo>
                  <a:pt x="264674" y="1498"/>
                </a:lnTo>
                <a:lnTo>
                  <a:pt x="264674" y="60804"/>
                </a:lnTo>
                <a:lnTo>
                  <a:pt x="277035" y="60804"/>
                </a:lnTo>
                <a:lnTo>
                  <a:pt x="277035" y="71105"/>
                </a:lnTo>
                <a:lnTo>
                  <a:pt x="264674" y="71105"/>
                </a:lnTo>
                <a:lnTo>
                  <a:pt x="264674" y="93017"/>
                </a:lnTo>
                <a:lnTo>
                  <a:pt x="253437" y="93017"/>
                </a:lnTo>
                <a:moveTo>
                  <a:pt x="253437" y="60804"/>
                </a:moveTo>
                <a:lnTo>
                  <a:pt x="253437" y="19540"/>
                </a:lnTo>
                <a:lnTo>
                  <a:pt x="224783" y="60804"/>
                </a:lnTo>
                <a:lnTo>
                  <a:pt x="253437" y="60804"/>
                </a:ln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08046F-74EB-4832-8243-49E8641D5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858018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AD92F-77A9-49C7-8181-ACEC5265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858018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92" name="Text u(5,1)">
            <a:extLst xmlns:a="http://schemas.openxmlformats.org/drawingml/2006/main">
              <a:ext uri="{FF2B5EF4-FFF2-40B4-BE49-F238E27FC236}">
                <a16:creationId xmlns:a16="http://schemas.microsoft.com/office/drawing/2014/main" id="{F7F3B50C-B1F4-4850-9D13-24B83E64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2914587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788" y="68920"/>
                </a:moveTo>
                <a:lnTo>
                  <a:pt x="122587" y="67921"/>
                </a:lnTo>
                <a:cubicBezTo>
                  <a:pt x="123461" y="73645"/>
                  <a:pt x="125490" y="77948"/>
                  <a:pt x="128674" y="80830"/>
                </a:cubicBezTo>
                <a:cubicBezTo>
                  <a:pt x="131858" y="83711"/>
                  <a:pt x="135697" y="85151"/>
                  <a:pt x="140192" y="85151"/>
                </a:cubicBezTo>
                <a:cubicBezTo>
                  <a:pt x="145602" y="85151"/>
                  <a:pt x="150180" y="83115"/>
                  <a:pt x="153926" y="79043"/>
                </a:cubicBezTo>
                <a:cubicBezTo>
                  <a:pt x="157671" y="74970"/>
                  <a:pt x="159544" y="69567"/>
                  <a:pt x="159544" y="62835"/>
                </a:cubicBezTo>
                <a:cubicBezTo>
                  <a:pt x="159544" y="56435"/>
                  <a:pt x="157744" y="51386"/>
                  <a:pt x="154144" y="47687"/>
                </a:cubicBezTo>
                <a:cubicBezTo>
                  <a:pt x="150544" y="43988"/>
                  <a:pt x="145831" y="42139"/>
                  <a:pt x="140004" y="42139"/>
                </a:cubicBezTo>
                <a:cubicBezTo>
                  <a:pt x="136384" y="42139"/>
                  <a:pt x="133116" y="42955"/>
                  <a:pt x="130203" y="44587"/>
                </a:cubicBezTo>
                <a:cubicBezTo>
                  <a:pt x="127290" y="46219"/>
                  <a:pt x="125001" y="48337"/>
                  <a:pt x="123336" y="50941"/>
                </a:cubicBezTo>
                <a:lnTo>
                  <a:pt x="112786" y="49567"/>
                </a:lnTo>
                <a:lnTo>
                  <a:pt x="121651" y="2622"/>
                </a:lnTo>
                <a:lnTo>
                  <a:pt x="167160" y="2622"/>
                </a:lnTo>
                <a:lnTo>
                  <a:pt x="167160" y="13235"/>
                </a:lnTo>
                <a:lnTo>
                  <a:pt x="130640" y="13235"/>
                </a:lnTo>
                <a:lnTo>
                  <a:pt x="125708" y="37893"/>
                </a:lnTo>
                <a:cubicBezTo>
                  <a:pt x="131202" y="34106"/>
                  <a:pt x="136966" y="32213"/>
                  <a:pt x="143001" y="32213"/>
                </a:cubicBezTo>
                <a:cubicBezTo>
                  <a:pt x="150992" y="32213"/>
                  <a:pt x="157734" y="34983"/>
                  <a:pt x="163227" y="40525"/>
                </a:cubicBezTo>
                <a:cubicBezTo>
                  <a:pt x="168721" y="46066"/>
                  <a:pt x="171468" y="53189"/>
                  <a:pt x="171468" y="61895"/>
                </a:cubicBezTo>
                <a:cubicBezTo>
                  <a:pt x="171468" y="70186"/>
                  <a:pt x="169054" y="77352"/>
                  <a:pt x="164226" y="83391"/>
                </a:cubicBezTo>
                <a:cubicBezTo>
                  <a:pt x="158358" y="90807"/>
                  <a:pt x="150346" y="94515"/>
                  <a:pt x="140192" y="94515"/>
                </a:cubicBezTo>
                <a:cubicBezTo>
                  <a:pt x="131868" y="94515"/>
                  <a:pt x="125074" y="92179"/>
                  <a:pt x="119809" y="87506"/>
                </a:cubicBezTo>
                <a:cubicBezTo>
                  <a:pt x="114544" y="82833"/>
                  <a:pt x="111537" y="76638"/>
                  <a:pt x="110788" y="6892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9742" y="93017"/>
                </a:moveTo>
                <a:lnTo>
                  <a:pt x="248505" y="93017"/>
                </a:lnTo>
                <a:lnTo>
                  <a:pt x="248505" y="21413"/>
                </a:lnTo>
                <a:cubicBezTo>
                  <a:pt x="245800" y="23993"/>
                  <a:pt x="242252" y="26573"/>
                  <a:pt x="237861" y="29154"/>
                </a:cubicBezTo>
                <a:cubicBezTo>
                  <a:pt x="233471" y="31734"/>
                  <a:pt x="229527" y="33669"/>
                  <a:pt x="226031" y="34959"/>
                </a:cubicBezTo>
                <a:lnTo>
                  <a:pt x="226031" y="24097"/>
                </a:lnTo>
                <a:cubicBezTo>
                  <a:pt x="232316" y="21142"/>
                  <a:pt x="237809" y="17563"/>
                  <a:pt x="242512" y="13359"/>
                </a:cubicBezTo>
                <a:cubicBezTo>
                  <a:pt x="247215" y="9156"/>
                  <a:pt x="250545" y="5077"/>
                  <a:pt x="252501" y="1124"/>
                </a:cubicBezTo>
                <a:lnTo>
                  <a:pt x="259742" y="1124"/>
                </a:lnTo>
                <a:lnTo>
                  <a:pt x="259742" y="93017"/>
                </a:ln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8EA41-2616-4549-B808-7AA2FC3D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637183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7CB26A-4D09-4388-B18F-8E68EC95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637183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95" name="Text u(2,1)">
            <a:extLst xmlns:a="http://schemas.openxmlformats.org/drawingml/2006/main">
              <a:ext uri="{FF2B5EF4-FFF2-40B4-BE49-F238E27FC236}">
                <a16:creationId xmlns:a16="http://schemas.microsoft.com/office/drawing/2014/main" id="{FF707776-E74A-47B5-A931-BBE8A88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2693753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09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9742" y="93017"/>
                </a:moveTo>
                <a:lnTo>
                  <a:pt x="248505" y="93017"/>
                </a:lnTo>
                <a:lnTo>
                  <a:pt x="248505" y="21413"/>
                </a:lnTo>
                <a:cubicBezTo>
                  <a:pt x="245800" y="23993"/>
                  <a:pt x="242252" y="26573"/>
                  <a:pt x="237861" y="29154"/>
                </a:cubicBezTo>
                <a:cubicBezTo>
                  <a:pt x="233471" y="31734"/>
                  <a:pt x="229527" y="33669"/>
                  <a:pt x="226031" y="34959"/>
                </a:cubicBezTo>
                <a:lnTo>
                  <a:pt x="226031" y="24097"/>
                </a:lnTo>
                <a:cubicBezTo>
                  <a:pt x="232316" y="21142"/>
                  <a:pt x="237809" y="17563"/>
                  <a:pt x="242512" y="13359"/>
                </a:cubicBezTo>
                <a:cubicBezTo>
                  <a:pt x="247215" y="9156"/>
                  <a:pt x="250545" y="5077"/>
                  <a:pt x="252501" y="1124"/>
                </a:cubicBezTo>
                <a:lnTo>
                  <a:pt x="259742" y="1124"/>
                </a:lnTo>
                <a:lnTo>
                  <a:pt x="259742" y="93017"/>
                </a:ln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46B831-6D38-494A-B2C6-1E3FB712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13818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B31C0-99EE-45DF-A256-CB541FB6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13818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98" name="Text u(1,5)">
            <a:extLst xmlns:a="http://schemas.openxmlformats.org/drawingml/2006/main">
              <a:ext uri="{FF2B5EF4-FFF2-40B4-BE49-F238E27FC236}">
                <a16:creationId xmlns:a16="http://schemas.microsoft.com/office/drawing/2014/main" id="{C0271759-3B70-45E3-94E4-7E3F8C70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276199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53114" y="93017"/>
                </a:moveTo>
                <a:lnTo>
                  <a:pt x="141877" y="93017"/>
                </a:lnTo>
                <a:lnTo>
                  <a:pt x="141877" y="21413"/>
                </a:lnTo>
                <a:cubicBezTo>
                  <a:pt x="139172" y="23993"/>
                  <a:pt x="135624" y="26573"/>
                  <a:pt x="131233" y="29154"/>
                </a:cubicBezTo>
                <a:cubicBezTo>
                  <a:pt x="126843" y="31734"/>
                  <a:pt x="122899" y="33669"/>
                  <a:pt x="119403" y="34959"/>
                </a:cubicBezTo>
                <a:lnTo>
                  <a:pt x="119403" y="24097"/>
                </a:lnTo>
                <a:cubicBezTo>
                  <a:pt x="125688" y="21142"/>
                  <a:pt x="131181" y="17563"/>
                  <a:pt x="135884" y="13359"/>
                </a:cubicBezTo>
                <a:cubicBezTo>
                  <a:pt x="140587" y="9156"/>
                  <a:pt x="143916" y="5077"/>
                  <a:pt x="145872" y="1124"/>
                </a:cubicBezTo>
                <a:lnTo>
                  <a:pt x="153114" y="1124"/>
                </a:lnTo>
                <a:lnTo>
                  <a:pt x="153114" y="930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7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6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7D1014-E8CD-4DC8-8CFB-74798D3CC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434652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30614-D328-4203-A41B-6FE457A9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434652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01" name="Text u(2,5)">
            <a:extLst xmlns:a="http://schemas.openxmlformats.org/drawingml/2006/main">
              <a:ext uri="{FF2B5EF4-FFF2-40B4-BE49-F238E27FC236}">
                <a16:creationId xmlns:a16="http://schemas.microsoft.com/office/drawing/2014/main" id="{3054893B-02E3-4AFD-B3BF-1C1E4F31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497033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09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7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6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82CF4-906F-44AA-AC74-A05C1398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655486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FEF74-7EE6-4A2E-9F3E-CE6DFC5A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655486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04" name="Text u(3,5)">
            <a:extLst xmlns:a="http://schemas.openxmlformats.org/drawingml/2006/main">
              <a:ext uri="{FF2B5EF4-FFF2-40B4-BE49-F238E27FC236}">
                <a16:creationId xmlns:a16="http://schemas.microsoft.com/office/drawing/2014/main" id="{C3553622-4522-4A02-A45F-2FFD89EA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717867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851" y="68670"/>
                </a:moveTo>
                <a:lnTo>
                  <a:pt x="122088" y="67172"/>
                </a:lnTo>
                <a:cubicBezTo>
                  <a:pt x="123378" y="73540"/>
                  <a:pt x="125573" y="78128"/>
                  <a:pt x="128674" y="80937"/>
                </a:cubicBezTo>
                <a:cubicBezTo>
                  <a:pt x="131774" y="83746"/>
                  <a:pt x="135551" y="85151"/>
                  <a:pt x="140004" y="85151"/>
                </a:cubicBezTo>
                <a:cubicBezTo>
                  <a:pt x="145290" y="85151"/>
                  <a:pt x="149753" y="83323"/>
                  <a:pt x="153395" y="79667"/>
                </a:cubicBezTo>
                <a:cubicBezTo>
                  <a:pt x="157037" y="76011"/>
                  <a:pt x="158857" y="71483"/>
                  <a:pt x="158857" y="66081"/>
                </a:cubicBezTo>
                <a:cubicBezTo>
                  <a:pt x="158857" y="60929"/>
                  <a:pt x="157172" y="56680"/>
                  <a:pt x="153801" y="53336"/>
                </a:cubicBezTo>
                <a:cubicBezTo>
                  <a:pt x="150430" y="49991"/>
                  <a:pt x="146143" y="48319"/>
                  <a:pt x="140941" y="48319"/>
                </a:cubicBezTo>
                <a:cubicBezTo>
                  <a:pt x="138818" y="48319"/>
                  <a:pt x="136175" y="48735"/>
                  <a:pt x="133012" y="49567"/>
                </a:cubicBezTo>
                <a:lnTo>
                  <a:pt x="134261" y="39704"/>
                </a:lnTo>
                <a:cubicBezTo>
                  <a:pt x="135010" y="39787"/>
                  <a:pt x="135614" y="39829"/>
                  <a:pt x="136071" y="39829"/>
                </a:cubicBezTo>
                <a:cubicBezTo>
                  <a:pt x="140857" y="39829"/>
                  <a:pt x="145165" y="38591"/>
                  <a:pt x="148994" y="36114"/>
                </a:cubicBezTo>
                <a:cubicBezTo>
                  <a:pt x="152823" y="33638"/>
                  <a:pt x="154737" y="29821"/>
                  <a:pt x="154737" y="24663"/>
                </a:cubicBezTo>
                <a:cubicBezTo>
                  <a:pt x="154737" y="20578"/>
                  <a:pt x="153343" y="17194"/>
                  <a:pt x="150555" y="14512"/>
                </a:cubicBezTo>
                <a:cubicBezTo>
                  <a:pt x="147766" y="11829"/>
                  <a:pt x="144166" y="10488"/>
                  <a:pt x="139755" y="10488"/>
                </a:cubicBezTo>
                <a:cubicBezTo>
                  <a:pt x="135385" y="10488"/>
                  <a:pt x="131743" y="11861"/>
                  <a:pt x="128830" y="14608"/>
                </a:cubicBezTo>
                <a:cubicBezTo>
                  <a:pt x="125917" y="17355"/>
                  <a:pt x="124044" y="21475"/>
                  <a:pt x="123211" y="26969"/>
                </a:cubicBezTo>
                <a:lnTo>
                  <a:pt x="111974" y="24971"/>
                </a:lnTo>
                <a:cubicBezTo>
                  <a:pt x="113348" y="17399"/>
                  <a:pt x="116469" y="11532"/>
                  <a:pt x="121338" y="7368"/>
                </a:cubicBezTo>
                <a:cubicBezTo>
                  <a:pt x="126208" y="3205"/>
                  <a:pt x="132263" y="1124"/>
                  <a:pt x="139505" y="1124"/>
                </a:cubicBezTo>
                <a:cubicBezTo>
                  <a:pt x="144499" y="1124"/>
                  <a:pt x="149098" y="2192"/>
                  <a:pt x="153301" y="4329"/>
                </a:cubicBezTo>
                <a:cubicBezTo>
                  <a:pt x="157505" y="6466"/>
                  <a:pt x="160720" y="9381"/>
                  <a:pt x="162946" y="13075"/>
                </a:cubicBezTo>
                <a:cubicBezTo>
                  <a:pt x="165173" y="16767"/>
                  <a:pt x="166286" y="20688"/>
                  <a:pt x="166286" y="24838"/>
                </a:cubicBezTo>
                <a:cubicBezTo>
                  <a:pt x="166286" y="28780"/>
                  <a:pt x="165225" y="32370"/>
                  <a:pt x="163102" y="35607"/>
                </a:cubicBezTo>
                <a:cubicBezTo>
                  <a:pt x="160980" y="38843"/>
                  <a:pt x="157838" y="41415"/>
                  <a:pt x="153676" y="43325"/>
                </a:cubicBezTo>
                <a:cubicBezTo>
                  <a:pt x="159086" y="44573"/>
                  <a:pt x="163290" y="47164"/>
                  <a:pt x="166286" y="51097"/>
                </a:cubicBezTo>
                <a:cubicBezTo>
                  <a:pt x="169283" y="55030"/>
                  <a:pt x="170781" y="59951"/>
                  <a:pt x="170781" y="65861"/>
                </a:cubicBezTo>
                <a:cubicBezTo>
                  <a:pt x="170781" y="73852"/>
                  <a:pt x="167868" y="80625"/>
                  <a:pt x="162041" y="86181"/>
                </a:cubicBezTo>
                <a:cubicBezTo>
                  <a:pt x="156215" y="91737"/>
                  <a:pt x="148848" y="94515"/>
                  <a:pt x="139942" y="94515"/>
                </a:cubicBezTo>
                <a:cubicBezTo>
                  <a:pt x="131910" y="94515"/>
                  <a:pt x="125240" y="92116"/>
                  <a:pt x="119934" y="87318"/>
                </a:cubicBezTo>
                <a:cubicBezTo>
                  <a:pt x="114628" y="82521"/>
                  <a:pt x="111600" y="76305"/>
                  <a:pt x="110851" y="6867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7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6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595C4-24AA-4D71-83F5-D0E4F7A5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876321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D2ED7-A285-4B1F-8AB5-4E9B9A3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876321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07" name="Text u(4,5)">
            <a:extLst xmlns:a="http://schemas.openxmlformats.org/drawingml/2006/main">
              <a:ext uri="{FF2B5EF4-FFF2-40B4-BE49-F238E27FC236}">
                <a16:creationId xmlns:a16="http://schemas.microsoft.com/office/drawing/2014/main" id="{A3A8F19F-CEA4-4505-865B-75D2B4F6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938701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46809" y="93017"/>
                </a:moveTo>
                <a:lnTo>
                  <a:pt x="146809" y="71105"/>
                </a:lnTo>
                <a:lnTo>
                  <a:pt x="107105" y="71105"/>
                </a:lnTo>
                <a:lnTo>
                  <a:pt x="107105" y="60804"/>
                </a:lnTo>
                <a:lnTo>
                  <a:pt x="148869" y="1498"/>
                </a:lnTo>
                <a:lnTo>
                  <a:pt x="158046" y="1498"/>
                </a:lnTo>
                <a:lnTo>
                  <a:pt x="158046" y="60804"/>
                </a:lnTo>
                <a:lnTo>
                  <a:pt x="170406" y="60804"/>
                </a:lnTo>
                <a:lnTo>
                  <a:pt x="170406" y="71105"/>
                </a:lnTo>
                <a:lnTo>
                  <a:pt x="158046" y="71105"/>
                </a:lnTo>
                <a:lnTo>
                  <a:pt x="158046" y="93017"/>
                </a:lnTo>
                <a:lnTo>
                  <a:pt x="146809" y="93017"/>
                </a:lnTo>
                <a:moveTo>
                  <a:pt x="146809" y="60804"/>
                </a:moveTo>
                <a:lnTo>
                  <a:pt x="146809" y="19540"/>
                </a:lnTo>
                <a:lnTo>
                  <a:pt x="118155" y="60804"/>
                </a:lnTo>
                <a:lnTo>
                  <a:pt x="146809" y="60804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2" y="42139"/>
                  <a:pt x="239745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7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20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6" y="76638"/>
                  <a:pt x="217416" y="6892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13CF0-A4BD-475A-8C7A-94DFD0960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097155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099D6A-4C7F-47DB-8126-F07DD4F9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097155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10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77691767-F0BE-4F01-B804-9B584A19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91" y="1159536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A0EF5-3444-49CD-901F-CF38A482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317989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587F4-3B2B-4DDA-BD01-FDD273F6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317989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13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22EE3B1F-4B3B-42A3-8CF1-F6777DEF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91" y="1380370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C37BCE-6579-430A-89BD-2508C16A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538823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070B0-7BC3-4F00-AB1E-AEB838A0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538823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16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5FC5A7FB-F1CB-4F24-ABC1-373528AB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91" y="1601204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8069B8-D7CE-4336-A889-895D2599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753846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67933-092B-4F7C-968C-567C8119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753846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19" name="Text u(0,3)">
            <a:extLst xmlns:a="http://schemas.openxmlformats.org/drawingml/2006/main">
              <a:ext uri="{FF2B5EF4-FFF2-40B4-BE49-F238E27FC236}">
                <a16:creationId xmlns:a16="http://schemas.microsoft.com/office/drawing/2014/main" id="{2B42BDD8-89EE-4322-913A-67F0C56A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1810416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788" y="47851"/>
                </a:moveTo>
                <a:cubicBezTo>
                  <a:pt x="110788" y="37038"/>
                  <a:pt x="111902" y="28335"/>
                  <a:pt x="114128" y="21742"/>
                </a:cubicBezTo>
                <a:cubicBezTo>
                  <a:pt x="116355" y="15150"/>
                  <a:pt x="119663" y="10065"/>
                  <a:pt x="124054" y="6489"/>
                </a:cubicBezTo>
                <a:cubicBezTo>
                  <a:pt x="128445" y="2912"/>
                  <a:pt x="133970" y="1124"/>
                  <a:pt x="140629" y="1124"/>
                </a:cubicBezTo>
                <a:cubicBezTo>
                  <a:pt x="145540" y="1124"/>
                  <a:pt x="149847" y="2111"/>
                  <a:pt x="153551" y="4087"/>
                </a:cubicBezTo>
                <a:cubicBezTo>
                  <a:pt x="157255" y="6063"/>
                  <a:pt x="160314" y="8912"/>
                  <a:pt x="162728" y="12634"/>
                </a:cubicBezTo>
                <a:cubicBezTo>
                  <a:pt x="165142" y="16356"/>
                  <a:pt x="167035" y="20890"/>
                  <a:pt x="168409" y="26235"/>
                </a:cubicBezTo>
                <a:cubicBezTo>
                  <a:pt x="169782" y="31579"/>
                  <a:pt x="170469" y="38784"/>
                  <a:pt x="170469" y="47851"/>
                </a:cubicBezTo>
                <a:cubicBezTo>
                  <a:pt x="170469" y="58580"/>
                  <a:pt x="169366" y="67242"/>
                  <a:pt x="167160" y="73834"/>
                </a:cubicBezTo>
                <a:cubicBezTo>
                  <a:pt x="164954" y="80427"/>
                  <a:pt x="161656" y="85522"/>
                  <a:pt x="157265" y="89119"/>
                </a:cubicBezTo>
                <a:cubicBezTo>
                  <a:pt x="152875" y="92716"/>
                  <a:pt x="147329" y="94515"/>
                  <a:pt x="140629" y="94515"/>
                </a:cubicBezTo>
                <a:cubicBezTo>
                  <a:pt x="131805" y="94515"/>
                  <a:pt x="124876" y="91354"/>
                  <a:pt x="119840" y="85032"/>
                </a:cubicBezTo>
                <a:cubicBezTo>
                  <a:pt x="113806" y="77421"/>
                  <a:pt x="110788" y="65027"/>
                  <a:pt x="110788" y="47851"/>
                </a:cubicBezTo>
                <a:moveTo>
                  <a:pt x="122337" y="47819"/>
                </a:moveTo>
                <a:cubicBezTo>
                  <a:pt x="122337" y="62793"/>
                  <a:pt x="124096" y="72759"/>
                  <a:pt x="127612" y="77716"/>
                </a:cubicBezTo>
                <a:cubicBezTo>
                  <a:pt x="131129" y="82673"/>
                  <a:pt x="135468" y="85151"/>
                  <a:pt x="140629" y="85151"/>
                </a:cubicBezTo>
                <a:cubicBezTo>
                  <a:pt x="145789" y="85151"/>
                  <a:pt x="150128" y="82662"/>
                  <a:pt x="153645" y="77685"/>
                </a:cubicBezTo>
                <a:cubicBezTo>
                  <a:pt x="157161" y="72708"/>
                  <a:pt x="158920" y="62753"/>
                  <a:pt x="158920" y="47819"/>
                </a:cubicBezTo>
                <a:cubicBezTo>
                  <a:pt x="158920" y="32804"/>
                  <a:pt x="157161" y="22829"/>
                  <a:pt x="153645" y="17893"/>
                </a:cubicBezTo>
                <a:cubicBezTo>
                  <a:pt x="150128" y="12956"/>
                  <a:pt x="145748" y="10488"/>
                  <a:pt x="140504" y="10488"/>
                </a:cubicBezTo>
                <a:cubicBezTo>
                  <a:pt x="135343" y="10488"/>
                  <a:pt x="131223" y="12666"/>
                  <a:pt x="128143" y="17021"/>
                </a:cubicBezTo>
                <a:cubicBezTo>
                  <a:pt x="124273" y="22580"/>
                  <a:pt x="122337" y="32846"/>
                  <a:pt x="122337" y="47819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2" y="83323"/>
                  <a:pt x="260023" y="79667"/>
                </a:cubicBezTo>
                <a:cubicBezTo>
                  <a:pt x="263665" y="76011"/>
                  <a:pt x="265486" y="71483"/>
                  <a:pt x="265486" y="66081"/>
                </a:cubicBezTo>
                <a:cubicBezTo>
                  <a:pt x="265486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4" y="48735"/>
                  <a:pt x="239641" y="49567"/>
                </a:cubicBezTo>
                <a:lnTo>
                  <a:pt x="240889" y="39704"/>
                </a:lnTo>
                <a:cubicBezTo>
                  <a:pt x="241638" y="39787"/>
                  <a:pt x="242242" y="39829"/>
                  <a:pt x="242700" y="39829"/>
                </a:cubicBezTo>
                <a:cubicBezTo>
                  <a:pt x="247486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3" y="14512"/>
                </a:cubicBezTo>
                <a:cubicBezTo>
                  <a:pt x="254394" y="11829"/>
                  <a:pt x="250794" y="10488"/>
                  <a:pt x="246383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5" y="17355"/>
                  <a:pt x="230672" y="21475"/>
                  <a:pt x="229839" y="26969"/>
                </a:cubicBezTo>
                <a:lnTo>
                  <a:pt x="218603" y="24971"/>
                </a:lnTo>
                <a:cubicBezTo>
                  <a:pt x="219976" y="17399"/>
                  <a:pt x="223097" y="11532"/>
                  <a:pt x="227967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30" y="4329"/>
                </a:cubicBezTo>
                <a:cubicBezTo>
                  <a:pt x="264133" y="6466"/>
                  <a:pt x="267348" y="9381"/>
                  <a:pt x="269575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1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8" y="94515"/>
                  <a:pt x="231868" y="92116"/>
                  <a:pt x="226562" y="87318"/>
                </a:cubicBezTo>
                <a:cubicBezTo>
                  <a:pt x="221256" y="82521"/>
                  <a:pt x="218228" y="76305"/>
                  <a:pt x="217479" y="6867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5BF310-7AA1-46A5-AE6C-F91FC2A9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974680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619C1-0539-44BC-8F83-2A44C7BE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1974680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22" name="Text u(1,3)">
            <a:extLst xmlns:a="http://schemas.openxmlformats.org/drawingml/2006/main">
              <a:ext uri="{FF2B5EF4-FFF2-40B4-BE49-F238E27FC236}">
                <a16:creationId xmlns:a16="http://schemas.microsoft.com/office/drawing/2014/main" id="{DC3A95B8-9F30-42D2-BAD7-7F7202A7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2031250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53114" y="93017"/>
                </a:moveTo>
                <a:lnTo>
                  <a:pt x="141877" y="93017"/>
                </a:lnTo>
                <a:lnTo>
                  <a:pt x="141877" y="21413"/>
                </a:lnTo>
                <a:cubicBezTo>
                  <a:pt x="139172" y="23993"/>
                  <a:pt x="135624" y="26573"/>
                  <a:pt x="131233" y="29154"/>
                </a:cubicBezTo>
                <a:cubicBezTo>
                  <a:pt x="126843" y="31734"/>
                  <a:pt x="122899" y="33669"/>
                  <a:pt x="119403" y="34959"/>
                </a:cubicBezTo>
                <a:lnTo>
                  <a:pt x="119403" y="24097"/>
                </a:lnTo>
                <a:cubicBezTo>
                  <a:pt x="125688" y="21142"/>
                  <a:pt x="131181" y="17563"/>
                  <a:pt x="135884" y="13359"/>
                </a:cubicBezTo>
                <a:cubicBezTo>
                  <a:pt x="140587" y="9156"/>
                  <a:pt x="143916" y="5077"/>
                  <a:pt x="145872" y="1124"/>
                </a:cubicBezTo>
                <a:lnTo>
                  <a:pt x="153114" y="1124"/>
                </a:lnTo>
                <a:lnTo>
                  <a:pt x="153114" y="930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2" y="83323"/>
                  <a:pt x="260023" y="79667"/>
                </a:cubicBezTo>
                <a:cubicBezTo>
                  <a:pt x="263665" y="76011"/>
                  <a:pt x="265486" y="71483"/>
                  <a:pt x="265486" y="66081"/>
                </a:cubicBezTo>
                <a:cubicBezTo>
                  <a:pt x="265486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4" y="48735"/>
                  <a:pt x="239641" y="49567"/>
                </a:cubicBezTo>
                <a:lnTo>
                  <a:pt x="240889" y="39704"/>
                </a:lnTo>
                <a:cubicBezTo>
                  <a:pt x="241638" y="39787"/>
                  <a:pt x="242242" y="39829"/>
                  <a:pt x="242700" y="39829"/>
                </a:cubicBezTo>
                <a:cubicBezTo>
                  <a:pt x="247486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3" y="14512"/>
                </a:cubicBezTo>
                <a:cubicBezTo>
                  <a:pt x="254394" y="11829"/>
                  <a:pt x="250794" y="10488"/>
                  <a:pt x="246383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5" y="17355"/>
                  <a:pt x="230672" y="21475"/>
                  <a:pt x="229839" y="26969"/>
                </a:cubicBezTo>
                <a:lnTo>
                  <a:pt x="218603" y="24971"/>
                </a:lnTo>
                <a:cubicBezTo>
                  <a:pt x="219976" y="17399"/>
                  <a:pt x="223097" y="11532"/>
                  <a:pt x="227967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30" y="4329"/>
                </a:cubicBezTo>
                <a:cubicBezTo>
                  <a:pt x="264133" y="6466"/>
                  <a:pt x="267348" y="9381"/>
                  <a:pt x="269575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1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8" y="94515"/>
                  <a:pt x="231868" y="92116"/>
                  <a:pt x="226562" y="87318"/>
                </a:cubicBezTo>
                <a:cubicBezTo>
                  <a:pt x="221256" y="82521"/>
                  <a:pt x="218228" y="76305"/>
                  <a:pt x="217479" y="6867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5C039-E58B-49F7-B4B4-C7BBC500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195515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9155A-2E5E-40DE-BA2D-296C3BE9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195515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25" name="Text u(2,3)">
            <a:extLst xmlns:a="http://schemas.openxmlformats.org/drawingml/2006/main">
              <a:ext uri="{FF2B5EF4-FFF2-40B4-BE49-F238E27FC236}">
                <a16:creationId xmlns:a16="http://schemas.microsoft.com/office/drawing/2014/main" id="{758652B2-B5E7-4551-AF94-7D5679A5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66" y="2252084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09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2" y="83323"/>
                  <a:pt x="260023" y="79667"/>
                </a:cubicBezTo>
                <a:cubicBezTo>
                  <a:pt x="263665" y="76011"/>
                  <a:pt x="265486" y="71483"/>
                  <a:pt x="265486" y="66081"/>
                </a:cubicBezTo>
                <a:cubicBezTo>
                  <a:pt x="265486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4" y="48735"/>
                  <a:pt x="239641" y="49567"/>
                </a:cubicBezTo>
                <a:lnTo>
                  <a:pt x="240889" y="39704"/>
                </a:lnTo>
                <a:cubicBezTo>
                  <a:pt x="241638" y="39787"/>
                  <a:pt x="242242" y="39829"/>
                  <a:pt x="242700" y="39829"/>
                </a:cubicBezTo>
                <a:cubicBezTo>
                  <a:pt x="247486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3" y="14512"/>
                </a:cubicBezTo>
                <a:cubicBezTo>
                  <a:pt x="254394" y="11829"/>
                  <a:pt x="250794" y="10488"/>
                  <a:pt x="246383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5" y="17355"/>
                  <a:pt x="230672" y="21475"/>
                  <a:pt x="229839" y="26969"/>
                </a:cubicBezTo>
                <a:lnTo>
                  <a:pt x="218603" y="24971"/>
                </a:lnTo>
                <a:cubicBezTo>
                  <a:pt x="219976" y="17399"/>
                  <a:pt x="223097" y="11532"/>
                  <a:pt x="227967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30" y="4329"/>
                </a:cubicBezTo>
                <a:cubicBezTo>
                  <a:pt x="264133" y="6466"/>
                  <a:pt x="267348" y="9381"/>
                  <a:pt x="269575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1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8" y="94515"/>
                  <a:pt x="231868" y="92116"/>
                  <a:pt x="226562" y="87318"/>
                </a:cubicBezTo>
                <a:cubicBezTo>
                  <a:pt x="221256" y="82521"/>
                  <a:pt x="218228" y="76305"/>
                  <a:pt x="217479" y="68670"/>
                </a:cubicBezTo>
                <a:close/>
                <a:moveTo>
                  <a:pt x="298990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8" y="82030"/>
                  <a:pt x="314690" y="92517"/>
                </a:cubicBezTo>
                <a:cubicBezTo>
                  <a:pt x="310383" y="103005"/>
                  <a:pt x="305149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B9B2AF-4C41-494A-878B-789FD62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416349"/>
            <a:ext cx="639257" cy="220834"/>
          </a:xfrm>
          <a:custGeom xmlns:a="http://schemas.openxmlformats.org/drawingml/2006/main">
            <a:pathLst>
              <a:path w="639257" h="220834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91189F-2366-4F67-83B0-009E756A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71" y="2416349"/>
            <a:ext cx="639257" cy="220834"/>
          </a:xfrm>
          <a:custGeom xmlns:a="http://schemas.openxmlformats.org/drawingml/2006/main">
            <a:pathLst>
              <a:path w="639257" h="220834" fill="none">
                <a:moveTo>
                  <a:pt x="0" y="0"/>
                </a:moveTo>
                <a:lnTo>
                  <a:pt x="639257" y="0"/>
                </a:lnTo>
                <a:lnTo>
                  <a:pt x="6392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28" name="Text u(⟂,3)">
            <a:extLst xmlns:a="http://schemas.openxmlformats.org/drawingml/2006/main">
              <a:ext uri="{FF2B5EF4-FFF2-40B4-BE49-F238E27FC236}">
                <a16:creationId xmlns:a16="http://schemas.microsoft.com/office/drawing/2014/main" id="{F571B566-C4F2-4E6C-B388-BDFD7873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791" y="2472918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76" y="68670"/>
                </a:moveTo>
                <a:lnTo>
                  <a:pt x="254913" y="67172"/>
                </a:lnTo>
                <a:cubicBezTo>
                  <a:pt x="256203" y="73540"/>
                  <a:pt x="258398" y="78128"/>
                  <a:pt x="261499" y="80937"/>
                </a:cubicBezTo>
                <a:cubicBezTo>
                  <a:pt x="264599" y="83746"/>
                  <a:pt x="268376" y="85151"/>
                  <a:pt x="272829" y="85151"/>
                </a:cubicBezTo>
                <a:cubicBezTo>
                  <a:pt x="278115" y="85151"/>
                  <a:pt x="282578" y="83323"/>
                  <a:pt x="286220" y="79667"/>
                </a:cubicBezTo>
                <a:cubicBezTo>
                  <a:pt x="289862" y="76011"/>
                  <a:pt x="291682" y="71483"/>
                  <a:pt x="291682" y="66081"/>
                </a:cubicBezTo>
                <a:cubicBezTo>
                  <a:pt x="291682" y="60929"/>
                  <a:pt x="289997" y="56680"/>
                  <a:pt x="286626" y="53336"/>
                </a:cubicBezTo>
                <a:cubicBezTo>
                  <a:pt x="283255" y="49991"/>
                  <a:pt x="278968" y="48319"/>
                  <a:pt x="273766" y="48319"/>
                </a:cubicBezTo>
                <a:cubicBezTo>
                  <a:pt x="271643" y="48319"/>
                  <a:pt x="269001" y="48735"/>
                  <a:pt x="265838" y="49567"/>
                </a:cubicBezTo>
                <a:lnTo>
                  <a:pt x="267086" y="39704"/>
                </a:lnTo>
                <a:cubicBezTo>
                  <a:pt x="267835" y="39787"/>
                  <a:pt x="268439" y="39829"/>
                  <a:pt x="268896" y="39829"/>
                </a:cubicBezTo>
                <a:cubicBezTo>
                  <a:pt x="273683" y="39829"/>
                  <a:pt x="277990" y="38591"/>
                  <a:pt x="281819" y="36114"/>
                </a:cubicBezTo>
                <a:cubicBezTo>
                  <a:pt x="285648" y="33638"/>
                  <a:pt x="287562" y="29821"/>
                  <a:pt x="287562" y="24663"/>
                </a:cubicBezTo>
                <a:cubicBezTo>
                  <a:pt x="287562" y="20578"/>
                  <a:pt x="286168" y="17194"/>
                  <a:pt x="283380" y="14512"/>
                </a:cubicBezTo>
                <a:cubicBezTo>
                  <a:pt x="280591" y="11829"/>
                  <a:pt x="276991" y="10488"/>
                  <a:pt x="272580" y="10488"/>
                </a:cubicBezTo>
                <a:cubicBezTo>
                  <a:pt x="268210" y="10488"/>
                  <a:pt x="264568" y="11861"/>
                  <a:pt x="261655" y="14608"/>
                </a:cubicBezTo>
                <a:cubicBezTo>
                  <a:pt x="258742" y="17355"/>
                  <a:pt x="256869" y="21475"/>
                  <a:pt x="256036" y="26969"/>
                </a:cubicBezTo>
                <a:lnTo>
                  <a:pt x="244799" y="24971"/>
                </a:lnTo>
                <a:cubicBezTo>
                  <a:pt x="246173" y="17399"/>
                  <a:pt x="249294" y="11532"/>
                  <a:pt x="254164" y="7368"/>
                </a:cubicBezTo>
                <a:cubicBezTo>
                  <a:pt x="259033" y="3205"/>
                  <a:pt x="265088" y="1124"/>
                  <a:pt x="272330" y="1124"/>
                </a:cubicBezTo>
                <a:cubicBezTo>
                  <a:pt x="277324" y="1124"/>
                  <a:pt x="281923" y="2192"/>
                  <a:pt x="286126" y="4329"/>
                </a:cubicBezTo>
                <a:cubicBezTo>
                  <a:pt x="290330" y="6466"/>
                  <a:pt x="293545" y="9381"/>
                  <a:pt x="295771" y="13075"/>
                </a:cubicBezTo>
                <a:cubicBezTo>
                  <a:pt x="297998" y="16767"/>
                  <a:pt x="299111" y="20688"/>
                  <a:pt x="299111" y="24838"/>
                </a:cubicBezTo>
                <a:cubicBezTo>
                  <a:pt x="299111" y="28780"/>
                  <a:pt x="298050" y="32370"/>
                  <a:pt x="295928" y="35607"/>
                </a:cubicBezTo>
                <a:cubicBezTo>
                  <a:pt x="293805" y="38843"/>
                  <a:pt x="290663" y="41415"/>
                  <a:pt x="286501" y="43325"/>
                </a:cubicBezTo>
                <a:cubicBezTo>
                  <a:pt x="291911" y="44573"/>
                  <a:pt x="296115" y="47164"/>
                  <a:pt x="299111" y="51097"/>
                </a:cubicBezTo>
                <a:cubicBezTo>
                  <a:pt x="302108" y="55030"/>
                  <a:pt x="303606" y="59951"/>
                  <a:pt x="303606" y="65861"/>
                </a:cubicBezTo>
                <a:cubicBezTo>
                  <a:pt x="303606" y="73852"/>
                  <a:pt x="300693" y="80625"/>
                  <a:pt x="294866" y="86181"/>
                </a:cubicBezTo>
                <a:cubicBezTo>
                  <a:pt x="289040" y="91737"/>
                  <a:pt x="281673" y="94515"/>
                  <a:pt x="272767" y="94515"/>
                </a:cubicBezTo>
                <a:cubicBezTo>
                  <a:pt x="264735" y="94515"/>
                  <a:pt x="258065" y="92116"/>
                  <a:pt x="252759" y="87318"/>
                </a:cubicBezTo>
                <a:cubicBezTo>
                  <a:pt x="247453" y="82521"/>
                  <a:pt x="244425" y="76305"/>
                  <a:pt x="243676" y="68670"/>
                </a:cubicBezTo>
                <a:close/>
                <a:moveTo>
                  <a:pt x="325187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3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1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A195A-39E9-4703-BCE4-6233DE7A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419255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2508F-035F-4AE9-A81D-C8AA3A6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419255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31" name="Text 0">
            <a:extLst xmlns:a="http://schemas.openxmlformats.org/drawingml/2006/main">
              <a:ext uri="{FF2B5EF4-FFF2-40B4-BE49-F238E27FC236}">
                <a16:creationId xmlns:a16="http://schemas.microsoft.com/office/drawing/2014/main" id="{91A1BAC0-41B5-44B2-B814-909901B7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70" y="2474042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0DADE-564B-4A1F-9F6B-C8A4B0DB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640089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76A9D-345F-453D-A7F2-0346AB99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640089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34" name="Text 0">
            <a:extLst xmlns:a="http://schemas.openxmlformats.org/drawingml/2006/main">
              <a:ext uri="{FF2B5EF4-FFF2-40B4-BE49-F238E27FC236}">
                <a16:creationId xmlns:a16="http://schemas.microsoft.com/office/drawing/2014/main" id="{4F396E6F-6526-466F-85B6-74E7AB1C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70" y="2694876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34281-2CA5-4CA6-B2AC-6A38E0FB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860923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EF5AB-6FDD-40CF-BA28-CE8ACEA0D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2860923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37" name="Text 1">
            <a:extLst xmlns:a="http://schemas.openxmlformats.org/drawingml/2006/main">
              <a:ext uri="{FF2B5EF4-FFF2-40B4-BE49-F238E27FC236}">
                <a16:creationId xmlns:a16="http://schemas.microsoft.com/office/drawing/2014/main" id="{D671BFF4-2D38-4381-A6EB-D516706B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85" y="2915711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B23E6-DDF2-4611-8619-62C634BB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3081757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D9BEC-10B3-45F6-A1A6-028F4D6B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39" y="3081757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140" name="Text 0">
            <a:extLst xmlns:a="http://schemas.openxmlformats.org/drawingml/2006/main">
              <a:ext uri="{FF2B5EF4-FFF2-40B4-BE49-F238E27FC236}">
                <a16:creationId xmlns:a16="http://schemas.microsoft.com/office/drawing/2014/main" id="{EF82A86A-1B5D-40F4-B14F-2E8725AC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70" y="3136545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FE63AB-DB0D-4D25-8E5D-B407DD5E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3296780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8E19B0-EAE6-45CA-9B6B-3E3D89F8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3296780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143" name="Text u(3,4)">
            <a:extLst xmlns:a="http://schemas.openxmlformats.org/drawingml/2006/main">
              <a:ext uri="{FF2B5EF4-FFF2-40B4-BE49-F238E27FC236}">
                <a16:creationId xmlns:a16="http://schemas.microsoft.com/office/drawing/2014/main" id="{6AE4BBB4-9BA9-4FD9-BC10-48A8D356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723" y="3356255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851" y="68670"/>
                </a:moveTo>
                <a:lnTo>
                  <a:pt x="122088" y="67172"/>
                </a:lnTo>
                <a:cubicBezTo>
                  <a:pt x="123378" y="73540"/>
                  <a:pt x="125573" y="78128"/>
                  <a:pt x="128674" y="80937"/>
                </a:cubicBezTo>
                <a:cubicBezTo>
                  <a:pt x="131774" y="83746"/>
                  <a:pt x="135551" y="85151"/>
                  <a:pt x="140004" y="85151"/>
                </a:cubicBezTo>
                <a:cubicBezTo>
                  <a:pt x="145290" y="85151"/>
                  <a:pt x="149753" y="83323"/>
                  <a:pt x="153395" y="79667"/>
                </a:cubicBezTo>
                <a:cubicBezTo>
                  <a:pt x="157037" y="76011"/>
                  <a:pt x="158857" y="71483"/>
                  <a:pt x="158857" y="66081"/>
                </a:cubicBezTo>
                <a:cubicBezTo>
                  <a:pt x="158857" y="60929"/>
                  <a:pt x="157172" y="56680"/>
                  <a:pt x="153801" y="53336"/>
                </a:cubicBezTo>
                <a:cubicBezTo>
                  <a:pt x="150430" y="49991"/>
                  <a:pt x="146143" y="48319"/>
                  <a:pt x="140941" y="48319"/>
                </a:cubicBezTo>
                <a:cubicBezTo>
                  <a:pt x="138818" y="48319"/>
                  <a:pt x="136175" y="48735"/>
                  <a:pt x="133012" y="49567"/>
                </a:cubicBezTo>
                <a:lnTo>
                  <a:pt x="134261" y="39704"/>
                </a:lnTo>
                <a:cubicBezTo>
                  <a:pt x="135010" y="39787"/>
                  <a:pt x="135614" y="39829"/>
                  <a:pt x="136071" y="39829"/>
                </a:cubicBezTo>
                <a:cubicBezTo>
                  <a:pt x="140857" y="39829"/>
                  <a:pt x="145165" y="38591"/>
                  <a:pt x="148994" y="36114"/>
                </a:cubicBezTo>
                <a:cubicBezTo>
                  <a:pt x="152823" y="33638"/>
                  <a:pt x="154737" y="29821"/>
                  <a:pt x="154737" y="24663"/>
                </a:cubicBezTo>
                <a:cubicBezTo>
                  <a:pt x="154737" y="20578"/>
                  <a:pt x="153343" y="17194"/>
                  <a:pt x="150555" y="14512"/>
                </a:cubicBezTo>
                <a:cubicBezTo>
                  <a:pt x="147766" y="11829"/>
                  <a:pt x="144166" y="10488"/>
                  <a:pt x="139755" y="10488"/>
                </a:cubicBezTo>
                <a:cubicBezTo>
                  <a:pt x="135385" y="10488"/>
                  <a:pt x="131743" y="11861"/>
                  <a:pt x="128830" y="14608"/>
                </a:cubicBezTo>
                <a:cubicBezTo>
                  <a:pt x="125917" y="17355"/>
                  <a:pt x="124044" y="21475"/>
                  <a:pt x="123211" y="26969"/>
                </a:cubicBezTo>
                <a:lnTo>
                  <a:pt x="111974" y="24971"/>
                </a:lnTo>
                <a:cubicBezTo>
                  <a:pt x="113348" y="17399"/>
                  <a:pt x="116469" y="11532"/>
                  <a:pt x="121338" y="7368"/>
                </a:cubicBezTo>
                <a:cubicBezTo>
                  <a:pt x="126208" y="3205"/>
                  <a:pt x="132263" y="1124"/>
                  <a:pt x="139505" y="1124"/>
                </a:cubicBezTo>
                <a:cubicBezTo>
                  <a:pt x="144499" y="1124"/>
                  <a:pt x="149098" y="2192"/>
                  <a:pt x="153301" y="4329"/>
                </a:cubicBezTo>
                <a:cubicBezTo>
                  <a:pt x="157505" y="6466"/>
                  <a:pt x="160720" y="9381"/>
                  <a:pt x="162946" y="13075"/>
                </a:cubicBezTo>
                <a:cubicBezTo>
                  <a:pt x="165173" y="16767"/>
                  <a:pt x="166286" y="20688"/>
                  <a:pt x="166286" y="24838"/>
                </a:cubicBezTo>
                <a:cubicBezTo>
                  <a:pt x="166286" y="28780"/>
                  <a:pt x="165225" y="32370"/>
                  <a:pt x="163102" y="35607"/>
                </a:cubicBezTo>
                <a:cubicBezTo>
                  <a:pt x="160980" y="38843"/>
                  <a:pt x="157838" y="41415"/>
                  <a:pt x="153676" y="43325"/>
                </a:cubicBezTo>
                <a:cubicBezTo>
                  <a:pt x="159086" y="44573"/>
                  <a:pt x="163290" y="47164"/>
                  <a:pt x="166286" y="51097"/>
                </a:cubicBezTo>
                <a:cubicBezTo>
                  <a:pt x="169283" y="55030"/>
                  <a:pt x="170781" y="59951"/>
                  <a:pt x="170781" y="65861"/>
                </a:cubicBezTo>
                <a:cubicBezTo>
                  <a:pt x="170781" y="73852"/>
                  <a:pt x="167868" y="80625"/>
                  <a:pt x="162041" y="86181"/>
                </a:cubicBezTo>
                <a:cubicBezTo>
                  <a:pt x="156215" y="91737"/>
                  <a:pt x="148848" y="94515"/>
                  <a:pt x="139942" y="94515"/>
                </a:cubicBezTo>
                <a:cubicBezTo>
                  <a:pt x="131910" y="94515"/>
                  <a:pt x="125240" y="92116"/>
                  <a:pt x="119934" y="87318"/>
                </a:cubicBezTo>
                <a:cubicBezTo>
                  <a:pt x="114628" y="82521"/>
                  <a:pt x="111600" y="76305"/>
                  <a:pt x="110851" y="6867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3437" y="93017"/>
                </a:moveTo>
                <a:lnTo>
                  <a:pt x="253437" y="71105"/>
                </a:lnTo>
                <a:lnTo>
                  <a:pt x="213733" y="71105"/>
                </a:lnTo>
                <a:lnTo>
                  <a:pt x="213733" y="60804"/>
                </a:lnTo>
                <a:lnTo>
                  <a:pt x="255497" y="1498"/>
                </a:lnTo>
                <a:lnTo>
                  <a:pt x="264674" y="1498"/>
                </a:lnTo>
                <a:lnTo>
                  <a:pt x="264674" y="60804"/>
                </a:lnTo>
                <a:lnTo>
                  <a:pt x="277034" y="60804"/>
                </a:lnTo>
                <a:lnTo>
                  <a:pt x="277034" y="71105"/>
                </a:lnTo>
                <a:lnTo>
                  <a:pt x="264674" y="71105"/>
                </a:lnTo>
                <a:lnTo>
                  <a:pt x="264674" y="93017"/>
                </a:lnTo>
                <a:lnTo>
                  <a:pt x="253437" y="93017"/>
                </a:lnTo>
                <a:moveTo>
                  <a:pt x="253437" y="60804"/>
                </a:moveTo>
                <a:lnTo>
                  <a:pt x="253437" y="19540"/>
                </a:lnTo>
                <a:lnTo>
                  <a:pt x="224783" y="60804"/>
                </a:lnTo>
                <a:lnTo>
                  <a:pt x="253437" y="60804"/>
                </a:ln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89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8EAC2-ED51-481B-A42F-1421E3298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3075946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BE34E1-0F73-49A6-BD8C-384AF5A0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3075946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46" name="Text u(5,1)">
            <a:extLst xmlns:a="http://schemas.openxmlformats.org/drawingml/2006/main">
              <a:ext uri="{FF2B5EF4-FFF2-40B4-BE49-F238E27FC236}">
                <a16:creationId xmlns:a16="http://schemas.microsoft.com/office/drawing/2014/main" id="{7760F4D9-C1B7-450C-90F0-11A77A5B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723" y="3135421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788" y="68920"/>
                </a:moveTo>
                <a:lnTo>
                  <a:pt x="122587" y="67921"/>
                </a:lnTo>
                <a:cubicBezTo>
                  <a:pt x="123461" y="73645"/>
                  <a:pt x="125490" y="77948"/>
                  <a:pt x="128674" y="80830"/>
                </a:cubicBezTo>
                <a:cubicBezTo>
                  <a:pt x="131858" y="83711"/>
                  <a:pt x="135697" y="85151"/>
                  <a:pt x="140192" y="85151"/>
                </a:cubicBezTo>
                <a:cubicBezTo>
                  <a:pt x="145602" y="85151"/>
                  <a:pt x="150180" y="83115"/>
                  <a:pt x="153926" y="79043"/>
                </a:cubicBezTo>
                <a:cubicBezTo>
                  <a:pt x="157671" y="74970"/>
                  <a:pt x="159544" y="69567"/>
                  <a:pt x="159544" y="62835"/>
                </a:cubicBezTo>
                <a:cubicBezTo>
                  <a:pt x="159544" y="56435"/>
                  <a:pt x="157744" y="51386"/>
                  <a:pt x="154144" y="47687"/>
                </a:cubicBezTo>
                <a:cubicBezTo>
                  <a:pt x="150544" y="43988"/>
                  <a:pt x="145831" y="42139"/>
                  <a:pt x="140004" y="42139"/>
                </a:cubicBezTo>
                <a:cubicBezTo>
                  <a:pt x="136384" y="42139"/>
                  <a:pt x="133116" y="42955"/>
                  <a:pt x="130203" y="44587"/>
                </a:cubicBezTo>
                <a:cubicBezTo>
                  <a:pt x="127290" y="46219"/>
                  <a:pt x="125001" y="48337"/>
                  <a:pt x="123336" y="50941"/>
                </a:cubicBezTo>
                <a:lnTo>
                  <a:pt x="112786" y="49567"/>
                </a:lnTo>
                <a:lnTo>
                  <a:pt x="121651" y="2622"/>
                </a:lnTo>
                <a:lnTo>
                  <a:pt x="167160" y="2622"/>
                </a:lnTo>
                <a:lnTo>
                  <a:pt x="167160" y="13235"/>
                </a:lnTo>
                <a:lnTo>
                  <a:pt x="130640" y="13235"/>
                </a:lnTo>
                <a:lnTo>
                  <a:pt x="125708" y="37893"/>
                </a:lnTo>
                <a:cubicBezTo>
                  <a:pt x="131202" y="34106"/>
                  <a:pt x="136966" y="32213"/>
                  <a:pt x="143001" y="32213"/>
                </a:cubicBezTo>
                <a:cubicBezTo>
                  <a:pt x="150992" y="32213"/>
                  <a:pt x="157734" y="34983"/>
                  <a:pt x="163227" y="40525"/>
                </a:cubicBezTo>
                <a:cubicBezTo>
                  <a:pt x="168721" y="46066"/>
                  <a:pt x="171468" y="53189"/>
                  <a:pt x="171468" y="61895"/>
                </a:cubicBezTo>
                <a:cubicBezTo>
                  <a:pt x="171468" y="70186"/>
                  <a:pt x="169054" y="77352"/>
                  <a:pt x="164226" y="83391"/>
                </a:cubicBezTo>
                <a:cubicBezTo>
                  <a:pt x="158358" y="90807"/>
                  <a:pt x="150346" y="94515"/>
                  <a:pt x="140192" y="94515"/>
                </a:cubicBezTo>
                <a:cubicBezTo>
                  <a:pt x="131868" y="94515"/>
                  <a:pt x="125074" y="92179"/>
                  <a:pt x="119809" y="87506"/>
                </a:cubicBezTo>
                <a:cubicBezTo>
                  <a:pt x="114544" y="82833"/>
                  <a:pt x="111537" y="76638"/>
                  <a:pt x="110788" y="6892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59742" y="93017"/>
                </a:moveTo>
                <a:lnTo>
                  <a:pt x="248505" y="93017"/>
                </a:lnTo>
                <a:lnTo>
                  <a:pt x="248505" y="21413"/>
                </a:lnTo>
                <a:cubicBezTo>
                  <a:pt x="245800" y="23993"/>
                  <a:pt x="242252" y="26573"/>
                  <a:pt x="237861" y="29154"/>
                </a:cubicBezTo>
                <a:cubicBezTo>
                  <a:pt x="233470" y="31734"/>
                  <a:pt x="229527" y="33669"/>
                  <a:pt x="226031" y="34959"/>
                </a:cubicBezTo>
                <a:lnTo>
                  <a:pt x="226031" y="24097"/>
                </a:lnTo>
                <a:cubicBezTo>
                  <a:pt x="232316" y="21142"/>
                  <a:pt x="237809" y="17563"/>
                  <a:pt x="242512" y="13359"/>
                </a:cubicBezTo>
                <a:cubicBezTo>
                  <a:pt x="247215" y="9156"/>
                  <a:pt x="250544" y="5077"/>
                  <a:pt x="252500" y="1124"/>
                </a:cubicBezTo>
                <a:lnTo>
                  <a:pt x="259742" y="1124"/>
                </a:lnTo>
                <a:lnTo>
                  <a:pt x="259742" y="93017"/>
                </a:ln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89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254052-FA6F-4E43-A29F-07E6CD30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431746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114B9-B1E2-4E5A-BC73-F8AE1358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431746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49" name="Text upd({1,2},5)">
            <a:extLst xmlns:a="http://schemas.openxmlformats.org/drawingml/2006/main">
              <a:ext uri="{FF2B5EF4-FFF2-40B4-BE49-F238E27FC236}">
                <a16:creationId xmlns:a16="http://schemas.microsoft.com/office/drawing/2014/main" id="{142747EC-48C3-4F28-9D54-E2D93EC5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645" y="485410"/>
            <a:ext cx="655355" cy="119986"/>
          </a:xfrm>
          <a:custGeom xmlns:a="http://schemas.openxmlformats.org/drawingml/2006/main">
            <a:pathLst>
              <a:path w="65535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71335" y="118487"/>
                </a:moveTo>
                <a:lnTo>
                  <a:pt x="71335" y="26719"/>
                </a:lnTo>
                <a:lnTo>
                  <a:pt x="81573" y="26719"/>
                </a:lnTo>
                <a:lnTo>
                  <a:pt x="81573" y="35272"/>
                </a:lnTo>
                <a:cubicBezTo>
                  <a:pt x="83987" y="31921"/>
                  <a:pt x="86713" y="29409"/>
                  <a:pt x="89751" y="27733"/>
                </a:cubicBezTo>
                <a:cubicBezTo>
                  <a:pt x="92789" y="26058"/>
                  <a:pt x="96473" y="25221"/>
                  <a:pt x="100801" y="25221"/>
                </a:cubicBezTo>
                <a:cubicBezTo>
                  <a:pt x="106461" y="25221"/>
                  <a:pt x="111455" y="26677"/>
                  <a:pt x="115784" y="29591"/>
                </a:cubicBezTo>
                <a:cubicBezTo>
                  <a:pt x="120112" y="32504"/>
                  <a:pt x="123379" y="36614"/>
                  <a:pt x="125585" y="41920"/>
                </a:cubicBezTo>
                <a:cubicBezTo>
                  <a:pt x="127790" y="47226"/>
                  <a:pt x="128893" y="53043"/>
                  <a:pt x="128893" y="59369"/>
                </a:cubicBezTo>
                <a:cubicBezTo>
                  <a:pt x="128893" y="66152"/>
                  <a:pt x="127676" y="72260"/>
                  <a:pt x="125241" y="77691"/>
                </a:cubicBezTo>
                <a:cubicBezTo>
                  <a:pt x="122807" y="83122"/>
                  <a:pt x="119269" y="87284"/>
                  <a:pt x="114629" y="90176"/>
                </a:cubicBezTo>
                <a:cubicBezTo>
                  <a:pt x="109988" y="93069"/>
                  <a:pt x="105108" y="94515"/>
                  <a:pt x="99989" y="94515"/>
                </a:cubicBezTo>
                <a:cubicBezTo>
                  <a:pt x="96244" y="94515"/>
                  <a:pt x="92883" y="93714"/>
                  <a:pt x="89907" y="92112"/>
                </a:cubicBezTo>
                <a:cubicBezTo>
                  <a:pt x="86932" y="90508"/>
                  <a:pt x="84487" y="88483"/>
                  <a:pt x="82572" y="86037"/>
                </a:cubicBezTo>
                <a:lnTo>
                  <a:pt x="82572" y="118487"/>
                </a:lnTo>
                <a:lnTo>
                  <a:pt x="71335" y="118487"/>
                </a:lnTo>
                <a:moveTo>
                  <a:pt x="81511" y="60149"/>
                </a:moveTo>
                <a:cubicBezTo>
                  <a:pt x="81511" y="68670"/>
                  <a:pt x="83238" y="74968"/>
                  <a:pt x="86692" y="79041"/>
                </a:cubicBezTo>
                <a:cubicBezTo>
                  <a:pt x="90147" y="83114"/>
                  <a:pt x="94329" y="85151"/>
                  <a:pt x="99240" y="85151"/>
                </a:cubicBezTo>
                <a:cubicBezTo>
                  <a:pt x="104234" y="85151"/>
                  <a:pt x="108511" y="83042"/>
                  <a:pt x="112069" y="78822"/>
                </a:cubicBezTo>
                <a:cubicBezTo>
                  <a:pt x="115627" y="74603"/>
                  <a:pt x="117407" y="68067"/>
                  <a:pt x="117407" y="59212"/>
                </a:cubicBezTo>
                <a:cubicBezTo>
                  <a:pt x="117407" y="50774"/>
                  <a:pt x="115669" y="44456"/>
                  <a:pt x="112194" y="40258"/>
                </a:cubicBezTo>
                <a:cubicBezTo>
                  <a:pt x="108719" y="36060"/>
                  <a:pt x="104567" y="33961"/>
                  <a:pt x="99740" y="33961"/>
                </a:cubicBezTo>
                <a:cubicBezTo>
                  <a:pt x="94954" y="33961"/>
                  <a:pt x="90719" y="36195"/>
                  <a:pt x="87036" y="40664"/>
                </a:cubicBezTo>
                <a:cubicBezTo>
                  <a:pt x="83352" y="45132"/>
                  <a:pt x="81511" y="51628"/>
                  <a:pt x="81511" y="60149"/>
                </a:cubicBezTo>
                <a:close/>
                <a:moveTo>
                  <a:pt x="185433" y="93017"/>
                </a:moveTo>
                <a:lnTo>
                  <a:pt x="185433" y="84652"/>
                </a:lnTo>
                <a:cubicBezTo>
                  <a:pt x="181229" y="91227"/>
                  <a:pt x="175049" y="94515"/>
                  <a:pt x="166892" y="94515"/>
                </a:cubicBezTo>
                <a:cubicBezTo>
                  <a:pt x="161606" y="94515"/>
                  <a:pt x="156747" y="93059"/>
                  <a:pt x="152315" y="90145"/>
                </a:cubicBezTo>
                <a:cubicBezTo>
                  <a:pt x="147883" y="87232"/>
                  <a:pt x="144449" y="83164"/>
                  <a:pt x="142015" y="77941"/>
                </a:cubicBezTo>
                <a:cubicBezTo>
                  <a:pt x="139580" y="72718"/>
                  <a:pt x="138363" y="66714"/>
                  <a:pt x="138363" y="59930"/>
                </a:cubicBezTo>
                <a:cubicBezTo>
                  <a:pt x="138363" y="53313"/>
                  <a:pt x="139465" y="47310"/>
                  <a:pt x="141671" y="41920"/>
                </a:cubicBezTo>
                <a:cubicBezTo>
                  <a:pt x="143877" y="36530"/>
                  <a:pt x="147186" y="32400"/>
                  <a:pt x="151597" y="29528"/>
                </a:cubicBezTo>
                <a:cubicBezTo>
                  <a:pt x="156009" y="26657"/>
                  <a:pt x="160940" y="25221"/>
                  <a:pt x="166392" y="25221"/>
                </a:cubicBezTo>
                <a:cubicBezTo>
                  <a:pt x="170388" y="25221"/>
                  <a:pt x="173946" y="26063"/>
                  <a:pt x="177068" y="27749"/>
                </a:cubicBezTo>
                <a:cubicBezTo>
                  <a:pt x="180189" y="29435"/>
                  <a:pt x="182728" y="31630"/>
                  <a:pt x="184684" y="34335"/>
                </a:cubicBezTo>
                <a:lnTo>
                  <a:pt x="184684" y="1498"/>
                </a:lnTo>
                <a:lnTo>
                  <a:pt x="195858" y="1498"/>
                </a:lnTo>
                <a:lnTo>
                  <a:pt x="195858" y="93017"/>
                </a:lnTo>
                <a:lnTo>
                  <a:pt x="185433" y="93017"/>
                </a:lnTo>
                <a:moveTo>
                  <a:pt x="149912" y="59899"/>
                </a:moveTo>
                <a:cubicBezTo>
                  <a:pt x="149912" y="68358"/>
                  <a:pt x="151701" y="74681"/>
                  <a:pt x="155280" y="78869"/>
                </a:cubicBezTo>
                <a:cubicBezTo>
                  <a:pt x="158860" y="83057"/>
                  <a:pt x="163084" y="85151"/>
                  <a:pt x="167953" y="85151"/>
                </a:cubicBezTo>
                <a:cubicBezTo>
                  <a:pt x="172864" y="85151"/>
                  <a:pt x="177036" y="83151"/>
                  <a:pt x="180470" y="79150"/>
                </a:cubicBezTo>
                <a:cubicBezTo>
                  <a:pt x="183903" y="75148"/>
                  <a:pt x="185620" y="69042"/>
                  <a:pt x="185620" y="60832"/>
                </a:cubicBezTo>
                <a:cubicBezTo>
                  <a:pt x="185620" y="51793"/>
                  <a:pt x="183872" y="45158"/>
                  <a:pt x="180376" y="40929"/>
                </a:cubicBezTo>
                <a:cubicBezTo>
                  <a:pt x="176880" y="36700"/>
                  <a:pt x="172573" y="34585"/>
                  <a:pt x="167454" y="34585"/>
                </a:cubicBezTo>
                <a:cubicBezTo>
                  <a:pt x="162460" y="34585"/>
                  <a:pt x="158287" y="36617"/>
                  <a:pt x="154937" y="40681"/>
                </a:cubicBezTo>
                <a:cubicBezTo>
                  <a:pt x="151587" y="44744"/>
                  <a:pt x="149912" y="51150"/>
                  <a:pt x="149912" y="59899"/>
                </a:cubicBezTo>
                <a:close/>
                <a:moveTo>
                  <a:pt x="234981" y="119986"/>
                </a:moveTo>
                <a:cubicBezTo>
                  <a:pt x="228780" y="112161"/>
                  <a:pt x="223536" y="103005"/>
                  <a:pt x="219249" y="92517"/>
                </a:cubicBezTo>
                <a:cubicBezTo>
                  <a:pt x="214962" y="82030"/>
                  <a:pt x="212819" y="71167"/>
                  <a:pt x="212819" y="59930"/>
                </a:cubicBezTo>
                <a:cubicBezTo>
                  <a:pt x="212819" y="50025"/>
                  <a:pt x="214421" y="40536"/>
                  <a:pt x="217626" y="31463"/>
                </a:cubicBezTo>
                <a:cubicBezTo>
                  <a:pt x="221372" y="20934"/>
                  <a:pt x="227157" y="10446"/>
                  <a:pt x="234981" y="0"/>
                </a:cubicBezTo>
                <a:lnTo>
                  <a:pt x="243034" y="0"/>
                </a:lnTo>
                <a:cubicBezTo>
                  <a:pt x="237998" y="8657"/>
                  <a:pt x="234669" y="14837"/>
                  <a:pt x="233046" y="18541"/>
                </a:cubicBezTo>
                <a:cubicBezTo>
                  <a:pt x="230507" y="24284"/>
                  <a:pt x="228509" y="30277"/>
                  <a:pt x="227053" y="36520"/>
                </a:cubicBezTo>
                <a:cubicBezTo>
                  <a:pt x="225263" y="44303"/>
                  <a:pt x="224368" y="52127"/>
                  <a:pt x="224368" y="59993"/>
                </a:cubicBezTo>
                <a:cubicBezTo>
                  <a:pt x="224368" y="80011"/>
                  <a:pt x="230590" y="100009"/>
                  <a:pt x="243034" y="119986"/>
                </a:cubicBezTo>
                <a:lnTo>
                  <a:pt x="234981" y="119986"/>
                </a:lnTo>
                <a:close/>
                <a:moveTo>
                  <a:pt x="251211" y="54811"/>
                </a:moveTo>
                <a:cubicBezTo>
                  <a:pt x="254416" y="54728"/>
                  <a:pt x="257027" y="53866"/>
                  <a:pt x="259046" y="52224"/>
                </a:cubicBezTo>
                <a:cubicBezTo>
                  <a:pt x="261064" y="50582"/>
                  <a:pt x="262406" y="48327"/>
                  <a:pt x="263072" y="45459"/>
                </a:cubicBezTo>
                <a:cubicBezTo>
                  <a:pt x="263738" y="42590"/>
                  <a:pt x="264092" y="37684"/>
                  <a:pt x="264133" y="30742"/>
                </a:cubicBezTo>
                <a:cubicBezTo>
                  <a:pt x="264175" y="23799"/>
                  <a:pt x="264300" y="19226"/>
                  <a:pt x="264508" y="17023"/>
                </a:cubicBezTo>
                <a:cubicBezTo>
                  <a:pt x="264883" y="13531"/>
                  <a:pt x="265580" y="10725"/>
                  <a:pt x="266599" y="8605"/>
                </a:cubicBezTo>
                <a:cubicBezTo>
                  <a:pt x="267619" y="6485"/>
                  <a:pt x="268878" y="4791"/>
                  <a:pt x="270376" y="3523"/>
                </a:cubicBezTo>
                <a:cubicBezTo>
                  <a:pt x="271874" y="2255"/>
                  <a:pt x="273789" y="1289"/>
                  <a:pt x="276119" y="624"/>
                </a:cubicBezTo>
                <a:cubicBezTo>
                  <a:pt x="277701" y="208"/>
                  <a:pt x="280281" y="0"/>
                  <a:pt x="283860" y="0"/>
                </a:cubicBezTo>
                <a:lnTo>
                  <a:pt x="287356" y="0"/>
                </a:lnTo>
                <a:lnTo>
                  <a:pt x="287356" y="9864"/>
                </a:lnTo>
                <a:lnTo>
                  <a:pt x="285421" y="9864"/>
                </a:lnTo>
                <a:cubicBezTo>
                  <a:pt x="281093" y="9864"/>
                  <a:pt x="278221" y="10643"/>
                  <a:pt x="276806" y="12201"/>
                </a:cubicBezTo>
                <a:cubicBezTo>
                  <a:pt x="275391" y="13759"/>
                  <a:pt x="274684" y="17238"/>
                  <a:pt x="274684" y="22638"/>
                </a:cubicBezTo>
                <a:cubicBezTo>
                  <a:pt x="274684" y="33521"/>
                  <a:pt x="274455" y="40396"/>
                  <a:pt x="273997" y="43262"/>
                </a:cubicBezTo>
                <a:cubicBezTo>
                  <a:pt x="273248" y="47708"/>
                  <a:pt x="271968" y="51135"/>
                  <a:pt x="270158" y="53545"/>
                </a:cubicBezTo>
                <a:cubicBezTo>
                  <a:pt x="268347" y="55954"/>
                  <a:pt x="265507" y="58093"/>
                  <a:pt x="261636" y="59962"/>
                </a:cubicBezTo>
                <a:cubicBezTo>
                  <a:pt x="266214" y="61875"/>
                  <a:pt x="269533" y="64796"/>
                  <a:pt x="271593" y="68727"/>
                </a:cubicBezTo>
                <a:cubicBezTo>
                  <a:pt x="273654" y="72657"/>
                  <a:pt x="274684" y="79094"/>
                  <a:pt x="274684" y="88036"/>
                </a:cubicBezTo>
                <a:cubicBezTo>
                  <a:pt x="274684" y="96147"/>
                  <a:pt x="274767" y="100971"/>
                  <a:pt x="274933" y="102510"/>
                </a:cubicBezTo>
                <a:cubicBezTo>
                  <a:pt x="275266" y="105339"/>
                  <a:pt x="276109" y="107314"/>
                  <a:pt x="277462" y="108436"/>
                </a:cubicBezTo>
                <a:cubicBezTo>
                  <a:pt x="278814" y="109560"/>
                  <a:pt x="281467" y="110122"/>
                  <a:pt x="285421" y="110122"/>
                </a:cubicBezTo>
                <a:lnTo>
                  <a:pt x="287356" y="110122"/>
                </a:lnTo>
                <a:lnTo>
                  <a:pt x="287356" y="119986"/>
                </a:lnTo>
                <a:lnTo>
                  <a:pt x="283860" y="119986"/>
                </a:lnTo>
                <a:cubicBezTo>
                  <a:pt x="279782" y="119986"/>
                  <a:pt x="276827" y="119653"/>
                  <a:pt x="274996" y="118987"/>
                </a:cubicBezTo>
                <a:cubicBezTo>
                  <a:pt x="272332" y="118030"/>
                  <a:pt x="270126" y="116479"/>
                  <a:pt x="268378" y="114336"/>
                </a:cubicBezTo>
                <a:cubicBezTo>
                  <a:pt x="266630" y="112193"/>
                  <a:pt x="265496" y="109477"/>
                  <a:pt x="264976" y="106189"/>
                </a:cubicBezTo>
                <a:cubicBezTo>
                  <a:pt x="264456" y="102901"/>
                  <a:pt x="264175" y="97512"/>
                  <a:pt x="264133" y="90020"/>
                </a:cubicBezTo>
                <a:cubicBezTo>
                  <a:pt x="264092" y="82529"/>
                  <a:pt x="263738" y="77348"/>
                  <a:pt x="263072" y="74476"/>
                </a:cubicBezTo>
                <a:cubicBezTo>
                  <a:pt x="262406" y="71604"/>
                  <a:pt x="261064" y="69336"/>
                  <a:pt x="259046" y="67671"/>
                </a:cubicBezTo>
                <a:cubicBezTo>
                  <a:pt x="257027" y="66007"/>
                  <a:pt x="254416" y="65133"/>
                  <a:pt x="251211" y="65049"/>
                </a:cubicBezTo>
                <a:lnTo>
                  <a:pt x="251211" y="54811"/>
                </a:lnTo>
                <a:close/>
                <a:moveTo>
                  <a:pt x="337987" y="93017"/>
                </a:moveTo>
                <a:lnTo>
                  <a:pt x="326750" y="93017"/>
                </a:lnTo>
                <a:lnTo>
                  <a:pt x="326750" y="21413"/>
                </a:lnTo>
                <a:cubicBezTo>
                  <a:pt x="324045" y="23993"/>
                  <a:pt x="320497" y="26573"/>
                  <a:pt x="316106" y="29154"/>
                </a:cubicBezTo>
                <a:cubicBezTo>
                  <a:pt x="311715" y="31734"/>
                  <a:pt x="307772" y="33669"/>
                  <a:pt x="304276" y="34959"/>
                </a:cubicBezTo>
                <a:lnTo>
                  <a:pt x="304276" y="24097"/>
                </a:lnTo>
                <a:cubicBezTo>
                  <a:pt x="310560" y="21142"/>
                  <a:pt x="316054" y="17563"/>
                  <a:pt x="320757" y="13359"/>
                </a:cubicBezTo>
                <a:cubicBezTo>
                  <a:pt x="325460" y="9156"/>
                  <a:pt x="328789" y="5077"/>
                  <a:pt x="330745" y="1124"/>
                </a:cubicBezTo>
                <a:lnTo>
                  <a:pt x="337987" y="1124"/>
                </a:lnTo>
                <a:lnTo>
                  <a:pt x="337987" y="93017"/>
                </a:lnTo>
                <a:close/>
                <a:moveTo>
                  <a:pt x="372802" y="93017"/>
                </a:moveTo>
                <a:lnTo>
                  <a:pt x="372802" y="80157"/>
                </a:lnTo>
                <a:lnTo>
                  <a:pt x="385600" y="80157"/>
                </a:lnTo>
                <a:lnTo>
                  <a:pt x="385600" y="92980"/>
                </a:lnTo>
                <a:cubicBezTo>
                  <a:pt x="385600" y="97693"/>
                  <a:pt x="384767" y="101499"/>
                  <a:pt x="383103" y="104396"/>
                </a:cubicBezTo>
                <a:cubicBezTo>
                  <a:pt x="381438" y="107295"/>
                  <a:pt x="378795" y="109537"/>
                  <a:pt x="375174" y="111121"/>
                </a:cubicBezTo>
                <a:lnTo>
                  <a:pt x="372053" y="106252"/>
                </a:lnTo>
                <a:cubicBezTo>
                  <a:pt x="374425" y="105216"/>
                  <a:pt x="376173" y="103694"/>
                  <a:pt x="377297" y="101685"/>
                </a:cubicBezTo>
                <a:cubicBezTo>
                  <a:pt x="378420" y="99675"/>
                  <a:pt x="379045" y="96786"/>
                  <a:pt x="379170" y="93017"/>
                </a:cubicBezTo>
                <a:lnTo>
                  <a:pt x="372802" y="93017"/>
                </a:lnTo>
                <a:close/>
                <a:moveTo>
                  <a:pt x="461346" y="82217"/>
                </a:moveTo>
                <a:lnTo>
                  <a:pt x="461346" y="93017"/>
                </a:lnTo>
                <a:lnTo>
                  <a:pt x="400853" y="93017"/>
                </a:lnTo>
                <a:cubicBezTo>
                  <a:pt x="400770" y="90313"/>
                  <a:pt x="401207" y="87713"/>
                  <a:pt x="402164" y="85217"/>
                </a:cubicBezTo>
                <a:cubicBezTo>
                  <a:pt x="403704" y="81100"/>
                  <a:pt x="406170" y="77045"/>
                  <a:pt x="409562" y="73052"/>
                </a:cubicBezTo>
                <a:cubicBezTo>
                  <a:pt x="412954" y="69059"/>
                  <a:pt x="417854" y="64442"/>
                  <a:pt x="424264" y="59201"/>
                </a:cubicBezTo>
                <a:cubicBezTo>
                  <a:pt x="434210" y="51051"/>
                  <a:pt x="440932" y="44596"/>
                  <a:pt x="444428" y="39835"/>
                </a:cubicBezTo>
                <a:cubicBezTo>
                  <a:pt x="447924" y="35073"/>
                  <a:pt x="449672" y="30572"/>
                  <a:pt x="449672" y="26331"/>
                </a:cubicBezTo>
                <a:cubicBezTo>
                  <a:pt x="449672" y="21881"/>
                  <a:pt x="448080" y="18129"/>
                  <a:pt x="444896" y="15072"/>
                </a:cubicBezTo>
                <a:cubicBezTo>
                  <a:pt x="441712" y="12016"/>
                  <a:pt x="437561" y="10488"/>
                  <a:pt x="432442" y="10488"/>
                </a:cubicBezTo>
                <a:cubicBezTo>
                  <a:pt x="427031" y="10488"/>
                  <a:pt x="422703" y="12111"/>
                  <a:pt x="419457" y="15357"/>
                </a:cubicBezTo>
                <a:cubicBezTo>
                  <a:pt x="416211" y="18603"/>
                  <a:pt x="414567" y="23098"/>
                  <a:pt x="414525" y="28841"/>
                </a:cubicBezTo>
                <a:lnTo>
                  <a:pt x="402976" y="27653"/>
                </a:lnTo>
                <a:cubicBezTo>
                  <a:pt x="403767" y="19019"/>
                  <a:pt x="406742" y="12439"/>
                  <a:pt x="411903" y="7913"/>
                </a:cubicBezTo>
                <a:cubicBezTo>
                  <a:pt x="417064" y="3387"/>
                  <a:pt x="423993" y="1124"/>
                  <a:pt x="432691" y="1124"/>
                </a:cubicBezTo>
                <a:cubicBezTo>
                  <a:pt x="441473" y="1124"/>
                  <a:pt x="448423" y="3559"/>
                  <a:pt x="453542" y="8430"/>
                </a:cubicBezTo>
                <a:cubicBezTo>
                  <a:pt x="458661" y="13300"/>
                  <a:pt x="461221" y="19337"/>
                  <a:pt x="461221" y="26539"/>
                </a:cubicBezTo>
                <a:cubicBezTo>
                  <a:pt x="461221" y="30203"/>
                  <a:pt x="460472" y="33804"/>
                  <a:pt x="458973" y="37343"/>
                </a:cubicBezTo>
                <a:cubicBezTo>
                  <a:pt x="457475" y="40882"/>
                  <a:pt x="454988" y="44608"/>
                  <a:pt x="451513" y="48522"/>
                </a:cubicBezTo>
                <a:cubicBezTo>
                  <a:pt x="448038" y="52434"/>
                  <a:pt x="442264" y="57804"/>
                  <a:pt x="434190" y="64632"/>
                </a:cubicBezTo>
                <a:cubicBezTo>
                  <a:pt x="427447" y="70286"/>
                  <a:pt x="423119" y="74121"/>
                  <a:pt x="421205" y="76138"/>
                </a:cubicBezTo>
                <a:cubicBezTo>
                  <a:pt x="419290" y="78154"/>
                  <a:pt x="417709" y="80180"/>
                  <a:pt x="416460" y="82217"/>
                </a:cubicBezTo>
                <a:lnTo>
                  <a:pt x="461346" y="82217"/>
                </a:lnTo>
                <a:close/>
                <a:moveTo>
                  <a:pt x="507148" y="54811"/>
                </a:moveTo>
                <a:lnTo>
                  <a:pt x="507148" y="65049"/>
                </a:lnTo>
                <a:cubicBezTo>
                  <a:pt x="503943" y="65133"/>
                  <a:pt x="501332" y="66007"/>
                  <a:pt x="499313" y="67671"/>
                </a:cubicBezTo>
                <a:cubicBezTo>
                  <a:pt x="497295" y="69336"/>
                  <a:pt x="495953" y="71594"/>
                  <a:pt x="495287" y="74445"/>
                </a:cubicBezTo>
                <a:cubicBezTo>
                  <a:pt x="494621" y="77296"/>
                  <a:pt x="494267" y="82196"/>
                  <a:pt x="494225" y="89146"/>
                </a:cubicBezTo>
                <a:cubicBezTo>
                  <a:pt x="494184" y="96097"/>
                  <a:pt x="494059" y="100675"/>
                  <a:pt x="493851" y="102880"/>
                </a:cubicBezTo>
                <a:cubicBezTo>
                  <a:pt x="493476" y="106418"/>
                  <a:pt x="492779" y="109238"/>
                  <a:pt x="491760" y="111339"/>
                </a:cubicBezTo>
                <a:cubicBezTo>
                  <a:pt x="490740" y="113441"/>
                  <a:pt x="489481" y="115127"/>
                  <a:pt x="487983" y="116396"/>
                </a:cubicBezTo>
                <a:cubicBezTo>
                  <a:pt x="486484" y="117665"/>
                  <a:pt x="484570" y="118633"/>
                  <a:pt x="482239" y="119299"/>
                </a:cubicBezTo>
                <a:cubicBezTo>
                  <a:pt x="480658" y="119757"/>
                  <a:pt x="478078" y="119986"/>
                  <a:pt x="474498" y="119986"/>
                </a:cubicBezTo>
                <a:lnTo>
                  <a:pt x="471002" y="119986"/>
                </a:lnTo>
                <a:lnTo>
                  <a:pt x="471002" y="110122"/>
                </a:lnTo>
                <a:lnTo>
                  <a:pt x="472938" y="110122"/>
                </a:lnTo>
                <a:cubicBezTo>
                  <a:pt x="477266" y="110122"/>
                  <a:pt x="480138" y="109342"/>
                  <a:pt x="481553" y="107781"/>
                </a:cubicBezTo>
                <a:cubicBezTo>
                  <a:pt x="482968" y="106222"/>
                  <a:pt x="483675" y="102718"/>
                  <a:pt x="483675" y="97270"/>
                </a:cubicBezTo>
                <a:cubicBezTo>
                  <a:pt x="483675" y="86872"/>
                  <a:pt x="483862" y="80279"/>
                  <a:pt x="484237" y="77492"/>
                </a:cubicBezTo>
                <a:cubicBezTo>
                  <a:pt x="484903" y="72876"/>
                  <a:pt x="486235" y="69185"/>
                  <a:pt x="488232" y="66419"/>
                </a:cubicBezTo>
                <a:cubicBezTo>
                  <a:pt x="490230" y="63653"/>
                  <a:pt x="493060" y="61500"/>
                  <a:pt x="496723" y="59962"/>
                </a:cubicBezTo>
                <a:cubicBezTo>
                  <a:pt x="491936" y="57676"/>
                  <a:pt x="488565" y="54655"/>
                  <a:pt x="486609" y="50896"/>
                </a:cubicBezTo>
                <a:cubicBezTo>
                  <a:pt x="484653" y="47136"/>
                  <a:pt x="483675" y="40790"/>
                  <a:pt x="483675" y="31859"/>
                </a:cubicBezTo>
                <a:cubicBezTo>
                  <a:pt x="483675" y="23759"/>
                  <a:pt x="483571" y="18920"/>
                  <a:pt x="483363" y="17341"/>
                </a:cubicBezTo>
                <a:cubicBezTo>
                  <a:pt x="483072" y="14558"/>
                  <a:pt x="482250" y="12616"/>
                  <a:pt x="480897" y="11516"/>
                </a:cubicBezTo>
                <a:cubicBezTo>
                  <a:pt x="479545" y="10414"/>
                  <a:pt x="476891" y="9864"/>
                  <a:pt x="472938" y="9864"/>
                </a:cubicBezTo>
                <a:lnTo>
                  <a:pt x="471002" y="9864"/>
                </a:lnTo>
                <a:lnTo>
                  <a:pt x="471002" y="0"/>
                </a:lnTo>
                <a:lnTo>
                  <a:pt x="474498" y="0"/>
                </a:lnTo>
                <a:cubicBezTo>
                  <a:pt x="478577" y="0"/>
                  <a:pt x="481532" y="332"/>
                  <a:pt x="483363" y="997"/>
                </a:cubicBezTo>
                <a:cubicBezTo>
                  <a:pt x="486027" y="1912"/>
                  <a:pt x="488232" y="3451"/>
                  <a:pt x="489980" y="5613"/>
                </a:cubicBezTo>
                <a:cubicBezTo>
                  <a:pt x="491728" y="7774"/>
                  <a:pt x="492862" y="10497"/>
                  <a:pt x="493383" y="13781"/>
                </a:cubicBezTo>
                <a:cubicBezTo>
                  <a:pt x="493903" y="17065"/>
                  <a:pt x="494184" y="22449"/>
                  <a:pt x="494225" y="29932"/>
                </a:cubicBezTo>
                <a:cubicBezTo>
                  <a:pt x="494267" y="37414"/>
                  <a:pt x="494621" y="42579"/>
                  <a:pt x="495287" y="45428"/>
                </a:cubicBezTo>
                <a:cubicBezTo>
                  <a:pt x="495953" y="48275"/>
                  <a:pt x="497295" y="50530"/>
                  <a:pt x="499313" y="52193"/>
                </a:cubicBezTo>
                <a:cubicBezTo>
                  <a:pt x="501332" y="53855"/>
                  <a:pt x="503943" y="54728"/>
                  <a:pt x="507148" y="54811"/>
                </a:cubicBezTo>
                <a:close/>
                <a:moveTo>
                  <a:pt x="522133" y="93017"/>
                </a:moveTo>
                <a:lnTo>
                  <a:pt x="522133" y="80157"/>
                </a:lnTo>
                <a:lnTo>
                  <a:pt x="534930" y="80157"/>
                </a:lnTo>
                <a:lnTo>
                  <a:pt x="534930" y="92980"/>
                </a:lnTo>
                <a:cubicBezTo>
                  <a:pt x="534930" y="97693"/>
                  <a:pt x="534098" y="101499"/>
                  <a:pt x="532433" y="104396"/>
                </a:cubicBezTo>
                <a:cubicBezTo>
                  <a:pt x="530768" y="107295"/>
                  <a:pt x="528126" y="109537"/>
                  <a:pt x="524505" y="111121"/>
                </a:cubicBezTo>
                <a:lnTo>
                  <a:pt x="521383" y="106252"/>
                </a:lnTo>
                <a:cubicBezTo>
                  <a:pt x="523756" y="105216"/>
                  <a:pt x="525504" y="103694"/>
                  <a:pt x="526627" y="101685"/>
                </a:cubicBezTo>
                <a:cubicBezTo>
                  <a:pt x="527751" y="99675"/>
                  <a:pt x="528375" y="96786"/>
                  <a:pt x="528500" y="93017"/>
                </a:cubicBezTo>
                <a:lnTo>
                  <a:pt x="522133" y="93017"/>
                </a:lnTo>
                <a:close/>
                <a:moveTo>
                  <a:pt x="551620" y="68920"/>
                </a:moveTo>
                <a:lnTo>
                  <a:pt x="563419" y="67921"/>
                </a:lnTo>
                <a:cubicBezTo>
                  <a:pt x="564293" y="73645"/>
                  <a:pt x="566322" y="77948"/>
                  <a:pt x="569505" y="80830"/>
                </a:cubicBezTo>
                <a:cubicBezTo>
                  <a:pt x="572689" y="83711"/>
                  <a:pt x="576528" y="85151"/>
                  <a:pt x="581023" y="85151"/>
                </a:cubicBezTo>
                <a:cubicBezTo>
                  <a:pt x="586434" y="85151"/>
                  <a:pt x="591012" y="83115"/>
                  <a:pt x="594757" y="79043"/>
                </a:cubicBezTo>
                <a:cubicBezTo>
                  <a:pt x="598503" y="74970"/>
                  <a:pt x="600376" y="69567"/>
                  <a:pt x="600376" y="62835"/>
                </a:cubicBezTo>
                <a:cubicBezTo>
                  <a:pt x="600376" y="56435"/>
                  <a:pt x="598576" y="51386"/>
                  <a:pt x="594976" y="47687"/>
                </a:cubicBezTo>
                <a:cubicBezTo>
                  <a:pt x="591376" y="43988"/>
                  <a:pt x="586663" y="42139"/>
                  <a:pt x="580836" y="42139"/>
                </a:cubicBezTo>
                <a:cubicBezTo>
                  <a:pt x="577215" y="42139"/>
                  <a:pt x="573948" y="42955"/>
                  <a:pt x="571035" y="44587"/>
                </a:cubicBezTo>
                <a:cubicBezTo>
                  <a:pt x="568122" y="46219"/>
                  <a:pt x="565833" y="48337"/>
                  <a:pt x="564168" y="50941"/>
                </a:cubicBezTo>
                <a:lnTo>
                  <a:pt x="553618" y="49567"/>
                </a:lnTo>
                <a:lnTo>
                  <a:pt x="562482" y="2622"/>
                </a:lnTo>
                <a:lnTo>
                  <a:pt x="607992" y="2622"/>
                </a:lnTo>
                <a:lnTo>
                  <a:pt x="607992" y="13235"/>
                </a:lnTo>
                <a:lnTo>
                  <a:pt x="571472" y="13235"/>
                </a:lnTo>
                <a:lnTo>
                  <a:pt x="566540" y="37893"/>
                </a:lnTo>
                <a:cubicBezTo>
                  <a:pt x="572034" y="34106"/>
                  <a:pt x="577798" y="32213"/>
                  <a:pt x="583832" y="32213"/>
                </a:cubicBezTo>
                <a:cubicBezTo>
                  <a:pt x="591823" y="32213"/>
                  <a:pt x="598565" y="34983"/>
                  <a:pt x="604059" y="40525"/>
                </a:cubicBezTo>
                <a:cubicBezTo>
                  <a:pt x="609553" y="46066"/>
                  <a:pt x="612299" y="53189"/>
                  <a:pt x="612299" y="61895"/>
                </a:cubicBezTo>
                <a:cubicBezTo>
                  <a:pt x="612299" y="70186"/>
                  <a:pt x="609886" y="77352"/>
                  <a:pt x="605058" y="83391"/>
                </a:cubicBezTo>
                <a:cubicBezTo>
                  <a:pt x="599190" y="90807"/>
                  <a:pt x="591178" y="94515"/>
                  <a:pt x="581023" y="94515"/>
                </a:cubicBezTo>
                <a:cubicBezTo>
                  <a:pt x="572700" y="94515"/>
                  <a:pt x="565905" y="92179"/>
                  <a:pt x="560641" y="87506"/>
                </a:cubicBezTo>
                <a:cubicBezTo>
                  <a:pt x="555376" y="82833"/>
                  <a:pt x="552369" y="76638"/>
                  <a:pt x="551620" y="68920"/>
                </a:cubicBezTo>
                <a:close/>
                <a:moveTo>
                  <a:pt x="633193" y="119986"/>
                </a:moveTo>
                <a:lnTo>
                  <a:pt x="625140" y="119986"/>
                </a:lnTo>
                <a:cubicBezTo>
                  <a:pt x="637584" y="100009"/>
                  <a:pt x="643806" y="80011"/>
                  <a:pt x="643806" y="59993"/>
                </a:cubicBezTo>
                <a:cubicBezTo>
                  <a:pt x="643806" y="52169"/>
                  <a:pt x="642911" y="44407"/>
                  <a:pt x="641121" y="36707"/>
                </a:cubicBezTo>
                <a:cubicBezTo>
                  <a:pt x="639706" y="30465"/>
                  <a:pt x="637730" y="24472"/>
                  <a:pt x="635191" y="18728"/>
                </a:cubicBezTo>
                <a:cubicBezTo>
                  <a:pt x="633568" y="14983"/>
                  <a:pt x="630217" y="8740"/>
                  <a:pt x="625140" y="0"/>
                </a:cubicBezTo>
                <a:lnTo>
                  <a:pt x="633193" y="0"/>
                </a:lnTo>
                <a:cubicBezTo>
                  <a:pt x="641017" y="10446"/>
                  <a:pt x="646802" y="20934"/>
                  <a:pt x="650548" y="31463"/>
                </a:cubicBezTo>
                <a:cubicBezTo>
                  <a:pt x="653753" y="40536"/>
                  <a:pt x="655355" y="50025"/>
                  <a:pt x="655355" y="59930"/>
                </a:cubicBezTo>
                <a:cubicBezTo>
                  <a:pt x="655355" y="71167"/>
                  <a:pt x="653201" y="82030"/>
                  <a:pt x="648894" y="92517"/>
                </a:cubicBezTo>
                <a:cubicBezTo>
                  <a:pt x="644586" y="103005"/>
                  <a:pt x="639353" y="112161"/>
                  <a:pt x="63319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D2DBEA-3B32-4B82-8D5B-3FB2144AB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652581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E6984-8986-43AD-A478-75AF576B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652581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152" name="Text u({2,3},5)">
            <a:extLst xmlns:a="http://schemas.openxmlformats.org/drawingml/2006/main">
              <a:ext uri="{FF2B5EF4-FFF2-40B4-BE49-F238E27FC236}">
                <a16:creationId xmlns:a16="http://schemas.microsoft.com/office/drawing/2014/main" id="{62FDFC41-925E-435A-BDB9-6D5C6869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653" y="706244"/>
            <a:ext cx="513184" cy="119986"/>
          </a:xfrm>
          <a:custGeom xmlns:a="http://schemas.openxmlformats.org/drawingml/2006/main">
            <a:pathLst>
              <a:path w="51318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8" y="8605"/>
                </a:cubicBezTo>
                <a:cubicBezTo>
                  <a:pt x="125448" y="6485"/>
                  <a:pt x="126707" y="4791"/>
                  <a:pt x="128205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0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0" y="9864"/>
                </a:lnTo>
                <a:cubicBezTo>
                  <a:pt x="138922" y="9864"/>
                  <a:pt x="136050" y="10643"/>
                  <a:pt x="134635" y="12201"/>
                </a:cubicBezTo>
                <a:cubicBezTo>
                  <a:pt x="133220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6" y="55954"/>
                  <a:pt x="123336" y="58093"/>
                  <a:pt x="119465" y="59962"/>
                </a:cubicBezTo>
                <a:cubicBezTo>
                  <a:pt x="124043" y="61875"/>
                  <a:pt x="127362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2" y="102510"/>
                </a:cubicBezTo>
                <a:cubicBezTo>
                  <a:pt x="133095" y="105339"/>
                  <a:pt x="133938" y="107314"/>
                  <a:pt x="135291" y="108436"/>
                </a:cubicBezTo>
                <a:cubicBezTo>
                  <a:pt x="136643" y="109560"/>
                  <a:pt x="139297" y="110122"/>
                  <a:pt x="143250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1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5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212547" y="82217"/>
                </a:moveTo>
                <a:lnTo>
                  <a:pt x="212547" y="93017"/>
                </a:lnTo>
                <a:lnTo>
                  <a:pt x="152054" y="93017"/>
                </a:lnTo>
                <a:cubicBezTo>
                  <a:pt x="151971" y="90313"/>
                  <a:pt x="152408" y="87713"/>
                  <a:pt x="153365" y="85217"/>
                </a:cubicBezTo>
                <a:cubicBezTo>
                  <a:pt x="154905" y="81100"/>
                  <a:pt x="157371" y="77045"/>
                  <a:pt x="160763" y="73052"/>
                </a:cubicBezTo>
                <a:cubicBezTo>
                  <a:pt x="164155" y="69059"/>
                  <a:pt x="169055" y="64442"/>
                  <a:pt x="175465" y="59201"/>
                </a:cubicBezTo>
                <a:cubicBezTo>
                  <a:pt x="185411" y="51051"/>
                  <a:pt x="192133" y="44596"/>
                  <a:pt x="195629" y="39835"/>
                </a:cubicBezTo>
                <a:cubicBezTo>
                  <a:pt x="199125" y="35073"/>
                  <a:pt x="200873" y="30572"/>
                  <a:pt x="200873" y="26331"/>
                </a:cubicBezTo>
                <a:cubicBezTo>
                  <a:pt x="200873" y="21881"/>
                  <a:pt x="199281" y="18129"/>
                  <a:pt x="196097" y="15072"/>
                </a:cubicBezTo>
                <a:cubicBezTo>
                  <a:pt x="192913" y="12016"/>
                  <a:pt x="188762" y="10488"/>
                  <a:pt x="183643" y="10488"/>
                </a:cubicBezTo>
                <a:cubicBezTo>
                  <a:pt x="178232" y="10488"/>
                  <a:pt x="173904" y="12111"/>
                  <a:pt x="170658" y="15357"/>
                </a:cubicBezTo>
                <a:cubicBezTo>
                  <a:pt x="167412" y="18603"/>
                  <a:pt x="165768" y="23098"/>
                  <a:pt x="165726" y="28841"/>
                </a:cubicBezTo>
                <a:lnTo>
                  <a:pt x="154177" y="27653"/>
                </a:lnTo>
                <a:cubicBezTo>
                  <a:pt x="154968" y="19019"/>
                  <a:pt x="157943" y="12439"/>
                  <a:pt x="163104" y="7913"/>
                </a:cubicBezTo>
                <a:cubicBezTo>
                  <a:pt x="168265" y="3387"/>
                  <a:pt x="175194" y="1124"/>
                  <a:pt x="183892" y="1124"/>
                </a:cubicBezTo>
                <a:cubicBezTo>
                  <a:pt x="192674" y="1124"/>
                  <a:pt x="199624" y="3559"/>
                  <a:pt x="204743" y="8430"/>
                </a:cubicBezTo>
                <a:cubicBezTo>
                  <a:pt x="209862" y="13300"/>
                  <a:pt x="212422" y="19337"/>
                  <a:pt x="212422" y="26539"/>
                </a:cubicBezTo>
                <a:cubicBezTo>
                  <a:pt x="212422" y="30203"/>
                  <a:pt x="211673" y="33804"/>
                  <a:pt x="210174" y="37343"/>
                </a:cubicBezTo>
                <a:cubicBezTo>
                  <a:pt x="208676" y="40882"/>
                  <a:pt x="206189" y="44608"/>
                  <a:pt x="202714" y="48522"/>
                </a:cubicBezTo>
                <a:cubicBezTo>
                  <a:pt x="199239" y="52434"/>
                  <a:pt x="193465" y="57804"/>
                  <a:pt x="185391" y="64632"/>
                </a:cubicBezTo>
                <a:cubicBezTo>
                  <a:pt x="178648" y="70286"/>
                  <a:pt x="174320" y="74121"/>
                  <a:pt x="172406" y="76138"/>
                </a:cubicBezTo>
                <a:cubicBezTo>
                  <a:pt x="170491" y="78154"/>
                  <a:pt x="168910" y="80180"/>
                  <a:pt x="167661" y="82217"/>
                </a:cubicBezTo>
                <a:lnTo>
                  <a:pt x="212547" y="82217"/>
                </a:ln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9" y="80157"/>
                </a:lnTo>
                <a:lnTo>
                  <a:pt x="243429" y="92980"/>
                </a:lnTo>
                <a:cubicBezTo>
                  <a:pt x="243429" y="97693"/>
                  <a:pt x="242596" y="101499"/>
                  <a:pt x="240932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50" y="99675"/>
                  <a:pt x="236874" y="96786"/>
                  <a:pt x="236999" y="93017"/>
                </a:cubicBezTo>
                <a:lnTo>
                  <a:pt x="230631" y="93017"/>
                </a:lnTo>
                <a:close/>
                <a:moveTo>
                  <a:pt x="260181" y="68670"/>
                </a:moveTo>
                <a:lnTo>
                  <a:pt x="271418" y="67172"/>
                </a:lnTo>
                <a:cubicBezTo>
                  <a:pt x="272708" y="73540"/>
                  <a:pt x="274903" y="78128"/>
                  <a:pt x="278004" y="80937"/>
                </a:cubicBezTo>
                <a:cubicBezTo>
                  <a:pt x="281104" y="83746"/>
                  <a:pt x="284881" y="85151"/>
                  <a:pt x="289334" y="85151"/>
                </a:cubicBezTo>
                <a:cubicBezTo>
                  <a:pt x="294620" y="85151"/>
                  <a:pt x="299084" y="83323"/>
                  <a:pt x="302725" y="79667"/>
                </a:cubicBezTo>
                <a:cubicBezTo>
                  <a:pt x="306367" y="76011"/>
                  <a:pt x="308188" y="71483"/>
                  <a:pt x="308188" y="66081"/>
                </a:cubicBezTo>
                <a:cubicBezTo>
                  <a:pt x="308188" y="60929"/>
                  <a:pt x="306502" y="56680"/>
                  <a:pt x="303131" y="53336"/>
                </a:cubicBezTo>
                <a:cubicBezTo>
                  <a:pt x="299760" y="49991"/>
                  <a:pt x="295473" y="48319"/>
                  <a:pt x="290271" y="48319"/>
                </a:cubicBezTo>
                <a:cubicBezTo>
                  <a:pt x="288148" y="48319"/>
                  <a:pt x="285506" y="48735"/>
                  <a:pt x="282343" y="49567"/>
                </a:cubicBezTo>
                <a:lnTo>
                  <a:pt x="283591" y="39704"/>
                </a:lnTo>
                <a:cubicBezTo>
                  <a:pt x="284340" y="39787"/>
                  <a:pt x="284944" y="39829"/>
                  <a:pt x="285401" y="39829"/>
                </a:cubicBezTo>
                <a:cubicBezTo>
                  <a:pt x="290188" y="39829"/>
                  <a:pt x="294495" y="38591"/>
                  <a:pt x="298324" y="36114"/>
                </a:cubicBezTo>
                <a:cubicBezTo>
                  <a:pt x="302153" y="33638"/>
                  <a:pt x="304067" y="29821"/>
                  <a:pt x="304067" y="24663"/>
                </a:cubicBezTo>
                <a:cubicBezTo>
                  <a:pt x="304067" y="20578"/>
                  <a:pt x="302673" y="17194"/>
                  <a:pt x="299885" y="14512"/>
                </a:cubicBezTo>
                <a:cubicBezTo>
                  <a:pt x="297096" y="11829"/>
                  <a:pt x="293496" y="10488"/>
                  <a:pt x="289085" y="10488"/>
                </a:cubicBezTo>
                <a:cubicBezTo>
                  <a:pt x="284715" y="10488"/>
                  <a:pt x="281073" y="11861"/>
                  <a:pt x="278160" y="14608"/>
                </a:cubicBezTo>
                <a:cubicBezTo>
                  <a:pt x="275247" y="17355"/>
                  <a:pt x="273374" y="21475"/>
                  <a:pt x="272541" y="26969"/>
                </a:cubicBezTo>
                <a:lnTo>
                  <a:pt x="261304" y="24971"/>
                </a:lnTo>
                <a:cubicBezTo>
                  <a:pt x="262678" y="17399"/>
                  <a:pt x="265799" y="11532"/>
                  <a:pt x="270669" y="7368"/>
                </a:cubicBezTo>
                <a:cubicBezTo>
                  <a:pt x="275538" y="3205"/>
                  <a:pt x="281593" y="1124"/>
                  <a:pt x="288835" y="1124"/>
                </a:cubicBezTo>
                <a:cubicBezTo>
                  <a:pt x="293829" y="1124"/>
                  <a:pt x="298428" y="2192"/>
                  <a:pt x="302631" y="4329"/>
                </a:cubicBezTo>
                <a:cubicBezTo>
                  <a:pt x="306835" y="6466"/>
                  <a:pt x="310050" y="9381"/>
                  <a:pt x="312277" y="13075"/>
                </a:cubicBezTo>
                <a:cubicBezTo>
                  <a:pt x="314503" y="16767"/>
                  <a:pt x="315616" y="20688"/>
                  <a:pt x="315616" y="24838"/>
                </a:cubicBezTo>
                <a:cubicBezTo>
                  <a:pt x="315616" y="28780"/>
                  <a:pt x="314555" y="32370"/>
                  <a:pt x="312433" y="35607"/>
                </a:cubicBezTo>
                <a:cubicBezTo>
                  <a:pt x="310310" y="38843"/>
                  <a:pt x="307168" y="41415"/>
                  <a:pt x="303006" y="43325"/>
                </a:cubicBezTo>
                <a:cubicBezTo>
                  <a:pt x="308416" y="44573"/>
                  <a:pt x="312620" y="47164"/>
                  <a:pt x="315616" y="51097"/>
                </a:cubicBezTo>
                <a:cubicBezTo>
                  <a:pt x="318613" y="55030"/>
                  <a:pt x="320111" y="59951"/>
                  <a:pt x="320111" y="65861"/>
                </a:cubicBezTo>
                <a:cubicBezTo>
                  <a:pt x="320111" y="73852"/>
                  <a:pt x="317198" y="80625"/>
                  <a:pt x="311371" y="86181"/>
                </a:cubicBezTo>
                <a:cubicBezTo>
                  <a:pt x="305545" y="91737"/>
                  <a:pt x="298178" y="94515"/>
                  <a:pt x="289272" y="94515"/>
                </a:cubicBezTo>
                <a:cubicBezTo>
                  <a:pt x="281240" y="94515"/>
                  <a:pt x="274570" y="92116"/>
                  <a:pt x="269264" y="87318"/>
                </a:cubicBezTo>
                <a:cubicBezTo>
                  <a:pt x="263958" y="82521"/>
                  <a:pt x="260930" y="76305"/>
                  <a:pt x="260181" y="68670"/>
                </a:cubicBez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2" y="65133"/>
                  <a:pt x="359161" y="66007"/>
                  <a:pt x="357142" y="67671"/>
                </a:cubicBezTo>
                <a:cubicBezTo>
                  <a:pt x="355124" y="69336"/>
                  <a:pt x="353781" y="71594"/>
                  <a:pt x="353116" y="74445"/>
                </a:cubicBezTo>
                <a:cubicBezTo>
                  <a:pt x="352450" y="77296"/>
                  <a:pt x="352096" y="82196"/>
                  <a:pt x="352054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5" y="106418"/>
                  <a:pt x="350608" y="109238"/>
                  <a:pt x="349588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3" y="117665"/>
                  <a:pt x="342399" y="118633"/>
                  <a:pt x="340068" y="119299"/>
                </a:cubicBezTo>
                <a:cubicBezTo>
                  <a:pt x="338487" y="119757"/>
                  <a:pt x="335906" y="119986"/>
                  <a:pt x="332327" y="119986"/>
                </a:cubicBezTo>
                <a:lnTo>
                  <a:pt x="328831" y="119986"/>
                </a:lnTo>
                <a:lnTo>
                  <a:pt x="328831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4" y="102718"/>
                  <a:pt x="341504" y="97270"/>
                </a:cubicBezTo>
                <a:cubicBezTo>
                  <a:pt x="341504" y="86872"/>
                  <a:pt x="341691" y="80279"/>
                  <a:pt x="342066" y="77492"/>
                </a:cubicBezTo>
                <a:cubicBezTo>
                  <a:pt x="342732" y="72876"/>
                  <a:pt x="344064" y="69185"/>
                  <a:pt x="346061" y="66419"/>
                </a:cubicBezTo>
                <a:cubicBezTo>
                  <a:pt x="348059" y="63653"/>
                  <a:pt x="350889" y="61500"/>
                  <a:pt x="354551" y="59962"/>
                </a:cubicBezTo>
                <a:cubicBezTo>
                  <a:pt x="349765" y="57676"/>
                  <a:pt x="346394" y="54655"/>
                  <a:pt x="344438" y="50896"/>
                </a:cubicBezTo>
                <a:cubicBezTo>
                  <a:pt x="342482" y="47136"/>
                  <a:pt x="341504" y="40790"/>
                  <a:pt x="341504" y="31859"/>
                </a:cubicBezTo>
                <a:cubicBezTo>
                  <a:pt x="341504" y="23759"/>
                  <a:pt x="341400" y="18920"/>
                  <a:pt x="341192" y="17341"/>
                </a:cubicBezTo>
                <a:cubicBezTo>
                  <a:pt x="340901" y="14558"/>
                  <a:pt x="340079" y="12616"/>
                  <a:pt x="338726" y="11516"/>
                </a:cubicBezTo>
                <a:cubicBezTo>
                  <a:pt x="337373" y="10414"/>
                  <a:pt x="334720" y="9864"/>
                  <a:pt x="330767" y="9864"/>
                </a:cubicBezTo>
                <a:lnTo>
                  <a:pt x="328831" y="9864"/>
                </a:lnTo>
                <a:lnTo>
                  <a:pt x="328831" y="0"/>
                </a:lnTo>
                <a:lnTo>
                  <a:pt x="332327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1" y="3451"/>
                  <a:pt x="347809" y="5613"/>
                </a:cubicBezTo>
                <a:cubicBezTo>
                  <a:pt x="349557" y="7774"/>
                  <a:pt x="350691" y="10497"/>
                  <a:pt x="351212" y="13781"/>
                </a:cubicBezTo>
                <a:cubicBezTo>
                  <a:pt x="351732" y="17065"/>
                  <a:pt x="352013" y="22449"/>
                  <a:pt x="352054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1" y="48275"/>
                  <a:pt x="355124" y="50530"/>
                  <a:pt x="357142" y="52193"/>
                </a:cubicBezTo>
                <a:cubicBezTo>
                  <a:pt x="359161" y="53855"/>
                  <a:pt x="361772" y="54728"/>
                  <a:pt x="364977" y="54811"/>
                </a:cubicBezTo>
                <a:close/>
                <a:moveTo>
                  <a:pt x="379961" y="93017"/>
                </a:moveTo>
                <a:lnTo>
                  <a:pt x="379961" y="80157"/>
                </a:lnTo>
                <a:lnTo>
                  <a:pt x="392759" y="80157"/>
                </a:lnTo>
                <a:lnTo>
                  <a:pt x="392759" y="92980"/>
                </a:lnTo>
                <a:cubicBezTo>
                  <a:pt x="392759" y="97693"/>
                  <a:pt x="391927" y="101499"/>
                  <a:pt x="390262" y="104396"/>
                </a:cubicBezTo>
                <a:cubicBezTo>
                  <a:pt x="388597" y="107295"/>
                  <a:pt x="385955" y="109537"/>
                  <a:pt x="382334" y="111121"/>
                </a:cubicBezTo>
                <a:lnTo>
                  <a:pt x="379212" y="106252"/>
                </a:lnTo>
                <a:cubicBezTo>
                  <a:pt x="381585" y="105216"/>
                  <a:pt x="383333" y="103694"/>
                  <a:pt x="384456" y="101685"/>
                </a:cubicBezTo>
                <a:cubicBezTo>
                  <a:pt x="385580" y="99675"/>
                  <a:pt x="386204" y="96786"/>
                  <a:pt x="386329" y="93017"/>
                </a:cubicBezTo>
                <a:lnTo>
                  <a:pt x="379961" y="93017"/>
                </a:lnTo>
                <a:close/>
                <a:moveTo>
                  <a:pt x="409449" y="68920"/>
                </a:moveTo>
                <a:lnTo>
                  <a:pt x="421248" y="67921"/>
                </a:lnTo>
                <a:cubicBezTo>
                  <a:pt x="422122" y="73645"/>
                  <a:pt x="424151" y="77948"/>
                  <a:pt x="427335" y="80830"/>
                </a:cubicBezTo>
                <a:cubicBezTo>
                  <a:pt x="430518" y="83711"/>
                  <a:pt x="434358" y="85151"/>
                  <a:pt x="438852" y="85151"/>
                </a:cubicBezTo>
                <a:cubicBezTo>
                  <a:pt x="444263" y="85151"/>
                  <a:pt x="448841" y="83115"/>
                  <a:pt x="452586" y="79043"/>
                </a:cubicBezTo>
                <a:cubicBezTo>
                  <a:pt x="456332" y="74970"/>
                  <a:pt x="458205" y="69567"/>
                  <a:pt x="458205" y="62835"/>
                </a:cubicBezTo>
                <a:cubicBezTo>
                  <a:pt x="458205" y="56435"/>
                  <a:pt x="456405" y="51386"/>
                  <a:pt x="452805" y="47687"/>
                </a:cubicBezTo>
                <a:cubicBezTo>
                  <a:pt x="449205" y="43988"/>
                  <a:pt x="444492" y="42139"/>
                  <a:pt x="438665" y="42139"/>
                </a:cubicBezTo>
                <a:cubicBezTo>
                  <a:pt x="435044" y="42139"/>
                  <a:pt x="431777" y="42955"/>
                  <a:pt x="428864" y="44587"/>
                </a:cubicBezTo>
                <a:cubicBezTo>
                  <a:pt x="425951" y="46219"/>
                  <a:pt x="423662" y="48337"/>
                  <a:pt x="421997" y="50941"/>
                </a:cubicBezTo>
                <a:lnTo>
                  <a:pt x="411447" y="49567"/>
                </a:lnTo>
                <a:lnTo>
                  <a:pt x="420311" y="2622"/>
                </a:lnTo>
                <a:lnTo>
                  <a:pt x="465821" y="2622"/>
                </a:lnTo>
                <a:lnTo>
                  <a:pt x="465821" y="13235"/>
                </a:lnTo>
                <a:lnTo>
                  <a:pt x="429301" y="13235"/>
                </a:lnTo>
                <a:lnTo>
                  <a:pt x="424369" y="37893"/>
                </a:lnTo>
                <a:cubicBezTo>
                  <a:pt x="429863" y="34106"/>
                  <a:pt x="435627" y="32213"/>
                  <a:pt x="441662" y="32213"/>
                </a:cubicBezTo>
                <a:cubicBezTo>
                  <a:pt x="449652" y="32213"/>
                  <a:pt x="456394" y="34983"/>
                  <a:pt x="461888" y="40525"/>
                </a:cubicBezTo>
                <a:cubicBezTo>
                  <a:pt x="467382" y="46066"/>
                  <a:pt x="470129" y="53189"/>
                  <a:pt x="470129" y="61895"/>
                </a:cubicBezTo>
                <a:cubicBezTo>
                  <a:pt x="470129" y="70186"/>
                  <a:pt x="467715" y="77352"/>
                  <a:pt x="462887" y="83391"/>
                </a:cubicBezTo>
                <a:cubicBezTo>
                  <a:pt x="457019" y="90807"/>
                  <a:pt x="449007" y="94515"/>
                  <a:pt x="438852" y="94515"/>
                </a:cubicBezTo>
                <a:cubicBezTo>
                  <a:pt x="430529" y="94515"/>
                  <a:pt x="423735" y="92179"/>
                  <a:pt x="418470" y="87506"/>
                </a:cubicBezTo>
                <a:cubicBezTo>
                  <a:pt x="413205" y="82833"/>
                  <a:pt x="410198" y="76638"/>
                  <a:pt x="409449" y="68920"/>
                </a:cubicBezTo>
                <a:close/>
                <a:moveTo>
                  <a:pt x="491022" y="119986"/>
                </a:moveTo>
                <a:lnTo>
                  <a:pt x="482969" y="119986"/>
                </a:lnTo>
                <a:cubicBezTo>
                  <a:pt x="495413" y="100009"/>
                  <a:pt x="501635" y="80011"/>
                  <a:pt x="501635" y="59993"/>
                </a:cubicBezTo>
                <a:cubicBezTo>
                  <a:pt x="501635" y="52169"/>
                  <a:pt x="500740" y="44407"/>
                  <a:pt x="498951" y="36707"/>
                </a:cubicBezTo>
                <a:cubicBezTo>
                  <a:pt x="497536" y="30465"/>
                  <a:pt x="495559" y="24472"/>
                  <a:pt x="493020" y="18728"/>
                </a:cubicBezTo>
                <a:cubicBezTo>
                  <a:pt x="491397" y="14983"/>
                  <a:pt x="488047" y="8740"/>
                  <a:pt x="482969" y="0"/>
                </a:cubicBezTo>
                <a:lnTo>
                  <a:pt x="491022" y="0"/>
                </a:lnTo>
                <a:cubicBezTo>
                  <a:pt x="498846" y="10446"/>
                  <a:pt x="504631" y="20934"/>
                  <a:pt x="508377" y="31463"/>
                </a:cubicBezTo>
                <a:cubicBezTo>
                  <a:pt x="511582" y="40536"/>
                  <a:pt x="513184" y="50025"/>
                  <a:pt x="513184" y="59930"/>
                </a:cubicBezTo>
                <a:cubicBezTo>
                  <a:pt x="513184" y="71167"/>
                  <a:pt x="511030" y="82030"/>
                  <a:pt x="506723" y="92517"/>
                </a:cubicBezTo>
                <a:cubicBezTo>
                  <a:pt x="502415" y="103005"/>
                  <a:pt x="497182" y="112161"/>
                  <a:pt x="49102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F96D9-CD71-48B4-B8D6-F057EB21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873415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0887E-7C1B-4B2A-AD99-DBF657E9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873415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55" name="Text upd({3,4},5)">
            <a:extLst xmlns:a="http://schemas.openxmlformats.org/drawingml/2006/main">
              <a:ext uri="{FF2B5EF4-FFF2-40B4-BE49-F238E27FC236}">
                <a16:creationId xmlns:a16="http://schemas.microsoft.com/office/drawing/2014/main" id="{CFF7A258-823F-43AA-87EA-D1D03B99F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645" y="927079"/>
            <a:ext cx="655355" cy="119986"/>
          </a:xfrm>
          <a:custGeom xmlns:a="http://schemas.openxmlformats.org/drawingml/2006/main">
            <a:pathLst>
              <a:path w="65535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71335" y="118487"/>
                </a:moveTo>
                <a:lnTo>
                  <a:pt x="71335" y="26719"/>
                </a:lnTo>
                <a:lnTo>
                  <a:pt x="81573" y="26719"/>
                </a:lnTo>
                <a:lnTo>
                  <a:pt x="81573" y="35272"/>
                </a:lnTo>
                <a:cubicBezTo>
                  <a:pt x="83987" y="31921"/>
                  <a:pt x="86713" y="29409"/>
                  <a:pt x="89751" y="27733"/>
                </a:cubicBezTo>
                <a:cubicBezTo>
                  <a:pt x="92789" y="26058"/>
                  <a:pt x="96473" y="25221"/>
                  <a:pt x="100801" y="25221"/>
                </a:cubicBezTo>
                <a:cubicBezTo>
                  <a:pt x="106461" y="25221"/>
                  <a:pt x="111455" y="26677"/>
                  <a:pt x="115784" y="29591"/>
                </a:cubicBezTo>
                <a:cubicBezTo>
                  <a:pt x="120112" y="32504"/>
                  <a:pt x="123379" y="36614"/>
                  <a:pt x="125585" y="41920"/>
                </a:cubicBezTo>
                <a:cubicBezTo>
                  <a:pt x="127790" y="47226"/>
                  <a:pt x="128893" y="53043"/>
                  <a:pt x="128893" y="59369"/>
                </a:cubicBezTo>
                <a:cubicBezTo>
                  <a:pt x="128893" y="66152"/>
                  <a:pt x="127676" y="72260"/>
                  <a:pt x="125241" y="77691"/>
                </a:cubicBezTo>
                <a:cubicBezTo>
                  <a:pt x="122807" y="83122"/>
                  <a:pt x="119269" y="87284"/>
                  <a:pt x="114629" y="90176"/>
                </a:cubicBezTo>
                <a:cubicBezTo>
                  <a:pt x="109988" y="93069"/>
                  <a:pt x="105108" y="94515"/>
                  <a:pt x="99989" y="94515"/>
                </a:cubicBezTo>
                <a:cubicBezTo>
                  <a:pt x="96244" y="94515"/>
                  <a:pt x="92883" y="93714"/>
                  <a:pt x="89907" y="92112"/>
                </a:cubicBezTo>
                <a:cubicBezTo>
                  <a:pt x="86932" y="90508"/>
                  <a:pt x="84487" y="88483"/>
                  <a:pt x="82572" y="86037"/>
                </a:cubicBezTo>
                <a:lnTo>
                  <a:pt x="82572" y="118487"/>
                </a:lnTo>
                <a:lnTo>
                  <a:pt x="71335" y="118487"/>
                </a:lnTo>
                <a:moveTo>
                  <a:pt x="81511" y="60149"/>
                </a:moveTo>
                <a:cubicBezTo>
                  <a:pt x="81511" y="68670"/>
                  <a:pt x="83238" y="74968"/>
                  <a:pt x="86692" y="79041"/>
                </a:cubicBezTo>
                <a:cubicBezTo>
                  <a:pt x="90147" y="83114"/>
                  <a:pt x="94329" y="85151"/>
                  <a:pt x="99240" y="85151"/>
                </a:cubicBezTo>
                <a:cubicBezTo>
                  <a:pt x="104234" y="85151"/>
                  <a:pt x="108511" y="83042"/>
                  <a:pt x="112069" y="78822"/>
                </a:cubicBezTo>
                <a:cubicBezTo>
                  <a:pt x="115627" y="74603"/>
                  <a:pt x="117407" y="68067"/>
                  <a:pt x="117407" y="59212"/>
                </a:cubicBezTo>
                <a:cubicBezTo>
                  <a:pt x="117407" y="50774"/>
                  <a:pt x="115669" y="44456"/>
                  <a:pt x="112194" y="40258"/>
                </a:cubicBezTo>
                <a:cubicBezTo>
                  <a:pt x="108719" y="36060"/>
                  <a:pt x="104567" y="33961"/>
                  <a:pt x="99740" y="33961"/>
                </a:cubicBezTo>
                <a:cubicBezTo>
                  <a:pt x="94954" y="33961"/>
                  <a:pt x="90719" y="36195"/>
                  <a:pt x="87036" y="40664"/>
                </a:cubicBezTo>
                <a:cubicBezTo>
                  <a:pt x="83352" y="45132"/>
                  <a:pt x="81511" y="51628"/>
                  <a:pt x="81511" y="60149"/>
                </a:cubicBezTo>
                <a:close/>
                <a:moveTo>
                  <a:pt x="185433" y="93017"/>
                </a:moveTo>
                <a:lnTo>
                  <a:pt x="185433" y="84652"/>
                </a:lnTo>
                <a:cubicBezTo>
                  <a:pt x="181229" y="91227"/>
                  <a:pt x="175049" y="94515"/>
                  <a:pt x="166892" y="94515"/>
                </a:cubicBezTo>
                <a:cubicBezTo>
                  <a:pt x="161606" y="94515"/>
                  <a:pt x="156747" y="93059"/>
                  <a:pt x="152315" y="90145"/>
                </a:cubicBezTo>
                <a:cubicBezTo>
                  <a:pt x="147883" y="87232"/>
                  <a:pt x="144449" y="83164"/>
                  <a:pt x="142015" y="77941"/>
                </a:cubicBezTo>
                <a:cubicBezTo>
                  <a:pt x="139580" y="72718"/>
                  <a:pt x="138363" y="66714"/>
                  <a:pt x="138363" y="59930"/>
                </a:cubicBezTo>
                <a:cubicBezTo>
                  <a:pt x="138363" y="53313"/>
                  <a:pt x="139465" y="47310"/>
                  <a:pt x="141671" y="41920"/>
                </a:cubicBezTo>
                <a:cubicBezTo>
                  <a:pt x="143877" y="36530"/>
                  <a:pt x="147186" y="32400"/>
                  <a:pt x="151597" y="29528"/>
                </a:cubicBezTo>
                <a:cubicBezTo>
                  <a:pt x="156009" y="26657"/>
                  <a:pt x="160940" y="25221"/>
                  <a:pt x="166392" y="25221"/>
                </a:cubicBezTo>
                <a:cubicBezTo>
                  <a:pt x="170388" y="25221"/>
                  <a:pt x="173946" y="26063"/>
                  <a:pt x="177068" y="27749"/>
                </a:cubicBezTo>
                <a:cubicBezTo>
                  <a:pt x="180189" y="29435"/>
                  <a:pt x="182728" y="31630"/>
                  <a:pt x="184684" y="34335"/>
                </a:cubicBezTo>
                <a:lnTo>
                  <a:pt x="184684" y="1498"/>
                </a:lnTo>
                <a:lnTo>
                  <a:pt x="195858" y="1498"/>
                </a:lnTo>
                <a:lnTo>
                  <a:pt x="195858" y="93017"/>
                </a:lnTo>
                <a:lnTo>
                  <a:pt x="185433" y="93017"/>
                </a:lnTo>
                <a:moveTo>
                  <a:pt x="149912" y="59899"/>
                </a:moveTo>
                <a:cubicBezTo>
                  <a:pt x="149912" y="68358"/>
                  <a:pt x="151701" y="74681"/>
                  <a:pt x="155280" y="78869"/>
                </a:cubicBezTo>
                <a:cubicBezTo>
                  <a:pt x="158860" y="83057"/>
                  <a:pt x="163084" y="85151"/>
                  <a:pt x="167953" y="85151"/>
                </a:cubicBezTo>
                <a:cubicBezTo>
                  <a:pt x="172864" y="85151"/>
                  <a:pt x="177036" y="83151"/>
                  <a:pt x="180470" y="79150"/>
                </a:cubicBezTo>
                <a:cubicBezTo>
                  <a:pt x="183903" y="75148"/>
                  <a:pt x="185620" y="69042"/>
                  <a:pt x="185620" y="60832"/>
                </a:cubicBezTo>
                <a:cubicBezTo>
                  <a:pt x="185620" y="51793"/>
                  <a:pt x="183872" y="45158"/>
                  <a:pt x="180376" y="40929"/>
                </a:cubicBezTo>
                <a:cubicBezTo>
                  <a:pt x="176880" y="36700"/>
                  <a:pt x="172573" y="34585"/>
                  <a:pt x="167454" y="34585"/>
                </a:cubicBezTo>
                <a:cubicBezTo>
                  <a:pt x="162460" y="34585"/>
                  <a:pt x="158287" y="36617"/>
                  <a:pt x="154937" y="40681"/>
                </a:cubicBezTo>
                <a:cubicBezTo>
                  <a:pt x="151587" y="44744"/>
                  <a:pt x="149912" y="51150"/>
                  <a:pt x="149912" y="59899"/>
                </a:cubicBezTo>
                <a:close/>
                <a:moveTo>
                  <a:pt x="234981" y="119986"/>
                </a:moveTo>
                <a:cubicBezTo>
                  <a:pt x="228780" y="112161"/>
                  <a:pt x="223536" y="103005"/>
                  <a:pt x="219249" y="92517"/>
                </a:cubicBezTo>
                <a:cubicBezTo>
                  <a:pt x="214962" y="82030"/>
                  <a:pt x="212819" y="71167"/>
                  <a:pt x="212819" y="59930"/>
                </a:cubicBezTo>
                <a:cubicBezTo>
                  <a:pt x="212819" y="50025"/>
                  <a:pt x="214421" y="40536"/>
                  <a:pt x="217626" y="31463"/>
                </a:cubicBezTo>
                <a:cubicBezTo>
                  <a:pt x="221372" y="20934"/>
                  <a:pt x="227157" y="10446"/>
                  <a:pt x="234981" y="0"/>
                </a:cubicBezTo>
                <a:lnTo>
                  <a:pt x="243034" y="0"/>
                </a:lnTo>
                <a:cubicBezTo>
                  <a:pt x="237998" y="8657"/>
                  <a:pt x="234669" y="14837"/>
                  <a:pt x="233046" y="18541"/>
                </a:cubicBezTo>
                <a:cubicBezTo>
                  <a:pt x="230507" y="24284"/>
                  <a:pt x="228509" y="30277"/>
                  <a:pt x="227053" y="36520"/>
                </a:cubicBezTo>
                <a:cubicBezTo>
                  <a:pt x="225263" y="44303"/>
                  <a:pt x="224368" y="52127"/>
                  <a:pt x="224368" y="59993"/>
                </a:cubicBezTo>
                <a:cubicBezTo>
                  <a:pt x="224368" y="80011"/>
                  <a:pt x="230590" y="100009"/>
                  <a:pt x="243034" y="119986"/>
                </a:cubicBezTo>
                <a:lnTo>
                  <a:pt x="234981" y="119986"/>
                </a:lnTo>
                <a:close/>
                <a:moveTo>
                  <a:pt x="251211" y="54811"/>
                </a:moveTo>
                <a:cubicBezTo>
                  <a:pt x="254416" y="54728"/>
                  <a:pt x="257027" y="53866"/>
                  <a:pt x="259046" y="52224"/>
                </a:cubicBezTo>
                <a:cubicBezTo>
                  <a:pt x="261064" y="50582"/>
                  <a:pt x="262406" y="48327"/>
                  <a:pt x="263072" y="45459"/>
                </a:cubicBezTo>
                <a:cubicBezTo>
                  <a:pt x="263738" y="42590"/>
                  <a:pt x="264092" y="37684"/>
                  <a:pt x="264133" y="30742"/>
                </a:cubicBezTo>
                <a:cubicBezTo>
                  <a:pt x="264175" y="23799"/>
                  <a:pt x="264300" y="19226"/>
                  <a:pt x="264508" y="17023"/>
                </a:cubicBezTo>
                <a:cubicBezTo>
                  <a:pt x="264883" y="13531"/>
                  <a:pt x="265580" y="10725"/>
                  <a:pt x="266599" y="8605"/>
                </a:cubicBezTo>
                <a:cubicBezTo>
                  <a:pt x="267619" y="6485"/>
                  <a:pt x="268878" y="4791"/>
                  <a:pt x="270376" y="3523"/>
                </a:cubicBezTo>
                <a:cubicBezTo>
                  <a:pt x="271874" y="2255"/>
                  <a:pt x="273789" y="1289"/>
                  <a:pt x="276119" y="624"/>
                </a:cubicBezTo>
                <a:cubicBezTo>
                  <a:pt x="277701" y="208"/>
                  <a:pt x="280281" y="0"/>
                  <a:pt x="283860" y="0"/>
                </a:cubicBezTo>
                <a:lnTo>
                  <a:pt x="287356" y="0"/>
                </a:lnTo>
                <a:lnTo>
                  <a:pt x="287356" y="9864"/>
                </a:lnTo>
                <a:lnTo>
                  <a:pt x="285421" y="9864"/>
                </a:lnTo>
                <a:cubicBezTo>
                  <a:pt x="281093" y="9864"/>
                  <a:pt x="278221" y="10643"/>
                  <a:pt x="276806" y="12201"/>
                </a:cubicBezTo>
                <a:cubicBezTo>
                  <a:pt x="275391" y="13759"/>
                  <a:pt x="274684" y="17238"/>
                  <a:pt x="274684" y="22638"/>
                </a:cubicBezTo>
                <a:cubicBezTo>
                  <a:pt x="274684" y="33521"/>
                  <a:pt x="274455" y="40396"/>
                  <a:pt x="273997" y="43262"/>
                </a:cubicBezTo>
                <a:cubicBezTo>
                  <a:pt x="273248" y="47708"/>
                  <a:pt x="271968" y="51135"/>
                  <a:pt x="270158" y="53545"/>
                </a:cubicBezTo>
                <a:cubicBezTo>
                  <a:pt x="268347" y="55954"/>
                  <a:pt x="265507" y="58093"/>
                  <a:pt x="261636" y="59962"/>
                </a:cubicBezTo>
                <a:cubicBezTo>
                  <a:pt x="266214" y="61875"/>
                  <a:pt x="269533" y="64796"/>
                  <a:pt x="271593" y="68727"/>
                </a:cubicBezTo>
                <a:cubicBezTo>
                  <a:pt x="273654" y="72657"/>
                  <a:pt x="274684" y="79094"/>
                  <a:pt x="274684" y="88036"/>
                </a:cubicBezTo>
                <a:cubicBezTo>
                  <a:pt x="274684" y="96147"/>
                  <a:pt x="274767" y="100971"/>
                  <a:pt x="274933" y="102510"/>
                </a:cubicBezTo>
                <a:cubicBezTo>
                  <a:pt x="275266" y="105339"/>
                  <a:pt x="276109" y="107314"/>
                  <a:pt x="277462" y="108436"/>
                </a:cubicBezTo>
                <a:cubicBezTo>
                  <a:pt x="278814" y="109560"/>
                  <a:pt x="281467" y="110122"/>
                  <a:pt x="285421" y="110122"/>
                </a:cubicBezTo>
                <a:lnTo>
                  <a:pt x="287356" y="110122"/>
                </a:lnTo>
                <a:lnTo>
                  <a:pt x="287356" y="119986"/>
                </a:lnTo>
                <a:lnTo>
                  <a:pt x="283860" y="119986"/>
                </a:lnTo>
                <a:cubicBezTo>
                  <a:pt x="279782" y="119986"/>
                  <a:pt x="276827" y="119653"/>
                  <a:pt x="274996" y="118987"/>
                </a:cubicBezTo>
                <a:cubicBezTo>
                  <a:pt x="272332" y="118030"/>
                  <a:pt x="270126" y="116479"/>
                  <a:pt x="268378" y="114336"/>
                </a:cubicBezTo>
                <a:cubicBezTo>
                  <a:pt x="266630" y="112193"/>
                  <a:pt x="265496" y="109477"/>
                  <a:pt x="264976" y="106189"/>
                </a:cubicBezTo>
                <a:cubicBezTo>
                  <a:pt x="264456" y="102901"/>
                  <a:pt x="264175" y="97512"/>
                  <a:pt x="264133" y="90020"/>
                </a:cubicBezTo>
                <a:cubicBezTo>
                  <a:pt x="264092" y="82529"/>
                  <a:pt x="263738" y="77348"/>
                  <a:pt x="263072" y="74476"/>
                </a:cubicBezTo>
                <a:cubicBezTo>
                  <a:pt x="262406" y="71604"/>
                  <a:pt x="261064" y="69336"/>
                  <a:pt x="259046" y="67671"/>
                </a:cubicBezTo>
                <a:cubicBezTo>
                  <a:pt x="257027" y="66007"/>
                  <a:pt x="254416" y="65133"/>
                  <a:pt x="251211" y="65049"/>
                </a:cubicBezTo>
                <a:lnTo>
                  <a:pt x="251211" y="54811"/>
                </a:lnTo>
                <a:close/>
                <a:moveTo>
                  <a:pt x="295724" y="68670"/>
                </a:moveTo>
                <a:lnTo>
                  <a:pt x="306960" y="67172"/>
                </a:lnTo>
                <a:cubicBezTo>
                  <a:pt x="308251" y="73540"/>
                  <a:pt x="310446" y="78128"/>
                  <a:pt x="313547" y="80937"/>
                </a:cubicBezTo>
                <a:cubicBezTo>
                  <a:pt x="316647" y="83746"/>
                  <a:pt x="320424" y="85151"/>
                  <a:pt x="324877" y="85151"/>
                </a:cubicBezTo>
                <a:cubicBezTo>
                  <a:pt x="330163" y="85151"/>
                  <a:pt x="334626" y="83323"/>
                  <a:pt x="338268" y="79667"/>
                </a:cubicBezTo>
                <a:cubicBezTo>
                  <a:pt x="341909" y="76011"/>
                  <a:pt x="343730" y="71483"/>
                  <a:pt x="343730" y="66081"/>
                </a:cubicBezTo>
                <a:cubicBezTo>
                  <a:pt x="343730" y="60929"/>
                  <a:pt x="342045" y="56680"/>
                  <a:pt x="338674" y="53336"/>
                </a:cubicBezTo>
                <a:cubicBezTo>
                  <a:pt x="335303" y="49991"/>
                  <a:pt x="331016" y="48319"/>
                  <a:pt x="325814" y="48319"/>
                </a:cubicBezTo>
                <a:cubicBezTo>
                  <a:pt x="323691" y="48319"/>
                  <a:pt x="321048" y="48735"/>
                  <a:pt x="317885" y="49567"/>
                </a:cubicBezTo>
                <a:lnTo>
                  <a:pt x="319134" y="39704"/>
                </a:lnTo>
                <a:cubicBezTo>
                  <a:pt x="319883" y="39787"/>
                  <a:pt x="320486" y="39829"/>
                  <a:pt x="320944" y="39829"/>
                </a:cubicBezTo>
                <a:cubicBezTo>
                  <a:pt x="325730" y="39829"/>
                  <a:pt x="330038" y="38591"/>
                  <a:pt x="333867" y="36114"/>
                </a:cubicBezTo>
                <a:cubicBezTo>
                  <a:pt x="337696" y="33638"/>
                  <a:pt x="339610" y="29821"/>
                  <a:pt x="339610" y="24663"/>
                </a:cubicBezTo>
                <a:cubicBezTo>
                  <a:pt x="339610" y="20578"/>
                  <a:pt x="338216" y="17194"/>
                  <a:pt x="335427" y="14512"/>
                </a:cubicBezTo>
                <a:cubicBezTo>
                  <a:pt x="332639" y="11829"/>
                  <a:pt x="329039" y="10488"/>
                  <a:pt x="324627" y="10488"/>
                </a:cubicBezTo>
                <a:cubicBezTo>
                  <a:pt x="320257" y="10488"/>
                  <a:pt x="316616" y="11861"/>
                  <a:pt x="313703" y="14608"/>
                </a:cubicBezTo>
                <a:cubicBezTo>
                  <a:pt x="310789" y="17355"/>
                  <a:pt x="308917" y="21475"/>
                  <a:pt x="308084" y="26969"/>
                </a:cubicBezTo>
                <a:lnTo>
                  <a:pt x="296847" y="24971"/>
                </a:lnTo>
                <a:cubicBezTo>
                  <a:pt x="298221" y="17399"/>
                  <a:pt x="301342" y="11532"/>
                  <a:pt x="306211" y="7368"/>
                </a:cubicBezTo>
                <a:cubicBezTo>
                  <a:pt x="311081" y="3205"/>
                  <a:pt x="317136" y="1124"/>
                  <a:pt x="324378" y="1124"/>
                </a:cubicBezTo>
                <a:cubicBezTo>
                  <a:pt x="329372" y="1124"/>
                  <a:pt x="333971" y="2192"/>
                  <a:pt x="338174" y="4329"/>
                </a:cubicBezTo>
                <a:cubicBezTo>
                  <a:pt x="342378" y="6466"/>
                  <a:pt x="345593" y="9381"/>
                  <a:pt x="347819" y="13075"/>
                </a:cubicBezTo>
                <a:cubicBezTo>
                  <a:pt x="350046" y="16767"/>
                  <a:pt x="351159" y="20688"/>
                  <a:pt x="351159" y="24838"/>
                </a:cubicBezTo>
                <a:cubicBezTo>
                  <a:pt x="351159" y="28780"/>
                  <a:pt x="350098" y="32370"/>
                  <a:pt x="347975" y="35607"/>
                </a:cubicBezTo>
                <a:cubicBezTo>
                  <a:pt x="345853" y="38843"/>
                  <a:pt x="342711" y="41415"/>
                  <a:pt x="338549" y="43325"/>
                </a:cubicBezTo>
                <a:cubicBezTo>
                  <a:pt x="343959" y="44573"/>
                  <a:pt x="348163" y="47164"/>
                  <a:pt x="351159" y="51097"/>
                </a:cubicBezTo>
                <a:cubicBezTo>
                  <a:pt x="354156" y="55030"/>
                  <a:pt x="355654" y="59951"/>
                  <a:pt x="355654" y="65861"/>
                </a:cubicBezTo>
                <a:cubicBezTo>
                  <a:pt x="355654" y="73852"/>
                  <a:pt x="352741" y="80625"/>
                  <a:pt x="346914" y="86181"/>
                </a:cubicBezTo>
                <a:cubicBezTo>
                  <a:pt x="341087" y="91737"/>
                  <a:pt x="333721" y="94515"/>
                  <a:pt x="324815" y="94515"/>
                </a:cubicBezTo>
                <a:cubicBezTo>
                  <a:pt x="316782" y="94515"/>
                  <a:pt x="310113" y="92116"/>
                  <a:pt x="304807" y="87318"/>
                </a:cubicBezTo>
                <a:cubicBezTo>
                  <a:pt x="299500" y="82521"/>
                  <a:pt x="296473" y="76305"/>
                  <a:pt x="295724" y="68670"/>
                </a:cubicBezTo>
                <a:close/>
                <a:moveTo>
                  <a:pt x="372802" y="93017"/>
                </a:moveTo>
                <a:lnTo>
                  <a:pt x="372802" y="80157"/>
                </a:lnTo>
                <a:lnTo>
                  <a:pt x="385600" y="80157"/>
                </a:lnTo>
                <a:lnTo>
                  <a:pt x="385600" y="92980"/>
                </a:lnTo>
                <a:cubicBezTo>
                  <a:pt x="385600" y="97693"/>
                  <a:pt x="384767" y="101499"/>
                  <a:pt x="383103" y="104396"/>
                </a:cubicBezTo>
                <a:cubicBezTo>
                  <a:pt x="381438" y="107295"/>
                  <a:pt x="378795" y="109537"/>
                  <a:pt x="375174" y="111121"/>
                </a:cubicBezTo>
                <a:lnTo>
                  <a:pt x="372053" y="106252"/>
                </a:lnTo>
                <a:cubicBezTo>
                  <a:pt x="374425" y="105216"/>
                  <a:pt x="376173" y="103694"/>
                  <a:pt x="377297" y="101685"/>
                </a:cubicBezTo>
                <a:cubicBezTo>
                  <a:pt x="378420" y="99675"/>
                  <a:pt x="379045" y="96786"/>
                  <a:pt x="379170" y="93017"/>
                </a:cubicBezTo>
                <a:lnTo>
                  <a:pt x="372802" y="93017"/>
                </a:lnTo>
                <a:close/>
                <a:moveTo>
                  <a:pt x="438310" y="93017"/>
                </a:moveTo>
                <a:lnTo>
                  <a:pt x="438310" y="71105"/>
                </a:lnTo>
                <a:lnTo>
                  <a:pt x="398606" y="71105"/>
                </a:lnTo>
                <a:lnTo>
                  <a:pt x="398606" y="60804"/>
                </a:lnTo>
                <a:lnTo>
                  <a:pt x="440370" y="1498"/>
                </a:lnTo>
                <a:lnTo>
                  <a:pt x="449547" y="1498"/>
                </a:lnTo>
                <a:lnTo>
                  <a:pt x="449547" y="60804"/>
                </a:lnTo>
                <a:lnTo>
                  <a:pt x="461907" y="60804"/>
                </a:lnTo>
                <a:lnTo>
                  <a:pt x="461907" y="71105"/>
                </a:lnTo>
                <a:lnTo>
                  <a:pt x="449547" y="71105"/>
                </a:lnTo>
                <a:lnTo>
                  <a:pt x="449547" y="93017"/>
                </a:lnTo>
                <a:lnTo>
                  <a:pt x="438310" y="93017"/>
                </a:lnTo>
                <a:moveTo>
                  <a:pt x="438310" y="60804"/>
                </a:moveTo>
                <a:lnTo>
                  <a:pt x="438310" y="19540"/>
                </a:lnTo>
                <a:lnTo>
                  <a:pt x="409656" y="60804"/>
                </a:lnTo>
                <a:lnTo>
                  <a:pt x="438310" y="60804"/>
                </a:lnTo>
                <a:close/>
                <a:moveTo>
                  <a:pt x="507148" y="54811"/>
                </a:moveTo>
                <a:lnTo>
                  <a:pt x="507148" y="65049"/>
                </a:lnTo>
                <a:cubicBezTo>
                  <a:pt x="503943" y="65133"/>
                  <a:pt x="501332" y="66007"/>
                  <a:pt x="499313" y="67671"/>
                </a:cubicBezTo>
                <a:cubicBezTo>
                  <a:pt x="497295" y="69336"/>
                  <a:pt x="495953" y="71594"/>
                  <a:pt x="495287" y="74445"/>
                </a:cubicBezTo>
                <a:cubicBezTo>
                  <a:pt x="494621" y="77296"/>
                  <a:pt x="494267" y="82196"/>
                  <a:pt x="494225" y="89146"/>
                </a:cubicBezTo>
                <a:cubicBezTo>
                  <a:pt x="494184" y="96097"/>
                  <a:pt x="494059" y="100675"/>
                  <a:pt x="493851" y="102880"/>
                </a:cubicBezTo>
                <a:cubicBezTo>
                  <a:pt x="493476" y="106418"/>
                  <a:pt x="492779" y="109238"/>
                  <a:pt x="491760" y="111339"/>
                </a:cubicBezTo>
                <a:cubicBezTo>
                  <a:pt x="490740" y="113441"/>
                  <a:pt x="489481" y="115127"/>
                  <a:pt x="487983" y="116396"/>
                </a:cubicBezTo>
                <a:cubicBezTo>
                  <a:pt x="486484" y="117665"/>
                  <a:pt x="484570" y="118633"/>
                  <a:pt x="482239" y="119299"/>
                </a:cubicBezTo>
                <a:cubicBezTo>
                  <a:pt x="480658" y="119757"/>
                  <a:pt x="478078" y="119986"/>
                  <a:pt x="474498" y="119986"/>
                </a:cubicBezTo>
                <a:lnTo>
                  <a:pt x="471002" y="119986"/>
                </a:lnTo>
                <a:lnTo>
                  <a:pt x="471002" y="110122"/>
                </a:lnTo>
                <a:lnTo>
                  <a:pt x="472938" y="110122"/>
                </a:lnTo>
                <a:cubicBezTo>
                  <a:pt x="477266" y="110122"/>
                  <a:pt x="480138" y="109342"/>
                  <a:pt x="481553" y="107781"/>
                </a:cubicBezTo>
                <a:cubicBezTo>
                  <a:pt x="482968" y="106222"/>
                  <a:pt x="483675" y="102718"/>
                  <a:pt x="483675" y="97270"/>
                </a:cubicBezTo>
                <a:cubicBezTo>
                  <a:pt x="483675" y="86872"/>
                  <a:pt x="483862" y="80279"/>
                  <a:pt x="484237" y="77492"/>
                </a:cubicBezTo>
                <a:cubicBezTo>
                  <a:pt x="484903" y="72876"/>
                  <a:pt x="486235" y="69185"/>
                  <a:pt x="488232" y="66419"/>
                </a:cubicBezTo>
                <a:cubicBezTo>
                  <a:pt x="490230" y="63653"/>
                  <a:pt x="493060" y="61500"/>
                  <a:pt x="496723" y="59962"/>
                </a:cubicBezTo>
                <a:cubicBezTo>
                  <a:pt x="491936" y="57676"/>
                  <a:pt x="488565" y="54655"/>
                  <a:pt x="486609" y="50896"/>
                </a:cubicBezTo>
                <a:cubicBezTo>
                  <a:pt x="484653" y="47136"/>
                  <a:pt x="483675" y="40790"/>
                  <a:pt x="483675" y="31859"/>
                </a:cubicBezTo>
                <a:cubicBezTo>
                  <a:pt x="483675" y="23759"/>
                  <a:pt x="483571" y="18920"/>
                  <a:pt x="483363" y="17341"/>
                </a:cubicBezTo>
                <a:cubicBezTo>
                  <a:pt x="483072" y="14558"/>
                  <a:pt x="482250" y="12616"/>
                  <a:pt x="480897" y="11516"/>
                </a:cubicBezTo>
                <a:cubicBezTo>
                  <a:pt x="479545" y="10414"/>
                  <a:pt x="476891" y="9864"/>
                  <a:pt x="472938" y="9864"/>
                </a:cubicBezTo>
                <a:lnTo>
                  <a:pt x="471002" y="9864"/>
                </a:lnTo>
                <a:lnTo>
                  <a:pt x="471002" y="0"/>
                </a:lnTo>
                <a:lnTo>
                  <a:pt x="474498" y="0"/>
                </a:lnTo>
                <a:cubicBezTo>
                  <a:pt x="478577" y="0"/>
                  <a:pt x="481532" y="332"/>
                  <a:pt x="483363" y="997"/>
                </a:cubicBezTo>
                <a:cubicBezTo>
                  <a:pt x="486027" y="1912"/>
                  <a:pt x="488232" y="3451"/>
                  <a:pt x="489980" y="5613"/>
                </a:cubicBezTo>
                <a:cubicBezTo>
                  <a:pt x="491728" y="7774"/>
                  <a:pt x="492862" y="10497"/>
                  <a:pt x="493383" y="13781"/>
                </a:cubicBezTo>
                <a:cubicBezTo>
                  <a:pt x="493903" y="17065"/>
                  <a:pt x="494184" y="22449"/>
                  <a:pt x="494225" y="29932"/>
                </a:cubicBezTo>
                <a:cubicBezTo>
                  <a:pt x="494267" y="37414"/>
                  <a:pt x="494621" y="42579"/>
                  <a:pt x="495287" y="45428"/>
                </a:cubicBezTo>
                <a:cubicBezTo>
                  <a:pt x="495953" y="48275"/>
                  <a:pt x="497295" y="50530"/>
                  <a:pt x="499313" y="52193"/>
                </a:cubicBezTo>
                <a:cubicBezTo>
                  <a:pt x="501332" y="53855"/>
                  <a:pt x="503943" y="54728"/>
                  <a:pt x="507148" y="54811"/>
                </a:cubicBezTo>
                <a:close/>
                <a:moveTo>
                  <a:pt x="522133" y="93017"/>
                </a:moveTo>
                <a:lnTo>
                  <a:pt x="522133" y="80157"/>
                </a:lnTo>
                <a:lnTo>
                  <a:pt x="534930" y="80157"/>
                </a:lnTo>
                <a:lnTo>
                  <a:pt x="534930" y="92980"/>
                </a:lnTo>
                <a:cubicBezTo>
                  <a:pt x="534930" y="97693"/>
                  <a:pt x="534098" y="101499"/>
                  <a:pt x="532433" y="104396"/>
                </a:cubicBezTo>
                <a:cubicBezTo>
                  <a:pt x="530768" y="107295"/>
                  <a:pt x="528126" y="109537"/>
                  <a:pt x="524505" y="111121"/>
                </a:cubicBezTo>
                <a:lnTo>
                  <a:pt x="521383" y="106252"/>
                </a:lnTo>
                <a:cubicBezTo>
                  <a:pt x="523756" y="105216"/>
                  <a:pt x="525504" y="103694"/>
                  <a:pt x="526627" y="101685"/>
                </a:cubicBezTo>
                <a:cubicBezTo>
                  <a:pt x="527751" y="99675"/>
                  <a:pt x="528375" y="96786"/>
                  <a:pt x="528500" y="93017"/>
                </a:cubicBezTo>
                <a:lnTo>
                  <a:pt x="522133" y="93017"/>
                </a:lnTo>
                <a:close/>
                <a:moveTo>
                  <a:pt x="551620" y="68920"/>
                </a:moveTo>
                <a:lnTo>
                  <a:pt x="563419" y="67921"/>
                </a:lnTo>
                <a:cubicBezTo>
                  <a:pt x="564293" y="73645"/>
                  <a:pt x="566322" y="77948"/>
                  <a:pt x="569505" y="80830"/>
                </a:cubicBezTo>
                <a:cubicBezTo>
                  <a:pt x="572689" y="83711"/>
                  <a:pt x="576528" y="85151"/>
                  <a:pt x="581023" y="85151"/>
                </a:cubicBezTo>
                <a:cubicBezTo>
                  <a:pt x="586434" y="85151"/>
                  <a:pt x="591012" y="83115"/>
                  <a:pt x="594757" y="79043"/>
                </a:cubicBezTo>
                <a:cubicBezTo>
                  <a:pt x="598503" y="74970"/>
                  <a:pt x="600376" y="69567"/>
                  <a:pt x="600376" y="62835"/>
                </a:cubicBezTo>
                <a:cubicBezTo>
                  <a:pt x="600376" y="56435"/>
                  <a:pt x="598576" y="51386"/>
                  <a:pt x="594976" y="47687"/>
                </a:cubicBezTo>
                <a:cubicBezTo>
                  <a:pt x="591376" y="43988"/>
                  <a:pt x="586663" y="42139"/>
                  <a:pt x="580836" y="42139"/>
                </a:cubicBezTo>
                <a:cubicBezTo>
                  <a:pt x="577215" y="42139"/>
                  <a:pt x="573948" y="42955"/>
                  <a:pt x="571035" y="44587"/>
                </a:cubicBezTo>
                <a:cubicBezTo>
                  <a:pt x="568122" y="46219"/>
                  <a:pt x="565833" y="48337"/>
                  <a:pt x="564168" y="50941"/>
                </a:cubicBezTo>
                <a:lnTo>
                  <a:pt x="553618" y="49567"/>
                </a:lnTo>
                <a:lnTo>
                  <a:pt x="562482" y="2622"/>
                </a:lnTo>
                <a:lnTo>
                  <a:pt x="607992" y="2622"/>
                </a:lnTo>
                <a:lnTo>
                  <a:pt x="607992" y="13235"/>
                </a:lnTo>
                <a:lnTo>
                  <a:pt x="571472" y="13235"/>
                </a:lnTo>
                <a:lnTo>
                  <a:pt x="566540" y="37893"/>
                </a:lnTo>
                <a:cubicBezTo>
                  <a:pt x="572034" y="34106"/>
                  <a:pt x="577798" y="32213"/>
                  <a:pt x="583832" y="32213"/>
                </a:cubicBezTo>
                <a:cubicBezTo>
                  <a:pt x="591823" y="32213"/>
                  <a:pt x="598565" y="34983"/>
                  <a:pt x="604059" y="40525"/>
                </a:cubicBezTo>
                <a:cubicBezTo>
                  <a:pt x="609553" y="46066"/>
                  <a:pt x="612299" y="53189"/>
                  <a:pt x="612299" y="61895"/>
                </a:cubicBezTo>
                <a:cubicBezTo>
                  <a:pt x="612299" y="70186"/>
                  <a:pt x="609886" y="77352"/>
                  <a:pt x="605058" y="83391"/>
                </a:cubicBezTo>
                <a:cubicBezTo>
                  <a:pt x="599190" y="90807"/>
                  <a:pt x="591178" y="94515"/>
                  <a:pt x="581023" y="94515"/>
                </a:cubicBezTo>
                <a:cubicBezTo>
                  <a:pt x="572700" y="94515"/>
                  <a:pt x="565905" y="92179"/>
                  <a:pt x="560641" y="87506"/>
                </a:cubicBezTo>
                <a:cubicBezTo>
                  <a:pt x="555376" y="82833"/>
                  <a:pt x="552369" y="76638"/>
                  <a:pt x="551620" y="68920"/>
                </a:cubicBezTo>
                <a:close/>
                <a:moveTo>
                  <a:pt x="633193" y="119986"/>
                </a:moveTo>
                <a:lnTo>
                  <a:pt x="625140" y="119986"/>
                </a:lnTo>
                <a:cubicBezTo>
                  <a:pt x="637584" y="100009"/>
                  <a:pt x="643806" y="80011"/>
                  <a:pt x="643806" y="59993"/>
                </a:cubicBezTo>
                <a:cubicBezTo>
                  <a:pt x="643806" y="52169"/>
                  <a:pt x="642911" y="44407"/>
                  <a:pt x="641121" y="36707"/>
                </a:cubicBezTo>
                <a:cubicBezTo>
                  <a:pt x="639706" y="30465"/>
                  <a:pt x="637730" y="24472"/>
                  <a:pt x="635191" y="18728"/>
                </a:cubicBezTo>
                <a:cubicBezTo>
                  <a:pt x="633568" y="14983"/>
                  <a:pt x="630217" y="8740"/>
                  <a:pt x="625140" y="0"/>
                </a:cubicBezTo>
                <a:lnTo>
                  <a:pt x="633193" y="0"/>
                </a:lnTo>
                <a:cubicBezTo>
                  <a:pt x="641017" y="10446"/>
                  <a:pt x="646802" y="20934"/>
                  <a:pt x="650548" y="31463"/>
                </a:cubicBezTo>
                <a:cubicBezTo>
                  <a:pt x="653753" y="40536"/>
                  <a:pt x="655355" y="50025"/>
                  <a:pt x="655355" y="59930"/>
                </a:cubicBezTo>
                <a:cubicBezTo>
                  <a:pt x="655355" y="71167"/>
                  <a:pt x="653201" y="82030"/>
                  <a:pt x="648894" y="92517"/>
                </a:cubicBezTo>
                <a:cubicBezTo>
                  <a:pt x="644586" y="103005"/>
                  <a:pt x="639353" y="112161"/>
                  <a:pt x="63319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36B28-5D26-47CB-A0AA-06D0C17D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094249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9C7B2-E201-4C59-86F5-33E18D62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094249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158" name="Text u(4,5)">
            <a:extLst xmlns:a="http://schemas.openxmlformats.org/drawingml/2006/main">
              <a:ext uri="{FF2B5EF4-FFF2-40B4-BE49-F238E27FC236}">
                <a16:creationId xmlns:a16="http://schemas.microsoft.com/office/drawing/2014/main" id="{7EC5FAD3-E611-40C8-A45A-4962C3DB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723" y="1147913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46809" y="93017"/>
                </a:moveTo>
                <a:lnTo>
                  <a:pt x="146809" y="71105"/>
                </a:lnTo>
                <a:lnTo>
                  <a:pt x="107105" y="71105"/>
                </a:lnTo>
                <a:lnTo>
                  <a:pt x="107105" y="60804"/>
                </a:lnTo>
                <a:lnTo>
                  <a:pt x="148869" y="1498"/>
                </a:lnTo>
                <a:lnTo>
                  <a:pt x="158046" y="1498"/>
                </a:lnTo>
                <a:lnTo>
                  <a:pt x="158046" y="60804"/>
                </a:lnTo>
                <a:lnTo>
                  <a:pt x="170406" y="60804"/>
                </a:lnTo>
                <a:lnTo>
                  <a:pt x="170406" y="71105"/>
                </a:lnTo>
                <a:lnTo>
                  <a:pt x="158046" y="71105"/>
                </a:lnTo>
                <a:lnTo>
                  <a:pt x="158046" y="93017"/>
                </a:lnTo>
                <a:lnTo>
                  <a:pt x="146809" y="93017"/>
                </a:lnTo>
                <a:moveTo>
                  <a:pt x="146809" y="60804"/>
                </a:moveTo>
                <a:lnTo>
                  <a:pt x="146809" y="19540"/>
                </a:lnTo>
                <a:lnTo>
                  <a:pt x="118155" y="60804"/>
                </a:lnTo>
                <a:lnTo>
                  <a:pt x="146809" y="60804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5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1" y="42139"/>
                  <a:pt x="239744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6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19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4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5" y="76638"/>
                  <a:pt x="217416" y="68920"/>
                </a:cubicBez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89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A5B346-BE88-429E-B429-39259C57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315083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E069BA-2950-40F4-839D-75435F96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315083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61" name="Text upd(⟂,5)">
            <a:extLst xmlns:a="http://schemas.openxmlformats.org/drawingml/2006/main">
              <a:ext uri="{FF2B5EF4-FFF2-40B4-BE49-F238E27FC236}">
                <a16:creationId xmlns:a16="http://schemas.microsoft.com/office/drawing/2014/main" id="{E86A72BC-6B68-401B-A22A-E901BA3D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458" y="1368747"/>
            <a:ext cx="489558" cy="119986"/>
          </a:xfrm>
          <a:custGeom xmlns:a="http://schemas.openxmlformats.org/drawingml/2006/main">
            <a:pathLst>
              <a:path w="48955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71335" y="118487"/>
                </a:moveTo>
                <a:lnTo>
                  <a:pt x="71335" y="26719"/>
                </a:lnTo>
                <a:lnTo>
                  <a:pt x="81573" y="26719"/>
                </a:lnTo>
                <a:lnTo>
                  <a:pt x="81573" y="35272"/>
                </a:lnTo>
                <a:cubicBezTo>
                  <a:pt x="83987" y="31921"/>
                  <a:pt x="86713" y="29409"/>
                  <a:pt x="89751" y="27733"/>
                </a:cubicBezTo>
                <a:cubicBezTo>
                  <a:pt x="92789" y="26058"/>
                  <a:pt x="96473" y="25221"/>
                  <a:pt x="100801" y="25221"/>
                </a:cubicBezTo>
                <a:cubicBezTo>
                  <a:pt x="106461" y="25221"/>
                  <a:pt x="111455" y="26677"/>
                  <a:pt x="115783" y="29591"/>
                </a:cubicBezTo>
                <a:cubicBezTo>
                  <a:pt x="120112" y="32504"/>
                  <a:pt x="123379" y="36614"/>
                  <a:pt x="125585" y="41920"/>
                </a:cubicBezTo>
                <a:cubicBezTo>
                  <a:pt x="127790" y="47226"/>
                  <a:pt x="128893" y="53043"/>
                  <a:pt x="128893" y="59369"/>
                </a:cubicBezTo>
                <a:cubicBezTo>
                  <a:pt x="128893" y="66152"/>
                  <a:pt x="127676" y="72260"/>
                  <a:pt x="125241" y="77691"/>
                </a:cubicBezTo>
                <a:cubicBezTo>
                  <a:pt x="122807" y="83122"/>
                  <a:pt x="119269" y="87284"/>
                  <a:pt x="114629" y="90176"/>
                </a:cubicBezTo>
                <a:cubicBezTo>
                  <a:pt x="109988" y="93069"/>
                  <a:pt x="105108" y="94515"/>
                  <a:pt x="99989" y="94515"/>
                </a:cubicBezTo>
                <a:cubicBezTo>
                  <a:pt x="96244" y="94515"/>
                  <a:pt x="92883" y="93714"/>
                  <a:pt x="89907" y="92112"/>
                </a:cubicBezTo>
                <a:cubicBezTo>
                  <a:pt x="86932" y="90508"/>
                  <a:pt x="84487" y="88483"/>
                  <a:pt x="82572" y="86037"/>
                </a:cubicBezTo>
                <a:lnTo>
                  <a:pt x="82572" y="118487"/>
                </a:lnTo>
                <a:lnTo>
                  <a:pt x="71335" y="118487"/>
                </a:lnTo>
                <a:moveTo>
                  <a:pt x="81511" y="60149"/>
                </a:moveTo>
                <a:cubicBezTo>
                  <a:pt x="81511" y="68670"/>
                  <a:pt x="83238" y="74968"/>
                  <a:pt x="86692" y="79041"/>
                </a:cubicBezTo>
                <a:cubicBezTo>
                  <a:pt x="90147" y="83114"/>
                  <a:pt x="94329" y="85151"/>
                  <a:pt x="99240" y="85151"/>
                </a:cubicBezTo>
                <a:cubicBezTo>
                  <a:pt x="104234" y="85151"/>
                  <a:pt x="108511" y="83042"/>
                  <a:pt x="112069" y="78822"/>
                </a:cubicBezTo>
                <a:cubicBezTo>
                  <a:pt x="115627" y="74603"/>
                  <a:pt x="117407" y="68067"/>
                  <a:pt x="117407" y="59212"/>
                </a:cubicBezTo>
                <a:cubicBezTo>
                  <a:pt x="117407" y="50774"/>
                  <a:pt x="115669" y="44456"/>
                  <a:pt x="112194" y="40258"/>
                </a:cubicBezTo>
                <a:cubicBezTo>
                  <a:pt x="108719" y="36060"/>
                  <a:pt x="104567" y="33961"/>
                  <a:pt x="99740" y="33961"/>
                </a:cubicBezTo>
                <a:cubicBezTo>
                  <a:pt x="94954" y="33961"/>
                  <a:pt x="90719" y="36195"/>
                  <a:pt x="87036" y="40664"/>
                </a:cubicBezTo>
                <a:cubicBezTo>
                  <a:pt x="83352" y="45132"/>
                  <a:pt x="81511" y="51628"/>
                  <a:pt x="81511" y="60149"/>
                </a:cubicBezTo>
                <a:close/>
                <a:moveTo>
                  <a:pt x="185433" y="93017"/>
                </a:moveTo>
                <a:lnTo>
                  <a:pt x="185433" y="84652"/>
                </a:lnTo>
                <a:cubicBezTo>
                  <a:pt x="181230" y="91227"/>
                  <a:pt x="175049" y="94515"/>
                  <a:pt x="166892" y="94515"/>
                </a:cubicBezTo>
                <a:cubicBezTo>
                  <a:pt x="161607" y="94515"/>
                  <a:pt x="156748" y="93059"/>
                  <a:pt x="152315" y="90145"/>
                </a:cubicBezTo>
                <a:cubicBezTo>
                  <a:pt x="147883" y="87232"/>
                  <a:pt x="144449" y="83164"/>
                  <a:pt x="142015" y="77941"/>
                </a:cubicBezTo>
                <a:cubicBezTo>
                  <a:pt x="139580" y="72718"/>
                  <a:pt x="138363" y="66714"/>
                  <a:pt x="138363" y="59930"/>
                </a:cubicBezTo>
                <a:cubicBezTo>
                  <a:pt x="138363" y="53313"/>
                  <a:pt x="139466" y="47310"/>
                  <a:pt x="141671" y="41920"/>
                </a:cubicBezTo>
                <a:cubicBezTo>
                  <a:pt x="143877" y="36530"/>
                  <a:pt x="147186" y="32400"/>
                  <a:pt x="151597" y="29528"/>
                </a:cubicBezTo>
                <a:cubicBezTo>
                  <a:pt x="156009" y="26657"/>
                  <a:pt x="160941" y="25221"/>
                  <a:pt x="166393" y="25221"/>
                </a:cubicBezTo>
                <a:cubicBezTo>
                  <a:pt x="170388" y="25221"/>
                  <a:pt x="173946" y="26063"/>
                  <a:pt x="177068" y="27749"/>
                </a:cubicBezTo>
                <a:cubicBezTo>
                  <a:pt x="180189" y="29435"/>
                  <a:pt x="182728" y="31630"/>
                  <a:pt x="184684" y="34335"/>
                </a:cubicBezTo>
                <a:lnTo>
                  <a:pt x="184684" y="1498"/>
                </a:lnTo>
                <a:lnTo>
                  <a:pt x="195858" y="1498"/>
                </a:lnTo>
                <a:lnTo>
                  <a:pt x="195858" y="93017"/>
                </a:lnTo>
                <a:lnTo>
                  <a:pt x="185433" y="93017"/>
                </a:lnTo>
                <a:moveTo>
                  <a:pt x="149912" y="59899"/>
                </a:moveTo>
                <a:cubicBezTo>
                  <a:pt x="149912" y="68358"/>
                  <a:pt x="151701" y="74681"/>
                  <a:pt x="155281" y="78869"/>
                </a:cubicBezTo>
                <a:cubicBezTo>
                  <a:pt x="158860" y="83057"/>
                  <a:pt x="163084" y="85151"/>
                  <a:pt x="167953" y="85151"/>
                </a:cubicBezTo>
                <a:cubicBezTo>
                  <a:pt x="172864" y="85151"/>
                  <a:pt x="177037" y="83151"/>
                  <a:pt x="180470" y="79150"/>
                </a:cubicBezTo>
                <a:cubicBezTo>
                  <a:pt x="183904" y="75148"/>
                  <a:pt x="185620" y="69042"/>
                  <a:pt x="185620" y="60832"/>
                </a:cubicBezTo>
                <a:cubicBezTo>
                  <a:pt x="185620" y="51793"/>
                  <a:pt x="183872" y="45158"/>
                  <a:pt x="180376" y="40929"/>
                </a:cubicBezTo>
                <a:cubicBezTo>
                  <a:pt x="176880" y="36700"/>
                  <a:pt x="172573" y="34585"/>
                  <a:pt x="167454" y="34585"/>
                </a:cubicBezTo>
                <a:cubicBezTo>
                  <a:pt x="162460" y="34585"/>
                  <a:pt x="158288" y="36617"/>
                  <a:pt x="154937" y="40681"/>
                </a:cubicBezTo>
                <a:cubicBezTo>
                  <a:pt x="151587" y="44744"/>
                  <a:pt x="149912" y="51150"/>
                  <a:pt x="149912" y="59899"/>
                </a:cubicBezTo>
                <a:close/>
                <a:moveTo>
                  <a:pt x="234981" y="119986"/>
                </a:moveTo>
                <a:cubicBezTo>
                  <a:pt x="228780" y="112161"/>
                  <a:pt x="223536" y="103005"/>
                  <a:pt x="219249" y="92517"/>
                </a:cubicBezTo>
                <a:cubicBezTo>
                  <a:pt x="214962" y="82030"/>
                  <a:pt x="212819" y="71167"/>
                  <a:pt x="212819" y="59930"/>
                </a:cubicBezTo>
                <a:cubicBezTo>
                  <a:pt x="212819" y="50025"/>
                  <a:pt x="214421" y="40536"/>
                  <a:pt x="217626" y="31463"/>
                </a:cubicBezTo>
                <a:cubicBezTo>
                  <a:pt x="221372" y="20934"/>
                  <a:pt x="227157" y="10446"/>
                  <a:pt x="234981" y="0"/>
                </a:cubicBezTo>
                <a:lnTo>
                  <a:pt x="243034" y="0"/>
                </a:lnTo>
                <a:cubicBezTo>
                  <a:pt x="237998" y="8657"/>
                  <a:pt x="234669" y="14837"/>
                  <a:pt x="233046" y="18541"/>
                </a:cubicBezTo>
                <a:cubicBezTo>
                  <a:pt x="230507" y="24284"/>
                  <a:pt x="228509" y="30277"/>
                  <a:pt x="227052" y="36520"/>
                </a:cubicBezTo>
                <a:cubicBezTo>
                  <a:pt x="225263" y="44303"/>
                  <a:pt x="224368" y="52127"/>
                  <a:pt x="224368" y="59993"/>
                </a:cubicBezTo>
                <a:cubicBezTo>
                  <a:pt x="224368" y="80011"/>
                  <a:pt x="230590" y="100009"/>
                  <a:pt x="243034" y="119986"/>
                </a:cubicBezTo>
                <a:lnTo>
                  <a:pt x="234981" y="119986"/>
                </a:lnTo>
                <a:close/>
                <a:moveTo>
                  <a:pt x="255453" y="93017"/>
                </a:moveTo>
                <a:lnTo>
                  <a:pt x="255453" y="84714"/>
                </a:lnTo>
                <a:lnTo>
                  <a:pt x="291911" y="84714"/>
                </a:lnTo>
                <a:lnTo>
                  <a:pt x="291911" y="19977"/>
                </a:lnTo>
                <a:lnTo>
                  <a:pt x="300775" y="19977"/>
                </a:lnTo>
                <a:lnTo>
                  <a:pt x="300775" y="84714"/>
                </a:lnTo>
                <a:lnTo>
                  <a:pt x="337233" y="84714"/>
                </a:lnTo>
                <a:lnTo>
                  <a:pt x="337233" y="93017"/>
                </a:lnTo>
                <a:lnTo>
                  <a:pt x="255453" y="93017"/>
                </a:lnTo>
                <a:close/>
                <a:moveTo>
                  <a:pt x="356336" y="93017"/>
                </a:moveTo>
                <a:lnTo>
                  <a:pt x="356336" y="80157"/>
                </a:lnTo>
                <a:lnTo>
                  <a:pt x="369134" y="80157"/>
                </a:lnTo>
                <a:lnTo>
                  <a:pt x="369134" y="92980"/>
                </a:lnTo>
                <a:cubicBezTo>
                  <a:pt x="369134" y="97693"/>
                  <a:pt x="368301" y="101499"/>
                  <a:pt x="366636" y="104396"/>
                </a:cubicBezTo>
                <a:cubicBezTo>
                  <a:pt x="364972" y="107295"/>
                  <a:pt x="362329" y="109537"/>
                  <a:pt x="358708" y="111121"/>
                </a:cubicBezTo>
                <a:lnTo>
                  <a:pt x="355587" y="106252"/>
                </a:lnTo>
                <a:cubicBezTo>
                  <a:pt x="357959" y="105216"/>
                  <a:pt x="359707" y="103694"/>
                  <a:pt x="360831" y="101685"/>
                </a:cubicBezTo>
                <a:cubicBezTo>
                  <a:pt x="361954" y="99675"/>
                  <a:pt x="362579" y="96786"/>
                  <a:pt x="362704" y="93017"/>
                </a:cubicBezTo>
                <a:lnTo>
                  <a:pt x="356336" y="93017"/>
                </a:lnTo>
                <a:close/>
                <a:moveTo>
                  <a:pt x="385823" y="68920"/>
                </a:moveTo>
                <a:lnTo>
                  <a:pt x="397622" y="67921"/>
                </a:lnTo>
                <a:cubicBezTo>
                  <a:pt x="398496" y="73645"/>
                  <a:pt x="400525" y="77948"/>
                  <a:pt x="403709" y="80830"/>
                </a:cubicBezTo>
                <a:cubicBezTo>
                  <a:pt x="406892" y="83711"/>
                  <a:pt x="410732" y="85151"/>
                  <a:pt x="415227" y="85151"/>
                </a:cubicBezTo>
                <a:cubicBezTo>
                  <a:pt x="420637" y="85151"/>
                  <a:pt x="425215" y="83115"/>
                  <a:pt x="428961" y="79043"/>
                </a:cubicBezTo>
                <a:cubicBezTo>
                  <a:pt x="432706" y="74970"/>
                  <a:pt x="434579" y="69567"/>
                  <a:pt x="434579" y="62835"/>
                </a:cubicBezTo>
                <a:cubicBezTo>
                  <a:pt x="434579" y="56435"/>
                  <a:pt x="432779" y="51386"/>
                  <a:pt x="429179" y="47687"/>
                </a:cubicBezTo>
                <a:cubicBezTo>
                  <a:pt x="425579" y="43988"/>
                  <a:pt x="420866" y="42139"/>
                  <a:pt x="415039" y="42139"/>
                </a:cubicBezTo>
                <a:cubicBezTo>
                  <a:pt x="411418" y="42139"/>
                  <a:pt x="408151" y="42955"/>
                  <a:pt x="405238" y="44587"/>
                </a:cubicBezTo>
                <a:cubicBezTo>
                  <a:pt x="402325" y="46219"/>
                  <a:pt x="400036" y="48337"/>
                  <a:pt x="398371" y="50941"/>
                </a:cubicBezTo>
                <a:lnTo>
                  <a:pt x="387821" y="49567"/>
                </a:lnTo>
                <a:lnTo>
                  <a:pt x="396686" y="2622"/>
                </a:lnTo>
                <a:lnTo>
                  <a:pt x="442195" y="2622"/>
                </a:lnTo>
                <a:lnTo>
                  <a:pt x="442195" y="13235"/>
                </a:lnTo>
                <a:lnTo>
                  <a:pt x="405675" y="13235"/>
                </a:lnTo>
                <a:lnTo>
                  <a:pt x="400743" y="37893"/>
                </a:lnTo>
                <a:cubicBezTo>
                  <a:pt x="406237" y="34106"/>
                  <a:pt x="412001" y="32213"/>
                  <a:pt x="418036" y="32213"/>
                </a:cubicBezTo>
                <a:cubicBezTo>
                  <a:pt x="426026" y="32213"/>
                  <a:pt x="432769" y="34983"/>
                  <a:pt x="438262" y="40525"/>
                </a:cubicBezTo>
                <a:cubicBezTo>
                  <a:pt x="443756" y="46066"/>
                  <a:pt x="446503" y="53189"/>
                  <a:pt x="446503" y="61895"/>
                </a:cubicBezTo>
                <a:cubicBezTo>
                  <a:pt x="446503" y="70186"/>
                  <a:pt x="444089" y="77352"/>
                  <a:pt x="439261" y="83391"/>
                </a:cubicBezTo>
                <a:cubicBezTo>
                  <a:pt x="433393" y="90807"/>
                  <a:pt x="425381" y="94515"/>
                  <a:pt x="415227" y="94515"/>
                </a:cubicBezTo>
                <a:cubicBezTo>
                  <a:pt x="406903" y="94515"/>
                  <a:pt x="400109" y="92179"/>
                  <a:pt x="394844" y="87506"/>
                </a:cubicBezTo>
                <a:cubicBezTo>
                  <a:pt x="389579" y="82833"/>
                  <a:pt x="386572" y="76638"/>
                  <a:pt x="385823" y="68920"/>
                </a:cubicBezTo>
                <a:close/>
                <a:moveTo>
                  <a:pt x="467396" y="119986"/>
                </a:moveTo>
                <a:lnTo>
                  <a:pt x="459343" y="119986"/>
                </a:lnTo>
                <a:cubicBezTo>
                  <a:pt x="471787" y="100009"/>
                  <a:pt x="478009" y="80011"/>
                  <a:pt x="478009" y="59993"/>
                </a:cubicBezTo>
                <a:cubicBezTo>
                  <a:pt x="478009" y="52169"/>
                  <a:pt x="477114" y="44407"/>
                  <a:pt x="475325" y="36707"/>
                </a:cubicBezTo>
                <a:cubicBezTo>
                  <a:pt x="473910" y="30465"/>
                  <a:pt x="471933" y="24472"/>
                  <a:pt x="469394" y="18728"/>
                </a:cubicBezTo>
                <a:cubicBezTo>
                  <a:pt x="467771" y="14983"/>
                  <a:pt x="464421" y="8740"/>
                  <a:pt x="459343" y="0"/>
                </a:cubicBezTo>
                <a:lnTo>
                  <a:pt x="467396" y="0"/>
                </a:lnTo>
                <a:cubicBezTo>
                  <a:pt x="475221" y="10446"/>
                  <a:pt x="481006" y="20934"/>
                  <a:pt x="484751" y="31463"/>
                </a:cubicBezTo>
                <a:cubicBezTo>
                  <a:pt x="487956" y="40536"/>
                  <a:pt x="489558" y="50025"/>
                  <a:pt x="489558" y="59930"/>
                </a:cubicBezTo>
                <a:cubicBezTo>
                  <a:pt x="489558" y="71167"/>
                  <a:pt x="487404" y="82030"/>
                  <a:pt x="483097" y="92517"/>
                </a:cubicBezTo>
                <a:cubicBezTo>
                  <a:pt x="478789" y="103005"/>
                  <a:pt x="473556" y="112161"/>
                  <a:pt x="467396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1A03C-057A-4581-8380-1187BAF4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535918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EE60E-FB53-482F-89DE-2B92FD0D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535918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164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EFE21273-33D3-403F-9C52-2EA717F9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648" y="1589581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2" y="83711"/>
                  <a:pt x="268522" y="85151"/>
                  <a:pt x="273016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8" y="42139"/>
                  <a:pt x="265941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3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6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1" y="94515"/>
                  <a:pt x="273016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5CBA6-A98C-4517-96E7-35AF2746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75675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D66DE-22AE-47C5-84B4-BA88FA8D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75675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67" name="Text upd(⟂,5)">
            <a:extLst xmlns:a="http://schemas.openxmlformats.org/drawingml/2006/main">
              <a:ext uri="{FF2B5EF4-FFF2-40B4-BE49-F238E27FC236}">
                <a16:creationId xmlns:a16="http://schemas.microsoft.com/office/drawing/2014/main" id="{5581519F-C77A-40FB-8813-2281681E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458" y="1810416"/>
            <a:ext cx="489558" cy="119986"/>
          </a:xfrm>
          <a:custGeom xmlns:a="http://schemas.openxmlformats.org/drawingml/2006/main">
            <a:pathLst>
              <a:path w="48955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71335" y="118487"/>
                </a:moveTo>
                <a:lnTo>
                  <a:pt x="71335" y="26719"/>
                </a:lnTo>
                <a:lnTo>
                  <a:pt x="81573" y="26719"/>
                </a:lnTo>
                <a:lnTo>
                  <a:pt x="81573" y="35272"/>
                </a:lnTo>
                <a:cubicBezTo>
                  <a:pt x="83987" y="31921"/>
                  <a:pt x="86713" y="29409"/>
                  <a:pt x="89751" y="27733"/>
                </a:cubicBezTo>
                <a:cubicBezTo>
                  <a:pt x="92789" y="26058"/>
                  <a:pt x="96473" y="25221"/>
                  <a:pt x="100801" y="25221"/>
                </a:cubicBezTo>
                <a:cubicBezTo>
                  <a:pt x="106461" y="25221"/>
                  <a:pt x="111455" y="26677"/>
                  <a:pt x="115783" y="29591"/>
                </a:cubicBezTo>
                <a:cubicBezTo>
                  <a:pt x="120112" y="32504"/>
                  <a:pt x="123379" y="36614"/>
                  <a:pt x="125585" y="41920"/>
                </a:cubicBezTo>
                <a:cubicBezTo>
                  <a:pt x="127790" y="47226"/>
                  <a:pt x="128893" y="53043"/>
                  <a:pt x="128893" y="59369"/>
                </a:cubicBezTo>
                <a:cubicBezTo>
                  <a:pt x="128893" y="66152"/>
                  <a:pt x="127676" y="72260"/>
                  <a:pt x="125241" y="77691"/>
                </a:cubicBezTo>
                <a:cubicBezTo>
                  <a:pt x="122807" y="83122"/>
                  <a:pt x="119269" y="87284"/>
                  <a:pt x="114629" y="90176"/>
                </a:cubicBezTo>
                <a:cubicBezTo>
                  <a:pt x="109988" y="93069"/>
                  <a:pt x="105108" y="94515"/>
                  <a:pt x="99989" y="94515"/>
                </a:cubicBezTo>
                <a:cubicBezTo>
                  <a:pt x="96244" y="94515"/>
                  <a:pt x="92883" y="93714"/>
                  <a:pt x="89907" y="92112"/>
                </a:cubicBezTo>
                <a:cubicBezTo>
                  <a:pt x="86932" y="90508"/>
                  <a:pt x="84487" y="88483"/>
                  <a:pt x="82572" y="86037"/>
                </a:cubicBezTo>
                <a:lnTo>
                  <a:pt x="82572" y="118487"/>
                </a:lnTo>
                <a:lnTo>
                  <a:pt x="71335" y="118487"/>
                </a:lnTo>
                <a:moveTo>
                  <a:pt x="81511" y="60149"/>
                </a:moveTo>
                <a:cubicBezTo>
                  <a:pt x="81511" y="68670"/>
                  <a:pt x="83238" y="74968"/>
                  <a:pt x="86692" y="79041"/>
                </a:cubicBezTo>
                <a:cubicBezTo>
                  <a:pt x="90147" y="83114"/>
                  <a:pt x="94329" y="85151"/>
                  <a:pt x="99240" y="85151"/>
                </a:cubicBezTo>
                <a:cubicBezTo>
                  <a:pt x="104234" y="85151"/>
                  <a:pt x="108511" y="83042"/>
                  <a:pt x="112069" y="78822"/>
                </a:cubicBezTo>
                <a:cubicBezTo>
                  <a:pt x="115627" y="74603"/>
                  <a:pt x="117407" y="68067"/>
                  <a:pt x="117407" y="59212"/>
                </a:cubicBezTo>
                <a:cubicBezTo>
                  <a:pt x="117407" y="50774"/>
                  <a:pt x="115669" y="44456"/>
                  <a:pt x="112194" y="40258"/>
                </a:cubicBezTo>
                <a:cubicBezTo>
                  <a:pt x="108719" y="36060"/>
                  <a:pt x="104567" y="33961"/>
                  <a:pt x="99740" y="33961"/>
                </a:cubicBezTo>
                <a:cubicBezTo>
                  <a:pt x="94954" y="33961"/>
                  <a:pt x="90719" y="36195"/>
                  <a:pt x="87036" y="40664"/>
                </a:cubicBezTo>
                <a:cubicBezTo>
                  <a:pt x="83352" y="45132"/>
                  <a:pt x="81511" y="51628"/>
                  <a:pt x="81511" y="60149"/>
                </a:cubicBezTo>
                <a:close/>
                <a:moveTo>
                  <a:pt x="185433" y="93017"/>
                </a:moveTo>
                <a:lnTo>
                  <a:pt x="185433" y="84652"/>
                </a:lnTo>
                <a:cubicBezTo>
                  <a:pt x="181230" y="91227"/>
                  <a:pt x="175049" y="94515"/>
                  <a:pt x="166892" y="94515"/>
                </a:cubicBezTo>
                <a:cubicBezTo>
                  <a:pt x="161607" y="94515"/>
                  <a:pt x="156748" y="93059"/>
                  <a:pt x="152315" y="90145"/>
                </a:cubicBezTo>
                <a:cubicBezTo>
                  <a:pt x="147883" y="87232"/>
                  <a:pt x="144449" y="83164"/>
                  <a:pt x="142015" y="77941"/>
                </a:cubicBezTo>
                <a:cubicBezTo>
                  <a:pt x="139580" y="72718"/>
                  <a:pt x="138363" y="66714"/>
                  <a:pt x="138363" y="59930"/>
                </a:cubicBezTo>
                <a:cubicBezTo>
                  <a:pt x="138363" y="53313"/>
                  <a:pt x="139466" y="47310"/>
                  <a:pt x="141671" y="41920"/>
                </a:cubicBezTo>
                <a:cubicBezTo>
                  <a:pt x="143877" y="36530"/>
                  <a:pt x="147186" y="32400"/>
                  <a:pt x="151597" y="29528"/>
                </a:cubicBezTo>
                <a:cubicBezTo>
                  <a:pt x="156009" y="26657"/>
                  <a:pt x="160941" y="25221"/>
                  <a:pt x="166393" y="25221"/>
                </a:cubicBezTo>
                <a:cubicBezTo>
                  <a:pt x="170388" y="25221"/>
                  <a:pt x="173946" y="26063"/>
                  <a:pt x="177068" y="27749"/>
                </a:cubicBezTo>
                <a:cubicBezTo>
                  <a:pt x="180189" y="29435"/>
                  <a:pt x="182728" y="31630"/>
                  <a:pt x="184684" y="34335"/>
                </a:cubicBezTo>
                <a:lnTo>
                  <a:pt x="184684" y="1498"/>
                </a:lnTo>
                <a:lnTo>
                  <a:pt x="195858" y="1498"/>
                </a:lnTo>
                <a:lnTo>
                  <a:pt x="195858" y="93017"/>
                </a:lnTo>
                <a:lnTo>
                  <a:pt x="185433" y="93017"/>
                </a:lnTo>
                <a:moveTo>
                  <a:pt x="149912" y="59899"/>
                </a:moveTo>
                <a:cubicBezTo>
                  <a:pt x="149912" y="68358"/>
                  <a:pt x="151701" y="74681"/>
                  <a:pt x="155281" y="78869"/>
                </a:cubicBezTo>
                <a:cubicBezTo>
                  <a:pt x="158860" y="83057"/>
                  <a:pt x="163084" y="85151"/>
                  <a:pt x="167953" y="85151"/>
                </a:cubicBezTo>
                <a:cubicBezTo>
                  <a:pt x="172864" y="85151"/>
                  <a:pt x="177037" y="83151"/>
                  <a:pt x="180470" y="79150"/>
                </a:cubicBezTo>
                <a:cubicBezTo>
                  <a:pt x="183904" y="75148"/>
                  <a:pt x="185620" y="69042"/>
                  <a:pt x="185620" y="60832"/>
                </a:cubicBezTo>
                <a:cubicBezTo>
                  <a:pt x="185620" y="51793"/>
                  <a:pt x="183872" y="45158"/>
                  <a:pt x="180376" y="40929"/>
                </a:cubicBezTo>
                <a:cubicBezTo>
                  <a:pt x="176880" y="36700"/>
                  <a:pt x="172573" y="34585"/>
                  <a:pt x="167454" y="34585"/>
                </a:cubicBezTo>
                <a:cubicBezTo>
                  <a:pt x="162460" y="34585"/>
                  <a:pt x="158288" y="36617"/>
                  <a:pt x="154937" y="40681"/>
                </a:cubicBezTo>
                <a:cubicBezTo>
                  <a:pt x="151587" y="44744"/>
                  <a:pt x="149912" y="51150"/>
                  <a:pt x="149912" y="59899"/>
                </a:cubicBezTo>
                <a:close/>
                <a:moveTo>
                  <a:pt x="234981" y="119986"/>
                </a:moveTo>
                <a:cubicBezTo>
                  <a:pt x="228780" y="112161"/>
                  <a:pt x="223536" y="103005"/>
                  <a:pt x="219249" y="92517"/>
                </a:cubicBezTo>
                <a:cubicBezTo>
                  <a:pt x="214962" y="82030"/>
                  <a:pt x="212819" y="71167"/>
                  <a:pt x="212819" y="59930"/>
                </a:cubicBezTo>
                <a:cubicBezTo>
                  <a:pt x="212819" y="50025"/>
                  <a:pt x="214421" y="40536"/>
                  <a:pt x="217626" y="31463"/>
                </a:cubicBezTo>
                <a:cubicBezTo>
                  <a:pt x="221372" y="20934"/>
                  <a:pt x="227157" y="10446"/>
                  <a:pt x="234981" y="0"/>
                </a:cubicBezTo>
                <a:lnTo>
                  <a:pt x="243034" y="0"/>
                </a:lnTo>
                <a:cubicBezTo>
                  <a:pt x="237998" y="8657"/>
                  <a:pt x="234669" y="14837"/>
                  <a:pt x="233046" y="18541"/>
                </a:cubicBezTo>
                <a:cubicBezTo>
                  <a:pt x="230507" y="24284"/>
                  <a:pt x="228509" y="30277"/>
                  <a:pt x="227052" y="36520"/>
                </a:cubicBezTo>
                <a:cubicBezTo>
                  <a:pt x="225263" y="44303"/>
                  <a:pt x="224368" y="52127"/>
                  <a:pt x="224368" y="59993"/>
                </a:cubicBezTo>
                <a:cubicBezTo>
                  <a:pt x="224368" y="80011"/>
                  <a:pt x="230590" y="100009"/>
                  <a:pt x="243034" y="119986"/>
                </a:cubicBezTo>
                <a:lnTo>
                  <a:pt x="234981" y="119986"/>
                </a:lnTo>
                <a:close/>
                <a:moveTo>
                  <a:pt x="255453" y="93017"/>
                </a:moveTo>
                <a:lnTo>
                  <a:pt x="255453" y="84714"/>
                </a:lnTo>
                <a:lnTo>
                  <a:pt x="291911" y="84714"/>
                </a:lnTo>
                <a:lnTo>
                  <a:pt x="291911" y="19977"/>
                </a:lnTo>
                <a:lnTo>
                  <a:pt x="300775" y="19977"/>
                </a:lnTo>
                <a:lnTo>
                  <a:pt x="300775" y="84714"/>
                </a:lnTo>
                <a:lnTo>
                  <a:pt x="337233" y="84714"/>
                </a:lnTo>
                <a:lnTo>
                  <a:pt x="337233" y="93017"/>
                </a:lnTo>
                <a:lnTo>
                  <a:pt x="255453" y="93017"/>
                </a:lnTo>
                <a:close/>
                <a:moveTo>
                  <a:pt x="356336" y="93017"/>
                </a:moveTo>
                <a:lnTo>
                  <a:pt x="356336" y="80157"/>
                </a:lnTo>
                <a:lnTo>
                  <a:pt x="369134" y="80157"/>
                </a:lnTo>
                <a:lnTo>
                  <a:pt x="369134" y="92980"/>
                </a:lnTo>
                <a:cubicBezTo>
                  <a:pt x="369134" y="97693"/>
                  <a:pt x="368301" y="101499"/>
                  <a:pt x="366636" y="104396"/>
                </a:cubicBezTo>
                <a:cubicBezTo>
                  <a:pt x="364972" y="107295"/>
                  <a:pt x="362329" y="109537"/>
                  <a:pt x="358708" y="111121"/>
                </a:cubicBezTo>
                <a:lnTo>
                  <a:pt x="355587" y="106252"/>
                </a:lnTo>
                <a:cubicBezTo>
                  <a:pt x="357959" y="105216"/>
                  <a:pt x="359707" y="103694"/>
                  <a:pt x="360831" y="101685"/>
                </a:cubicBezTo>
                <a:cubicBezTo>
                  <a:pt x="361954" y="99675"/>
                  <a:pt x="362579" y="96786"/>
                  <a:pt x="362704" y="93017"/>
                </a:cubicBezTo>
                <a:lnTo>
                  <a:pt x="356336" y="93017"/>
                </a:lnTo>
                <a:close/>
                <a:moveTo>
                  <a:pt x="385823" y="68920"/>
                </a:moveTo>
                <a:lnTo>
                  <a:pt x="397622" y="67921"/>
                </a:lnTo>
                <a:cubicBezTo>
                  <a:pt x="398496" y="73645"/>
                  <a:pt x="400525" y="77948"/>
                  <a:pt x="403709" y="80830"/>
                </a:cubicBezTo>
                <a:cubicBezTo>
                  <a:pt x="406892" y="83711"/>
                  <a:pt x="410732" y="85151"/>
                  <a:pt x="415227" y="85151"/>
                </a:cubicBezTo>
                <a:cubicBezTo>
                  <a:pt x="420637" y="85151"/>
                  <a:pt x="425215" y="83115"/>
                  <a:pt x="428961" y="79043"/>
                </a:cubicBezTo>
                <a:cubicBezTo>
                  <a:pt x="432706" y="74970"/>
                  <a:pt x="434579" y="69567"/>
                  <a:pt x="434579" y="62835"/>
                </a:cubicBezTo>
                <a:cubicBezTo>
                  <a:pt x="434579" y="56435"/>
                  <a:pt x="432779" y="51386"/>
                  <a:pt x="429179" y="47687"/>
                </a:cubicBezTo>
                <a:cubicBezTo>
                  <a:pt x="425579" y="43988"/>
                  <a:pt x="420866" y="42139"/>
                  <a:pt x="415039" y="42139"/>
                </a:cubicBezTo>
                <a:cubicBezTo>
                  <a:pt x="411418" y="42139"/>
                  <a:pt x="408151" y="42955"/>
                  <a:pt x="405238" y="44587"/>
                </a:cubicBezTo>
                <a:cubicBezTo>
                  <a:pt x="402325" y="46219"/>
                  <a:pt x="400036" y="48337"/>
                  <a:pt x="398371" y="50941"/>
                </a:cubicBezTo>
                <a:lnTo>
                  <a:pt x="387821" y="49567"/>
                </a:lnTo>
                <a:lnTo>
                  <a:pt x="396686" y="2622"/>
                </a:lnTo>
                <a:lnTo>
                  <a:pt x="442195" y="2622"/>
                </a:lnTo>
                <a:lnTo>
                  <a:pt x="442195" y="13235"/>
                </a:lnTo>
                <a:lnTo>
                  <a:pt x="405675" y="13235"/>
                </a:lnTo>
                <a:lnTo>
                  <a:pt x="400743" y="37893"/>
                </a:lnTo>
                <a:cubicBezTo>
                  <a:pt x="406237" y="34106"/>
                  <a:pt x="412001" y="32213"/>
                  <a:pt x="418036" y="32213"/>
                </a:cubicBezTo>
                <a:cubicBezTo>
                  <a:pt x="426026" y="32213"/>
                  <a:pt x="432769" y="34983"/>
                  <a:pt x="438262" y="40525"/>
                </a:cubicBezTo>
                <a:cubicBezTo>
                  <a:pt x="443756" y="46066"/>
                  <a:pt x="446503" y="53189"/>
                  <a:pt x="446503" y="61895"/>
                </a:cubicBezTo>
                <a:cubicBezTo>
                  <a:pt x="446503" y="70186"/>
                  <a:pt x="444089" y="77352"/>
                  <a:pt x="439261" y="83391"/>
                </a:cubicBezTo>
                <a:cubicBezTo>
                  <a:pt x="433393" y="90807"/>
                  <a:pt x="425381" y="94515"/>
                  <a:pt x="415227" y="94515"/>
                </a:cubicBezTo>
                <a:cubicBezTo>
                  <a:pt x="406903" y="94515"/>
                  <a:pt x="400109" y="92179"/>
                  <a:pt x="394844" y="87506"/>
                </a:cubicBezTo>
                <a:cubicBezTo>
                  <a:pt x="389579" y="82833"/>
                  <a:pt x="386572" y="76638"/>
                  <a:pt x="385823" y="68920"/>
                </a:cubicBezTo>
                <a:close/>
                <a:moveTo>
                  <a:pt x="467396" y="119986"/>
                </a:moveTo>
                <a:lnTo>
                  <a:pt x="459343" y="119986"/>
                </a:lnTo>
                <a:cubicBezTo>
                  <a:pt x="471787" y="100009"/>
                  <a:pt x="478009" y="80011"/>
                  <a:pt x="478009" y="59993"/>
                </a:cubicBezTo>
                <a:cubicBezTo>
                  <a:pt x="478009" y="52169"/>
                  <a:pt x="477114" y="44407"/>
                  <a:pt x="475325" y="36707"/>
                </a:cubicBezTo>
                <a:cubicBezTo>
                  <a:pt x="473910" y="30465"/>
                  <a:pt x="471933" y="24472"/>
                  <a:pt x="469394" y="18728"/>
                </a:cubicBezTo>
                <a:cubicBezTo>
                  <a:pt x="467771" y="14983"/>
                  <a:pt x="464421" y="8740"/>
                  <a:pt x="459343" y="0"/>
                </a:cubicBezTo>
                <a:lnTo>
                  <a:pt x="467396" y="0"/>
                </a:lnTo>
                <a:cubicBezTo>
                  <a:pt x="475221" y="10446"/>
                  <a:pt x="481006" y="20934"/>
                  <a:pt x="484751" y="31463"/>
                </a:cubicBezTo>
                <a:cubicBezTo>
                  <a:pt x="487956" y="40536"/>
                  <a:pt x="489558" y="50025"/>
                  <a:pt x="489558" y="59930"/>
                </a:cubicBezTo>
                <a:cubicBezTo>
                  <a:pt x="489558" y="71167"/>
                  <a:pt x="487404" y="82030"/>
                  <a:pt x="483097" y="92517"/>
                </a:cubicBezTo>
                <a:cubicBezTo>
                  <a:pt x="478789" y="103005"/>
                  <a:pt x="473556" y="112161"/>
                  <a:pt x="467396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FD5F1-BCED-4C97-807B-BAC53C65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091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8AC07-5218-42F0-B86D-8306F60C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091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70" name="Text upd({0,1},5)">
            <a:extLst xmlns:a="http://schemas.openxmlformats.org/drawingml/2006/main">
              <a:ext uri="{FF2B5EF4-FFF2-40B4-BE49-F238E27FC236}">
                <a16:creationId xmlns:a16="http://schemas.microsoft.com/office/drawing/2014/main" id="{AE970151-2FB7-4785-8B26-48CC1B7F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645" y="264576"/>
            <a:ext cx="655355" cy="119986"/>
          </a:xfrm>
          <a:custGeom xmlns:a="http://schemas.openxmlformats.org/drawingml/2006/main">
            <a:pathLst>
              <a:path w="65535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71335" y="118487"/>
                </a:moveTo>
                <a:lnTo>
                  <a:pt x="71335" y="26719"/>
                </a:lnTo>
                <a:lnTo>
                  <a:pt x="81573" y="26719"/>
                </a:lnTo>
                <a:lnTo>
                  <a:pt x="81573" y="35272"/>
                </a:lnTo>
                <a:cubicBezTo>
                  <a:pt x="83987" y="31921"/>
                  <a:pt x="86713" y="29409"/>
                  <a:pt x="89751" y="27733"/>
                </a:cubicBezTo>
                <a:cubicBezTo>
                  <a:pt x="92789" y="26058"/>
                  <a:pt x="96473" y="25221"/>
                  <a:pt x="100801" y="25221"/>
                </a:cubicBezTo>
                <a:cubicBezTo>
                  <a:pt x="106461" y="25221"/>
                  <a:pt x="111455" y="26677"/>
                  <a:pt x="115784" y="29591"/>
                </a:cubicBezTo>
                <a:cubicBezTo>
                  <a:pt x="120112" y="32504"/>
                  <a:pt x="123379" y="36614"/>
                  <a:pt x="125585" y="41920"/>
                </a:cubicBezTo>
                <a:cubicBezTo>
                  <a:pt x="127790" y="47226"/>
                  <a:pt x="128893" y="53043"/>
                  <a:pt x="128893" y="59369"/>
                </a:cubicBezTo>
                <a:cubicBezTo>
                  <a:pt x="128893" y="66152"/>
                  <a:pt x="127676" y="72260"/>
                  <a:pt x="125241" y="77691"/>
                </a:cubicBezTo>
                <a:cubicBezTo>
                  <a:pt x="122807" y="83122"/>
                  <a:pt x="119269" y="87284"/>
                  <a:pt x="114629" y="90176"/>
                </a:cubicBezTo>
                <a:cubicBezTo>
                  <a:pt x="109988" y="93069"/>
                  <a:pt x="105108" y="94515"/>
                  <a:pt x="99989" y="94515"/>
                </a:cubicBezTo>
                <a:cubicBezTo>
                  <a:pt x="96244" y="94515"/>
                  <a:pt x="92883" y="93714"/>
                  <a:pt x="89907" y="92112"/>
                </a:cubicBezTo>
                <a:cubicBezTo>
                  <a:pt x="86932" y="90508"/>
                  <a:pt x="84487" y="88483"/>
                  <a:pt x="82572" y="86037"/>
                </a:cubicBezTo>
                <a:lnTo>
                  <a:pt x="82572" y="118487"/>
                </a:lnTo>
                <a:lnTo>
                  <a:pt x="71335" y="118487"/>
                </a:lnTo>
                <a:moveTo>
                  <a:pt x="81511" y="60149"/>
                </a:moveTo>
                <a:cubicBezTo>
                  <a:pt x="81511" y="68670"/>
                  <a:pt x="83238" y="74968"/>
                  <a:pt x="86692" y="79041"/>
                </a:cubicBezTo>
                <a:cubicBezTo>
                  <a:pt x="90147" y="83114"/>
                  <a:pt x="94329" y="85151"/>
                  <a:pt x="99240" y="85151"/>
                </a:cubicBezTo>
                <a:cubicBezTo>
                  <a:pt x="104234" y="85151"/>
                  <a:pt x="108511" y="83042"/>
                  <a:pt x="112069" y="78822"/>
                </a:cubicBezTo>
                <a:cubicBezTo>
                  <a:pt x="115627" y="74603"/>
                  <a:pt x="117407" y="68067"/>
                  <a:pt x="117407" y="59212"/>
                </a:cubicBezTo>
                <a:cubicBezTo>
                  <a:pt x="117407" y="50774"/>
                  <a:pt x="115669" y="44456"/>
                  <a:pt x="112194" y="40258"/>
                </a:cubicBezTo>
                <a:cubicBezTo>
                  <a:pt x="108719" y="36060"/>
                  <a:pt x="104567" y="33961"/>
                  <a:pt x="99740" y="33961"/>
                </a:cubicBezTo>
                <a:cubicBezTo>
                  <a:pt x="94954" y="33961"/>
                  <a:pt x="90719" y="36195"/>
                  <a:pt x="87036" y="40664"/>
                </a:cubicBezTo>
                <a:cubicBezTo>
                  <a:pt x="83352" y="45132"/>
                  <a:pt x="81511" y="51628"/>
                  <a:pt x="81511" y="60149"/>
                </a:cubicBezTo>
                <a:close/>
                <a:moveTo>
                  <a:pt x="185433" y="93017"/>
                </a:moveTo>
                <a:lnTo>
                  <a:pt x="185433" y="84652"/>
                </a:lnTo>
                <a:cubicBezTo>
                  <a:pt x="181229" y="91227"/>
                  <a:pt x="175049" y="94515"/>
                  <a:pt x="166892" y="94515"/>
                </a:cubicBezTo>
                <a:cubicBezTo>
                  <a:pt x="161606" y="94515"/>
                  <a:pt x="156747" y="93059"/>
                  <a:pt x="152315" y="90145"/>
                </a:cubicBezTo>
                <a:cubicBezTo>
                  <a:pt x="147883" y="87232"/>
                  <a:pt x="144449" y="83164"/>
                  <a:pt x="142015" y="77941"/>
                </a:cubicBezTo>
                <a:cubicBezTo>
                  <a:pt x="139580" y="72718"/>
                  <a:pt x="138363" y="66714"/>
                  <a:pt x="138363" y="59930"/>
                </a:cubicBezTo>
                <a:cubicBezTo>
                  <a:pt x="138363" y="53313"/>
                  <a:pt x="139465" y="47310"/>
                  <a:pt x="141671" y="41920"/>
                </a:cubicBezTo>
                <a:cubicBezTo>
                  <a:pt x="143877" y="36530"/>
                  <a:pt x="147186" y="32400"/>
                  <a:pt x="151597" y="29528"/>
                </a:cubicBezTo>
                <a:cubicBezTo>
                  <a:pt x="156009" y="26657"/>
                  <a:pt x="160940" y="25221"/>
                  <a:pt x="166392" y="25221"/>
                </a:cubicBezTo>
                <a:cubicBezTo>
                  <a:pt x="170388" y="25221"/>
                  <a:pt x="173946" y="26063"/>
                  <a:pt x="177068" y="27749"/>
                </a:cubicBezTo>
                <a:cubicBezTo>
                  <a:pt x="180189" y="29435"/>
                  <a:pt x="182728" y="31630"/>
                  <a:pt x="184684" y="34335"/>
                </a:cubicBezTo>
                <a:lnTo>
                  <a:pt x="184684" y="1498"/>
                </a:lnTo>
                <a:lnTo>
                  <a:pt x="195858" y="1498"/>
                </a:lnTo>
                <a:lnTo>
                  <a:pt x="195858" y="93017"/>
                </a:lnTo>
                <a:lnTo>
                  <a:pt x="185433" y="93017"/>
                </a:lnTo>
                <a:moveTo>
                  <a:pt x="149912" y="59899"/>
                </a:moveTo>
                <a:cubicBezTo>
                  <a:pt x="149912" y="68358"/>
                  <a:pt x="151701" y="74681"/>
                  <a:pt x="155280" y="78869"/>
                </a:cubicBezTo>
                <a:cubicBezTo>
                  <a:pt x="158860" y="83057"/>
                  <a:pt x="163084" y="85151"/>
                  <a:pt x="167953" y="85151"/>
                </a:cubicBezTo>
                <a:cubicBezTo>
                  <a:pt x="172864" y="85151"/>
                  <a:pt x="177036" y="83151"/>
                  <a:pt x="180470" y="79150"/>
                </a:cubicBezTo>
                <a:cubicBezTo>
                  <a:pt x="183903" y="75148"/>
                  <a:pt x="185620" y="69042"/>
                  <a:pt x="185620" y="60832"/>
                </a:cubicBezTo>
                <a:cubicBezTo>
                  <a:pt x="185620" y="51793"/>
                  <a:pt x="183872" y="45158"/>
                  <a:pt x="180376" y="40929"/>
                </a:cubicBezTo>
                <a:cubicBezTo>
                  <a:pt x="176880" y="36700"/>
                  <a:pt x="172573" y="34585"/>
                  <a:pt x="167454" y="34585"/>
                </a:cubicBezTo>
                <a:cubicBezTo>
                  <a:pt x="162460" y="34585"/>
                  <a:pt x="158287" y="36617"/>
                  <a:pt x="154937" y="40681"/>
                </a:cubicBezTo>
                <a:cubicBezTo>
                  <a:pt x="151587" y="44744"/>
                  <a:pt x="149912" y="51150"/>
                  <a:pt x="149912" y="59899"/>
                </a:cubicBezTo>
                <a:close/>
                <a:moveTo>
                  <a:pt x="234981" y="119986"/>
                </a:moveTo>
                <a:cubicBezTo>
                  <a:pt x="228780" y="112161"/>
                  <a:pt x="223536" y="103005"/>
                  <a:pt x="219249" y="92517"/>
                </a:cubicBezTo>
                <a:cubicBezTo>
                  <a:pt x="214962" y="82030"/>
                  <a:pt x="212819" y="71167"/>
                  <a:pt x="212819" y="59930"/>
                </a:cubicBezTo>
                <a:cubicBezTo>
                  <a:pt x="212819" y="50025"/>
                  <a:pt x="214421" y="40536"/>
                  <a:pt x="217626" y="31463"/>
                </a:cubicBezTo>
                <a:cubicBezTo>
                  <a:pt x="221372" y="20934"/>
                  <a:pt x="227157" y="10446"/>
                  <a:pt x="234981" y="0"/>
                </a:cubicBezTo>
                <a:lnTo>
                  <a:pt x="243034" y="0"/>
                </a:lnTo>
                <a:cubicBezTo>
                  <a:pt x="237998" y="8657"/>
                  <a:pt x="234669" y="14837"/>
                  <a:pt x="233046" y="18541"/>
                </a:cubicBezTo>
                <a:cubicBezTo>
                  <a:pt x="230507" y="24284"/>
                  <a:pt x="228509" y="30277"/>
                  <a:pt x="227053" y="36520"/>
                </a:cubicBezTo>
                <a:cubicBezTo>
                  <a:pt x="225263" y="44303"/>
                  <a:pt x="224368" y="52127"/>
                  <a:pt x="224368" y="59993"/>
                </a:cubicBezTo>
                <a:cubicBezTo>
                  <a:pt x="224368" y="80011"/>
                  <a:pt x="230590" y="100009"/>
                  <a:pt x="243034" y="119986"/>
                </a:cubicBezTo>
                <a:lnTo>
                  <a:pt x="234981" y="119986"/>
                </a:lnTo>
                <a:close/>
                <a:moveTo>
                  <a:pt x="251211" y="54811"/>
                </a:moveTo>
                <a:cubicBezTo>
                  <a:pt x="254416" y="54728"/>
                  <a:pt x="257027" y="53866"/>
                  <a:pt x="259046" y="52224"/>
                </a:cubicBezTo>
                <a:cubicBezTo>
                  <a:pt x="261064" y="50582"/>
                  <a:pt x="262406" y="48327"/>
                  <a:pt x="263072" y="45459"/>
                </a:cubicBezTo>
                <a:cubicBezTo>
                  <a:pt x="263738" y="42590"/>
                  <a:pt x="264092" y="37684"/>
                  <a:pt x="264133" y="30742"/>
                </a:cubicBezTo>
                <a:cubicBezTo>
                  <a:pt x="264175" y="23799"/>
                  <a:pt x="264300" y="19226"/>
                  <a:pt x="264508" y="17023"/>
                </a:cubicBezTo>
                <a:cubicBezTo>
                  <a:pt x="264883" y="13531"/>
                  <a:pt x="265580" y="10725"/>
                  <a:pt x="266599" y="8605"/>
                </a:cubicBezTo>
                <a:cubicBezTo>
                  <a:pt x="267619" y="6485"/>
                  <a:pt x="268878" y="4791"/>
                  <a:pt x="270376" y="3523"/>
                </a:cubicBezTo>
                <a:cubicBezTo>
                  <a:pt x="271874" y="2255"/>
                  <a:pt x="273789" y="1289"/>
                  <a:pt x="276119" y="624"/>
                </a:cubicBezTo>
                <a:cubicBezTo>
                  <a:pt x="277701" y="208"/>
                  <a:pt x="280281" y="0"/>
                  <a:pt x="283860" y="0"/>
                </a:cubicBezTo>
                <a:lnTo>
                  <a:pt x="287356" y="0"/>
                </a:lnTo>
                <a:lnTo>
                  <a:pt x="287356" y="9864"/>
                </a:lnTo>
                <a:lnTo>
                  <a:pt x="285421" y="9864"/>
                </a:lnTo>
                <a:cubicBezTo>
                  <a:pt x="281093" y="9864"/>
                  <a:pt x="278221" y="10643"/>
                  <a:pt x="276806" y="12201"/>
                </a:cubicBezTo>
                <a:cubicBezTo>
                  <a:pt x="275391" y="13759"/>
                  <a:pt x="274684" y="17238"/>
                  <a:pt x="274684" y="22638"/>
                </a:cubicBezTo>
                <a:cubicBezTo>
                  <a:pt x="274684" y="33521"/>
                  <a:pt x="274455" y="40396"/>
                  <a:pt x="273997" y="43262"/>
                </a:cubicBezTo>
                <a:cubicBezTo>
                  <a:pt x="273248" y="47708"/>
                  <a:pt x="271968" y="51135"/>
                  <a:pt x="270158" y="53545"/>
                </a:cubicBezTo>
                <a:cubicBezTo>
                  <a:pt x="268347" y="55954"/>
                  <a:pt x="265507" y="58093"/>
                  <a:pt x="261636" y="59962"/>
                </a:cubicBezTo>
                <a:cubicBezTo>
                  <a:pt x="266214" y="61875"/>
                  <a:pt x="269533" y="64796"/>
                  <a:pt x="271593" y="68727"/>
                </a:cubicBezTo>
                <a:cubicBezTo>
                  <a:pt x="273654" y="72657"/>
                  <a:pt x="274684" y="79094"/>
                  <a:pt x="274684" y="88036"/>
                </a:cubicBezTo>
                <a:cubicBezTo>
                  <a:pt x="274684" y="96147"/>
                  <a:pt x="274767" y="100971"/>
                  <a:pt x="274933" y="102510"/>
                </a:cubicBezTo>
                <a:cubicBezTo>
                  <a:pt x="275266" y="105339"/>
                  <a:pt x="276109" y="107314"/>
                  <a:pt x="277462" y="108436"/>
                </a:cubicBezTo>
                <a:cubicBezTo>
                  <a:pt x="278814" y="109560"/>
                  <a:pt x="281467" y="110122"/>
                  <a:pt x="285421" y="110122"/>
                </a:cubicBezTo>
                <a:lnTo>
                  <a:pt x="287356" y="110122"/>
                </a:lnTo>
                <a:lnTo>
                  <a:pt x="287356" y="119986"/>
                </a:lnTo>
                <a:lnTo>
                  <a:pt x="283860" y="119986"/>
                </a:lnTo>
                <a:cubicBezTo>
                  <a:pt x="279782" y="119986"/>
                  <a:pt x="276827" y="119653"/>
                  <a:pt x="274996" y="118987"/>
                </a:cubicBezTo>
                <a:cubicBezTo>
                  <a:pt x="272332" y="118030"/>
                  <a:pt x="270126" y="116479"/>
                  <a:pt x="268378" y="114336"/>
                </a:cubicBezTo>
                <a:cubicBezTo>
                  <a:pt x="266630" y="112193"/>
                  <a:pt x="265496" y="109477"/>
                  <a:pt x="264976" y="106189"/>
                </a:cubicBezTo>
                <a:cubicBezTo>
                  <a:pt x="264456" y="102901"/>
                  <a:pt x="264175" y="97512"/>
                  <a:pt x="264133" y="90020"/>
                </a:cubicBezTo>
                <a:cubicBezTo>
                  <a:pt x="264092" y="82529"/>
                  <a:pt x="263738" y="77348"/>
                  <a:pt x="263072" y="74476"/>
                </a:cubicBezTo>
                <a:cubicBezTo>
                  <a:pt x="262406" y="71604"/>
                  <a:pt x="261064" y="69336"/>
                  <a:pt x="259046" y="67671"/>
                </a:cubicBezTo>
                <a:cubicBezTo>
                  <a:pt x="257027" y="66007"/>
                  <a:pt x="254416" y="65133"/>
                  <a:pt x="251211" y="65049"/>
                </a:cubicBezTo>
                <a:lnTo>
                  <a:pt x="251211" y="54811"/>
                </a:lnTo>
                <a:close/>
                <a:moveTo>
                  <a:pt x="295661" y="47851"/>
                </a:moveTo>
                <a:cubicBezTo>
                  <a:pt x="295661" y="37038"/>
                  <a:pt x="296774" y="28335"/>
                  <a:pt x="299001" y="21742"/>
                </a:cubicBezTo>
                <a:cubicBezTo>
                  <a:pt x="301228" y="15150"/>
                  <a:pt x="304536" y="10065"/>
                  <a:pt x="308927" y="6489"/>
                </a:cubicBezTo>
                <a:cubicBezTo>
                  <a:pt x="313318" y="2912"/>
                  <a:pt x="318842" y="1124"/>
                  <a:pt x="325501" y="1124"/>
                </a:cubicBezTo>
                <a:cubicBezTo>
                  <a:pt x="330412" y="1124"/>
                  <a:pt x="334720" y="2111"/>
                  <a:pt x="338424" y="4087"/>
                </a:cubicBezTo>
                <a:cubicBezTo>
                  <a:pt x="342128" y="6063"/>
                  <a:pt x="345187" y="8912"/>
                  <a:pt x="347601" y="12634"/>
                </a:cubicBezTo>
                <a:cubicBezTo>
                  <a:pt x="350015" y="16356"/>
                  <a:pt x="351908" y="20890"/>
                  <a:pt x="353282" y="26235"/>
                </a:cubicBezTo>
                <a:cubicBezTo>
                  <a:pt x="354655" y="31579"/>
                  <a:pt x="355342" y="38784"/>
                  <a:pt x="355342" y="47851"/>
                </a:cubicBezTo>
                <a:cubicBezTo>
                  <a:pt x="355342" y="58580"/>
                  <a:pt x="354239" y="67242"/>
                  <a:pt x="352033" y="73834"/>
                </a:cubicBezTo>
                <a:cubicBezTo>
                  <a:pt x="349827" y="80427"/>
                  <a:pt x="346529" y="85522"/>
                  <a:pt x="342138" y="89119"/>
                </a:cubicBezTo>
                <a:cubicBezTo>
                  <a:pt x="337748" y="92716"/>
                  <a:pt x="332202" y="94515"/>
                  <a:pt x="325501" y="94515"/>
                </a:cubicBezTo>
                <a:cubicBezTo>
                  <a:pt x="316678" y="94515"/>
                  <a:pt x="309749" y="91354"/>
                  <a:pt x="304713" y="85032"/>
                </a:cubicBezTo>
                <a:cubicBezTo>
                  <a:pt x="298678" y="77421"/>
                  <a:pt x="295661" y="65027"/>
                  <a:pt x="295661" y="47851"/>
                </a:cubicBezTo>
                <a:moveTo>
                  <a:pt x="307210" y="47819"/>
                </a:moveTo>
                <a:cubicBezTo>
                  <a:pt x="307210" y="62793"/>
                  <a:pt x="308969" y="72759"/>
                  <a:pt x="312485" y="77716"/>
                </a:cubicBezTo>
                <a:cubicBezTo>
                  <a:pt x="316002" y="82673"/>
                  <a:pt x="320341" y="85151"/>
                  <a:pt x="325501" y="85151"/>
                </a:cubicBezTo>
                <a:cubicBezTo>
                  <a:pt x="330662" y="85151"/>
                  <a:pt x="335001" y="82662"/>
                  <a:pt x="338518" y="77685"/>
                </a:cubicBezTo>
                <a:cubicBezTo>
                  <a:pt x="342034" y="72708"/>
                  <a:pt x="343793" y="62753"/>
                  <a:pt x="343793" y="47819"/>
                </a:cubicBezTo>
                <a:cubicBezTo>
                  <a:pt x="343793" y="32804"/>
                  <a:pt x="342034" y="22829"/>
                  <a:pt x="338518" y="17893"/>
                </a:cubicBezTo>
                <a:cubicBezTo>
                  <a:pt x="335001" y="12956"/>
                  <a:pt x="330620" y="10488"/>
                  <a:pt x="325377" y="10488"/>
                </a:cubicBezTo>
                <a:cubicBezTo>
                  <a:pt x="320216" y="10488"/>
                  <a:pt x="316096" y="12666"/>
                  <a:pt x="313016" y="17021"/>
                </a:cubicBezTo>
                <a:cubicBezTo>
                  <a:pt x="309145" y="22580"/>
                  <a:pt x="307210" y="32846"/>
                  <a:pt x="307210" y="47819"/>
                </a:cubicBezTo>
                <a:close/>
                <a:moveTo>
                  <a:pt x="372802" y="93017"/>
                </a:moveTo>
                <a:lnTo>
                  <a:pt x="372802" y="80157"/>
                </a:lnTo>
                <a:lnTo>
                  <a:pt x="385600" y="80157"/>
                </a:lnTo>
                <a:lnTo>
                  <a:pt x="385600" y="92980"/>
                </a:lnTo>
                <a:cubicBezTo>
                  <a:pt x="385600" y="97693"/>
                  <a:pt x="384767" y="101499"/>
                  <a:pt x="383103" y="104396"/>
                </a:cubicBezTo>
                <a:cubicBezTo>
                  <a:pt x="381438" y="107295"/>
                  <a:pt x="378795" y="109537"/>
                  <a:pt x="375174" y="111121"/>
                </a:cubicBezTo>
                <a:lnTo>
                  <a:pt x="372053" y="106252"/>
                </a:lnTo>
                <a:cubicBezTo>
                  <a:pt x="374425" y="105216"/>
                  <a:pt x="376173" y="103694"/>
                  <a:pt x="377297" y="101685"/>
                </a:cubicBezTo>
                <a:cubicBezTo>
                  <a:pt x="378420" y="99675"/>
                  <a:pt x="379045" y="96786"/>
                  <a:pt x="379170" y="93017"/>
                </a:cubicBezTo>
                <a:lnTo>
                  <a:pt x="372802" y="93017"/>
                </a:lnTo>
                <a:close/>
                <a:moveTo>
                  <a:pt x="444615" y="93017"/>
                </a:moveTo>
                <a:lnTo>
                  <a:pt x="433378" y="93017"/>
                </a:lnTo>
                <a:lnTo>
                  <a:pt x="433378" y="21413"/>
                </a:lnTo>
                <a:cubicBezTo>
                  <a:pt x="430673" y="23993"/>
                  <a:pt x="427125" y="26573"/>
                  <a:pt x="422734" y="29154"/>
                </a:cubicBezTo>
                <a:cubicBezTo>
                  <a:pt x="418343" y="31734"/>
                  <a:pt x="414400" y="33669"/>
                  <a:pt x="410904" y="34959"/>
                </a:cubicBezTo>
                <a:lnTo>
                  <a:pt x="410904" y="24097"/>
                </a:lnTo>
                <a:cubicBezTo>
                  <a:pt x="417189" y="21142"/>
                  <a:pt x="422682" y="17563"/>
                  <a:pt x="427385" y="13359"/>
                </a:cubicBezTo>
                <a:cubicBezTo>
                  <a:pt x="432088" y="9156"/>
                  <a:pt x="435417" y="5077"/>
                  <a:pt x="437373" y="1124"/>
                </a:cubicBezTo>
                <a:lnTo>
                  <a:pt x="444615" y="1124"/>
                </a:lnTo>
                <a:lnTo>
                  <a:pt x="444615" y="93017"/>
                </a:lnTo>
                <a:close/>
                <a:moveTo>
                  <a:pt x="507148" y="54811"/>
                </a:moveTo>
                <a:lnTo>
                  <a:pt x="507148" y="65049"/>
                </a:lnTo>
                <a:cubicBezTo>
                  <a:pt x="503943" y="65133"/>
                  <a:pt x="501332" y="66007"/>
                  <a:pt x="499313" y="67671"/>
                </a:cubicBezTo>
                <a:cubicBezTo>
                  <a:pt x="497295" y="69336"/>
                  <a:pt x="495953" y="71594"/>
                  <a:pt x="495287" y="74445"/>
                </a:cubicBezTo>
                <a:cubicBezTo>
                  <a:pt x="494621" y="77296"/>
                  <a:pt x="494267" y="82196"/>
                  <a:pt x="494225" y="89146"/>
                </a:cubicBezTo>
                <a:cubicBezTo>
                  <a:pt x="494184" y="96097"/>
                  <a:pt x="494059" y="100675"/>
                  <a:pt x="493851" y="102880"/>
                </a:cubicBezTo>
                <a:cubicBezTo>
                  <a:pt x="493476" y="106418"/>
                  <a:pt x="492779" y="109238"/>
                  <a:pt x="491760" y="111339"/>
                </a:cubicBezTo>
                <a:cubicBezTo>
                  <a:pt x="490740" y="113441"/>
                  <a:pt x="489481" y="115127"/>
                  <a:pt x="487983" y="116396"/>
                </a:cubicBezTo>
                <a:cubicBezTo>
                  <a:pt x="486484" y="117665"/>
                  <a:pt x="484570" y="118633"/>
                  <a:pt x="482239" y="119299"/>
                </a:cubicBezTo>
                <a:cubicBezTo>
                  <a:pt x="480658" y="119757"/>
                  <a:pt x="478078" y="119986"/>
                  <a:pt x="474498" y="119986"/>
                </a:cubicBezTo>
                <a:lnTo>
                  <a:pt x="471002" y="119986"/>
                </a:lnTo>
                <a:lnTo>
                  <a:pt x="471002" y="110122"/>
                </a:lnTo>
                <a:lnTo>
                  <a:pt x="472938" y="110122"/>
                </a:lnTo>
                <a:cubicBezTo>
                  <a:pt x="477266" y="110122"/>
                  <a:pt x="480138" y="109342"/>
                  <a:pt x="481553" y="107781"/>
                </a:cubicBezTo>
                <a:cubicBezTo>
                  <a:pt x="482968" y="106222"/>
                  <a:pt x="483675" y="102718"/>
                  <a:pt x="483675" y="97270"/>
                </a:cubicBezTo>
                <a:cubicBezTo>
                  <a:pt x="483675" y="86872"/>
                  <a:pt x="483862" y="80279"/>
                  <a:pt x="484237" y="77492"/>
                </a:cubicBezTo>
                <a:cubicBezTo>
                  <a:pt x="484903" y="72876"/>
                  <a:pt x="486235" y="69185"/>
                  <a:pt x="488232" y="66419"/>
                </a:cubicBezTo>
                <a:cubicBezTo>
                  <a:pt x="490230" y="63653"/>
                  <a:pt x="493060" y="61500"/>
                  <a:pt x="496723" y="59962"/>
                </a:cubicBezTo>
                <a:cubicBezTo>
                  <a:pt x="491936" y="57676"/>
                  <a:pt x="488565" y="54655"/>
                  <a:pt x="486609" y="50896"/>
                </a:cubicBezTo>
                <a:cubicBezTo>
                  <a:pt x="484653" y="47136"/>
                  <a:pt x="483675" y="40790"/>
                  <a:pt x="483675" y="31859"/>
                </a:cubicBezTo>
                <a:cubicBezTo>
                  <a:pt x="483675" y="23759"/>
                  <a:pt x="483571" y="18920"/>
                  <a:pt x="483363" y="17341"/>
                </a:cubicBezTo>
                <a:cubicBezTo>
                  <a:pt x="483072" y="14558"/>
                  <a:pt x="482250" y="12616"/>
                  <a:pt x="480897" y="11516"/>
                </a:cubicBezTo>
                <a:cubicBezTo>
                  <a:pt x="479545" y="10414"/>
                  <a:pt x="476891" y="9864"/>
                  <a:pt x="472938" y="9864"/>
                </a:cubicBezTo>
                <a:lnTo>
                  <a:pt x="471002" y="9864"/>
                </a:lnTo>
                <a:lnTo>
                  <a:pt x="471002" y="0"/>
                </a:lnTo>
                <a:lnTo>
                  <a:pt x="474498" y="0"/>
                </a:lnTo>
                <a:cubicBezTo>
                  <a:pt x="478577" y="0"/>
                  <a:pt x="481532" y="332"/>
                  <a:pt x="483363" y="997"/>
                </a:cubicBezTo>
                <a:cubicBezTo>
                  <a:pt x="486027" y="1912"/>
                  <a:pt x="488232" y="3451"/>
                  <a:pt x="489980" y="5613"/>
                </a:cubicBezTo>
                <a:cubicBezTo>
                  <a:pt x="491728" y="7774"/>
                  <a:pt x="492862" y="10497"/>
                  <a:pt x="493383" y="13781"/>
                </a:cubicBezTo>
                <a:cubicBezTo>
                  <a:pt x="493903" y="17065"/>
                  <a:pt x="494184" y="22449"/>
                  <a:pt x="494225" y="29932"/>
                </a:cubicBezTo>
                <a:cubicBezTo>
                  <a:pt x="494267" y="37414"/>
                  <a:pt x="494621" y="42579"/>
                  <a:pt x="495287" y="45428"/>
                </a:cubicBezTo>
                <a:cubicBezTo>
                  <a:pt x="495953" y="48275"/>
                  <a:pt x="497295" y="50530"/>
                  <a:pt x="499313" y="52193"/>
                </a:cubicBezTo>
                <a:cubicBezTo>
                  <a:pt x="501332" y="53855"/>
                  <a:pt x="503943" y="54728"/>
                  <a:pt x="507148" y="54811"/>
                </a:cubicBezTo>
                <a:close/>
                <a:moveTo>
                  <a:pt x="522133" y="93017"/>
                </a:moveTo>
                <a:lnTo>
                  <a:pt x="522133" y="80157"/>
                </a:lnTo>
                <a:lnTo>
                  <a:pt x="534930" y="80157"/>
                </a:lnTo>
                <a:lnTo>
                  <a:pt x="534930" y="92980"/>
                </a:lnTo>
                <a:cubicBezTo>
                  <a:pt x="534930" y="97693"/>
                  <a:pt x="534098" y="101499"/>
                  <a:pt x="532433" y="104396"/>
                </a:cubicBezTo>
                <a:cubicBezTo>
                  <a:pt x="530768" y="107295"/>
                  <a:pt x="528126" y="109537"/>
                  <a:pt x="524505" y="111121"/>
                </a:cubicBezTo>
                <a:lnTo>
                  <a:pt x="521383" y="106252"/>
                </a:lnTo>
                <a:cubicBezTo>
                  <a:pt x="523756" y="105216"/>
                  <a:pt x="525504" y="103694"/>
                  <a:pt x="526627" y="101685"/>
                </a:cubicBezTo>
                <a:cubicBezTo>
                  <a:pt x="527751" y="99675"/>
                  <a:pt x="528375" y="96786"/>
                  <a:pt x="528500" y="93017"/>
                </a:cubicBezTo>
                <a:lnTo>
                  <a:pt x="522133" y="93017"/>
                </a:lnTo>
                <a:close/>
                <a:moveTo>
                  <a:pt x="551620" y="68920"/>
                </a:moveTo>
                <a:lnTo>
                  <a:pt x="563419" y="67921"/>
                </a:lnTo>
                <a:cubicBezTo>
                  <a:pt x="564293" y="73645"/>
                  <a:pt x="566322" y="77948"/>
                  <a:pt x="569505" y="80830"/>
                </a:cubicBezTo>
                <a:cubicBezTo>
                  <a:pt x="572689" y="83711"/>
                  <a:pt x="576528" y="85151"/>
                  <a:pt x="581023" y="85151"/>
                </a:cubicBezTo>
                <a:cubicBezTo>
                  <a:pt x="586434" y="85151"/>
                  <a:pt x="591012" y="83115"/>
                  <a:pt x="594757" y="79043"/>
                </a:cubicBezTo>
                <a:cubicBezTo>
                  <a:pt x="598503" y="74970"/>
                  <a:pt x="600376" y="69567"/>
                  <a:pt x="600376" y="62835"/>
                </a:cubicBezTo>
                <a:cubicBezTo>
                  <a:pt x="600376" y="56435"/>
                  <a:pt x="598576" y="51386"/>
                  <a:pt x="594976" y="47687"/>
                </a:cubicBezTo>
                <a:cubicBezTo>
                  <a:pt x="591376" y="43988"/>
                  <a:pt x="586663" y="42139"/>
                  <a:pt x="580836" y="42139"/>
                </a:cubicBezTo>
                <a:cubicBezTo>
                  <a:pt x="577215" y="42139"/>
                  <a:pt x="573948" y="42955"/>
                  <a:pt x="571035" y="44587"/>
                </a:cubicBezTo>
                <a:cubicBezTo>
                  <a:pt x="568122" y="46219"/>
                  <a:pt x="565833" y="48337"/>
                  <a:pt x="564168" y="50941"/>
                </a:cubicBezTo>
                <a:lnTo>
                  <a:pt x="553618" y="49567"/>
                </a:lnTo>
                <a:lnTo>
                  <a:pt x="562482" y="2622"/>
                </a:lnTo>
                <a:lnTo>
                  <a:pt x="607992" y="2622"/>
                </a:lnTo>
                <a:lnTo>
                  <a:pt x="607992" y="13235"/>
                </a:lnTo>
                <a:lnTo>
                  <a:pt x="571472" y="13235"/>
                </a:lnTo>
                <a:lnTo>
                  <a:pt x="566540" y="37893"/>
                </a:lnTo>
                <a:cubicBezTo>
                  <a:pt x="572034" y="34106"/>
                  <a:pt x="577798" y="32213"/>
                  <a:pt x="583832" y="32213"/>
                </a:cubicBezTo>
                <a:cubicBezTo>
                  <a:pt x="591823" y="32213"/>
                  <a:pt x="598565" y="34983"/>
                  <a:pt x="604059" y="40525"/>
                </a:cubicBezTo>
                <a:cubicBezTo>
                  <a:pt x="609553" y="46066"/>
                  <a:pt x="612299" y="53189"/>
                  <a:pt x="612299" y="61895"/>
                </a:cubicBezTo>
                <a:cubicBezTo>
                  <a:pt x="612299" y="70186"/>
                  <a:pt x="609886" y="77352"/>
                  <a:pt x="605058" y="83391"/>
                </a:cubicBezTo>
                <a:cubicBezTo>
                  <a:pt x="599190" y="90807"/>
                  <a:pt x="591178" y="94515"/>
                  <a:pt x="581023" y="94515"/>
                </a:cubicBezTo>
                <a:cubicBezTo>
                  <a:pt x="572700" y="94515"/>
                  <a:pt x="565905" y="92179"/>
                  <a:pt x="560641" y="87506"/>
                </a:cubicBezTo>
                <a:cubicBezTo>
                  <a:pt x="555376" y="82833"/>
                  <a:pt x="552369" y="76638"/>
                  <a:pt x="551620" y="68920"/>
                </a:cubicBezTo>
                <a:close/>
                <a:moveTo>
                  <a:pt x="633193" y="119986"/>
                </a:moveTo>
                <a:lnTo>
                  <a:pt x="625140" y="119986"/>
                </a:lnTo>
                <a:cubicBezTo>
                  <a:pt x="637584" y="100009"/>
                  <a:pt x="643806" y="80011"/>
                  <a:pt x="643806" y="59993"/>
                </a:cubicBezTo>
                <a:cubicBezTo>
                  <a:pt x="643806" y="52169"/>
                  <a:pt x="642911" y="44407"/>
                  <a:pt x="641121" y="36707"/>
                </a:cubicBezTo>
                <a:cubicBezTo>
                  <a:pt x="639706" y="30465"/>
                  <a:pt x="637730" y="24472"/>
                  <a:pt x="635191" y="18728"/>
                </a:cubicBezTo>
                <a:cubicBezTo>
                  <a:pt x="633568" y="14983"/>
                  <a:pt x="630217" y="8740"/>
                  <a:pt x="625140" y="0"/>
                </a:cubicBezTo>
                <a:lnTo>
                  <a:pt x="633193" y="0"/>
                </a:lnTo>
                <a:cubicBezTo>
                  <a:pt x="641017" y="10446"/>
                  <a:pt x="646802" y="20934"/>
                  <a:pt x="650548" y="31463"/>
                </a:cubicBezTo>
                <a:cubicBezTo>
                  <a:pt x="653753" y="40536"/>
                  <a:pt x="655355" y="50025"/>
                  <a:pt x="655355" y="59930"/>
                </a:cubicBezTo>
                <a:cubicBezTo>
                  <a:pt x="655355" y="71167"/>
                  <a:pt x="653201" y="82030"/>
                  <a:pt x="648894" y="92517"/>
                </a:cubicBezTo>
                <a:cubicBezTo>
                  <a:pt x="644586" y="103005"/>
                  <a:pt x="639353" y="112161"/>
                  <a:pt x="63319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90CD3-35A3-46FF-B04A-798B56CA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971775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2D926B-92B8-4D52-863C-F1E26AA4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971775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173" name="Text u({0,1},3)">
            <a:extLst xmlns:a="http://schemas.openxmlformats.org/drawingml/2006/main">
              <a:ext uri="{FF2B5EF4-FFF2-40B4-BE49-F238E27FC236}">
                <a16:creationId xmlns:a16="http://schemas.microsoft.com/office/drawing/2014/main" id="{0F4B1593-2CB0-464F-8033-6701044F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653" y="2031250"/>
            <a:ext cx="513184" cy="119986"/>
          </a:xfrm>
          <a:custGeom xmlns:a="http://schemas.openxmlformats.org/drawingml/2006/main">
            <a:pathLst>
              <a:path w="51318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8" y="8605"/>
                </a:cubicBezTo>
                <a:cubicBezTo>
                  <a:pt x="125448" y="6485"/>
                  <a:pt x="126707" y="4791"/>
                  <a:pt x="128205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0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0" y="9864"/>
                </a:lnTo>
                <a:cubicBezTo>
                  <a:pt x="138922" y="9864"/>
                  <a:pt x="136050" y="10643"/>
                  <a:pt x="134635" y="12201"/>
                </a:cubicBezTo>
                <a:cubicBezTo>
                  <a:pt x="133220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6" y="55954"/>
                  <a:pt x="123336" y="58093"/>
                  <a:pt x="119465" y="59962"/>
                </a:cubicBezTo>
                <a:cubicBezTo>
                  <a:pt x="124043" y="61875"/>
                  <a:pt x="127362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2" y="102510"/>
                </a:cubicBezTo>
                <a:cubicBezTo>
                  <a:pt x="133095" y="105339"/>
                  <a:pt x="133938" y="107314"/>
                  <a:pt x="135291" y="108436"/>
                </a:cubicBezTo>
                <a:cubicBezTo>
                  <a:pt x="136643" y="109560"/>
                  <a:pt x="139297" y="110122"/>
                  <a:pt x="143250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1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5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90" y="47851"/>
                </a:moveTo>
                <a:cubicBezTo>
                  <a:pt x="153490" y="37038"/>
                  <a:pt x="154603" y="28335"/>
                  <a:pt x="156830" y="21742"/>
                </a:cubicBezTo>
                <a:cubicBezTo>
                  <a:pt x="159057" y="15150"/>
                  <a:pt x="162365" y="10065"/>
                  <a:pt x="166756" y="6489"/>
                </a:cubicBezTo>
                <a:cubicBezTo>
                  <a:pt x="171147" y="2912"/>
                  <a:pt x="176672" y="1124"/>
                  <a:pt x="183331" y="1124"/>
                </a:cubicBezTo>
                <a:cubicBezTo>
                  <a:pt x="188241" y="1124"/>
                  <a:pt x="192549" y="2111"/>
                  <a:pt x="196253" y="4087"/>
                </a:cubicBezTo>
                <a:cubicBezTo>
                  <a:pt x="199957" y="6063"/>
                  <a:pt x="203016" y="8912"/>
                  <a:pt x="205430" y="12634"/>
                </a:cubicBezTo>
                <a:cubicBezTo>
                  <a:pt x="207844" y="16356"/>
                  <a:pt x="209737" y="20890"/>
                  <a:pt x="211111" y="26235"/>
                </a:cubicBezTo>
                <a:cubicBezTo>
                  <a:pt x="212484" y="31579"/>
                  <a:pt x="213171" y="38784"/>
                  <a:pt x="213171" y="47851"/>
                </a:cubicBezTo>
                <a:cubicBezTo>
                  <a:pt x="213171" y="58580"/>
                  <a:pt x="212068" y="67242"/>
                  <a:pt x="209862" y="73834"/>
                </a:cubicBezTo>
                <a:cubicBezTo>
                  <a:pt x="207656" y="80427"/>
                  <a:pt x="204358" y="85522"/>
                  <a:pt x="199967" y="89119"/>
                </a:cubicBezTo>
                <a:cubicBezTo>
                  <a:pt x="195577" y="92716"/>
                  <a:pt x="190031" y="94515"/>
                  <a:pt x="183331" y="94515"/>
                </a:cubicBezTo>
                <a:cubicBezTo>
                  <a:pt x="174507" y="94515"/>
                  <a:pt x="167578" y="91354"/>
                  <a:pt x="162542" y="85032"/>
                </a:cubicBezTo>
                <a:cubicBezTo>
                  <a:pt x="156508" y="77421"/>
                  <a:pt x="153490" y="65027"/>
                  <a:pt x="153490" y="47851"/>
                </a:cubicBezTo>
                <a:moveTo>
                  <a:pt x="165039" y="47819"/>
                </a:moveTo>
                <a:cubicBezTo>
                  <a:pt x="165039" y="62793"/>
                  <a:pt x="166798" y="72759"/>
                  <a:pt x="170314" y="77716"/>
                </a:cubicBezTo>
                <a:cubicBezTo>
                  <a:pt x="173831" y="82673"/>
                  <a:pt x="178170" y="85151"/>
                  <a:pt x="183331" y="85151"/>
                </a:cubicBezTo>
                <a:cubicBezTo>
                  <a:pt x="188491" y="85151"/>
                  <a:pt x="192830" y="82662"/>
                  <a:pt x="196347" y="77685"/>
                </a:cubicBezTo>
                <a:cubicBezTo>
                  <a:pt x="199863" y="72708"/>
                  <a:pt x="201622" y="62753"/>
                  <a:pt x="201622" y="47819"/>
                </a:cubicBezTo>
                <a:cubicBezTo>
                  <a:pt x="201622" y="32804"/>
                  <a:pt x="199863" y="22829"/>
                  <a:pt x="196347" y="17893"/>
                </a:cubicBezTo>
                <a:cubicBezTo>
                  <a:pt x="192830" y="12956"/>
                  <a:pt x="188450" y="10488"/>
                  <a:pt x="183206" y="10488"/>
                </a:cubicBezTo>
                <a:cubicBezTo>
                  <a:pt x="178045" y="10488"/>
                  <a:pt x="173925" y="12666"/>
                  <a:pt x="170845" y="17021"/>
                </a:cubicBezTo>
                <a:cubicBezTo>
                  <a:pt x="166975" y="22580"/>
                  <a:pt x="165039" y="32846"/>
                  <a:pt x="165039" y="47819"/>
                </a:cubicBez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9" y="80157"/>
                </a:lnTo>
                <a:lnTo>
                  <a:pt x="243429" y="92980"/>
                </a:lnTo>
                <a:cubicBezTo>
                  <a:pt x="243429" y="97693"/>
                  <a:pt x="242596" y="101499"/>
                  <a:pt x="240932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50" y="99675"/>
                  <a:pt x="236874" y="96786"/>
                  <a:pt x="236999" y="93017"/>
                </a:cubicBezTo>
                <a:lnTo>
                  <a:pt x="230631" y="93017"/>
                </a:lnTo>
                <a:close/>
                <a:moveTo>
                  <a:pt x="302444" y="93017"/>
                </a:moveTo>
                <a:lnTo>
                  <a:pt x="291207" y="93017"/>
                </a:lnTo>
                <a:lnTo>
                  <a:pt x="291207" y="21413"/>
                </a:lnTo>
                <a:cubicBezTo>
                  <a:pt x="288502" y="23993"/>
                  <a:pt x="284954" y="26573"/>
                  <a:pt x="280563" y="29154"/>
                </a:cubicBezTo>
                <a:cubicBezTo>
                  <a:pt x="276173" y="31734"/>
                  <a:pt x="272229" y="33669"/>
                  <a:pt x="268733" y="34959"/>
                </a:cubicBezTo>
                <a:lnTo>
                  <a:pt x="268733" y="24097"/>
                </a:lnTo>
                <a:cubicBezTo>
                  <a:pt x="275018" y="21142"/>
                  <a:pt x="280511" y="17563"/>
                  <a:pt x="285214" y="13359"/>
                </a:cubicBezTo>
                <a:cubicBezTo>
                  <a:pt x="289917" y="9156"/>
                  <a:pt x="293247" y="5077"/>
                  <a:pt x="295203" y="1124"/>
                </a:cubicBezTo>
                <a:lnTo>
                  <a:pt x="302444" y="1124"/>
                </a:lnTo>
                <a:lnTo>
                  <a:pt x="302444" y="93017"/>
                </a:ln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2" y="65133"/>
                  <a:pt x="359161" y="66007"/>
                  <a:pt x="357142" y="67671"/>
                </a:cubicBezTo>
                <a:cubicBezTo>
                  <a:pt x="355124" y="69336"/>
                  <a:pt x="353781" y="71594"/>
                  <a:pt x="353116" y="74445"/>
                </a:cubicBezTo>
                <a:cubicBezTo>
                  <a:pt x="352450" y="77296"/>
                  <a:pt x="352096" y="82196"/>
                  <a:pt x="352054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5" y="106418"/>
                  <a:pt x="350608" y="109238"/>
                  <a:pt x="349588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3" y="117665"/>
                  <a:pt x="342399" y="118633"/>
                  <a:pt x="340068" y="119299"/>
                </a:cubicBezTo>
                <a:cubicBezTo>
                  <a:pt x="338487" y="119757"/>
                  <a:pt x="335906" y="119986"/>
                  <a:pt x="332327" y="119986"/>
                </a:cubicBezTo>
                <a:lnTo>
                  <a:pt x="328831" y="119986"/>
                </a:lnTo>
                <a:lnTo>
                  <a:pt x="328831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4" y="102718"/>
                  <a:pt x="341504" y="97270"/>
                </a:cubicBezTo>
                <a:cubicBezTo>
                  <a:pt x="341504" y="86872"/>
                  <a:pt x="341691" y="80279"/>
                  <a:pt x="342066" y="77492"/>
                </a:cubicBezTo>
                <a:cubicBezTo>
                  <a:pt x="342732" y="72876"/>
                  <a:pt x="344064" y="69185"/>
                  <a:pt x="346061" y="66419"/>
                </a:cubicBezTo>
                <a:cubicBezTo>
                  <a:pt x="348059" y="63653"/>
                  <a:pt x="350889" y="61500"/>
                  <a:pt x="354551" y="59962"/>
                </a:cubicBezTo>
                <a:cubicBezTo>
                  <a:pt x="349765" y="57676"/>
                  <a:pt x="346394" y="54655"/>
                  <a:pt x="344438" y="50896"/>
                </a:cubicBezTo>
                <a:cubicBezTo>
                  <a:pt x="342482" y="47136"/>
                  <a:pt x="341504" y="40790"/>
                  <a:pt x="341504" y="31859"/>
                </a:cubicBezTo>
                <a:cubicBezTo>
                  <a:pt x="341504" y="23759"/>
                  <a:pt x="341400" y="18920"/>
                  <a:pt x="341192" y="17341"/>
                </a:cubicBezTo>
                <a:cubicBezTo>
                  <a:pt x="340901" y="14558"/>
                  <a:pt x="340079" y="12616"/>
                  <a:pt x="338726" y="11516"/>
                </a:cubicBezTo>
                <a:cubicBezTo>
                  <a:pt x="337373" y="10414"/>
                  <a:pt x="334720" y="9864"/>
                  <a:pt x="330767" y="9864"/>
                </a:cubicBezTo>
                <a:lnTo>
                  <a:pt x="328831" y="9864"/>
                </a:lnTo>
                <a:lnTo>
                  <a:pt x="328831" y="0"/>
                </a:lnTo>
                <a:lnTo>
                  <a:pt x="332327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1" y="3451"/>
                  <a:pt x="347809" y="5613"/>
                </a:cubicBezTo>
                <a:cubicBezTo>
                  <a:pt x="349557" y="7774"/>
                  <a:pt x="350691" y="10497"/>
                  <a:pt x="351212" y="13781"/>
                </a:cubicBezTo>
                <a:cubicBezTo>
                  <a:pt x="351732" y="17065"/>
                  <a:pt x="352013" y="22449"/>
                  <a:pt x="352054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1" y="48275"/>
                  <a:pt x="355124" y="50530"/>
                  <a:pt x="357142" y="52193"/>
                </a:cubicBezTo>
                <a:cubicBezTo>
                  <a:pt x="359161" y="53855"/>
                  <a:pt x="361772" y="54728"/>
                  <a:pt x="364977" y="54811"/>
                </a:cubicBezTo>
                <a:close/>
                <a:moveTo>
                  <a:pt x="379961" y="93017"/>
                </a:moveTo>
                <a:lnTo>
                  <a:pt x="379961" y="80157"/>
                </a:lnTo>
                <a:lnTo>
                  <a:pt x="392759" y="80157"/>
                </a:lnTo>
                <a:lnTo>
                  <a:pt x="392759" y="92980"/>
                </a:lnTo>
                <a:cubicBezTo>
                  <a:pt x="392759" y="97693"/>
                  <a:pt x="391927" y="101499"/>
                  <a:pt x="390262" y="104396"/>
                </a:cubicBezTo>
                <a:cubicBezTo>
                  <a:pt x="388597" y="107295"/>
                  <a:pt x="385955" y="109537"/>
                  <a:pt x="382334" y="111121"/>
                </a:cubicBezTo>
                <a:lnTo>
                  <a:pt x="379212" y="106252"/>
                </a:lnTo>
                <a:cubicBezTo>
                  <a:pt x="381585" y="105216"/>
                  <a:pt x="383333" y="103694"/>
                  <a:pt x="384456" y="101685"/>
                </a:cubicBezTo>
                <a:cubicBezTo>
                  <a:pt x="385580" y="99675"/>
                  <a:pt x="386204" y="96786"/>
                  <a:pt x="386329" y="93017"/>
                </a:cubicBezTo>
                <a:lnTo>
                  <a:pt x="379961" y="93017"/>
                </a:lnTo>
                <a:close/>
                <a:moveTo>
                  <a:pt x="409511" y="68670"/>
                </a:moveTo>
                <a:lnTo>
                  <a:pt x="420748" y="67172"/>
                </a:lnTo>
                <a:cubicBezTo>
                  <a:pt x="422039" y="73540"/>
                  <a:pt x="424234" y="78128"/>
                  <a:pt x="427335" y="80937"/>
                </a:cubicBezTo>
                <a:cubicBezTo>
                  <a:pt x="430435" y="83746"/>
                  <a:pt x="434212" y="85151"/>
                  <a:pt x="438665" y="85151"/>
                </a:cubicBezTo>
                <a:cubicBezTo>
                  <a:pt x="443951" y="85151"/>
                  <a:pt x="448414" y="83323"/>
                  <a:pt x="452056" y="79667"/>
                </a:cubicBezTo>
                <a:cubicBezTo>
                  <a:pt x="455697" y="76011"/>
                  <a:pt x="457518" y="71483"/>
                  <a:pt x="457518" y="66081"/>
                </a:cubicBezTo>
                <a:cubicBezTo>
                  <a:pt x="457518" y="60929"/>
                  <a:pt x="455833" y="56680"/>
                  <a:pt x="452462" y="53336"/>
                </a:cubicBezTo>
                <a:cubicBezTo>
                  <a:pt x="449090" y="49991"/>
                  <a:pt x="444804" y="48319"/>
                  <a:pt x="439602" y="48319"/>
                </a:cubicBezTo>
                <a:cubicBezTo>
                  <a:pt x="437479" y="48319"/>
                  <a:pt x="434836" y="48735"/>
                  <a:pt x="431673" y="49567"/>
                </a:cubicBezTo>
                <a:lnTo>
                  <a:pt x="432922" y="39704"/>
                </a:lnTo>
                <a:cubicBezTo>
                  <a:pt x="433671" y="39787"/>
                  <a:pt x="434274" y="39829"/>
                  <a:pt x="434732" y="39829"/>
                </a:cubicBezTo>
                <a:cubicBezTo>
                  <a:pt x="439518" y="39829"/>
                  <a:pt x="443826" y="38591"/>
                  <a:pt x="447655" y="36114"/>
                </a:cubicBezTo>
                <a:cubicBezTo>
                  <a:pt x="451484" y="33638"/>
                  <a:pt x="453398" y="29821"/>
                  <a:pt x="453398" y="24663"/>
                </a:cubicBezTo>
                <a:cubicBezTo>
                  <a:pt x="453398" y="20578"/>
                  <a:pt x="452004" y="17194"/>
                  <a:pt x="449215" y="14512"/>
                </a:cubicBezTo>
                <a:cubicBezTo>
                  <a:pt x="446427" y="11829"/>
                  <a:pt x="442827" y="10488"/>
                  <a:pt x="438415" y="10488"/>
                </a:cubicBezTo>
                <a:cubicBezTo>
                  <a:pt x="434045" y="10488"/>
                  <a:pt x="430404" y="11861"/>
                  <a:pt x="427491" y="14608"/>
                </a:cubicBezTo>
                <a:cubicBezTo>
                  <a:pt x="424577" y="17355"/>
                  <a:pt x="422704" y="21475"/>
                  <a:pt x="421872" y="26969"/>
                </a:cubicBezTo>
                <a:lnTo>
                  <a:pt x="410635" y="24971"/>
                </a:lnTo>
                <a:cubicBezTo>
                  <a:pt x="412009" y="17399"/>
                  <a:pt x="415130" y="11532"/>
                  <a:pt x="419999" y="7368"/>
                </a:cubicBezTo>
                <a:cubicBezTo>
                  <a:pt x="424869" y="3205"/>
                  <a:pt x="430924" y="1124"/>
                  <a:pt x="438166" y="1124"/>
                </a:cubicBezTo>
                <a:cubicBezTo>
                  <a:pt x="443160" y="1124"/>
                  <a:pt x="447759" y="2192"/>
                  <a:pt x="451962" y="4329"/>
                </a:cubicBezTo>
                <a:cubicBezTo>
                  <a:pt x="456166" y="6466"/>
                  <a:pt x="459381" y="9381"/>
                  <a:pt x="461607" y="13075"/>
                </a:cubicBezTo>
                <a:cubicBezTo>
                  <a:pt x="463834" y="16767"/>
                  <a:pt x="464947" y="20688"/>
                  <a:pt x="464947" y="24838"/>
                </a:cubicBezTo>
                <a:cubicBezTo>
                  <a:pt x="464947" y="28780"/>
                  <a:pt x="463886" y="32370"/>
                  <a:pt x="461763" y="35607"/>
                </a:cubicBezTo>
                <a:cubicBezTo>
                  <a:pt x="459641" y="38843"/>
                  <a:pt x="456499" y="41415"/>
                  <a:pt x="452337" y="43325"/>
                </a:cubicBezTo>
                <a:cubicBezTo>
                  <a:pt x="457747" y="44573"/>
                  <a:pt x="461951" y="47164"/>
                  <a:pt x="464947" y="51097"/>
                </a:cubicBezTo>
                <a:cubicBezTo>
                  <a:pt x="467944" y="55030"/>
                  <a:pt x="469442" y="59951"/>
                  <a:pt x="469442" y="65861"/>
                </a:cubicBezTo>
                <a:cubicBezTo>
                  <a:pt x="469442" y="73852"/>
                  <a:pt x="466529" y="80625"/>
                  <a:pt x="460702" y="86181"/>
                </a:cubicBezTo>
                <a:cubicBezTo>
                  <a:pt x="454875" y="91737"/>
                  <a:pt x="447509" y="94515"/>
                  <a:pt x="438603" y="94515"/>
                </a:cubicBezTo>
                <a:cubicBezTo>
                  <a:pt x="430570" y="94515"/>
                  <a:pt x="423901" y="92116"/>
                  <a:pt x="418595" y="87318"/>
                </a:cubicBezTo>
                <a:cubicBezTo>
                  <a:pt x="413288" y="82521"/>
                  <a:pt x="410261" y="76305"/>
                  <a:pt x="409511" y="68670"/>
                </a:cubicBezTo>
                <a:close/>
                <a:moveTo>
                  <a:pt x="491022" y="119986"/>
                </a:moveTo>
                <a:lnTo>
                  <a:pt x="482969" y="119986"/>
                </a:lnTo>
                <a:cubicBezTo>
                  <a:pt x="495413" y="100009"/>
                  <a:pt x="501635" y="80011"/>
                  <a:pt x="501635" y="59993"/>
                </a:cubicBezTo>
                <a:cubicBezTo>
                  <a:pt x="501635" y="52169"/>
                  <a:pt x="500740" y="44407"/>
                  <a:pt x="498951" y="36707"/>
                </a:cubicBezTo>
                <a:cubicBezTo>
                  <a:pt x="497536" y="30465"/>
                  <a:pt x="495559" y="24472"/>
                  <a:pt x="493020" y="18728"/>
                </a:cubicBezTo>
                <a:cubicBezTo>
                  <a:pt x="491397" y="14983"/>
                  <a:pt x="488047" y="8740"/>
                  <a:pt x="482969" y="0"/>
                </a:cubicBezTo>
                <a:lnTo>
                  <a:pt x="491022" y="0"/>
                </a:lnTo>
                <a:cubicBezTo>
                  <a:pt x="498846" y="10446"/>
                  <a:pt x="504631" y="20934"/>
                  <a:pt x="508377" y="31463"/>
                </a:cubicBezTo>
                <a:cubicBezTo>
                  <a:pt x="511582" y="40536"/>
                  <a:pt x="513184" y="50025"/>
                  <a:pt x="513184" y="59930"/>
                </a:cubicBezTo>
                <a:cubicBezTo>
                  <a:pt x="513184" y="71167"/>
                  <a:pt x="511030" y="82030"/>
                  <a:pt x="506723" y="92517"/>
                </a:cubicBezTo>
                <a:cubicBezTo>
                  <a:pt x="502415" y="103005"/>
                  <a:pt x="497182" y="112161"/>
                  <a:pt x="49102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02123-72C9-4FD2-B1BB-E8A16D95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92609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9D511B-FE12-430C-B252-6CF1826B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92609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76" name="Text u({1,2},3)">
            <a:extLst xmlns:a="http://schemas.openxmlformats.org/drawingml/2006/main">
              <a:ext uri="{FF2B5EF4-FFF2-40B4-BE49-F238E27FC236}">
                <a16:creationId xmlns:a16="http://schemas.microsoft.com/office/drawing/2014/main" id="{4F0B1EB1-1ECA-410A-ACC7-47CB51A1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653" y="2252084"/>
            <a:ext cx="513184" cy="119986"/>
          </a:xfrm>
          <a:custGeom xmlns:a="http://schemas.openxmlformats.org/drawingml/2006/main">
            <a:pathLst>
              <a:path w="51318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8" y="8605"/>
                </a:cubicBezTo>
                <a:cubicBezTo>
                  <a:pt x="125448" y="6485"/>
                  <a:pt x="126707" y="4791"/>
                  <a:pt x="128205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0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0" y="9864"/>
                </a:lnTo>
                <a:cubicBezTo>
                  <a:pt x="138922" y="9864"/>
                  <a:pt x="136050" y="10643"/>
                  <a:pt x="134635" y="12201"/>
                </a:cubicBezTo>
                <a:cubicBezTo>
                  <a:pt x="133220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6" y="55954"/>
                  <a:pt x="123336" y="58093"/>
                  <a:pt x="119465" y="59962"/>
                </a:cubicBezTo>
                <a:cubicBezTo>
                  <a:pt x="124043" y="61875"/>
                  <a:pt x="127362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2" y="102510"/>
                </a:cubicBezTo>
                <a:cubicBezTo>
                  <a:pt x="133095" y="105339"/>
                  <a:pt x="133938" y="107314"/>
                  <a:pt x="135291" y="108436"/>
                </a:cubicBezTo>
                <a:cubicBezTo>
                  <a:pt x="136643" y="109560"/>
                  <a:pt x="139297" y="110122"/>
                  <a:pt x="143250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1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5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95816" y="93017"/>
                </a:moveTo>
                <a:lnTo>
                  <a:pt x="184579" y="93017"/>
                </a:lnTo>
                <a:lnTo>
                  <a:pt x="184579" y="21413"/>
                </a:lnTo>
                <a:cubicBezTo>
                  <a:pt x="181874" y="23993"/>
                  <a:pt x="178326" y="26573"/>
                  <a:pt x="173935" y="29154"/>
                </a:cubicBezTo>
                <a:cubicBezTo>
                  <a:pt x="169544" y="31734"/>
                  <a:pt x="165601" y="33669"/>
                  <a:pt x="162105" y="34959"/>
                </a:cubicBezTo>
                <a:lnTo>
                  <a:pt x="162105" y="24097"/>
                </a:lnTo>
                <a:cubicBezTo>
                  <a:pt x="168390" y="21142"/>
                  <a:pt x="173883" y="17563"/>
                  <a:pt x="178586" y="13359"/>
                </a:cubicBezTo>
                <a:cubicBezTo>
                  <a:pt x="183289" y="9156"/>
                  <a:pt x="186618" y="5077"/>
                  <a:pt x="188574" y="1124"/>
                </a:cubicBezTo>
                <a:lnTo>
                  <a:pt x="195816" y="1124"/>
                </a:lnTo>
                <a:lnTo>
                  <a:pt x="195816" y="93017"/>
                </a:ln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9" y="80157"/>
                </a:lnTo>
                <a:lnTo>
                  <a:pt x="243429" y="92980"/>
                </a:lnTo>
                <a:cubicBezTo>
                  <a:pt x="243429" y="97693"/>
                  <a:pt x="242596" y="101499"/>
                  <a:pt x="240932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50" y="99675"/>
                  <a:pt x="236874" y="96786"/>
                  <a:pt x="236999" y="93017"/>
                </a:cubicBezTo>
                <a:lnTo>
                  <a:pt x="230631" y="93017"/>
                </a:lnTo>
                <a:close/>
                <a:moveTo>
                  <a:pt x="319175" y="82217"/>
                </a:moveTo>
                <a:lnTo>
                  <a:pt x="319175" y="93017"/>
                </a:lnTo>
                <a:lnTo>
                  <a:pt x="258683" y="93017"/>
                </a:lnTo>
                <a:cubicBezTo>
                  <a:pt x="258599" y="90313"/>
                  <a:pt x="259036" y="87713"/>
                  <a:pt x="259994" y="85217"/>
                </a:cubicBezTo>
                <a:cubicBezTo>
                  <a:pt x="261533" y="81100"/>
                  <a:pt x="263999" y="77045"/>
                  <a:pt x="267391" y="73052"/>
                </a:cubicBezTo>
                <a:cubicBezTo>
                  <a:pt x="270783" y="69059"/>
                  <a:pt x="275684" y="64442"/>
                  <a:pt x="282093" y="59201"/>
                </a:cubicBezTo>
                <a:cubicBezTo>
                  <a:pt x="292040" y="51051"/>
                  <a:pt x="298761" y="44596"/>
                  <a:pt x="302257" y="39835"/>
                </a:cubicBezTo>
                <a:cubicBezTo>
                  <a:pt x="305753" y="35073"/>
                  <a:pt x="307501" y="30572"/>
                  <a:pt x="307501" y="26331"/>
                </a:cubicBezTo>
                <a:cubicBezTo>
                  <a:pt x="307501" y="21881"/>
                  <a:pt x="305909" y="18129"/>
                  <a:pt x="302725" y="15072"/>
                </a:cubicBezTo>
                <a:cubicBezTo>
                  <a:pt x="299541" y="12016"/>
                  <a:pt x="295390" y="10488"/>
                  <a:pt x="290271" y="10488"/>
                </a:cubicBezTo>
                <a:cubicBezTo>
                  <a:pt x="284860" y="10488"/>
                  <a:pt x="280532" y="12111"/>
                  <a:pt x="277286" y="15357"/>
                </a:cubicBezTo>
                <a:cubicBezTo>
                  <a:pt x="274040" y="18603"/>
                  <a:pt x="272396" y="23098"/>
                  <a:pt x="272354" y="28841"/>
                </a:cubicBezTo>
                <a:lnTo>
                  <a:pt x="260805" y="27653"/>
                </a:lnTo>
                <a:cubicBezTo>
                  <a:pt x="261596" y="19019"/>
                  <a:pt x="264572" y="12439"/>
                  <a:pt x="269732" y="7913"/>
                </a:cubicBezTo>
                <a:cubicBezTo>
                  <a:pt x="274893" y="3387"/>
                  <a:pt x="281822" y="1124"/>
                  <a:pt x="290521" y="1124"/>
                </a:cubicBezTo>
                <a:cubicBezTo>
                  <a:pt x="299302" y="1124"/>
                  <a:pt x="306252" y="3559"/>
                  <a:pt x="311371" y="8430"/>
                </a:cubicBezTo>
                <a:cubicBezTo>
                  <a:pt x="316490" y="13300"/>
                  <a:pt x="319050" y="19337"/>
                  <a:pt x="319050" y="26539"/>
                </a:cubicBezTo>
                <a:cubicBezTo>
                  <a:pt x="319050" y="30203"/>
                  <a:pt x="318301" y="33804"/>
                  <a:pt x="316803" y="37343"/>
                </a:cubicBezTo>
                <a:cubicBezTo>
                  <a:pt x="315304" y="40882"/>
                  <a:pt x="312818" y="44608"/>
                  <a:pt x="309342" y="48522"/>
                </a:cubicBezTo>
                <a:cubicBezTo>
                  <a:pt x="305867" y="52434"/>
                  <a:pt x="300093" y="57804"/>
                  <a:pt x="292019" y="64632"/>
                </a:cubicBezTo>
                <a:cubicBezTo>
                  <a:pt x="285277" y="70286"/>
                  <a:pt x="280948" y="74121"/>
                  <a:pt x="279034" y="76138"/>
                </a:cubicBezTo>
                <a:cubicBezTo>
                  <a:pt x="277119" y="78154"/>
                  <a:pt x="275538" y="80180"/>
                  <a:pt x="274289" y="82217"/>
                </a:cubicBezTo>
                <a:lnTo>
                  <a:pt x="319175" y="82217"/>
                </a:ln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2" y="65133"/>
                  <a:pt x="359161" y="66007"/>
                  <a:pt x="357142" y="67671"/>
                </a:cubicBezTo>
                <a:cubicBezTo>
                  <a:pt x="355124" y="69336"/>
                  <a:pt x="353781" y="71594"/>
                  <a:pt x="353116" y="74445"/>
                </a:cubicBezTo>
                <a:cubicBezTo>
                  <a:pt x="352450" y="77296"/>
                  <a:pt x="352096" y="82196"/>
                  <a:pt x="352054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5" y="106418"/>
                  <a:pt x="350608" y="109238"/>
                  <a:pt x="349588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3" y="117665"/>
                  <a:pt x="342399" y="118633"/>
                  <a:pt x="340068" y="119299"/>
                </a:cubicBezTo>
                <a:cubicBezTo>
                  <a:pt x="338487" y="119757"/>
                  <a:pt x="335906" y="119986"/>
                  <a:pt x="332327" y="119986"/>
                </a:cubicBezTo>
                <a:lnTo>
                  <a:pt x="328831" y="119986"/>
                </a:lnTo>
                <a:lnTo>
                  <a:pt x="328831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4" y="102718"/>
                  <a:pt x="341504" y="97270"/>
                </a:cubicBezTo>
                <a:cubicBezTo>
                  <a:pt x="341504" y="86872"/>
                  <a:pt x="341691" y="80279"/>
                  <a:pt x="342066" y="77492"/>
                </a:cubicBezTo>
                <a:cubicBezTo>
                  <a:pt x="342732" y="72876"/>
                  <a:pt x="344064" y="69185"/>
                  <a:pt x="346061" y="66419"/>
                </a:cubicBezTo>
                <a:cubicBezTo>
                  <a:pt x="348059" y="63653"/>
                  <a:pt x="350889" y="61500"/>
                  <a:pt x="354551" y="59962"/>
                </a:cubicBezTo>
                <a:cubicBezTo>
                  <a:pt x="349765" y="57676"/>
                  <a:pt x="346394" y="54655"/>
                  <a:pt x="344438" y="50896"/>
                </a:cubicBezTo>
                <a:cubicBezTo>
                  <a:pt x="342482" y="47136"/>
                  <a:pt x="341504" y="40790"/>
                  <a:pt x="341504" y="31859"/>
                </a:cubicBezTo>
                <a:cubicBezTo>
                  <a:pt x="341504" y="23759"/>
                  <a:pt x="341400" y="18920"/>
                  <a:pt x="341192" y="17341"/>
                </a:cubicBezTo>
                <a:cubicBezTo>
                  <a:pt x="340901" y="14558"/>
                  <a:pt x="340079" y="12616"/>
                  <a:pt x="338726" y="11516"/>
                </a:cubicBezTo>
                <a:cubicBezTo>
                  <a:pt x="337373" y="10414"/>
                  <a:pt x="334720" y="9864"/>
                  <a:pt x="330767" y="9864"/>
                </a:cubicBezTo>
                <a:lnTo>
                  <a:pt x="328831" y="9864"/>
                </a:lnTo>
                <a:lnTo>
                  <a:pt x="328831" y="0"/>
                </a:lnTo>
                <a:lnTo>
                  <a:pt x="332327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1" y="3451"/>
                  <a:pt x="347809" y="5613"/>
                </a:cubicBezTo>
                <a:cubicBezTo>
                  <a:pt x="349557" y="7774"/>
                  <a:pt x="350691" y="10497"/>
                  <a:pt x="351212" y="13781"/>
                </a:cubicBezTo>
                <a:cubicBezTo>
                  <a:pt x="351732" y="17065"/>
                  <a:pt x="352013" y="22449"/>
                  <a:pt x="352054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1" y="48275"/>
                  <a:pt x="355124" y="50530"/>
                  <a:pt x="357142" y="52193"/>
                </a:cubicBezTo>
                <a:cubicBezTo>
                  <a:pt x="359161" y="53855"/>
                  <a:pt x="361772" y="54728"/>
                  <a:pt x="364977" y="54811"/>
                </a:cubicBezTo>
                <a:close/>
                <a:moveTo>
                  <a:pt x="379961" y="93017"/>
                </a:moveTo>
                <a:lnTo>
                  <a:pt x="379961" y="80157"/>
                </a:lnTo>
                <a:lnTo>
                  <a:pt x="392759" y="80157"/>
                </a:lnTo>
                <a:lnTo>
                  <a:pt x="392759" y="92980"/>
                </a:lnTo>
                <a:cubicBezTo>
                  <a:pt x="392759" y="97693"/>
                  <a:pt x="391927" y="101499"/>
                  <a:pt x="390262" y="104396"/>
                </a:cubicBezTo>
                <a:cubicBezTo>
                  <a:pt x="388597" y="107295"/>
                  <a:pt x="385955" y="109537"/>
                  <a:pt x="382334" y="111121"/>
                </a:cubicBezTo>
                <a:lnTo>
                  <a:pt x="379212" y="106252"/>
                </a:lnTo>
                <a:cubicBezTo>
                  <a:pt x="381585" y="105216"/>
                  <a:pt x="383333" y="103694"/>
                  <a:pt x="384456" y="101685"/>
                </a:cubicBezTo>
                <a:cubicBezTo>
                  <a:pt x="385580" y="99675"/>
                  <a:pt x="386204" y="96786"/>
                  <a:pt x="386329" y="93017"/>
                </a:cubicBezTo>
                <a:lnTo>
                  <a:pt x="379961" y="93017"/>
                </a:lnTo>
                <a:close/>
                <a:moveTo>
                  <a:pt x="409511" y="68670"/>
                </a:moveTo>
                <a:lnTo>
                  <a:pt x="420748" y="67172"/>
                </a:lnTo>
                <a:cubicBezTo>
                  <a:pt x="422039" y="73540"/>
                  <a:pt x="424234" y="78128"/>
                  <a:pt x="427335" y="80937"/>
                </a:cubicBezTo>
                <a:cubicBezTo>
                  <a:pt x="430435" y="83746"/>
                  <a:pt x="434212" y="85151"/>
                  <a:pt x="438665" y="85151"/>
                </a:cubicBezTo>
                <a:cubicBezTo>
                  <a:pt x="443951" y="85151"/>
                  <a:pt x="448414" y="83323"/>
                  <a:pt x="452056" y="79667"/>
                </a:cubicBezTo>
                <a:cubicBezTo>
                  <a:pt x="455697" y="76011"/>
                  <a:pt x="457518" y="71483"/>
                  <a:pt x="457518" y="66081"/>
                </a:cubicBezTo>
                <a:cubicBezTo>
                  <a:pt x="457518" y="60929"/>
                  <a:pt x="455833" y="56680"/>
                  <a:pt x="452462" y="53336"/>
                </a:cubicBezTo>
                <a:cubicBezTo>
                  <a:pt x="449090" y="49991"/>
                  <a:pt x="444804" y="48319"/>
                  <a:pt x="439602" y="48319"/>
                </a:cubicBezTo>
                <a:cubicBezTo>
                  <a:pt x="437479" y="48319"/>
                  <a:pt x="434836" y="48735"/>
                  <a:pt x="431673" y="49567"/>
                </a:cubicBezTo>
                <a:lnTo>
                  <a:pt x="432922" y="39704"/>
                </a:lnTo>
                <a:cubicBezTo>
                  <a:pt x="433671" y="39787"/>
                  <a:pt x="434274" y="39829"/>
                  <a:pt x="434732" y="39829"/>
                </a:cubicBezTo>
                <a:cubicBezTo>
                  <a:pt x="439518" y="39829"/>
                  <a:pt x="443826" y="38591"/>
                  <a:pt x="447655" y="36114"/>
                </a:cubicBezTo>
                <a:cubicBezTo>
                  <a:pt x="451484" y="33638"/>
                  <a:pt x="453398" y="29821"/>
                  <a:pt x="453398" y="24663"/>
                </a:cubicBezTo>
                <a:cubicBezTo>
                  <a:pt x="453398" y="20578"/>
                  <a:pt x="452004" y="17194"/>
                  <a:pt x="449215" y="14512"/>
                </a:cubicBezTo>
                <a:cubicBezTo>
                  <a:pt x="446427" y="11829"/>
                  <a:pt x="442827" y="10488"/>
                  <a:pt x="438415" y="10488"/>
                </a:cubicBezTo>
                <a:cubicBezTo>
                  <a:pt x="434045" y="10488"/>
                  <a:pt x="430404" y="11861"/>
                  <a:pt x="427491" y="14608"/>
                </a:cubicBezTo>
                <a:cubicBezTo>
                  <a:pt x="424577" y="17355"/>
                  <a:pt x="422704" y="21475"/>
                  <a:pt x="421872" y="26969"/>
                </a:cubicBezTo>
                <a:lnTo>
                  <a:pt x="410635" y="24971"/>
                </a:lnTo>
                <a:cubicBezTo>
                  <a:pt x="412009" y="17399"/>
                  <a:pt x="415130" y="11532"/>
                  <a:pt x="419999" y="7368"/>
                </a:cubicBezTo>
                <a:cubicBezTo>
                  <a:pt x="424869" y="3205"/>
                  <a:pt x="430924" y="1124"/>
                  <a:pt x="438166" y="1124"/>
                </a:cubicBezTo>
                <a:cubicBezTo>
                  <a:pt x="443160" y="1124"/>
                  <a:pt x="447759" y="2192"/>
                  <a:pt x="451962" y="4329"/>
                </a:cubicBezTo>
                <a:cubicBezTo>
                  <a:pt x="456166" y="6466"/>
                  <a:pt x="459381" y="9381"/>
                  <a:pt x="461607" y="13075"/>
                </a:cubicBezTo>
                <a:cubicBezTo>
                  <a:pt x="463834" y="16767"/>
                  <a:pt x="464947" y="20688"/>
                  <a:pt x="464947" y="24838"/>
                </a:cubicBezTo>
                <a:cubicBezTo>
                  <a:pt x="464947" y="28780"/>
                  <a:pt x="463886" y="32370"/>
                  <a:pt x="461763" y="35607"/>
                </a:cubicBezTo>
                <a:cubicBezTo>
                  <a:pt x="459641" y="38843"/>
                  <a:pt x="456499" y="41415"/>
                  <a:pt x="452337" y="43325"/>
                </a:cubicBezTo>
                <a:cubicBezTo>
                  <a:pt x="457747" y="44573"/>
                  <a:pt x="461951" y="47164"/>
                  <a:pt x="464947" y="51097"/>
                </a:cubicBezTo>
                <a:cubicBezTo>
                  <a:pt x="467944" y="55030"/>
                  <a:pt x="469442" y="59951"/>
                  <a:pt x="469442" y="65861"/>
                </a:cubicBezTo>
                <a:cubicBezTo>
                  <a:pt x="469442" y="73852"/>
                  <a:pt x="466529" y="80625"/>
                  <a:pt x="460702" y="86181"/>
                </a:cubicBezTo>
                <a:cubicBezTo>
                  <a:pt x="454875" y="91737"/>
                  <a:pt x="447509" y="94515"/>
                  <a:pt x="438603" y="94515"/>
                </a:cubicBezTo>
                <a:cubicBezTo>
                  <a:pt x="430570" y="94515"/>
                  <a:pt x="423901" y="92116"/>
                  <a:pt x="418595" y="87318"/>
                </a:cubicBezTo>
                <a:cubicBezTo>
                  <a:pt x="413288" y="82521"/>
                  <a:pt x="410261" y="76305"/>
                  <a:pt x="409511" y="68670"/>
                </a:cubicBezTo>
                <a:close/>
                <a:moveTo>
                  <a:pt x="491022" y="119986"/>
                </a:moveTo>
                <a:lnTo>
                  <a:pt x="482969" y="119986"/>
                </a:lnTo>
                <a:cubicBezTo>
                  <a:pt x="495413" y="100009"/>
                  <a:pt x="501635" y="80011"/>
                  <a:pt x="501635" y="59993"/>
                </a:cubicBezTo>
                <a:cubicBezTo>
                  <a:pt x="501635" y="52169"/>
                  <a:pt x="500740" y="44407"/>
                  <a:pt x="498951" y="36707"/>
                </a:cubicBezTo>
                <a:cubicBezTo>
                  <a:pt x="497536" y="30465"/>
                  <a:pt x="495559" y="24472"/>
                  <a:pt x="493020" y="18728"/>
                </a:cubicBezTo>
                <a:cubicBezTo>
                  <a:pt x="491397" y="14983"/>
                  <a:pt x="488047" y="8740"/>
                  <a:pt x="482969" y="0"/>
                </a:cubicBezTo>
                <a:lnTo>
                  <a:pt x="491022" y="0"/>
                </a:lnTo>
                <a:cubicBezTo>
                  <a:pt x="498846" y="10446"/>
                  <a:pt x="504631" y="20934"/>
                  <a:pt x="508377" y="31463"/>
                </a:cubicBezTo>
                <a:cubicBezTo>
                  <a:pt x="511582" y="40536"/>
                  <a:pt x="513184" y="50025"/>
                  <a:pt x="513184" y="59930"/>
                </a:cubicBezTo>
                <a:cubicBezTo>
                  <a:pt x="513184" y="71167"/>
                  <a:pt x="511030" y="82030"/>
                  <a:pt x="506723" y="92517"/>
                </a:cubicBezTo>
                <a:cubicBezTo>
                  <a:pt x="502415" y="103005"/>
                  <a:pt x="497182" y="112161"/>
                  <a:pt x="49102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D5C50E-BC00-4DCD-B015-1A48B1B5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413443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66940-99EC-4D8D-9A04-6861AD03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413443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179" name="Text u(2,3)">
            <a:extLst xmlns:a="http://schemas.openxmlformats.org/drawingml/2006/main">
              <a:ext uri="{FF2B5EF4-FFF2-40B4-BE49-F238E27FC236}">
                <a16:creationId xmlns:a16="http://schemas.microsoft.com/office/drawing/2014/main" id="{44450318-1909-4EE1-B902-B23EA87C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723" y="2472918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09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1" y="83323"/>
                  <a:pt x="260023" y="79667"/>
                </a:cubicBezTo>
                <a:cubicBezTo>
                  <a:pt x="263665" y="76011"/>
                  <a:pt x="265485" y="71483"/>
                  <a:pt x="265485" y="66081"/>
                </a:cubicBezTo>
                <a:cubicBezTo>
                  <a:pt x="265485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3" y="48735"/>
                  <a:pt x="239640" y="49567"/>
                </a:cubicBezTo>
                <a:lnTo>
                  <a:pt x="240889" y="39704"/>
                </a:lnTo>
                <a:cubicBezTo>
                  <a:pt x="241638" y="39787"/>
                  <a:pt x="242242" y="39829"/>
                  <a:pt x="242699" y="39829"/>
                </a:cubicBezTo>
                <a:cubicBezTo>
                  <a:pt x="247485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2" y="14512"/>
                </a:cubicBezTo>
                <a:cubicBezTo>
                  <a:pt x="254394" y="11829"/>
                  <a:pt x="250794" y="10488"/>
                  <a:pt x="246383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4" y="17355"/>
                  <a:pt x="230672" y="21475"/>
                  <a:pt x="229839" y="26969"/>
                </a:cubicBezTo>
                <a:lnTo>
                  <a:pt x="218602" y="24971"/>
                </a:lnTo>
                <a:cubicBezTo>
                  <a:pt x="219976" y="17399"/>
                  <a:pt x="223097" y="11532"/>
                  <a:pt x="227966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29" y="4329"/>
                </a:cubicBezTo>
                <a:cubicBezTo>
                  <a:pt x="264133" y="6466"/>
                  <a:pt x="267348" y="9381"/>
                  <a:pt x="269574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0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7" y="94515"/>
                  <a:pt x="231868" y="92116"/>
                  <a:pt x="226562" y="87318"/>
                </a:cubicBezTo>
                <a:cubicBezTo>
                  <a:pt x="221255" y="82521"/>
                  <a:pt x="218228" y="76305"/>
                  <a:pt x="217479" y="68670"/>
                </a:cubicBez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8" y="36707"/>
                </a:cubicBezTo>
                <a:cubicBezTo>
                  <a:pt x="305503" y="30465"/>
                  <a:pt x="303526" y="24472"/>
                  <a:pt x="300987" y="18728"/>
                </a:cubicBezTo>
                <a:cubicBezTo>
                  <a:pt x="299364" y="14983"/>
                  <a:pt x="296014" y="8740"/>
                  <a:pt x="290936" y="0"/>
                </a:cubicBezTo>
                <a:lnTo>
                  <a:pt x="298989" y="0"/>
                </a:lnTo>
                <a:cubicBezTo>
                  <a:pt x="306814" y="10446"/>
                  <a:pt x="312599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F75229-5D97-48F0-A08A-5A5997FC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634278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33B6C-CD90-4996-8EB9-94C5725A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634278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82" name="Text u(⟂,3)">
            <a:extLst xmlns:a="http://schemas.openxmlformats.org/drawingml/2006/main">
              <a:ext uri="{FF2B5EF4-FFF2-40B4-BE49-F238E27FC236}">
                <a16:creationId xmlns:a16="http://schemas.microsoft.com/office/drawing/2014/main" id="{88172965-9CB0-42FB-BE53-88797DA9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648" y="2693753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76" y="68670"/>
                </a:moveTo>
                <a:lnTo>
                  <a:pt x="254913" y="67172"/>
                </a:lnTo>
                <a:cubicBezTo>
                  <a:pt x="256203" y="73540"/>
                  <a:pt x="258398" y="78128"/>
                  <a:pt x="261499" y="80937"/>
                </a:cubicBezTo>
                <a:cubicBezTo>
                  <a:pt x="264599" y="83746"/>
                  <a:pt x="268376" y="85151"/>
                  <a:pt x="272829" y="85151"/>
                </a:cubicBezTo>
                <a:cubicBezTo>
                  <a:pt x="278115" y="85151"/>
                  <a:pt x="282578" y="83323"/>
                  <a:pt x="286220" y="79667"/>
                </a:cubicBezTo>
                <a:cubicBezTo>
                  <a:pt x="289861" y="76011"/>
                  <a:pt x="291682" y="71483"/>
                  <a:pt x="291682" y="66081"/>
                </a:cubicBezTo>
                <a:cubicBezTo>
                  <a:pt x="291682" y="60929"/>
                  <a:pt x="289997" y="56680"/>
                  <a:pt x="286626" y="53336"/>
                </a:cubicBezTo>
                <a:cubicBezTo>
                  <a:pt x="283255" y="49991"/>
                  <a:pt x="278968" y="48319"/>
                  <a:pt x="273766" y="48319"/>
                </a:cubicBezTo>
                <a:cubicBezTo>
                  <a:pt x="271643" y="48319"/>
                  <a:pt x="269000" y="48735"/>
                  <a:pt x="265837" y="49567"/>
                </a:cubicBezTo>
                <a:lnTo>
                  <a:pt x="267086" y="39704"/>
                </a:lnTo>
                <a:cubicBezTo>
                  <a:pt x="267835" y="39787"/>
                  <a:pt x="268438" y="39829"/>
                  <a:pt x="268896" y="39829"/>
                </a:cubicBezTo>
                <a:cubicBezTo>
                  <a:pt x="273682" y="39829"/>
                  <a:pt x="277990" y="38591"/>
                  <a:pt x="281819" y="36114"/>
                </a:cubicBezTo>
                <a:cubicBezTo>
                  <a:pt x="285648" y="33638"/>
                  <a:pt x="287562" y="29821"/>
                  <a:pt x="287562" y="24663"/>
                </a:cubicBezTo>
                <a:cubicBezTo>
                  <a:pt x="287562" y="20578"/>
                  <a:pt x="286168" y="17194"/>
                  <a:pt x="283379" y="14512"/>
                </a:cubicBezTo>
                <a:cubicBezTo>
                  <a:pt x="280591" y="11829"/>
                  <a:pt x="276991" y="10488"/>
                  <a:pt x="272579" y="10488"/>
                </a:cubicBezTo>
                <a:cubicBezTo>
                  <a:pt x="268210" y="10488"/>
                  <a:pt x="264568" y="11861"/>
                  <a:pt x="261655" y="14608"/>
                </a:cubicBezTo>
                <a:cubicBezTo>
                  <a:pt x="258741" y="17355"/>
                  <a:pt x="256869" y="21475"/>
                  <a:pt x="256036" y="26969"/>
                </a:cubicBezTo>
                <a:lnTo>
                  <a:pt x="244799" y="24971"/>
                </a:lnTo>
                <a:cubicBezTo>
                  <a:pt x="246173" y="17399"/>
                  <a:pt x="249294" y="11532"/>
                  <a:pt x="254163" y="7368"/>
                </a:cubicBezTo>
                <a:cubicBezTo>
                  <a:pt x="259033" y="3205"/>
                  <a:pt x="265088" y="1124"/>
                  <a:pt x="272330" y="1124"/>
                </a:cubicBezTo>
                <a:cubicBezTo>
                  <a:pt x="277324" y="1124"/>
                  <a:pt x="281923" y="2192"/>
                  <a:pt x="286126" y="4329"/>
                </a:cubicBezTo>
                <a:cubicBezTo>
                  <a:pt x="290330" y="6466"/>
                  <a:pt x="293545" y="9381"/>
                  <a:pt x="295771" y="13075"/>
                </a:cubicBezTo>
                <a:cubicBezTo>
                  <a:pt x="297998" y="16767"/>
                  <a:pt x="299111" y="20688"/>
                  <a:pt x="299111" y="24838"/>
                </a:cubicBezTo>
                <a:cubicBezTo>
                  <a:pt x="299111" y="28780"/>
                  <a:pt x="298050" y="32370"/>
                  <a:pt x="295927" y="35607"/>
                </a:cubicBezTo>
                <a:cubicBezTo>
                  <a:pt x="293805" y="38843"/>
                  <a:pt x="290663" y="41415"/>
                  <a:pt x="286501" y="43325"/>
                </a:cubicBezTo>
                <a:cubicBezTo>
                  <a:pt x="291911" y="44573"/>
                  <a:pt x="296115" y="47164"/>
                  <a:pt x="299111" y="51097"/>
                </a:cubicBezTo>
                <a:cubicBezTo>
                  <a:pt x="302108" y="55030"/>
                  <a:pt x="303606" y="59951"/>
                  <a:pt x="303606" y="65861"/>
                </a:cubicBezTo>
                <a:cubicBezTo>
                  <a:pt x="303606" y="73852"/>
                  <a:pt x="300693" y="80625"/>
                  <a:pt x="294866" y="86181"/>
                </a:cubicBezTo>
                <a:cubicBezTo>
                  <a:pt x="289040" y="91737"/>
                  <a:pt x="281673" y="94515"/>
                  <a:pt x="272767" y="94515"/>
                </a:cubicBezTo>
                <a:cubicBezTo>
                  <a:pt x="264734" y="94515"/>
                  <a:pt x="258065" y="92116"/>
                  <a:pt x="252759" y="87318"/>
                </a:cubicBezTo>
                <a:cubicBezTo>
                  <a:pt x="247452" y="82521"/>
                  <a:pt x="244425" y="76305"/>
                  <a:pt x="243676" y="6867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84B79-517C-4517-BE1D-B0A50503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091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7BD21-719D-435D-9D38-FE84AC6E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091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85" name="Text upd({0,1},5)">
            <a:extLst xmlns:a="http://schemas.openxmlformats.org/drawingml/2006/main">
              <a:ext uri="{FF2B5EF4-FFF2-40B4-BE49-F238E27FC236}">
                <a16:creationId xmlns:a16="http://schemas.microsoft.com/office/drawing/2014/main" id="{15133CFB-F87E-4EBC-9C15-B3734F6D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645" y="264576"/>
            <a:ext cx="655355" cy="119986"/>
          </a:xfrm>
          <a:custGeom xmlns:a="http://schemas.openxmlformats.org/drawingml/2006/main">
            <a:pathLst>
              <a:path w="65535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71335" y="118487"/>
                </a:moveTo>
                <a:lnTo>
                  <a:pt x="71335" y="26719"/>
                </a:lnTo>
                <a:lnTo>
                  <a:pt x="81573" y="26719"/>
                </a:lnTo>
                <a:lnTo>
                  <a:pt x="81573" y="35272"/>
                </a:lnTo>
                <a:cubicBezTo>
                  <a:pt x="83987" y="31921"/>
                  <a:pt x="86713" y="29409"/>
                  <a:pt x="89751" y="27733"/>
                </a:cubicBezTo>
                <a:cubicBezTo>
                  <a:pt x="92789" y="26058"/>
                  <a:pt x="96473" y="25221"/>
                  <a:pt x="100801" y="25221"/>
                </a:cubicBezTo>
                <a:cubicBezTo>
                  <a:pt x="106461" y="25221"/>
                  <a:pt x="111455" y="26677"/>
                  <a:pt x="115784" y="29591"/>
                </a:cubicBezTo>
                <a:cubicBezTo>
                  <a:pt x="120112" y="32504"/>
                  <a:pt x="123379" y="36614"/>
                  <a:pt x="125585" y="41920"/>
                </a:cubicBezTo>
                <a:cubicBezTo>
                  <a:pt x="127790" y="47226"/>
                  <a:pt x="128893" y="53043"/>
                  <a:pt x="128893" y="59369"/>
                </a:cubicBezTo>
                <a:cubicBezTo>
                  <a:pt x="128893" y="66152"/>
                  <a:pt x="127676" y="72260"/>
                  <a:pt x="125241" y="77691"/>
                </a:cubicBezTo>
                <a:cubicBezTo>
                  <a:pt x="122807" y="83122"/>
                  <a:pt x="119269" y="87284"/>
                  <a:pt x="114629" y="90176"/>
                </a:cubicBezTo>
                <a:cubicBezTo>
                  <a:pt x="109988" y="93069"/>
                  <a:pt x="105108" y="94515"/>
                  <a:pt x="99989" y="94515"/>
                </a:cubicBezTo>
                <a:cubicBezTo>
                  <a:pt x="96244" y="94515"/>
                  <a:pt x="92883" y="93714"/>
                  <a:pt x="89907" y="92112"/>
                </a:cubicBezTo>
                <a:cubicBezTo>
                  <a:pt x="86932" y="90508"/>
                  <a:pt x="84487" y="88483"/>
                  <a:pt x="82572" y="86037"/>
                </a:cubicBezTo>
                <a:lnTo>
                  <a:pt x="82572" y="118487"/>
                </a:lnTo>
                <a:lnTo>
                  <a:pt x="71335" y="118487"/>
                </a:lnTo>
                <a:moveTo>
                  <a:pt x="81511" y="60149"/>
                </a:moveTo>
                <a:cubicBezTo>
                  <a:pt x="81511" y="68670"/>
                  <a:pt x="83238" y="74968"/>
                  <a:pt x="86692" y="79041"/>
                </a:cubicBezTo>
                <a:cubicBezTo>
                  <a:pt x="90147" y="83114"/>
                  <a:pt x="94329" y="85151"/>
                  <a:pt x="99240" y="85151"/>
                </a:cubicBezTo>
                <a:cubicBezTo>
                  <a:pt x="104234" y="85151"/>
                  <a:pt x="108511" y="83042"/>
                  <a:pt x="112069" y="78822"/>
                </a:cubicBezTo>
                <a:cubicBezTo>
                  <a:pt x="115627" y="74603"/>
                  <a:pt x="117407" y="68067"/>
                  <a:pt x="117407" y="59212"/>
                </a:cubicBezTo>
                <a:cubicBezTo>
                  <a:pt x="117407" y="50774"/>
                  <a:pt x="115669" y="44456"/>
                  <a:pt x="112194" y="40258"/>
                </a:cubicBezTo>
                <a:cubicBezTo>
                  <a:pt x="108719" y="36060"/>
                  <a:pt x="104567" y="33961"/>
                  <a:pt x="99740" y="33961"/>
                </a:cubicBezTo>
                <a:cubicBezTo>
                  <a:pt x="94954" y="33961"/>
                  <a:pt x="90719" y="36195"/>
                  <a:pt x="87036" y="40664"/>
                </a:cubicBezTo>
                <a:cubicBezTo>
                  <a:pt x="83352" y="45132"/>
                  <a:pt x="81511" y="51628"/>
                  <a:pt x="81511" y="60149"/>
                </a:cubicBezTo>
                <a:close/>
                <a:moveTo>
                  <a:pt x="185433" y="93017"/>
                </a:moveTo>
                <a:lnTo>
                  <a:pt x="185433" y="84652"/>
                </a:lnTo>
                <a:cubicBezTo>
                  <a:pt x="181229" y="91227"/>
                  <a:pt x="175049" y="94515"/>
                  <a:pt x="166892" y="94515"/>
                </a:cubicBezTo>
                <a:cubicBezTo>
                  <a:pt x="161606" y="94515"/>
                  <a:pt x="156747" y="93059"/>
                  <a:pt x="152315" y="90145"/>
                </a:cubicBezTo>
                <a:cubicBezTo>
                  <a:pt x="147883" y="87232"/>
                  <a:pt x="144449" y="83164"/>
                  <a:pt x="142015" y="77941"/>
                </a:cubicBezTo>
                <a:cubicBezTo>
                  <a:pt x="139580" y="72718"/>
                  <a:pt x="138363" y="66714"/>
                  <a:pt x="138363" y="59930"/>
                </a:cubicBezTo>
                <a:cubicBezTo>
                  <a:pt x="138363" y="53313"/>
                  <a:pt x="139465" y="47310"/>
                  <a:pt x="141671" y="41920"/>
                </a:cubicBezTo>
                <a:cubicBezTo>
                  <a:pt x="143877" y="36530"/>
                  <a:pt x="147186" y="32400"/>
                  <a:pt x="151597" y="29528"/>
                </a:cubicBezTo>
                <a:cubicBezTo>
                  <a:pt x="156009" y="26657"/>
                  <a:pt x="160940" y="25221"/>
                  <a:pt x="166392" y="25221"/>
                </a:cubicBezTo>
                <a:cubicBezTo>
                  <a:pt x="170388" y="25221"/>
                  <a:pt x="173946" y="26063"/>
                  <a:pt x="177068" y="27749"/>
                </a:cubicBezTo>
                <a:cubicBezTo>
                  <a:pt x="180189" y="29435"/>
                  <a:pt x="182728" y="31630"/>
                  <a:pt x="184684" y="34335"/>
                </a:cubicBezTo>
                <a:lnTo>
                  <a:pt x="184684" y="1498"/>
                </a:lnTo>
                <a:lnTo>
                  <a:pt x="195858" y="1498"/>
                </a:lnTo>
                <a:lnTo>
                  <a:pt x="195858" y="93017"/>
                </a:lnTo>
                <a:lnTo>
                  <a:pt x="185433" y="93017"/>
                </a:lnTo>
                <a:moveTo>
                  <a:pt x="149912" y="59899"/>
                </a:moveTo>
                <a:cubicBezTo>
                  <a:pt x="149912" y="68358"/>
                  <a:pt x="151701" y="74681"/>
                  <a:pt x="155280" y="78869"/>
                </a:cubicBezTo>
                <a:cubicBezTo>
                  <a:pt x="158860" y="83057"/>
                  <a:pt x="163084" y="85151"/>
                  <a:pt x="167953" y="85151"/>
                </a:cubicBezTo>
                <a:cubicBezTo>
                  <a:pt x="172864" y="85151"/>
                  <a:pt x="177036" y="83151"/>
                  <a:pt x="180470" y="79150"/>
                </a:cubicBezTo>
                <a:cubicBezTo>
                  <a:pt x="183903" y="75148"/>
                  <a:pt x="185620" y="69042"/>
                  <a:pt x="185620" y="60832"/>
                </a:cubicBezTo>
                <a:cubicBezTo>
                  <a:pt x="185620" y="51793"/>
                  <a:pt x="183872" y="45158"/>
                  <a:pt x="180376" y="40929"/>
                </a:cubicBezTo>
                <a:cubicBezTo>
                  <a:pt x="176880" y="36700"/>
                  <a:pt x="172573" y="34585"/>
                  <a:pt x="167454" y="34585"/>
                </a:cubicBezTo>
                <a:cubicBezTo>
                  <a:pt x="162460" y="34585"/>
                  <a:pt x="158287" y="36617"/>
                  <a:pt x="154937" y="40681"/>
                </a:cubicBezTo>
                <a:cubicBezTo>
                  <a:pt x="151587" y="44744"/>
                  <a:pt x="149912" y="51150"/>
                  <a:pt x="149912" y="59899"/>
                </a:cubicBezTo>
                <a:close/>
                <a:moveTo>
                  <a:pt x="234981" y="119986"/>
                </a:moveTo>
                <a:cubicBezTo>
                  <a:pt x="228780" y="112161"/>
                  <a:pt x="223536" y="103005"/>
                  <a:pt x="219249" y="92517"/>
                </a:cubicBezTo>
                <a:cubicBezTo>
                  <a:pt x="214962" y="82030"/>
                  <a:pt x="212819" y="71167"/>
                  <a:pt x="212819" y="59930"/>
                </a:cubicBezTo>
                <a:cubicBezTo>
                  <a:pt x="212819" y="50025"/>
                  <a:pt x="214421" y="40536"/>
                  <a:pt x="217626" y="31463"/>
                </a:cubicBezTo>
                <a:cubicBezTo>
                  <a:pt x="221372" y="20934"/>
                  <a:pt x="227157" y="10446"/>
                  <a:pt x="234981" y="0"/>
                </a:cubicBezTo>
                <a:lnTo>
                  <a:pt x="243034" y="0"/>
                </a:lnTo>
                <a:cubicBezTo>
                  <a:pt x="237998" y="8657"/>
                  <a:pt x="234669" y="14837"/>
                  <a:pt x="233046" y="18541"/>
                </a:cubicBezTo>
                <a:cubicBezTo>
                  <a:pt x="230507" y="24284"/>
                  <a:pt x="228509" y="30277"/>
                  <a:pt x="227053" y="36520"/>
                </a:cubicBezTo>
                <a:cubicBezTo>
                  <a:pt x="225263" y="44303"/>
                  <a:pt x="224368" y="52127"/>
                  <a:pt x="224368" y="59993"/>
                </a:cubicBezTo>
                <a:cubicBezTo>
                  <a:pt x="224368" y="80011"/>
                  <a:pt x="230590" y="100009"/>
                  <a:pt x="243034" y="119986"/>
                </a:cubicBezTo>
                <a:lnTo>
                  <a:pt x="234981" y="119986"/>
                </a:lnTo>
                <a:close/>
                <a:moveTo>
                  <a:pt x="251211" y="54811"/>
                </a:moveTo>
                <a:cubicBezTo>
                  <a:pt x="254416" y="54728"/>
                  <a:pt x="257027" y="53866"/>
                  <a:pt x="259046" y="52224"/>
                </a:cubicBezTo>
                <a:cubicBezTo>
                  <a:pt x="261064" y="50582"/>
                  <a:pt x="262406" y="48327"/>
                  <a:pt x="263072" y="45459"/>
                </a:cubicBezTo>
                <a:cubicBezTo>
                  <a:pt x="263738" y="42590"/>
                  <a:pt x="264092" y="37684"/>
                  <a:pt x="264133" y="30742"/>
                </a:cubicBezTo>
                <a:cubicBezTo>
                  <a:pt x="264175" y="23799"/>
                  <a:pt x="264300" y="19226"/>
                  <a:pt x="264508" y="17023"/>
                </a:cubicBezTo>
                <a:cubicBezTo>
                  <a:pt x="264883" y="13531"/>
                  <a:pt x="265580" y="10725"/>
                  <a:pt x="266599" y="8605"/>
                </a:cubicBezTo>
                <a:cubicBezTo>
                  <a:pt x="267619" y="6485"/>
                  <a:pt x="268878" y="4791"/>
                  <a:pt x="270376" y="3523"/>
                </a:cubicBezTo>
                <a:cubicBezTo>
                  <a:pt x="271874" y="2255"/>
                  <a:pt x="273789" y="1289"/>
                  <a:pt x="276119" y="624"/>
                </a:cubicBezTo>
                <a:cubicBezTo>
                  <a:pt x="277701" y="208"/>
                  <a:pt x="280281" y="0"/>
                  <a:pt x="283860" y="0"/>
                </a:cubicBezTo>
                <a:lnTo>
                  <a:pt x="287356" y="0"/>
                </a:lnTo>
                <a:lnTo>
                  <a:pt x="287356" y="9864"/>
                </a:lnTo>
                <a:lnTo>
                  <a:pt x="285421" y="9864"/>
                </a:lnTo>
                <a:cubicBezTo>
                  <a:pt x="281093" y="9864"/>
                  <a:pt x="278221" y="10643"/>
                  <a:pt x="276806" y="12201"/>
                </a:cubicBezTo>
                <a:cubicBezTo>
                  <a:pt x="275391" y="13759"/>
                  <a:pt x="274684" y="17238"/>
                  <a:pt x="274684" y="22638"/>
                </a:cubicBezTo>
                <a:cubicBezTo>
                  <a:pt x="274684" y="33521"/>
                  <a:pt x="274455" y="40396"/>
                  <a:pt x="273997" y="43262"/>
                </a:cubicBezTo>
                <a:cubicBezTo>
                  <a:pt x="273248" y="47708"/>
                  <a:pt x="271968" y="51135"/>
                  <a:pt x="270158" y="53545"/>
                </a:cubicBezTo>
                <a:cubicBezTo>
                  <a:pt x="268347" y="55954"/>
                  <a:pt x="265507" y="58093"/>
                  <a:pt x="261636" y="59962"/>
                </a:cubicBezTo>
                <a:cubicBezTo>
                  <a:pt x="266214" y="61875"/>
                  <a:pt x="269533" y="64796"/>
                  <a:pt x="271593" y="68727"/>
                </a:cubicBezTo>
                <a:cubicBezTo>
                  <a:pt x="273654" y="72657"/>
                  <a:pt x="274684" y="79094"/>
                  <a:pt x="274684" y="88036"/>
                </a:cubicBezTo>
                <a:cubicBezTo>
                  <a:pt x="274684" y="96147"/>
                  <a:pt x="274767" y="100971"/>
                  <a:pt x="274933" y="102510"/>
                </a:cubicBezTo>
                <a:cubicBezTo>
                  <a:pt x="275266" y="105339"/>
                  <a:pt x="276109" y="107314"/>
                  <a:pt x="277462" y="108436"/>
                </a:cubicBezTo>
                <a:cubicBezTo>
                  <a:pt x="278814" y="109560"/>
                  <a:pt x="281467" y="110122"/>
                  <a:pt x="285421" y="110122"/>
                </a:cubicBezTo>
                <a:lnTo>
                  <a:pt x="287356" y="110122"/>
                </a:lnTo>
                <a:lnTo>
                  <a:pt x="287356" y="119986"/>
                </a:lnTo>
                <a:lnTo>
                  <a:pt x="283860" y="119986"/>
                </a:lnTo>
                <a:cubicBezTo>
                  <a:pt x="279782" y="119986"/>
                  <a:pt x="276827" y="119653"/>
                  <a:pt x="274996" y="118987"/>
                </a:cubicBezTo>
                <a:cubicBezTo>
                  <a:pt x="272332" y="118030"/>
                  <a:pt x="270126" y="116479"/>
                  <a:pt x="268378" y="114336"/>
                </a:cubicBezTo>
                <a:cubicBezTo>
                  <a:pt x="266630" y="112193"/>
                  <a:pt x="265496" y="109477"/>
                  <a:pt x="264976" y="106189"/>
                </a:cubicBezTo>
                <a:cubicBezTo>
                  <a:pt x="264456" y="102901"/>
                  <a:pt x="264175" y="97512"/>
                  <a:pt x="264133" y="90020"/>
                </a:cubicBezTo>
                <a:cubicBezTo>
                  <a:pt x="264092" y="82529"/>
                  <a:pt x="263738" y="77348"/>
                  <a:pt x="263072" y="74476"/>
                </a:cubicBezTo>
                <a:cubicBezTo>
                  <a:pt x="262406" y="71604"/>
                  <a:pt x="261064" y="69336"/>
                  <a:pt x="259046" y="67671"/>
                </a:cubicBezTo>
                <a:cubicBezTo>
                  <a:pt x="257027" y="66007"/>
                  <a:pt x="254416" y="65133"/>
                  <a:pt x="251211" y="65049"/>
                </a:cubicBezTo>
                <a:lnTo>
                  <a:pt x="251211" y="54811"/>
                </a:lnTo>
                <a:close/>
                <a:moveTo>
                  <a:pt x="295661" y="47851"/>
                </a:moveTo>
                <a:cubicBezTo>
                  <a:pt x="295661" y="37038"/>
                  <a:pt x="296774" y="28335"/>
                  <a:pt x="299001" y="21742"/>
                </a:cubicBezTo>
                <a:cubicBezTo>
                  <a:pt x="301228" y="15150"/>
                  <a:pt x="304536" y="10065"/>
                  <a:pt x="308927" y="6489"/>
                </a:cubicBezTo>
                <a:cubicBezTo>
                  <a:pt x="313318" y="2912"/>
                  <a:pt x="318842" y="1124"/>
                  <a:pt x="325501" y="1124"/>
                </a:cubicBezTo>
                <a:cubicBezTo>
                  <a:pt x="330412" y="1124"/>
                  <a:pt x="334720" y="2111"/>
                  <a:pt x="338424" y="4087"/>
                </a:cubicBezTo>
                <a:cubicBezTo>
                  <a:pt x="342128" y="6063"/>
                  <a:pt x="345187" y="8912"/>
                  <a:pt x="347601" y="12634"/>
                </a:cubicBezTo>
                <a:cubicBezTo>
                  <a:pt x="350015" y="16356"/>
                  <a:pt x="351908" y="20890"/>
                  <a:pt x="353282" y="26235"/>
                </a:cubicBezTo>
                <a:cubicBezTo>
                  <a:pt x="354655" y="31579"/>
                  <a:pt x="355342" y="38784"/>
                  <a:pt x="355342" y="47851"/>
                </a:cubicBezTo>
                <a:cubicBezTo>
                  <a:pt x="355342" y="58580"/>
                  <a:pt x="354239" y="67242"/>
                  <a:pt x="352033" y="73834"/>
                </a:cubicBezTo>
                <a:cubicBezTo>
                  <a:pt x="349827" y="80427"/>
                  <a:pt x="346529" y="85522"/>
                  <a:pt x="342138" y="89119"/>
                </a:cubicBezTo>
                <a:cubicBezTo>
                  <a:pt x="337748" y="92716"/>
                  <a:pt x="332202" y="94515"/>
                  <a:pt x="325501" y="94515"/>
                </a:cubicBezTo>
                <a:cubicBezTo>
                  <a:pt x="316678" y="94515"/>
                  <a:pt x="309749" y="91354"/>
                  <a:pt x="304713" y="85032"/>
                </a:cubicBezTo>
                <a:cubicBezTo>
                  <a:pt x="298678" y="77421"/>
                  <a:pt x="295661" y="65027"/>
                  <a:pt x="295661" y="47851"/>
                </a:cubicBezTo>
                <a:moveTo>
                  <a:pt x="307210" y="47819"/>
                </a:moveTo>
                <a:cubicBezTo>
                  <a:pt x="307210" y="62793"/>
                  <a:pt x="308969" y="72759"/>
                  <a:pt x="312485" y="77716"/>
                </a:cubicBezTo>
                <a:cubicBezTo>
                  <a:pt x="316002" y="82673"/>
                  <a:pt x="320341" y="85151"/>
                  <a:pt x="325501" y="85151"/>
                </a:cubicBezTo>
                <a:cubicBezTo>
                  <a:pt x="330662" y="85151"/>
                  <a:pt x="335001" y="82662"/>
                  <a:pt x="338518" y="77685"/>
                </a:cubicBezTo>
                <a:cubicBezTo>
                  <a:pt x="342034" y="72708"/>
                  <a:pt x="343793" y="62753"/>
                  <a:pt x="343793" y="47819"/>
                </a:cubicBezTo>
                <a:cubicBezTo>
                  <a:pt x="343793" y="32804"/>
                  <a:pt x="342034" y="22829"/>
                  <a:pt x="338518" y="17893"/>
                </a:cubicBezTo>
                <a:cubicBezTo>
                  <a:pt x="335001" y="12956"/>
                  <a:pt x="330620" y="10488"/>
                  <a:pt x="325377" y="10488"/>
                </a:cubicBezTo>
                <a:cubicBezTo>
                  <a:pt x="320216" y="10488"/>
                  <a:pt x="316096" y="12666"/>
                  <a:pt x="313016" y="17021"/>
                </a:cubicBezTo>
                <a:cubicBezTo>
                  <a:pt x="309145" y="22580"/>
                  <a:pt x="307210" y="32846"/>
                  <a:pt x="307210" y="47819"/>
                </a:cubicBezTo>
                <a:close/>
                <a:moveTo>
                  <a:pt x="372802" y="93017"/>
                </a:moveTo>
                <a:lnTo>
                  <a:pt x="372802" y="80157"/>
                </a:lnTo>
                <a:lnTo>
                  <a:pt x="385600" y="80157"/>
                </a:lnTo>
                <a:lnTo>
                  <a:pt x="385600" y="92980"/>
                </a:lnTo>
                <a:cubicBezTo>
                  <a:pt x="385600" y="97693"/>
                  <a:pt x="384767" y="101499"/>
                  <a:pt x="383103" y="104396"/>
                </a:cubicBezTo>
                <a:cubicBezTo>
                  <a:pt x="381438" y="107295"/>
                  <a:pt x="378795" y="109537"/>
                  <a:pt x="375174" y="111121"/>
                </a:cubicBezTo>
                <a:lnTo>
                  <a:pt x="372053" y="106252"/>
                </a:lnTo>
                <a:cubicBezTo>
                  <a:pt x="374425" y="105216"/>
                  <a:pt x="376173" y="103694"/>
                  <a:pt x="377297" y="101685"/>
                </a:cubicBezTo>
                <a:cubicBezTo>
                  <a:pt x="378420" y="99675"/>
                  <a:pt x="379045" y="96786"/>
                  <a:pt x="379170" y="93017"/>
                </a:cubicBezTo>
                <a:lnTo>
                  <a:pt x="372802" y="93017"/>
                </a:lnTo>
                <a:close/>
                <a:moveTo>
                  <a:pt x="444615" y="93017"/>
                </a:moveTo>
                <a:lnTo>
                  <a:pt x="433378" y="93017"/>
                </a:lnTo>
                <a:lnTo>
                  <a:pt x="433378" y="21413"/>
                </a:lnTo>
                <a:cubicBezTo>
                  <a:pt x="430673" y="23993"/>
                  <a:pt x="427125" y="26573"/>
                  <a:pt x="422734" y="29154"/>
                </a:cubicBezTo>
                <a:cubicBezTo>
                  <a:pt x="418343" y="31734"/>
                  <a:pt x="414400" y="33669"/>
                  <a:pt x="410904" y="34959"/>
                </a:cubicBezTo>
                <a:lnTo>
                  <a:pt x="410904" y="24097"/>
                </a:lnTo>
                <a:cubicBezTo>
                  <a:pt x="417189" y="21142"/>
                  <a:pt x="422682" y="17563"/>
                  <a:pt x="427385" y="13359"/>
                </a:cubicBezTo>
                <a:cubicBezTo>
                  <a:pt x="432088" y="9156"/>
                  <a:pt x="435417" y="5077"/>
                  <a:pt x="437373" y="1124"/>
                </a:cubicBezTo>
                <a:lnTo>
                  <a:pt x="444615" y="1124"/>
                </a:lnTo>
                <a:lnTo>
                  <a:pt x="444615" y="93017"/>
                </a:lnTo>
                <a:close/>
                <a:moveTo>
                  <a:pt x="507148" y="54811"/>
                </a:moveTo>
                <a:lnTo>
                  <a:pt x="507148" y="65049"/>
                </a:lnTo>
                <a:cubicBezTo>
                  <a:pt x="503943" y="65133"/>
                  <a:pt x="501332" y="66007"/>
                  <a:pt x="499313" y="67671"/>
                </a:cubicBezTo>
                <a:cubicBezTo>
                  <a:pt x="497295" y="69336"/>
                  <a:pt x="495953" y="71594"/>
                  <a:pt x="495287" y="74445"/>
                </a:cubicBezTo>
                <a:cubicBezTo>
                  <a:pt x="494621" y="77296"/>
                  <a:pt x="494267" y="82196"/>
                  <a:pt x="494225" y="89146"/>
                </a:cubicBezTo>
                <a:cubicBezTo>
                  <a:pt x="494184" y="96097"/>
                  <a:pt x="494059" y="100675"/>
                  <a:pt x="493851" y="102880"/>
                </a:cubicBezTo>
                <a:cubicBezTo>
                  <a:pt x="493476" y="106418"/>
                  <a:pt x="492779" y="109238"/>
                  <a:pt x="491760" y="111339"/>
                </a:cubicBezTo>
                <a:cubicBezTo>
                  <a:pt x="490740" y="113441"/>
                  <a:pt x="489481" y="115127"/>
                  <a:pt x="487983" y="116396"/>
                </a:cubicBezTo>
                <a:cubicBezTo>
                  <a:pt x="486484" y="117665"/>
                  <a:pt x="484570" y="118633"/>
                  <a:pt x="482239" y="119299"/>
                </a:cubicBezTo>
                <a:cubicBezTo>
                  <a:pt x="480658" y="119757"/>
                  <a:pt x="478078" y="119986"/>
                  <a:pt x="474498" y="119986"/>
                </a:cubicBezTo>
                <a:lnTo>
                  <a:pt x="471002" y="119986"/>
                </a:lnTo>
                <a:lnTo>
                  <a:pt x="471002" y="110122"/>
                </a:lnTo>
                <a:lnTo>
                  <a:pt x="472938" y="110122"/>
                </a:lnTo>
                <a:cubicBezTo>
                  <a:pt x="477266" y="110122"/>
                  <a:pt x="480138" y="109342"/>
                  <a:pt x="481553" y="107781"/>
                </a:cubicBezTo>
                <a:cubicBezTo>
                  <a:pt x="482968" y="106222"/>
                  <a:pt x="483675" y="102718"/>
                  <a:pt x="483675" y="97270"/>
                </a:cubicBezTo>
                <a:cubicBezTo>
                  <a:pt x="483675" y="86872"/>
                  <a:pt x="483862" y="80279"/>
                  <a:pt x="484237" y="77492"/>
                </a:cubicBezTo>
                <a:cubicBezTo>
                  <a:pt x="484903" y="72876"/>
                  <a:pt x="486235" y="69185"/>
                  <a:pt x="488232" y="66419"/>
                </a:cubicBezTo>
                <a:cubicBezTo>
                  <a:pt x="490230" y="63653"/>
                  <a:pt x="493060" y="61500"/>
                  <a:pt x="496723" y="59962"/>
                </a:cubicBezTo>
                <a:cubicBezTo>
                  <a:pt x="491936" y="57676"/>
                  <a:pt x="488565" y="54655"/>
                  <a:pt x="486609" y="50896"/>
                </a:cubicBezTo>
                <a:cubicBezTo>
                  <a:pt x="484653" y="47136"/>
                  <a:pt x="483675" y="40790"/>
                  <a:pt x="483675" y="31859"/>
                </a:cubicBezTo>
                <a:cubicBezTo>
                  <a:pt x="483675" y="23759"/>
                  <a:pt x="483571" y="18920"/>
                  <a:pt x="483363" y="17341"/>
                </a:cubicBezTo>
                <a:cubicBezTo>
                  <a:pt x="483072" y="14558"/>
                  <a:pt x="482250" y="12616"/>
                  <a:pt x="480897" y="11516"/>
                </a:cubicBezTo>
                <a:cubicBezTo>
                  <a:pt x="479545" y="10414"/>
                  <a:pt x="476891" y="9864"/>
                  <a:pt x="472938" y="9864"/>
                </a:cubicBezTo>
                <a:lnTo>
                  <a:pt x="471002" y="9864"/>
                </a:lnTo>
                <a:lnTo>
                  <a:pt x="471002" y="0"/>
                </a:lnTo>
                <a:lnTo>
                  <a:pt x="474498" y="0"/>
                </a:lnTo>
                <a:cubicBezTo>
                  <a:pt x="478577" y="0"/>
                  <a:pt x="481532" y="332"/>
                  <a:pt x="483363" y="997"/>
                </a:cubicBezTo>
                <a:cubicBezTo>
                  <a:pt x="486027" y="1912"/>
                  <a:pt x="488232" y="3451"/>
                  <a:pt x="489980" y="5613"/>
                </a:cubicBezTo>
                <a:cubicBezTo>
                  <a:pt x="491728" y="7774"/>
                  <a:pt x="492862" y="10497"/>
                  <a:pt x="493383" y="13781"/>
                </a:cubicBezTo>
                <a:cubicBezTo>
                  <a:pt x="493903" y="17065"/>
                  <a:pt x="494184" y="22449"/>
                  <a:pt x="494225" y="29932"/>
                </a:cubicBezTo>
                <a:cubicBezTo>
                  <a:pt x="494267" y="37414"/>
                  <a:pt x="494621" y="42579"/>
                  <a:pt x="495287" y="45428"/>
                </a:cubicBezTo>
                <a:cubicBezTo>
                  <a:pt x="495953" y="48275"/>
                  <a:pt x="497295" y="50530"/>
                  <a:pt x="499313" y="52193"/>
                </a:cubicBezTo>
                <a:cubicBezTo>
                  <a:pt x="501332" y="53855"/>
                  <a:pt x="503943" y="54728"/>
                  <a:pt x="507148" y="54811"/>
                </a:cubicBezTo>
                <a:close/>
                <a:moveTo>
                  <a:pt x="522133" y="93017"/>
                </a:moveTo>
                <a:lnTo>
                  <a:pt x="522133" y="80157"/>
                </a:lnTo>
                <a:lnTo>
                  <a:pt x="534930" y="80157"/>
                </a:lnTo>
                <a:lnTo>
                  <a:pt x="534930" y="92980"/>
                </a:lnTo>
                <a:cubicBezTo>
                  <a:pt x="534930" y="97693"/>
                  <a:pt x="534098" y="101499"/>
                  <a:pt x="532433" y="104396"/>
                </a:cubicBezTo>
                <a:cubicBezTo>
                  <a:pt x="530768" y="107295"/>
                  <a:pt x="528126" y="109537"/>
                  <a:pt x="524505" y="111121"/>
                </a:cubicBezTo>
                <a:lnTo>
                  <a:pt x="521383" y="106252"/>
                </a:lnTo>
                <a:cubicBezTo>
                  <a:pt x="523756" y="105216"/>
                  <a:pt x="525504" y="103694"/>
                  <a:pt x="526627" y="101685"/>
                </a:cubicBezTo>
                <a:cubicBezTo>
                  <a:pt x="527751" y="99675"/>
                  <a:pt x="528375" y="96786"/>
                  <a:pt x="528500" y="93017"/>
                </a:cubicBezTo>
                <a:lnTo>
                  <a:pt x="522133" y="93017"/>
                </a:lnTo>
                <a:close/>
                <a:moveTo>
                  <a:pt x="551620" y="68920"/>
                </a:moveTo>
                <a:lnTo>
                  <a:pt x="563419" y="67921"/>
                </a:lnTo>
                <a:cubicBezTo>
                  <a:pt x="564293" y="73645"/>
                  <a:pt x="566322" y="77948"/>
                  <a:pt x="569505" y="80830"/>
                </a:cubicBezTo>
                <a:cubicBezTo>
                  <a:pt x="572689" y="83711"/>
                  <a:pt x="576528" y="85151"/>
                  <a:pt x="581023" y="85151"/>
                </a:cubicBezTo>
                <a:cubicBezTo>
                  <a:pt x="586434" y="85151"/>
                  <a:pt x="591012" y="83115"/>
                  <a:pt x="594757" y="79043"/>
                </a:cubicBezTo>
                <a:cubicBezTo>
                  <a:pt x="598503" y="74970"/>
                  <a:pt x="600376" y="69567"/>
                  <a:pt x="600376" y="62835"/>
                </a:cubicBezTo>
                <a:cubicBezTo>
                  <a:pt x="600376" y="56435"/>
                  <a:pt x="598576" y="51386"/>
                  <a:pt x="594976" y="47687"/>
                </a:cubicBezTo>
                <a:cubicBezTo>
                  <a:pt x="591376" y="43988"/>
                  <a:pt x="586663" y="42139"/>
                  <a:pt x="580836" y="42139"/>
                </a:cubicBezTo>
                <a:cubicBezTo>
                  <a:pt x="577215" y="42139"/>
                  <a:pt x="573948" y="42955"/>
                  <a:pt x="571035" y="44587"/>
                </a:cubicBezTo>
                <a:cubicBezTo>
                  <a:pt x="568122" y="46219"/>
                  <a:pt x="565833" y="48337"/>
                  <a:pt x="564168" y="50941"/>
                </a:cubicBezTo>
                <a:lnTo>
                  <a:pt x="553618" y="49567"/>
                </a:lnTo>
                <a:lnTo>
                  <a:pt x="562482" y="2622"/>
                </a:lnTo>
                <a:lnTo>
                  <a:pt x="607992" y="2622"/>
                </a:lnTo>
                <a:lnTo>
                  <a:pt x="607992" y="13235"/>
                </a:lnTo>
                <a:lnTo>
                  <a:pt x="571472" y="13235"/>
                </a:lnTo>
                <a:lnTo>
                  <a:pt x="566540" y="37893"/>
                </a:lnTo>
                <a:cubicBezTo>
                  <a:pt x="572034" y="34106"/>
                  <a:pt x="577798" y="32213"/>
                  <a:pt x="583832" y="32213"/>
                </a:cubicBezTo>
                <a:cubicBezTo>
                  <a:pt x="591823" y="32213"/>
                  <a:pt x="598565" y="34983"/>
                  <a:pt x="604059" y="40525"/>
                </a:cubicBezTo>
                <a:cubicBezTo>
                  <a:pt x="609553" y="46066"/>
                  <a:pt x="612299" y="53189"/>
                  <a:pt x="612299" y="61895"/>
                </a:cubicBezTo>
                <a:cubicBezTo>
                  <a:pt x="612299" y="70186"/>
                  <a:pt x="609886" y="77352"/>
                  <a:pt x="605058" y="83391"/>
                </a:cubicBezTo>
                <a:cubicBezTo>
                  <a:pt x="599190" y="90807"/>
                  <a:pt x="591178" y="94515"/>
                  <a:pt x="581023" y="94515"/>
                </a:cubicBezTo>
                <a:cubicBezTo>
                  <a:pt x="572700" y="94515"/>
                  <a:pt x="565905" y="92179"/>
                  <a:pt x="560641" y="87506"/>
                </a:cubicBezTo>
                <a:cubicBezTo>
                  <a:pt x="555376" y="82833"/>
                  <a:pt x="552369" y="76638"/>
                  <a:pt x="551620" y="68920"/>
                </a:cubicBezTo>
                <a:close/>
                <a:moveTo>
                  <a:pt x="633193" y="119986"/>
                </a:moveTo>
                <a:lnTo>
                  <a:pt x="625140" y="119986"/>
                </a:lnTo>
                <a:cubicBezTo>
                  <a:pt x="637584" y="100009"/>
                  <a:pt x="643806" y="80011"/>
                  <a:pt x="643806" y="59993"/>
                </a:cubicBezTo>
                <a:cubicBezTo>
                  <a:pt x="643806" y="52169"/>
                  <a:pt x="642911" y="44407"/>
                  <a:pt x="641121" y="36707"/>
                </a:cubicBezTo>
                <a:cubicBezTo>
                  <a:pt x="639706" y="30465"/>
                  <a:pt x="637730" y="24472"/>
                  <a:pt x="635191" y="18728"/>
                </a:cubicBezTo>
                <a:cubicBezTo>
                  <a:pt x="633568" y="14983"/>
                  <a:pt x="630217" y="8740"/>
                  <a:pt x="625140" y="0"/>
                </a:cubicBezTo>
                <a:lnTo>
                  <a:pt x="633193" y="0"/>
                </a:lnTo>
                <a:cubicBezTo>
                  <a:pt x="641017" y="10446"/>
                  <a:pt x="646802" y="20934"/>
                  <a:pt x="650548" y="31463"/>
                </a:cubicBezTo>
                <a:cubicBezTo>
                  <a:pt x="653753" y="40536"/>
                  <a:pt x="655355" y="50025"/>
                  <a:pt x="655355" y="59930"/>
                </a:cubicBezTo>
                <a:cubicBezTo>
                  <a:pt x="655355" y="71167"/>
                  <a:pt x="653201" y="82030"/>
                  <a:pt x="648894" y="92517"/>
                </a:cubicBezTo>
                <a:cubicBezTo>
                  <a:pt x="644586" y="103005"/>
                  <a:pt x="639353" y="112161"/>
                  <a:pt x="63319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9788A-5968-471F-826E-62EB0AE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091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FAF158-C5CF-4811-A8EC-74D61276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1091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188" name="Text u({0,1},5)">
            <a:extLst xmlns:a="http://schemas.openxmlformats.org/drawingml/2006/main">
              <a:ext uri="{FF2B5EF4-FFF2-40B4-BE49-F238E27FC236}">
                <a16:creationId xmlns:a16="http://schemas.microsoft.com/office/drawing/2014/main" id="{F08DF2CF-09F4-41A2-BCDC-6EB0DE2E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653" y="264576"/>
            <a:ext cx="513184" cy="119986"/>
          </a:xfrm>
          <a:custGeom xmlns:a="http://schemas.openxmlformats.org/drawingml/2006/main">
            <a:pathLst>
              <a:path w="51318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8" y="8605"/>
                </a:cubicBezTo>
                <a:cubicBezTo>
                  <a:pt x="125448" y="6485"/>
                  <a:pt x="126707" y="4791"/>
                  <a:pt x="128205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0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0" y="9864"/>
                </a:lnTo>
                <a:cubicBezTo>
                  <a:pt x="138922" y="9864"/>
                  <a:pt x="136050" y="10643"/>
                  <a:pt x="134635" y="12201"/>
                </a:cubicBezTo>
                <a:cubicBezTo>
                  <a:pt x="133220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6" y="55954"/>
                  <a:pt x="123336" y="58093"/>
                  <a:pt x="119465" y="59962"/>
                </a:cubicBezTo>
                <a:cubicBezTo>
                  <a:pt x="124043" y="61875"/>
                  <a:pt x="127362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2" y="102510"/>
                </a:cubicBezTo>
                <a:cubicBezTo>
                  <a:pt x="133095" y="105339"/>
                  <a:pt x="133938" y="107314"/>
                  <a:pt x="135291" y="108436"/>
                </a:cubicBezTo>
                <a:cubicBezTo>
                  <a:pt x="136643" y="109560"/>
                  <a:pt x="139297" y="110122"/>
                  <a:pt x="143250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1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5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90" y="47851"/>
                </a:moveTo>
                <a:cubicBezTo>
                  <a:pt x="153490" y="37038"/>
                  <a:pt x="154603" y="28335"/>
                  <a:pt x="156830" y="21742"/>
                </a:cubicBezTo>
                <a:cubicBezTo>
                  <a:pt x="159057" y="15150"/>
                  <a:pt x="162365" y="10065"/>
                  <a:pt x="166756" y="6489"/>
                </a:cubicBezTo>
                <a:cubicBezTo>
                  <a:pt x="171147" y="2912"/>
                  <a:pt x="176672" y="1124"/>
                  <a:pt x="183331" y="1124"/>
                </a:cubicBezTo>
                <a:cubicBezTo>
                  <a:pt x="188241" y="1124"/>
                  <a:pt x="192549" y="2111"/>
                  <a:pt x="196253" y="4087"/>
                </a:cubicBezTo>
                <a:cubicBezTo>
                  <a:pt x="199957" y="6063"/>
                  <a:pt x="203016" y="8912"/>
                  <a:pt x="205430" y="12634"/>
                </a:cubicBezTo>
                <a:cubicBezTo>
                  <a:pt x="207844" y="16356"/>
                  <a:pt x="209737" y="20890"/>
                  <a:pt x="211111" y="26235"/>
                </a:cubicBezTo>
                <a:cubicBezTo>
                  <a:pt x="212484" y="31579"/>
                  <a:pt x="213171" y="38784"/>
                  <a:pt x="213171" y="47851"/>
                </a:cubicBezTo>
                <a:cubicBezTo>
                  <a:pt x="213171" y="58580"/>
                  <a:pt x="212068" y="67242"/>
                  <a:pt x="209862" y="73834"/>
                </a:cubicBezTo>
                <a:cubicBezTo>
                  <a:pt x="207656" y="80427"/>
                  <a:pt x="204358" y="85522"/>
                  <a:pt x="199967" y="89119"/>
                </a:cubicBezTo>
                <a:cubicBezTo>
                  <a:pt x="195577" y="92716"/>
                  <a:pt x="190031" y="94515"/>
                  <a:pt x="183331" y="94515"/>
                </a:cubicBezTo>
                <a:cubicBezTo>
                  <a:pt x="174507" y="94515"/>
                  <a:pt x="167578" y="91354"/>
                  <a:pt x="162542" y="85032"/>
                </a:cubicBezTo>
                <a:cubicBezTo>
                  <a:pt x="156508" y="77421"/>
                  <a:pt x="153490" y="65027"/>
                  <a:pt x="153490" y="47851"/>
                </a:cubicBezTo>
                <a:moveTo>
                  <a:pt x="165039" y="47819"/>
                </a:moveTo>
                <a:cubicBezTo>
                  <a:pt x="165039" y="62793"/>
                  <a:pt x="166798" y="72759"/>
                  <a:pt x="170314" y="77716"/>
                </a:cubicBezTo>
                <a:cubicBezTo>
                  <a:pt x="173831" y="82673"/>
                  <a:pt x="178170" y="85151"/>
                  <a:pt x="183331" y="85151"/>
                </a:cubicBezTo>
                <a:cubicBezTo>
                  <a:pt x="188491" y="85151"/>
                  <a:pt x="192830" y="82662"/>
                  <a:pt x="196347" y="77685"/>
                </a:cubicBezTo>
                <a:cubicBezTo>
                  <a:pt x="199863" y="72708"/>
                  <a:pt x="201622" y="62753"/>
                  <a:pt x="201622" y="47819"/>
                </a:cubicBezTo>
                <a:cubicBezTo>
                  <a:pt x="201622" y="32804"/>
                  <a:pt x="199863" y="22829"/>
                  <a:pt x="196347" y="17893"/>
                </a:cubicBezTo>
                <a:cubicBezTo>
                  <a:pt x="192830" y="12956"/>
                  <a:pt x="188450" y="10488"/>
                  <a:pt x="183206" y="10488"/>
                </a:cubicBezTo>
                <a:cubicBezTo>
                  <a:pt x="178045" y="10488"/>
                  <a:pt x="173925" y="12666"/>
                  <a:pt x="170845" y="17021"/>
                </a:cubicBezTo>
                <a:cubicBezTo>
                  <a:pt x="166975" y="22580"/>
                  <a:pt x="165039" y="32846"/>
                  <a:pt x="165039" y="47819"/>
                </a:cubicBez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9" y="80157"/>
                </a:lnTo>
                <a:lnTo>
                  <a:pt x="243429" y="92980"/>
                </a:lnTo>
                <a:cubicBezTo>
                  <a:pt x="243429" y="97693"/>
                  <a:pt x="242596" y="101499"/>
                  <a:pt x="240932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50" y="99675"/>
                  <a:pt x="236874" y="96786"/>
                  <a:pt x="236999" y="93017"/>
                </a:cubicBezTo>
                <a:lnTo>
                  <a:pt x="230631" y="93017"/>
                </a:lnTo>
                <a:close/>
                <a:moveTo>
                  <a:pt x="302444" y="93017"/>
                </a:moveTo>
                <a:lnTo>
                  <a:pt x="291207" y="93017"/>
                </a:lnTo>
                <a:lnTo>
                  <a:pt x="291207" y="21413"/>
                </a:lnTo>
                <a:cubicBezTo>
                  <a:pt x="288502" y="23993"/>
                  <a:pt x="284954" y="26573"/>
                  <a:pt x="280563" y="29154"/>
                </a:cubicBezTo>
                <a:cubicBezTo>
                  <a:pt x="276173" y="31734"/>
                  <a:pt x="272229" y="33669"/>
                  <a:pt x="268733" y="34959"/>
                </a:cubicBezTo>
                <a:lnTo>
                  <a:pt x="268733" y="24097"/>
                </a:lnTo>
                <a:cubicBezTo>
                  <a:pt x="275018" y="21142"/>
                  <a:pt x="280511" y="17563"/>
                  <a:pt x="285214" y="13359"/>
                </a:cubicBezTo>
                <a:cubicBezTo>
                  <a:pt x="289917" y="9156"/>
                  <a:pt x="293247" y="5077"/>
                  <a:pt x="295203" y="1124"/>
                </a:cubicBezTo>
                <a:lnTo>
                  <a:pt x="302444" y="1124"/>
                </a:lnTo>
                <a:lnTo>
                  <a:pt x="302444" y="93017"/>
                </a:ln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2" y="65133"/>
                  <a:pt x="359161" y="66007"/>
                  <a:pt x="357142" y="67671"/>
                </a:cubicBezTo>
                <a:cubicBezTo>
                  <a:pt x="355124" y="69336"/>
                  <a:pt x="353781" y="71594"/>
                  <a:pt x="353116" y="74445"/>
                </a:cubicBezTo>
                <a:cubicBezTo>
                  <a:pt x="352450" y="77296"/>
                  <a:pt x="352096" y="82196"/>
                  <a:pt x="352054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5" y="106418"/>
                  <a:pt x="350608" y="109238"/>
                  <a:pt x="349588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3" y="117665"/>
                  <a:pt x="342399" y="118633"/>
                  <a:pt x="340068" y="119299"/>
                </a:cubicBezTo>
                <a:cubicBezTo>
                  <a:pt x="338487" y="119757"/>
                  <a:pt x="335906" y="119986"/>
                  <a:pt x="332327" y="119986"/>
                </a:cubicBezTo>
                <a:lnTo>
                  <a:pt x="328831" y="119986"/>
                </a:lnTo>
                <a:lnTo>
                  <a:pt x="328831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4" y="102718"/>
                  <a:pt x="341504" y="97270"/>
                </a:cubicBezTo>
                <a:cubicBezTo>
                  <a:pt x="341504" y="86872"/>
                  <a:pt x="341691" y="80279"/>
                  <a:pt x="342066" y="77492"/>
                </a:cubicBezTo>
                <a:cubicBezTo>
                  <a:pt x="342732" y="72876"/>
                  <a:pt x="344064" y="69185"/>
                  <a:pt x="346061" y="66419"/>
                </a:cubicBezTo>
                <a:cubicBezTo>
                  <a:pt x="348059" y="63653"/>
                  <a:pt x="350889" y="61500"/>
                  <a:pt x="354551" y="59962"/>
                </a:cubicBezTo>
                <a:cubicBezTo>
                  <a:pt x="349765" y="57676"/>
                  <a:pt x="346394" y="54655"/>
                  <a:pt x="344438" y="50896"/>
                </a:cubicBezTo>
                <a:cubicBezTo>
                  <a:pt x="342482" y="47136"/>
                  <a:pt x="341504" y="40790"/>
                  <a:pt x="341504" y="31859"/>
                </a:cubicBezTo>
                <a:cubicBezTo>
                  <a:pt x="341504" y="23759"/>
                  <a:pt x="341400" y="18920"/>
                  <a:pt x="341192" y="17341"/>
                </a:cubicBezTo>
                <a:cubicBezTo>
                  <a:pt x="340901" y="14558"/>
                  <a:pt x="340079" y="12616"/>
                  <a:pt x="338726" y="11516"/>
                </a:cubicBezTo>
                <a:cubicBezTo>
                  <a:pt x="337373" y="10414"/>
                  <a:pt x="334720" y="9864"/>
                  <a:pt x="330767" y="9864"/>
                </a:cubicBezTo>
                <a:lnTo>
                  <a:pt x="328831" y="9864"/>
                </a:lnTo>
                <a:lnTo>
                  <a:pt x="328831" y="0"/>
                </a:lnTo>
                <a:lnTo>
                  <a:pt x="332327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1" y="3451"/>
                  <a:pt x="347809" y="5613"/>
                </a:cubicBezTo>
                <a:cubicBezTo>
                  <a:pt x="349557" y="7774"/>
                  <a:pt x="350691" y="10497"/>
                  <a:pt x="351212" y="13781"/>
                </a:cubicBezTo>
                <a:cubicBezTo>
                  <a:pt x="351732" y="17065"/>
                  <a:pt x="352013" y="22449"/>
                  <a:pt x="352054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1" y="48275"/>
                  <a:pt x="355124" y="50530"/>
                  <a:pt x="357142" y="52193"/>
                </a:cubicBezTo>
                <a:cubicBezTo>
                  <a:pt x="359161" y="53855"/>
                  <a:pt x="361772" y="54728"/>
                  <a:pt x="364977" y="54811"/>
                </a:cubicBezTo>
                <a:close/>
                <a:moveTo>
                  <a:pt x="379961" y="93017"/>
                </a:moveTo>
                <a:lnTo>
                  <a:pt x="379961" y="80157"/>
                </a:lnTo>
                <a:lnTo>
                  <a:pt x="392759" y="80157"/>
                </a:lnTo>
                <a:lnTo>
                  <a:pt x="392759" y="92980"/>
                </a:lnTo>
                <a:cubicBezTo>
                  <a:pt x="392759" y="97693"/>
                  <a:pt x="391927" y="101499"/>
                  <a:pt x="390262" y="104396"/>
                </a:cubicBezTo>
                <a:cubicBezTo>
                  <a:pt x="388597" y="107295"/>
                  <a:pt x="385955" y="109537"/>
                  <a:pt x="382334" y="111121"/>
                </a:cubicBezTo>
                <a:lnTo>
                  <a:pt x="379212" y="106252"/>
                </a:lnTo>
                <a:cubicBezTo>
                  <a:pt x="381585" y="105216"/>
                  <a:pt x="383333" y="103694"/>
                  <a:pt x="384456" y="101685"/>
                </a:cubicBezTo>
                <a:cubicBezTo>
                  <a:pt x="385580" y="99675"/>
                  <a:pt x="386204" y="96786"/>
                  <a:pt x="386329" y="93017"/>
                </a:cubicBezTo>
                <a:lnTo>
                  <a:pt x="379961" y="93017"/>
                </a:lnTo>
                <a:close/>
                <a:moveTo>
                  <a:pt x="409449" y="68920"/>
                </a:moveTo>
                <a:lnTo>
                  <a:pt x="421248" y="67921"/>
                </a:lnTo>
                <a:cubicBezTo>
                  <a:pt x="422122" y="73645"/>
                  <a:pt x="424151" y="77948"/>
                  <a:pt x="427335" y="80830"/>
                </a:cubicBezTo>
                <a:cubicBezTo>
                  <a:pt x="430518" y="83711"/>
                  <a:pt x="434358" y="85151"/>
                  <a:pt x="438852" y="85151"/>
                </a:cubicBezTo>
                <a:cubicBezTo>
                  <a:pt x="444263" y="85151"/>
                  <a:pt x="448841" y="83115"/>
                  <a:pt x="452586" y="79043"/>
                </a:cubicBezTo>
                <a:cubicBezTo>
                  <a:pt x="456332" y="74970"/>
                  <a:pt x="458205" y="69567"/>
                  <a:pt x="458205" y="62835"/>
                </a:cubicBezTo>
                <a:cubicBezTo>
                  <a:pt x="458205" y="56435"/>
                  <a:pt x="456405" y="51386"/>
                  <a:pt x="452805" y="47687"/>
                </a:cubicBezTo>
                <a:cubicBezTo>
                  <a:pt x="449205" y="43988"/>
                  <a:pt x="444492" y="42139"/>
                  <a:pt x="438665" y="42139"/>
                </a:cubicBezTo>
                <a:cubicBezTo>
                  <a:pt x="435044" y="42139"/>
                  <a:pt x="431777" y="42955"/>
                  <a:pt x="428864" y="44587"/>
                </a:cubicBezTo>
                <a:cubicBezTo>
                  <a:pt x="425951" y="46219"/>
                  <a:pt x="423662" y="48337"/>
                  <a:pt x="421997" y="50941"/>
                </a:cubicBezTo>
                <a:lnTo>
                  <a:pt x="411447" y="49567"/>
                </a:lnTo>
                <a:lnTo>
                  <a:pt x="420311" y="2622"/>
                </a:lnTo>
                <a:lnTo>
                  <a:pt x="465821" y="2622"/>
                </a:lnTo>
                <a:lnTo>
                  <a:pt x="465821" y="13235"/>
                </a:lnTo>
                <a:lnTo>
                  <a:pt x="429301" y="13235"/>
                </a:lnTo>
                <a:lnTo>
                  <a:pt x="424369" y="37893"/>
                </a:lnTo>
                <a:cubicBezTo>
                  <a:pt x="429863" y="34106"/>
                  <a:pt x="435627" y="32213"/>
                  <a:pt x="441662" y="32213"/>
                </a:cubicBezTo>
                <a:cubicBezTo>
                  <a:pt x="449652" y="32213"/>
                  <a:pt x="456394" y="34983"/>
                  <a:pt x="461888" y="40525"/>
                </a:cubicBezTo>
                <a:cubicBezTo>
                  <a:pt x="467382" y="46066"/>
                  <a:pt x="470129" y="53189"/>
                  <a:pt x="470129" y="61895"/>
                </a:cubicBezTo>
                <a:cubicBezTo>
                  <a:pt x="470129" y="70186"/>
                  <a:pt x="467715" y="77352"/>
                  <a:pt x="462887" y="83391"/>
                </a:cubicBezTo>
                <a:cubicBezTo>
                  <a:pt x="457019" y="90807"/>
                  <a:pt x="449007" y="94515"/>
                  <a:pt x="438852" y="94515"/>
                </a:cubicBezTo>
                <a:cubicBezTo>
                  <a:pt x="430529" y="94515"/>
                  <a:pt x="423735" y="92179"/>
                  <a:pt x="418470" y="87506"/>
                </a:cubicBezTo>
                <a:cubicBezTo>
                  <a:pt x="413205" y="82833"/>
                  <a:pt x="410198" y="76638"/>
                  <a:pt x="409449" y="68920"/>
                </a:cubicBezTo>
                <a:close/>
                <a:moveTo>
                  <a:pt x="491022" y="119986"/>
                </a:moveTo>
                <a:lnTo>
                  <a:pt x="482969" y="119986"/>
                </a:lnTo>
                <a:cubicBezTo>
                  <a:pt x="495413" y="100009"/>
                  <a:pt x="501635" y="80011"/>
                  <a:pt x="501635" y="59993"/>
                </a:cubicBezTo>
                <a:cubicBezTo>
                  <a:pt x="501635" y="52169"/>
                  <a:pt x="500740" y="44407"/>
                  <a:pt x="498951" y="36707"/>
                </a:cubicBezTo>
                <a:cubicBezTo>
                  <a:pt x="497536" y="30465"/>
                  <a:pt x="495559" y="24472"/>
                  <a:pt x="493020" y="18728"/>
                </a:cubicBezTo>
                <a:cubicBezTo>
                  <a:pt x="491397" y="14983"/>
                  <a:pt x="488047" y="8740"/>
                  <a:pt x="482969" y="0"/>
                </a:cubicBezTo>
                <a:lnTo>
                  <a:pt x="491022" y="0"/>
                </a:lnTo>
                <a:cubicBezTo>
                  <a:pt x="498846" y="10446"/>
                  <a:pt x="504631" y="20934"/>
                  <a:pt x="508377" y="31463"/>
                </a:cubicBezTo>
                <a:cubicBezTo>
                  <a:pt x="511582" y="40536"/>
                  <a:pt x="513184" y="50025"/>
                  <a:pt x="513184" y="59930"/>
                </a:cubicBezTo>
                <a:cubicBezTo>
                  <a:pt x="513184" y="71167"/>
                  <a:pt x="511030" y="82030"/>
                  <a:pt x="506723" y="92517"/>
                </a:cubicBezTo>
                <a:cubicBezTo>
                  <a:pt x="502415" y="103005"/>
                  <a:pt x="497182" y="112161"/>
                  <a:pt x="49102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AD715-49A1-4DF7-845F-D1595F2B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431746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92D188-E195-445C-BC7D-92B85C9A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431746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91" name="Text upd({1,2},5)">
            <a:extLst xmlns:a="http://schemas.openxmlformats.org/drawingml/2006/main">
              <a:ext uri="{FF2B5EF4-FFF2-40B4-BE49-F238E27FC236}">
                <a16:creationId xmlns:a16="http://schemas.microsoft.com/office/drawing/2014/main" id="{7C83AC1F-EB0B-4B75-8273-98ECF5E0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1645" y="485410"/>
            <a:ext cx="655355" cy="119986"/>
          </a:xfrm>
          <a:custGeom xmlns:a="http://schemas.openxmlformats.org/drawingml/2006/main">
            <a:pathLst>
              <a:path w="65535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71335" y="118487"/>
                </a:moveTo>
                <a:lnTo>
                  <a:pt x="71335" y="26719"/>
                </a:lnTo>
                <a:lnTo>
                  <a:pt x="81573" y="26719"/>
                </a:lnTo>
                <a:lnTo>
                  <a:pt x="81573" y="35272"/>
                </a:lnTo>
                <a:cubicBezTo>
                  <a:pt x="83987" y="31921"/>
                  <a:pt x="86713" y="29409"/>
                  <a:pt x="89751" y="27733"/>
                </a:cubicBezTo>
                <a:cubicBezTo>
                  <a:pt x="92789" y="26058"/>
                  <a:pt x="96473" y="25221"/>
                  <a:pt x="100801" y="25221"/>
                </a:cubicBezTo>
                <a:cubicBezTo>
                  <a:pt x="106461" y="25221"/>
                  <a:pt x="111455" y="26677"/>
                  <a:pt x="115784" y="29591"/>
                </a:cubicBezTo>
                <a:cubicBezTo>
                  <a:pt x="120112" y="32504"/>
                  <a:pt x="123379" y="36614"/>
                  <a:pt x="125585" y="41920"/>
                </a:cubicBezTo>
                <a:cubicBezTo>
                  <a:pt x="127790" y="47226"/>
                  <a:pt x="128893" y="53043"/>
                  <a:pt x="128893" y="59369"/>
                </a:cubicBezTo>
                <a:cubicBezTo>
                  <a:pt x="128893" y="66152"/>
                  <a:pt x="127676" y="72260"/>
                  <a:pt x="125241" y="77691"/>
                </a:cubicBezTo>
                <a:cubicBezTo>
                  <a:pt x="122807" y="83122"/>
                  <a:pt x="119269" y="87284"/>
                  <a:pt x="114629" y="90176"/>
                </a:cubicBezTo>
                <a:cubicBezTo>
                  <a:pt x="109988" y="93069"/>
                  <a:pt x="105108" y="94515"/>
                  <a:pt x="99989" y="94515"/>
                </a:cubicBezTo>
                <a:cubicBezTo>
                  <a:pt x="96244" y="94515"/>
                  <a:pt x="92883" y="93714"/>
                  <a:pt x="89907" y="92112"/>
                </a:cubicBezTo>
                <a:cubicBezTo>
                  <a:pt x="86932" y="90508"/>
                  <a:pt x="84487" y="88483"/>
                  <a:pt x="82572" y="86037"/>
                </a:cubicBezTo>
                <a:lnTo>
                  <a:pt x="82572" y="118487"/>
                </a:lnTo>
                <a:lnTo>
                  <a:pt x="71335" y="118487"/>
                </a:lnTo>
                <a:moveTo>
                  <a:pt x="81511" y="60149"/>
                </a:moveTo>
                <a:cubicBezTo>
                  <a:pt x="81511" y="68670"/>
                  <a:pt x="83238" y="74968"/>
                  <a:pt x="86692" y="79041"/>
                </a:cubicBezTo>
                <a:cubicBezTo>
                  <a:pt x="90147" y="83114"/>
                  <a:pt x="94329" y="85151"/>
                  <a:pt x="99240" y="85151"/>
                </a:cubicBezTo>
                <a:cubicBezTo>
                  <a:pt x="104234" y="85151"/>
                  <a:pt x="108511" y="83042"/>
                  <a:pt x="112069" y="78822"/>
                </a:cubicBezTo>
                <a:cubicBezTo>
                  <a:pt x="115627" y="74603"/>
                  <a:pt x="117407" y="68067"/>
                  <a:pt x="117407" y="59212"/>
                </a:cubicBezTo>
                <a:cubicBezTo>
                  <a:pt x="117407" y="50774"/>
                  <a:pt x="115669" y="44456"/>
                  <a:pt x="112194" y="40258"/>
                </a:cubicBezTo>
                <a:cubicBezTo>
                  <a:pt x="108719" y="36060"/>
                  <a:pt x="104567" y="33961"/>
                  <a:pt x="99740" y="33961"/>
                </a:cubicBezTo>
                <a:cubicBezTo>
                  <a:pt x="94954" y="33961"/>
                  <a:pt x="90719" y="36195"/>
                  <a:pt x="87036" y="40664"/>
                </a:cubicBezTo>
                <a:cubicBezTo>
                  <a:pt x="83352" y="45132"/>
                  <a:pt x="81511" y="51628"/>
                  <a:pt x="81511" y="60149"/>
                </a:cubicBezTo>
                <a:close/>
                <a:moveTo>
                  <a:pt x="185433" y="93017"/>
                </a:moveTo>
                <a:lnTo>
                  <a:pt x="185433" y="84652"/>
                </a:lnTo>
                <a:cubicBezTo>
                  <a:pt x="181229" y="91227"/>
                  <a:pt x="175049" y="94515"/>
                  <a:pt x="166892" y="94515"/>
                </a:cubicBezTo>
                <a:cubicBezTo>
                  <a:pt x="161606" y="94515"/>
                  <a:pt x="156747" y="93059"/>
                  <a:pt x="152315" y="90145"/>
                </a:cubicBezTo>
                <a:cubicBezTo>
                  <a:pt x="147883" y="87232"/>
                  <a:pt x="144449" y="83164"/>
                  <a:pt x="142015" y="77941"/>
                </a:cubicBezTo>
                <a:cubicBezTo>
                  <a:pt x="139580" y="72718"/>
                  <a:pt x="138363" y="66714"/>
                  <a:pt x="138363" y="59930"/>
                </a:cubicBezTo>
                <a:cubicBezTo>
                  <a:pt x="138363" y="53313"/>
                  <a:pt x="139465" y="47310"/>
                  <a:pt x="141671" y="41920"/>
                </a:cubicBezTo>
                <a:cubicBezTo>
                  <a:pt x="143877" y="36530"/>
                  <a:pt x="147186" y="32400"/>
                  <a:pt x="151597" y="29528"/>
                </a:cubicBezTo>
                <a:cubicBezTo>
                  <a:pt x="156009" y="26657"/>
                  <a:pt x="160940" y="25221"/>
                  <a:pt x="166392" y="25221"/>
                </a:cubicBezTo>
                <a:cubicBezTo>
                  <a:pt x="170388" y="25221"/>
                  <a:pt x="173946" y="26063"/>
                  <a:pt x="177068" y="27749"/>
                </a:cubicBezTo>
                <a:cubicBezTo>
                  <a:pt x="180189" y="29435"/>
                  <a:pt x="182728" y="31630"/>
                  <a:pt x="184684" y="34335"/>
                </a:cubicBezTo>
                <a:lnTo>
                  <a:pt x="184684" y="1498"/>
                </a:lnTo>
                <a:lnTo>
                  <a:pt x="195858" y="1498"/>
                </a:lnTo>
                <a:lnTo>
                  <a:pt x="195858" y="93017"/>
                </a:lnTo>
                <a:lnTo>
                  <a:pt x="185433" y="93017"/>
                </a:lnTo>
                <a:moveTo>
                  <a:pt x="149912" y="59899"/>
                </a:moveTo>
                <a:cubicBezTo>
                  <a:pt x="149912" y="68358"/>
                  <a:pt x="151701" y="74681"/>
                  <a:pt x="155280" y="78869"/>
                </a:cubicBezTo>
                <a:cubicBezTo>
                  <a:pt x="158860" y="83057"/>
                  <a:pt x="163084" y="85151"/>
                  <a:pt x="167953" y="85151"/>
                </a:cubicBezTo>
                <a:cubicBezTo>
                  <a:pt x="172864" y="85151"/>
                  <a:pt x="177036" y="83151"/>
                  <a:pt x="180470" y="79150"/>
                </a:cubicBezTo>
                <a:cubicBezTo>
                  <a:pt x="183903" y="75148"/>
                  <a:pt x="185620" y="69042"/>
                  <a:pt x="185620" y="60832"/>
                </a:cubicBezTo>
                <a:cubicBezTo>
                  <a:pt x="185620" y="51793"/>
                  <a:pt x="183872" y="45158"/>
                  <a:pt x="180376" y="40929"/>
                </a:cubicBezTo>
                <a:cubicBezTo>
                  <a:pt x="176880" y="36700"/>
                  <a:pt x="172573" y="34585"/>
                  <a:pt x="167454" y="34585"/>
                </a:cubicBezTo>
                <a:cubicBezTo>
                  <a:pt x="162460" y="34585"/>
                  <a:pt x="158287" y="36617"/>
                  <a:pt x="154937" y="40681"/>
                </a:cubicBezTo>
                <a:cubicBezTo>
                  <a:pt x="151587" y="44744"/>
                  <a:pt x="149912" y="51150"/>
                  <a:pt x="149912" y="59899"/>
                </a:cubicBezTo>
                <a:close/>
                <a:moveTo>
                  <a:pt x="234981" y="119986"/>
                </a:moveTo>
                <a:cubicBezTo>
                  <a:pt x="228780" y="112161"/>
                  <a:pt x="223536" y="103005"/>
                  <a:pt x="219249" y="92517"/>
                </a:cubicBezTo>
                <a:cubicBezTo>
                  <a:pt x="214962" y="82030"/>
                  <a:pt x="212819" y="71167"/>
                  <a:pt x="212819" y="59930"/>
                </a:cubicBezTo>
                <a:cubicBezTo>
                  <a:pt x="212819" y="50025"/>
                  <a:pt x="214421" y="40536"/>
                  <a:pt x="217626" y="31463"/>
                </a:cubicBezTo>
                <a:cubicBezTo>
                  <a:pt x="221372" y="20934"/>
                  <a:pt x="227157" y="10446"/>
                  <a:pt x="234981" y="0"/>
                </a:cubicBezTo>
                <a:lnTo>
                  <a:pt x="243034" y="0"/>
                </a:lnTo>
                <a:cubicBezTo>
                  <a:pt x="237998" y="8657"/>
                  <a:pt x="234669" y="14837"/>
                  <a:pt x="233046" y="18541"/>
                </a:cubicBezTo>
                <a:cubicBezTo>
                  <a:pt x="230507" y="24284"/>
                  <a:pt x="228509" y="30277"/>
                  <a:pt x="227053" y="36520"/>
                </a:cubicBezTo>
                <a:cubicBezTo>
                  <a:pt x="225263" y="44303"/>
                  <a:pt x="224368" y="52127"/>
                  <a:pt x="224368" y="59993"/>
                </a:cubicBezTo>
                <a:cubicBezTo>
                  <a:pt x="224368" y="80011"/>
                  <a:pt x="230590" y="100009"/>
                  <a:pt x="243034" y="119986"/>
                </a:cubicBezTo>
                <a:lnTo>
                  <a:pt x="234981" y="119986"/>
                </a:lnTo>
                <a:close/>
                <a:moveTo>
                  <a:pt x="251211" y="54811"/>
                </a:moveTo>
                <a:cubicBezTo>
                  <a:pt x="254416" y="54728"/>
                  <a:pt x="257027" y="53866"/>
                  <a:pt x="259046" y="52224"/>
                </a:cubicBezTo>
                <a:cubicBezTo>
                  <a:pt x="261064" y="50582"/>
                  <a:pt x="262406" y="48327"/>
                  <a:pt x="263072" y="45459"/>
                </a:cubicBezTo>
                <a:cubicBezTo>
                  <a:pt x="263738" y="42590"/>
                  <a:pt x="264092" y="37684"/>
                  <a:pt x="264133" y="30742"/>
                </a:cubicBezTo>
                <a:cubicBezTo>
                  <a:pt x="264175" y="23799"/>
                  <a:pt x="264300" y="19226"/>
                  <a:pt x="264508" y="17023"/>
                </a:cubicBezTo>
                <a:cubicBezTo>
                  <a:pt x="264883" y="13531"/>
                  <a:pt x="265580" y="10725"/>
                  <a:pt x="266599" y="8605"/>
                </a:cubicBezTo>
                <a:cubicBezTo>
                  <a:pt x="267619" y="6485"/>
                  <a:pt x="268878" y="4791"/>
                  <a:pt x="270376" y="3523"/>
                </a:cubicBezTo>
                <a:cubicBezTo>
                  <a:pt x="271874" y="2255"/>
                  <a:pt x="273789" y="1289"/>
                  <a:pt x="276119" y="624"/>
                </a:cubicBezTo>
                <a:cubicBezTo>
                  <a:pt x="277701" y="208"/>
                  <a:pt x="280281" y="0"/>
                  <a:pt x="283860" y="0"/>
                </a:cubicBezTo>
                <a:lnTo>
                  <a:pt x="287356" y="0"/>
                </a:lnTo>
                <a:lnTo>
                  <a:pt x="287356" y="9864"/>
                </a:lnTo>
                <a:lnTo>
                  <a:pt x="285421" y="9864"/>
                </a:lnTo>
                <a:cubicBezTo>
                  <a:pt x="281093" y="9864"/>
                  <a:pt x="278221" y="10643"/>
                  <a:pt x="276806" y="12201"/>
                </a:cubicBezTo>
                <a:cubicBezTo>
                  <a:pt x="275391" y="13759"/>
                  <a:pt x="274684" y="17238"/>
                  <a:pt x="274684" y="22638"/>
                </a:cubicBezTo>
                <a:cubicBezTo>
                  <a:pt x="274684" y="33521"/>
                  <a:pt x="274455" y="40396"/>
                  <a:pt x="273997" y="43262"/>
                </a:cubicBezTo>
                <a:cubicBezTo>
                  <a:pt x="273248" y="47708"/>
                  <a:pt x="271968" y="51135"/>
                  <a:pt x="270158" y="53545"/>
                </a:cubicBezTo>
                <a:cubicBezTo>
                  <a:pt x="268347" y="55954"/>
                  <a:pt x="265507" y="58093"/>
                  <a:pt x="261636" y="59962"/>
                </a:cubicBezTo>
                <a:cubicBezTo>
                  <a:pt x="266214" y="61875"/>
                  <a:pt x="269533" y="64796"/>
                  <a:pt x="271593" y="68727"/>
                </a:cubicBezTo>
                <a:cubicBezTo>
                  <a:pt x="273654" y="72657"/>
                  <a:pt x="274684" y="79094"/>
                  <a:pt x="274684" y="88036"/>
                </a:cubicBezTo>
                <a:cubicBezTo>
                  <a:pt x="274684" y="96147"/>
                  <a:pt x="274767" y="100971"/>
                  <a:pt x="274933" y="102510"/>
                </a:cubicBezTo>
                <a:cubicBezTo>
                  <a:pt x="275266" y="105339"/>
                  <a:pt x="276109" y="107314"/>
                  <a:pt x="277462" y="108436"/>
                </a:cubicBezTo>
                <a:cubicBezTo>
                  <a:pt x="278814" y="109560"/>
                  <a:pt x="281467" y="110122"/>
                  <a:pt x="285421" y="110122"/>
                </a:cubicBezTo>
                <a:lnTo>
                  <a:pt x="287356" y="110122"/>
                </a:lnTo>
                <a:lnTo>
                  <a:pt x="287356" y="119986"/>
                </a:lnTo>
                <a:lnTo>
                  <a:pt x="283860" y="119986"/>
                </a:lnTo>
                <a:cubicBezTo>
                  <a:pt x="279782" y="119986"/>
                  <a:pt x="276827" y="119653"/>
                  <a:pt x="274996" y="118987"/>
                </a:cubicBezTo>
                <a:cubicBezTo>
                  <a:pt x="272332" y="118030"/>
                  <a:pt x="270126" y="116479"/>
                  <a:pt x="268378" y="114336"/>
                </a:cubicBezTo>
                <a:cubicBezTo>
                  <a:pt x="266630" y="112193"/>
                  <a:pt x="265496" y="109477"/>
                  <a:pt x="264976" y="106189"/>
                </a:cubicBezTo>
                <a:cubicBezTo>
                  <a:pt x="264456" y="102901"/>
                  <a:pt x="264175" y="97512"/>
                  <a:pt x="264133" y="90020"/>
                </a:cubicBezTo>
                <a:cubicBezTo>
                  <a:pt x="264092" y="82529"/>
                  <a:pt x="263738" y="77348"/>
                  <a:pt x="263072" y="74476"/>
                </a:cubicBezTo>
                <a:cubicBezTo>
                  <a:pt x="262406" y="71604"/>
                  <a:pt x="261064" y="69336"/>
                  <a:pt x="259046" y="67671"/>
                </a:cubicBezTo>
                <a:cubicBezTo>
                  <a:pt x="257027" y="66007"/>
                  <a:pt x="254416" y="65133"/>
                  <a:pt x="251211" y="65049"/>
                </a:cubicBezTo>
                <a:lnTo>
                  <a:pt x="251211" y="54811"/>
                </a:lnTo>
                <a:close/>
                <a:moveTo>
                  <a:pt x="337987" y="93017"/>
                </a:moveTo>
                <a:lnTo>
                  <a:pt x="326750" y="93017"/>
                </a:lnTo>
                <a:lnTo>
                  <a:pt x="326750" y="21413"/>
                </a:lnTo>
                <a:cubicBezTo>
                  <a:pt x="324045" y="23993"/>
                  <a:pt x="320497" y="26573"/>
                  <a:pt x="316106" y="29154"/>
                </a:cubicBezTo>
                <a:cubicBezTo>
                  <a:pt x="311715" y="31734"/>
                  <a:pt x="307772" y="33669"/>
                  <a:pt x="304276" y="34959"/>
                </a:cubicBezTo>
                <a:lnTo>
                  <a:pt x="304276" y="24097"/>
                </a:lnTo>
                <a:cubicBezTo>
                  <a:pt x="310560" y="21142"/>
                  <a:pt x="316054" y="17563"/>
                  <a:pt x="320757" y="13359"/>
                </a:cubicBezTo>
                <a:cubicBezTo>
                  <a:pt x="325460" y="9156"/>
                  <a:pt x="328789" y="5077"/>
                  <a:pt x="330745" y="1124"/>
                </a:cubicBezTo>
                <a:lnTo>
                  <a:pt x="337987" y="1124"/>
                </a:lnTo>
                <a:lnTo>
                  <a:pt x="337987" y="93017"/>
                </a:lnTo>
                <a:close/>
                <a:moveTo>
                  <a:pt x="372802" y="93017"/>
                </a:moveTo>
                <a:lnTo>
                  <a:pt x="372802" y="80157"/>
                </a:lnTo>
                <a:lnTo>
                  <a:pt x="385600" y="80157"/>
                </a:lnTo>
                <a:lnTo>
                  <a:pt x="385600" y="92980"/>
                </a:lnTo>
                <a:cubicBezTo>
                  <a:pt x="385600" y="97693"/>
                  <a:pt x="384767" y="101499"/>
                  <a:pt x="383103" y="104396"/>
                </a:cubicBezTo>
                <a:cubicBezTo>
                  <a:pt x="381438" y="107295"/>
                  <a:pt x="378795" y="109537"/>
                  <a:pt x="375174" y="111121"/>
                </a:cubicBezTo>
                <a:lnTo>
                  <a:pt x="372053" y="106252"/>
                </a:lnTo>
                <a:cubicBezTo>
                  <a:pt x="374425" y="105216"/>
                  <a:pt x="376173" y="103694"/>
                  <a:pt x="377297" y="101685"/>
                </a:cubicBezTo>
                <a:cubicBezTo>
                  <a:pt x="378420" y="99675"/>
                  <a:pt x="379045" y="96786"/>
                  <a:pt x="379170" y="93017"/>
                </a:cubicBezTo>
                <a:lnTo>
                  <a:pt x="372802" y="93017"/>
                </a:lnTo>
                <a:close/>
                <a:moveTo>
                  <a:pt x="461346" y="82217"/>
                </a:moveTo>
                <a:lnTo>
                  <a:pt x="461346" y="93017"/>
                </a:lnTo>
                <a:lnTo>
                  <a:pt x="400853" y="93017"/>
                </a:lnTo>
                <a:cubicBezTo>
                  <a:pt x="400770" y="90313"/>
                  <a:pt x="401207" y="87713"/>
                  <a:pt x="402164" y="85217"/>
                </a:cubicBezTo>
                <a:cubicBezTo>
                  <a:pt x="403704" y="81100"/>
                  <a:pt x="406170" y="77045"/>
                  <a:pt x="409562" y="73052"/>
                </a:cubicBezTo>
                <a:cubicBezTo>
                  <a:pt x="412954" y="69059"/>
                  <a:pt x="417854" y="64442"/>
                  <a:pt x="424264" y="59201"/>
                </a:cubicBezTo>
                <a:cubicBezTo>
                  <a:pt x="434210" y="51051"/>
                  <a:pt x="440932" y="44596"/>
                  <a:pt x="444428" y="39835"/>
                </a:cubicBezTo>
                <a:cubicBezTo>
                  <a:pt x="447924" y="35073"/>
                  <a:pt x="449672" y="30572"/>
                  <a:pt x="449672" y="26331"/>
                </a:cubicBezTo>
                <a:cubicBezTo>
                  <a:pt x="449672" y="21881"/>
                  <a:pt x="448080" y="18129"/>
                  <a:pt x="444896" y="15072"/>
                </a:cubicBezTo>
                <a:cubicBezTo>
                  <a:pt x="441712" y="12016"/>
                  <a:pt x="437561" y="10488"/>
                  <a:pt x="432442" y="10488"/>
                </a:cubicBezTo>
                <a:cubicBezTo>
                  <a:pt x="427031" y="10488"/>
                  <a:pt x="422703" y="12111"/>
                  <a:pt x="419457" y="15357"/>
                </a:cubicBezTo>
                <a:cubicBezTo>
                  <a:pt x="416211" y="18603"/>
                  <a:pt x="414567" y="23098"/>
                  <a:pt x="414525" y="28841"/>
                </a:cubicBezTo>
                <a:lnTo>
                  <a:pt x="402976" y="27653"/>
                </a:lnTo>
                <a:cubicBezTo>
                  <a:pt x="403767" y="19019"/>
                  <a:pt x="406742" y="12439"/>
                  <a:pt x="411903" y="7913"/>
                </a:cubicBezTo>
                <a:cubicBezTo>
                  <a:pt x="417064" y="3387"/>
                  <a:pt x="423993" y="1124"/>
                  <a:pt x="432691" y="1124"/>
                </a:cubicBezTo>
                <a:cubicBezTo>
                  <a:pt x="441473" y="1124"/>
                  <a:pt x="448423" y="3559"/>
                  <a:pt x="453542" y="8430"/>
                </a:cubicBezTo>
                <a:cubicBezTo>
                  <a:pt x="458661" y="13300"/>
                  <a:pt x="461221" y="19337"/>
                  <a:pt x="461221" y="26539"/>
                </a:cubicBezTo>
                <a:cubicBezTo>
                  <a:pt x="461221" y="30203"/>
                  <a:pt x="460472" y="33804"/>
                  <a:pt x="458973" y="37343"/>
                </a:cubicBezTo>
                <a:cubicBezTo>
                  <a:pt x="457475" y="40882"/>
                  <a:pt x="454988" y="44608"/>
                  <a:pt x="451513" y="48522"/>
                </a:cubicBezTo>
                <a:cubicBezTo>
                  <a:pt x="448038" y="52434"/>
                  <a:pt x="442264" y="57804"/>
                  <a:pt x="434190" y="64632"/>
                </a:cubicBezTo>
                <a:cubicBezTo>
                  <a:pt x="427447" y="70286"/>
                  <a:pt x="423119" y="74121"/>
                  <a:pt x="421205" y="76138"/>
                </a:cubicBezTo>
                <a:cubicBezTo>
                  <a:pt x="419290" y="78154"/>
                  <a:pt x="417709" y="80180"/>
                  <a:pt x="416460" y="82217"/>
                </a:cubicBezTo>
                <a:lnTo>
                  <a:pt x="461346" y="82217"/>
                </a:lnTo>
                <a:close/>
                <a:moveTo>
                  <a:pt x="507148" y="54811"/>
                </a:moveTo>
                <a:lnTo>
                  <a:pt x="507148" y="65049"/>
                </a:lnTo>
                <a:cubicBezTo>
                  <a:pt x="503943" y="65133"/>
                  <a:pt x="501332" y="66007"/>
                  <a:pt x="499313" y="67671"/>
                </a:cubicBezTo>
                <a:cubicBezTo>
                  <a:pt x="497295" y="69336"/>
                  <a:pt x="495953" y="71594"/>
                  <a:pt x="495287" y="74445"/>
                </a:cubicBezTo>
                <a:cubicBezTo>
                  <a:pt x="494621" y="77296"/>
                  <a:pt x="494267" y="82196"/>
                  <a:pt x="494225" y="89146"/>
                </a:cubicBezTo>
                <a:cubicBezTo>
                  <a:pt x="494184" y="96097"/>
                  <a:pt x="494059" y="100675"/>
                  <a:pt x="493851" y="102880"/>
                </a:cubicBezTo>
                <a:cubicBezTo>
                  <a:pt x="493476" y="106418"/>
                  <a:pt x="492779" y="109238"/>
                  <a:pt x="491760" y="111339"/>
                </a:cubicBezTo>
                <a:cubicBezTo>
                  <a:pt x="490740" y="113441"/>
                  <a:pt x="489481" y="115127"/>
                  <a:pt x="487983" y="116396"/>
                </a:cubicBezTo>
                <a:cubicBezTo>
                  <a:pt x="486484" y="117665"/>
                  <a:pt x="484570" y="118633"/>
                  <a:pt x="482239" y="119299"/>
                </a:cubicBezTo>
                <a:cubicBezTo>
                  <a:pt x="480658" y="119757"/>
                  <a:pt x="478078" y="119986"/>
                  <a:pt x="474498" y="119986"/>
                </a:cubicBezTo>
                <a:lnTo>
                  <a:pt x="471002" y="119986"/>
                </a:lnTo>
                <a:lnTo>
                  <a:pt x="471002" y="110122"/>
                </a:lnTo>
                <a:lnTo>
                  <a:pt x="472938" y="110122"/>
                </a:lnTo>
                <a:cubicBezTo>
                  <a:pt x="477266" y="110122"/>
                  <a:pt x="480138" y="109342"/>
                  <a:pt x="481553" y="107781"/>
                </a:cubicBezTo>
                <a:cubicBezTo>
                  <a:pt x="482968" y="106222"/>
                  <a:pt x="483675" y="102718"/>
                  <a:pt x="483675" y="97270"/>
                </a:cubicBezTo>
                <a:cubicBezTo>
                  <a:pt x="483675" y="86872"/>
                  <a:pt x="483862" y="80279"/>
                  <a:pt x="484237" y="77492"/>
                </a:cubicBezTo>
                <a:cubicBezTo>
                  <a:pt x="484903" y="72876"/>
                  <a:pt x="486235" y="69185"/>
                  <a:pt x="488232" y="66419"/>
                </a:cubicBezTo>
                <a:cubicBezTo>
                  <a:pt x="490230" y="63653"/>
                  <a:pt x="493060" y="61500"/>
                  <a:pt x="496723" y="59962"/>
                </a:cubicBezTo>
                <a:cubicBezTo>
                  <a:pt x="491936" y="57676"/>
                  <a:pt x="488565" y="54655"/>
                  <a:pt x="486609" y="50896"/>
                </a:cubicBezTo>
                <a:cubicBezTo>
                  <a:pt x="484653" y="47136"/>
                  <a:pt x="483675" y="40790"/>
                  <a:pt x="483675" y="31859"/>
                </a:cubicBezTo>
                <a:cubicBezTo>
                  <a:pt x="483675" y="23759"/>
                  <a:pt x="483571" y="18920"/>
                  <a:pt x="483363" y="17341"/>
                </a:cubicBezTo>
                <a:cubicBezTo>
                  <a:pt x="483072" y="14558"/>
                  <a:pt x="482250" y="12616"/>
                  <a:pt x="480897" y="11516"/>
                </a:cubicBezTo>
                <a:cubicBezTo>
                  <a:pt x="479545" y="10414"/>
                  <a:pt x="476891" y="9864"/>
                  <a:pt x="472938" y="9864"/>
                </a:cubicBezTo>
                <a:lnTo>
                  <a:pt x="471002" y="9864"/>
                </a:lnTo>
                <a:lnTo>
                  <a:pt x="471002" y="0"/>
                </a:lnTo>
                <a:lnTo>
                  <a:pt x="474498" y="0"/>
                </a:lnTo>
                <a:cubicBezTo>
                  <a:pt x="478577" y="0"/>
                  <a:pt x="481532" y="332"/>
                  <a:pt x="483363" y="997"/>
                </a:cubicBezTo>
                <a:cubicBezTo>
                  <a:pt x="486027" y="1912"/>
                  <a:pt x="488232" y="3451"/>
                  <a:pt x="489980" y="5613"/>
                </a:cubicBezTo>
                <a:cubicBezTo>
                  <a:pt x="491728" y="7774"/>
                  <a:pt x="492862" y="10497"/>
                  <a:pt x="493383" y="13781"/>
                </a:cubicBezTo>
                <a:cubicBezTo>
                  <a:pt x="493903" y="17065"/>
                  <a:pt x="494184" y="22449"/>
                  <a:pt x="494225" y="29932"/>
                </a:cubicBezTo>
                <a:cubicBezTo>
                  <a:pt x="494267" y="37414"/>
                  <a:pt x="494621" y="42579"/>
                  <a:pt x="495287" y="45428"/>
                </a:cubicBezTo>
                <a:cubicBezTo>
                  <a:pt x="495953" y="48275"/>
                  <a:pt x="497295" y="50530"/>
                  <a:pt x="499313" y="52193"/>
                </a:cubicBezTo>
                <a:cubicBezTo>
                  <a:pt x="501332" y="53855"/>
                  <a:pt x="503943" y="54728"/>
                  <a:pt x="507148" y="54811"/>
                </a:cubicBezTo>
                <a:close/>
                <a:moveTo>
                  <a:pt x="522133" y="93017"/>
                </a:moveTo>
                <a:lnTo>
                  <a:pt x="522133" y="80157"/>
                </a:lnTo>
                <a:lnTo>
                  <a:pt x="534930" y="80157"/>
                </a:lnTo>
                <a:lnTo>
                  <a:pt x="534930" y="92980"/>
                </a:lnTo>
                <a:cubicBezTo>
                  <a:pt x="534930" y="97693"/>
                  <a:pt x="534098" y="101499"/>
                  <a:pt x="532433" y="104396"/>
                </a:cubicBezTo>
                <a:cubicBezTo>
                  <a:pt x="530768" y="107295"/>
                  <a:pt x="528126" y="109537"/>
                  <a:pt x="524505" y="111121"/>
                </a:cubicBezTo>
                <a:lnTo>
                  <a:pt x="521383" y="106252"/>
                </a:lnTo>
                <a:cubicBezTo>
                  <a:pt x="523756" y="105216"/>
                  <a:pt x="525504" y="103694"/>
                  <a:pt x="526627" y="101685"/>
                </a:cubicBezTo>
                <a:cubicBezTo>
                  <a:pt x="527751" y="99675"/>
                  <a:pt x="528375" y="96786"/>
                  <a:pt x="528500" y="93017"/>
                </a:cubicBezTo>
                <a:lnTo>
                  <a:pt x="522133" y="93017"/>
                </a:lnTo>
                <a:close/>
                <a:moveTo>
                  <a:pt x="551620" y="68920"/>
                </a:moveTo>
                <a:lnTo>
                  <a:pt x="563419" y="67921"/>
                </a:lnTo>
                <a:cubicBezTo>
                  <a:pt x="564293" y="73645"/>
                  <a:pt x="566322" y="77948"/>
                  <a:pt x="569505" y="80830"/>
                </a:cubicBezTo>
                <a:cubicBezTo>
                  <a:pt x="572689" y="83711"/>
                  <a:pt x="576528" y="85151"/>
                  <a:pt x="581023" y="85151"/>
                </a:cubicBezTo>
                <a:cubicBezTo>
                  <a:pt x="586434" y="85151"/>
                  <a:pt x="591012" y="83115"/>
                  <a:pt x="594757" y="79043"/>
                </a:cubicBezTo>
                <a:cubicBezTo>
                  <a:pt x="598503" y="74970"/>
                  <a:pt x="600376" y="69567"/>
                  <a:pt x="600376" y="62835"/>
                </a:cubicBezTo>
                <a:cubicBezTo>
                  <a:pt x="600376" y="56435"/>
                  <a:pt x="598576" y="51386"/>
                  <a:pt x="594976" y="47687"/>
                </a:cubicBezTo>
                <a:cubicBezTo>
                  <a:pt x="591376" y="43988"/>
                  <a:pt x="586663" y="42139"/>
                  <a:pt x="580836" y="42139"/>
                </a:cubicBezTo>
                <a:cubicBezTo>
                  <a:pt x="577215" y="42139"/>
                  <a:pt x="573948" y="42955"/>
                  <a:pt x="571035" y="44587"/>
                </a:cubicBezTo>
                <a:cubicBezTo>
                  <a:pt x="568122" y="46219"/>
                  <a:pt x="565833" y="48337"/>
                  <a:pt x="564168" y="50941"/>
                </a:cubicBezTo>
                <a:lnTo>
                  <a:pt x="553618" y="49567"/>
                </a:lnTo>
                <a:lnTo>
                  <a:pt x="562482" y="2622"/>
                </a:lnTo>
                <a:lnTo>
                  <a:pt x="607992" y="2622"/>
                </a:lnTo>
                <a:lnTo>
                  <a:pt x="607992" y="13235"/>
                </a:lnTo>
                <a:lnTo>
                  <a:pt x="571472" y="13235"/>
                </a:lnTo>
                <a:lnTo>
                  <a:pt x="566540" y="37893"/>
                </a:lnTo>
                <a:cubicBezTo>
                  <a:pt x="572034" y="34106"/>
                  <a:pt x="577798" y="32213"/>
                  <a:pt x="583832" y="32213"/>
                </a:cubicBezTo>
                <a:cubicBezTo>
                  <a:pt x="591823" y="32213"/>
                  <a:pt x="598565" y="34983"/>
                  <a:pt x="604059" y="40525"/>
                </a:cubicBezTo>
                <a:cubicBezTo>
                  <a:pt x="609553" y="46066"/>
                  <a:pt x="612299" y="53189"/>
                  <a:pt x="612299" y="61895"/>
                </a:cubicBezTo>
                <a:cubicBezTo>
                  <a:pt x="612299" y="70186"/>
                  <a:pt x="609886" y="77352"/>
                  <a:pt x="605058" y="83391"/>
                </a:cubicBezTo>
                <a:cubicBezTo>
                  <a:pt x="599190" y="90807"/>
                  <a:pt x="591178" y="94515"/>
                  <a:pt x="581023" y="94515"/>
                </a:cubicBezTo>
                <a:cubicBezTo>
                  <a:pt x="572700" y="94515"/>
                  <a:pt x="565905" y="92179"/>
                  <a:pt x="560641" y="87506"/>
                </a:cubicBezTo>
                <a:cubicBezTo>
                  <a:pt x="555376" y="82833"/>
                  <a:pt x="552369" y="76638"/>
                  <a:pt x="551620" y="68920"/>
                </a:cubicBezTo>
                <a:close/>
                <a:moveTo>
                  <a:pt x="633193" y="119986"/>
                </a:moveTo>
                <a:lnTo>
                  <a:pt x="625140" y="119986"/>
                </a:lnTo>
                <a:cubicBezTo>
                  <a:pt x="637584" y="100009"/>
                  <a:pt x="643806" y="80011"/>
                  <a:pt x="643806" y="59993"/>
                </a:cubicBezTo>
                <a:cubicBezTo>
                  <a:pt x="643806" y="52169"/>
                  <a:pt x="642911" y="44407"/>
                  <a:pt x="641121" y="36707"/>
                </a:cubicBezTo>
                <a:cubicBezTo>
                  <a:pt x="639706" y="30465"/>
                  <a:pt x="637730" y="24472"/>
                  <a:pt x="635191" y="18728"/>
                </a:cubicBezTo>
                <a:cubicBezTo>
                  <a:pt x="633568" y="14983"/>
                  <a:pt x="630217" y="8740"/>
                  <a:pt x="625140" y="0"/>
                </a:cubicBezTo>
                <a:lnTo>
                  <a:pt x="633193" y="0"/>
                </a:lnTo>
                <a:cubicBezTo>
                  <a:pt x="641017" y="10446"/>
                  <a:pt x="646802" y="20934"/>
                  <a:pt x="650548" y="31463"/>
                </a:cubicBezTo>
                <a:cubicBezTo>
                  <a:pt x="653753" y="40536"/>
                  <a:pt x="655355" y="50025"/>
                  <a:pt x="655355" y="59930"/>
                </a:cubicBezTo>
                <a:cubicBezTo>
                  <a:pt x="655355" y="71167"/>
                  <a:pt x="653201" y="82030"/>
                  <a:pt x="648894" y="92517"/>
                </a:cubicBezTo>
                <a:cubicBezTo>
                  <a:pt x="644586" y="103005"/>
                  <a:pt x="639353" y="112161"/>
                  <a:pt x="63319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C6E54-3961-4C8F-AB83-C80EE2D4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431746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A96C6-38DF-49FF-BA21-BD9F4030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431746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94" name="Text u({1,2},5)">
            <a:extLst xmlns:a="http://schemas.openxmlformats.org/drawingml/2006/main">
              <a:ext uri="{FF2B5EF4-FFF2-40B4-BE49-F238E27FC236}">
                <a16:creationId xmlns:a16="http://schemas.microsoft.com/office/drawing/2014/main" id="{A56FE36A-FADF-41FB-991F-FA046129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653" y="485410"/>
            <a:ext cx="513184" cy="119986"/>
          </a:xfrm>
          <a:custGeom xmlns:a="http://schemas.openxmlformats.org/drawingml/2006/main">
            <a:pathLst>
              <a:path w="51318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8" y="8605"/>
                </a:cubicBezTo>
                <a:cubicBezTo>
                  <a:pt x="125448" y="6485"/>
                  <a:pt x="126707" y="4791"/>
                  <a:pt x="128205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0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0" y="9864"/>
                </a:lnTo>
                <a:cubicBezTo>
                  <a:pt x="138922" y="9864"/>
                  <a:pt x="136050" y="10643"/>
                  <a:pt x="134635" y="12201"/>
                </a:cubicBezTo>
                <a:cubicBezTo>
                  <a:pt x="133220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6" y="55954"/>
                  <a:pt x="123336" y="58093"/>
                  <a:pt x="119465" y="59962"/>
                </a:cubicBezTo>
                <a:cubicBezTo>
                  <a:pt x="124043" y="61875"/>
                  <a:pt x="127362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2" y="102510"/>
                </a:cubicBezTo>
                <a:cubicBezTo>
                  <a:pt x="133095" y="105339"/>
                  <a:pt x="133938" y="107314"/>
                  <a:pt x="135291" y="108436"/>
                </a:cubicBezTo>
                <a:cubicBezTo>
                  <a:pt x="136643" y="109560"/>
                  <a:pt x="139297" y="110122"/>
                  <a:pt x="143250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1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5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95816" y="93017"/>
                </a:moveTo>
                <a:lnTo>
                  <a:pt x="184579" y="93017"/>
                </a:lnTo>
                <a:lnTo>
                  <a:pt x="184579" y="21413"/>
                </a:lnTo>
                <a:cubicBezTo>
                  <a:pt x="181874" y="23993"/>
                  <a:pt x="178326" y="26573"/>
                  <a:pt x="173935" y="29154"/>
                </a:cubicBezTo>
                <a:cubicBezTo>
                  <a:pt x="169544" y="31734"/>
                  <a:pt x="165601" y="33669"/>
                  <a:pt x="162105" y="34959"/>
                </a:cubicBezTo>
                <a:lnTo>
                  <a:pt x="162105" y="24097"/>
                </a:lnTo>
                <a:cubicBezTo>
                  <a:pt x="168390" y="21142"/>
                  <a:pt x="173883" y="17563"/>
                  <a:pt x="178586" y="13359"/>
                </a:cubicBezTo>
                <a:cubicBezTo>
                  <a:pt x="183289" y="9156"/>
                  <a:pt x="186618" y="5077"/>
                  <a:pt x="188574" y="1124"/>
                </a:cubicBezTo>
                <a:lnTo>
                  <a:pt x="195816" y="1124"/>
                </a:lnTo>
                <a:lnTo>
                  <a:pt x="195816" y="93017"/>
                </a:ln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9" y="80157"/>
                </a:lnTo>
                <a:lnTo>
                  <a:pt x="243429" y="92980"/>
                </a:lnTo>
                <a:cubicBezTo>
                  <a:pt x="243429" y="97693"/>
                  <a:pt x="242596" y="101499"/>
                  <a:pt x="240932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50" y="99675"/>
                  <a:pt x="236874" y="96786"/>
                  <a:pt x="236999" y="93017"/>
                </a:cubicBezTo>
                <a:lnTo>
                  <a:pt x="230631" y="93017"/>
                </a:lnTo>
                <a:close/>
                <a:moveTo>
                  <a:pt x="319175" y="82217"/>
                </a:moveTo>
                <a:lnTo>
                  <a:pt x="319175" y="93017"/>
                </a:lnTo>
                <a:lnTo>
                  <a:pt x="258683" y="93017"/>
                </a:lnTo>
                <a:cubicBezTo>
                  <a:pt x="258599" y="90313"/>
                  <a:pt x="259036" y="87713"/>
                  <a:pt x="259994" y="85217"/>
                </a:cubicBezTo>
                <a:cubicBezTo>
                  <a:pt x="261533" y="81100"/>
                  <a:pt x="263999" y="77045"/>
                  <a:pt x="267391" y="73052"/>
                </a:cubicBezTo>
                <a:cubicBezTo>
                  <a:pt x="270783" y="69059"/>
                  <a:pt x="275684" y="64442"/>
                  <a:pt x="282093" y="59201"/>
                </a:cubicBezTo>
                <a:cubicBezTo>
                  <a:pt x="292040" y="51051"/>
                  <a:pt x="298761" y="44596"/>
                  <a:pt x="302257" y="39835"/>
                </a:cubicBezTo>
                <a:cubicBezTo>
                  <a:pt x="305753" y="35073"/>
                  <a:pt x="307501" y="30572"/>
                  <a:pt x="307501" y="26331"/>
                </a:cubicBezTo>
                <a:cubicBezTo>
                  <a:pt x="307501" y="21881"/>
                  <a:pt x="305909" y="18129"/>
                  <a:pt x="302725" y="15072"/>
                </a:cubicBezTo>
                <a:cubicBezTo>
                  <a:pt x="299541" y="12016"/>
                  <a:pt x="295390" y="10488"/>
                  <a:pt x="290271" y="10488"/>
                </a:cubicBezTo>
                <a:cubicBezTo>
                  <a:pt x="284860" y="10488"/>
                  <a:pt x="280532" y="12111"/>
                  <a:pt x="277286" y="15357"/>
                </a:cubicBezTo>
                <a:cubicBezTo>
                  <a:pt x="274040" y="18603"/>
                  <a:pt x="272396" y="23098"/>
                  <a:pt x="272354" y="28841"/>
                </a:cubicBezTo>
                <a:lnTo>
                  <a:pt x="260805" y="27653"/>
                </a:lnTo>
                <a:cubicBezTo>
                  <a:pt x="261596" y="19019"/>
                  <a:pt x="264572" y="12439"/>
                  <a:pt x="269732" y="7913"/>
                </a:cubicBezTo>
                <a:cubicBezTo>
                  <a:pt x="274893" y="3387"/>
                  <a:pt x="281822" y="1124"/>
                  <a:pt x="290521" y="1124"/>
                </a:cubicBezTo>
                <a:cubicBezTo>
                  <a:pt x="299302" y="1124"/>
                  <a:pt x="306252" y="3559"/>
                  <a:pt x="311371" y="8430"/>
                </a:cubicBezTo>
                <a:cubicBezTo>
                  <a:pt x="316490" y="13300"/>
                  <a:pt x="319050" y="19337"/>
                  <a:pt x="319050" y="26539"/>
                </a:cubicBezTo>
                <a:cubicBezTo>
                  <a:pt x="319050" y="30203"/>
                  <a:pt x="318301" y="33804"/>
                  <a:pt x="316803" y="37343"/>
                </a:cubicBezTo>
                <a:cubicBezTo>
                  <a:pt x="315304" y="40882"/>
                  <a:pt x="312818" y="44608"/>
                  <a:pt x="309342" y="48522"/>
                </a:cubicBezTo>
                <a:cubicBezTo>
                  <a:pt x="305867" y="52434"/>
                  <a:pt x="300093" y="57804"/>
                  <a:pt x="292019" y="64632"/>
                </a:cubicBezTo>
                <a:cubicBezTo>
                  <a:pt x="285277" y="70286"/>
                  <a:pt x="280948" y="74121"/>
                  <a:pt x="279034" y="76138"/>
                </a:cubicBezTo>
                <a:cubicBezTo>
                  <a:pt x="277119" y="78154"/>
                  <a:pt x="275538" y="80180"/>
                  <a:pt x="274289" y="82217"/>
                </a:cubicBezTo>
                <a:lnTo>
                  <a:pt x="319175" y="82217"/>
                </a:ln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2" y="65133"/>
                  <a:pt x="359161" y="66007"/>
                  <a:pt x="357142" y="67671"/>
                </a:cubicBezTo>
                <a:cubicBezTo>
                  <a:pt x="355124" y="69336"/>
                  <a:pt x="353781" y="71594"/>
                  <a:pt x="353116" y="74445"/>
                </a:cubicBezTo>
                <a:cubicBezTo>
                  <a:pt x="352450" y="77296"/>
                  <a:pt x="352096" y="82196"/>
                  <a:pt x="352054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5" y="106418"/>
                  <a:pt x="350608" y="109238"/>
                  <a:pt x="349588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3" y="117665"/>
                  <a:pt x="342399" y="118633"/>
                  <a:pt x="340068" y="119299"/>
                </a:cubicBezTo>
                <a:cubicBezTo>
                  <a:pt x="338487" y="119757"/>
                  <a:pt x="335906" y="119986"/>
                  <a:pt x="332327" y="119986"/>
                </a:cubicBezTo>
                <a:lnTo>
                  <a:pt x="328831" y="119986"/>
                </a:lnTo>
                <a:lnTo>
                  <a:pt x="328831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4" y="102718"/>
                  <a:pt x="341504" y="97270"/>
                </a:cubicBezTo>
                <a:cubicBezTo>
                  <a:pt x="341504" y="86872"/>
                  <a:pt x="341691" y="80279"/>
                  <a:pt x="342066" y="77492"/>
                </a:cubicBezTo>
                <a:cubicBezTo>
                  <a:pt x="342732" y="72876"/>
                  <a:pt x="344064" y="69185"/>
                  <a:pt x="346061" y="66419"/>
                </a:cubicBezTo>
                <a:cubicBezTo>
                  <a:pt x="348059" y="63653"/>
                  <a:pt x="350889" y="61500"/>
                  <a:pt x="354551" y="59962"/>
                </a:cubicBezTo>
                <a:cubicBezTo>
                  <a:pt x="349765" y="57676"/>
                  <a:pt x="346394" y="54655"/>
                  <a:pt x="344438" y="50896"/>
                </a:cubicBezTo>
                <a:cubicBezTo>
                  <a:pt x="342482" y="47136"/>
                  <a:pt x="341504" y="40790"/>
                  <a:pt x="341504" y="31859"/>
                </a:cubicBezTo>
                <a:cubicBezTo>
                  <a:pt x="341504" y="23759"/>
                  <a:pt x="341400" y="18920"/>
                  <a:pt x="341192" y="17341"/>
                </a:cubicBezTo>
                <a:cubicBezTo>
                  <a:pt x="340901" y="14558"/>
                  <a:pt x="340079" y="12616"/>
                  <a:pt x="338726" y="11516"/>
                </a:cubicBezTo>
                <a:cubicBezTo>
                  <a:pt x="337373" y="10414"/>
                  <a:pt x="334720" y="9864"/>
                  <a:pt x="330767" y="9864"/>
                </a:cubicBezTo>
                <a:lnTo>
                  <a:pt x="328831" y="9864"/>
                </a:lnTo>
                <a:lnTo>
                  <a:pt x="328831" y="0"/>
                </a:lnTo>
                <a:lnTo>
                  <a:pt x="332327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1" y="3451"/>
                  <a:pt x="347809" y="5613"/>
                </a:cubicBezTo>
                <a:cubicBezTo>
                  <a:pt x="349557" y="7774"/>
                  <a:pt x="350691" y="10497"/>
                  <a:pt x="351212" y="13781"/>
                </a:cubicBezTo>
                <a:cubicBezTo>
                  <a:pt x="351732" y="17065"/>
                  <a:pt x="352013" y="22449"/>
                  <a:pt x="352054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1" y="48275"/>
                  <a:pt x="355124" y="50530"/>
                  <a:pt x="357142" y="52193"/>
                </a:cubicBezTo>
                <a:cubicBezTo>
                  <a:pt x="359161" y="53855"/>
                  <a:pt x="361772" y="54728"/>
                  <a:pt x="364977" y="54811"/>
                </a:cubicBezTo>
                <a:close/>
                <a:moveTo>
                  <a:pt x="379961" y="93017"/>
                </a:moveTo>
                <a:lnTo>
                  <a:pt x="379961" y="80157"/>
                </a:lnTo>
                <a:lnTo>
                  <a:pt x="392759" y="80157"/>
                </a:lnTo>
                <a:lnTo>
                  <a:pt x="392759" y="92980"/>
                </a:lnTo>
                <a:cubicBezTo>
                  <a:pt x="392759" y="97693"/>
                  <a:pt x="391927" y="101499"/>
                  <a:pt x="390262" y="104396"/>
                </a:cubicBezTo>
                <a:cubicBezTo>
                  <a:pt x="388597" y="107295"/>
                  <a:pt x="385955" y="109537"/>
                  <a:pt x="382334" y="111121"/>
                </a:cubicBezTo>
                <a:lnTo>
                  <a:pt x="379212" y="106252"/>
                </a:lnTo>
                <a:cubicBezTo>
                  <a:pt x="381585" y="105216"/>
                  <a:pt x="383333" y="103694"/>
                  <a:pt x="384456" y="101685"/>
                </a:cubicBezTo>
                <a:cubicBezTo>
                  <a:pt x="385580" y="99675"/>
                  <a:pt x="386204" y="96786"/>
                  <a:pt x="386329" y="93017"/>
                </a:cubicBezTo>
                <a:lnTo>
                  <a:pt x="379961" y="93017"/>
                </a:lnTo>
                <a:close/>
                <a:moveTo>
                  <a:pt x="409449" y="68920"/>
                </a:moveTo>
                <a:lnTo>
                  <a:pt x="421248" y="67921"/>
                </a:lnTo>
                <a:cubicBezTo>
                  <a:pt x="422122" y="73645"/>
                  <a:pt x="424151" y="77948"/>
                  <a:pt x="427335" y="80830"/>
                </a:cubicBezTo>
                <a:cubicBezTo>
                  <a:pt x="430518" y="83711"/>
                  <a:pt x="434358" y="85151"/>
                  <a:pt x="438852" y="85151"/>
                </a:cubicBezTo>
                <a:cubicBezTo>
                  <a:pt x="444263" y="85151"/>
                  <a:pt x="448841" y="83115"/>
                  <a:pt x="452586" y="79043"/>
                </a:cubicBezTo>
                <a:cubicBezTo>
                  <a:pt x="456332" y="74970"/>
                  <a:pt x="458205" y="69567"/>
                  <a:pt x="458205" y="62835"/>
                </a:cubicBezTo>
                <a:cubicBezTo>
                  <a:pt x="458205" y="56435"/>
                  <a:pt x="456405" y="51386"/>
                  <a:pt x="452805" y="47687"/>
                </a:cubicBezTo>
                <a:cubicBezTo>
                  <a:pt x="449205" y="43988"/>
                  <a:pt x="444492" y="42139"/>
                  <a:pt x="438665" y="42139"/>
                </a:cubicBezTo>
                <a:cubicBezTo>
                  <a:pt x="435044" y="42139"/>
                  <a:pt x="431777" y="42955"/>
                  <a:pt x="428864" y="44587"/>
                </a:cubicBezTo>
                <a:cubicBezTo>
                  <a:pt x="425951" y="46219"/>
                  <a:pt x="423662" y="48337"/>
                  <a:pt x="421997" y="50941"/>
                </a:cubicBezTo>
                <a:lnTo>
                  <a:pt x="411447" y="49567"/>
                </a:lnTo>
                <a:lnTo>
                  <a:pt x="420311" y="2622"/>
                </a:lnTo>
                <a:lnTo>
                  <a:pt x="465821" y="2622"/>
                </a:lnTo>
                <a:lnTo>
                  <a:pt x="465821" y="13235"/>
                </a:lnTo>
                <a:lnTo>
                  <a:pt x="429301" y="13235"/>
                </a:lnTo>
                <a:lnTo>
                  <a:pt x="424369" y="37893"/>
                </a:lnTo>
                <a:cubicBezTo>
                  <a:pt x="429863" y="34106"/>
                  <a:pt x="435627" y="32213"/>
                  <a:pt x="441662" y="32213"/>
                </a:cubicBezTo>
                <a:cubicBezTo>
                  <a:pt x="449652" y="32213"/>
                  <a:pt x="456394" y="34983"/>
                  <a:pt x="461888" y="40525"/>
                </a:cubicBezTo>
                <a:cubicBezTo>
                  <a:pt x="467382" y="46066"/>
                  <a:pt x="470129" y="53189"/>
                  <a:pt x="470129" y="61895"/>
                </a:cubicBezTo>
                <a:cubicBezTo>
                  <a:pt x="470129" y="70186"/>
                  <a:pt x="467715" y="77352"/>
                  <a:pt x="462887" y="83391"/>
                </a:cubicBezTo>
                <a:cubicBezTo>
                  <a:pt x="457019" y="90807"/>
                  <a:pt x="449007" y="94515"/>
                  <a:pt x="438852" y="94515"/>
                </a:cubicBezTo>
                <a:cubicBezTo>
                  <a:pt x="430529" y="94515"/>
                  <a:pt x="423735" y="92179"/>
                  <a:pt x="418470" y="87506"/>
                </a:cubicBezTo>
                <a:cubicBezTo>
                  <a:pt x="413205" y="82833"/>
                  <a:pt x="410198" y="76638"/>
                  <a:pt x="409449" y="68920"/>
                </a:cubicBezTo>
                <a:close/>
                <a:moveTo>
                  <a:pt x="491022" y="119986"/>
                </a:moveTo>
                <a:lnTo>
                  <a:pt x="482969" y="119986"/>
                </a:lnTo>
                <a:cubicBezTo>
                  <a:pt x="495413" y="100009"/>
                  <a:pt x="501635" y="80011"/>
                  <a:pt x="501635" y="59993"/>
                </a:cubicBezTo>
                <a:cubicBezTo>
                  <a:pt x="501635" y="52169"/>
                  <a:pt x="500740" y="44407"/>
                  <a:pt x="498951" y="36707"/>
                </a:cubicBezTo>
                <a:cubicBezTo>
                  <a:pt x="497536" y="30465"/>
                  <a:pt x="495559" y="24472"/>
                  <a:pt x="493020" y="18728"/>
                </a:cubicBezTo>
                <a:cubicBezTo>
                  <a:pt x="491397" y="14983"/>
                  <a:pt x="488047" y="8740"/>
                  <a:pt x="482969" y="0"/>
                </a:cubicBezTo>
                <a:lnTo>
                  <a:pt x="491022" y="0"/>
                </a:lnTo>
                <a:cubicBezTo>
                  <a:pt x="498846" y="10446"/>
                  <a:pt x="504631" y="20934"/>
                  <a:pt x="508377" y="31463"/>
                </a:cubicBezTo>
                <a:cubicBezTo>
                  <a:pt x="511582" y="40536"/>
                  <a:pt x="513184" y="50025"/>
                  <a:pt x="513184" y="59930"/>
                </a:cubicBezTo>
                <a:cubicBezTo>
                  <a:pt x="513184" y="71167"/>
                  <a:pt x="511030" y="82030"/>
                  <a:pt x="506723" y="92517"/>
                </a:cubicBezTo>
                <a:cubicBezTo>
                  <a:pt x="502415" y="103005"/>
                  <a:pt x="497182" y="112161"/>
                  <a:pt x="49102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E97E03-614A-4FC9-8C28-34FD8E65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873415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0E53D4-519B-4366-B7F8-3A7874AF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873415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197" name="Text u({3,4},5)">
            <a:extLst xmlns:a="http://schemas.openxmlformats.org/drawingml/2006/main">
              <a:ext uri="{FF2B5EF4-FFF2-40B4-BE49-F238E27FC236}">
                <a16:creationId xmlns:a16="http://schemas.microsoft.com/office/drawing/2014/main" id="{1B5B13F1-6B45-4890-A050-EA9FE85BF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653" y="927079"/>
            <a:ext cx="513184" cy="119986"/>
          </a:xfrm>
          <a:custGeom xmlns:a="http://schemas.openxmlformats.org/drawingml/2006/main">
            <a:pathLst>
              <a:path w="51318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8" y="8605"/>
                </a:cubicBezTo>
                <a:cubicBezTo>
                  <a:pt x="125448" y="6485"/>
                  <a:pt x="126707" y="4791"/>
                  <a:pt x="128205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0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0" y="9864"/>
                </a:lnTo>
                <a:cubicBezTo>
                  <a:pt x="138922" y="9864"/>
                  <a:pt x="136050" y="10643"/>
                  <a:pt x="134635" y="12201"/>
                </a:cubicBezTo>
                <a:cubicBezTo>
                  <a:pt x="133220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6" y="55954"/>
                  <a:pt x="123336" y="58093"/>
                  <a:pt x="119465" y="59962"/>
                </a:cubicBezTo>
                <a:cubicBezTo>
                  <a:pt x="124043" y="61875"/>
                  <a:pt x="127362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2" y="102510"/>
                </a:cubicBezTo>
                <a:cubicBezTo>
                  <a:pt x="133095" y="105339"/>
                  <a:pt x="133938" y="107314"/>
                  <a:pt x="135291" y="108436"/>
                </a:cubicBezTo>
                <a:cubicBezTo>
                  <a:pt x="136643" y="109560"/>
                  <a:pt x="139297" y="110122"/>
                  <a:pt x="143250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1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5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553" y="68670"/>
                </a:moveTo>
                <a:lnTo>
                  <a:pt x="164790" y="67172"/>
                </a:lnTo>
                <a:cubicBezTo>
                  <a:pt x="166080" y="73540"/>
                  <a:pt x="168275" y="78128"/>
                  <a:pt x="171376" y="80937"/>
                </a:cubicBezTo>
                <a:cubicBezTo>
                  <a:pt x="174476" y="83746"/>
                  <a:pt x="178253" y="85151"/>
                  <a:pt x="182706" y="85151"/>
                </a:cubicBezTo>
                <a:cubicBezTo>
                  <a:pt x="187992" y="85151"/>
                  <a:pt x="192455" y="83323"/>
                  <a:pt x="196097" y="79667"/>
                </a:cubicBezTo>
                <a:cubicBezTo>
                  <a:pt x="199739" y="76011"/>
                  <a:pt x="201559" y="71483"/>
                  <a:pt x="201559" y="66081"/>
                </a:cubicBezTo>
                <a:cubicBezTo>
                  <a:pt x="201559" y="60929"/>
                  <a:pt x="199874" y="56680"/>
                  <a:pt x="196503" y="53336"/>
                </a:cubicBezTo>
                <a:cubicBezTo>
                  <a:pt x="193132" y="49991"/>
                  <a:pt x="188845" y="48319"/>
                  <a:pt x="183643" y="48319"/>
                </a:cubicBezTo>
                <a:cubicBezTo>
                  <a:pt x="181520" y="48319"/>
                  <a:pt x="178877" y="48735"/>
                  <a:pt x="175714" y="49567"/>
                </a:cubicBezTo>
                <a:lnTo>
                  <a:pt x="176963" y="39704"/>
                </a:lnTo>
                <a:cubicBezTo>
                  <a:pt x="177712" y="39787"/>
                  <a:pt x="178316" y="39829"/>
                  <a:pt x="178773" y="39829"/>
                </a:cubicBezTo>
                <a:cubicBezTo>
                  <a:pt x="183559" y="39829"/>
                  <a:pt x="187867" y="38591"/>
                  <a:pt x="191696" y="36114"/>
                </a:cubicBezTo>
                <a:cubicBezTo>
                  <a:pt x="195525" y="33638"/>
                  <a:pt x="197439" y="29821"/>
                  <a:pt x="197439" y="24663"/>
                </a:cubicBezTo>
                <a:cubicBezTo>
                  <a:pt x="197439" y="20578"/>
                  <a:pt x="196045" y="17194"/>
                  <a:pt x="193256" y="14512"/>
                </a:cubicBezTo>
                <a:cubicBezTo>
                  <a:pt x="190468" y="11829"/>
                  <a:pt x="186868" y="10488"/>
                  <a:pt x="182457" y="10488"/>
                </a:cubicBezTo>
                <a:cubicBezTo>
                  <a:pt x="178087" y="10488"/>
                  <a:pt x="174445" y="11861"/>
                  <a:pt x="171532" y="14608"/>
                </a:cubicBezTo>
                <a:cubicBezTo>
                  <a:pt x="168618" y="17355"/>
                  <a:pt x="166746" y="21475"/>
                  <a:pt x="165913" y="26969"/>
                </a:cubicBezTo>
                <a:lnTo>
                  <a:pt x="154676" y="24971"/>
                </a:lnTo>
                <a:cubicBezTo>
                  <a:pt x="156050" y="17399"/>
                  <a:pt x="159171" y="11532"/>
                  <a:pt x="164040" y="7368"/>
                </a:cubicBezTo>
                <a:cubicBezTo>
                  <a:pt x="168910" y="3205"/>
                  <a:pt x="174965" y="1124"/>
                  <a:pt x="182207" y="1124"/>
                </a:cubicBezTo>
                <a:cubicBezTo>
                  <a:pt x="187201" y="1124"/>
                  <a:pt x="191800" y="2192"/>
                  <a:pt x="196003" y="4329"/>
                </a:cubicBezTo>
                <a:cubicBezTo>
                  <a:pt x="200207" y="6466"/>
                  <a:pt x="203422" y="9381"/>
                  <a:pt x="205648" y="13075"/>
                </a:cubicBezTo>
                <a:cubicBezTo>
                  <a:pt x="207875" y="16767"/>
                  <a:pt x="208988" y="20688"/>
                  <a:pt x="208988" y="24838"/>
                </a:cubicBezTo>
                <a:cubicBezTo>
                  <a:pt x="208988" y="28780"/>
                  <a:pt x="207927" y="32370"/>
                  <a:pt x="205804" y="35607"/>
                </a:cubicBezTo>
                <a:cubicBezTo>
                  <a:pt x="203682" y="38843"/>
                  <a:pt x="200540" y="41415"/>
                  <a:pt x="196378" y="43325"/>
                </a:cubicBezTo>
                <a:cubicBezTo>
                  <a:pt x="201788" y="44573"/>
                  <a:pt x="205992" y="47164"/>
                  <a:pt x="208988" y="51097"/>
                </a:cubicBezTo>
                <a:cubicBezTo>
                  <a:pt x="211985" y="55030"/>
                  <a:pt x="213483" y="59951"/>
                  <a:pt x="213483" y="65861"/>
                </a:cubicBezTo>
                <a:cubicBezTo>
                  <a:pt x="213483" y="73852"/>
                  <a:pt x="210570" y="80625"/>
                  <a:pt x="204743" y="86181"/>
                </a:cubicBezTo>
                <a:cubicBezTo>
                  <a:pt x="198917" y="91737"/>
                  <a:pt x="191550" y="94515"/>
                  <a:pt x="182644" y="94515"/>
                </a:cubicBezTo>
                <a:cubicBezTo>
                  <a:pt x="174611" y="94515"/>
                  <a:pt x="167942" y="92116"/>
                  <a:pt x="162636" y="87318"/>
                </a:cubicBezTo>
                <a:cubicBezTo>
                  <a:pt x="157329" y="82521"/>
                  <a:pt x="154302" y="76305"/>
                  <a:pt x="153553" y="68670"/>
                </a:cubicBez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9" y="80157"/>
                </a:lnTo>
                <a:lnTo>
                  <a:pt x="243429" y="92980"/>
                </a:lnTo>
                <a:cubicBezTo>
                  <a:pt x="243429" y="97693"/>
                  <a:pt x="242596" y="101499"/>
                  <a:pt x="240932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50" y="99675"/>
                  <a:pt x="236874" y="96786"/>
                  <a:pt x="236999" y="93017"/>
                </a:cubicBezTo>
                <a:lnTo>
                  <a:pt x="230631" y="93017"/>
                </a:lnTo>
                <a:close/>
                <a:moveTo>
                  <a:pt x="296139" y="93017"/>
                </a:moveTo>
                <a:lnTo>
                  <a:pt x="296139" y="71105"/>
                </a:lnTo>
                <a:lnTo>
                  <a:pt x="256435" y="71105"/>
                </a:lnTo>
                <a:lnTo>
                  <a:pt x="256435" y="60804"/>
                </a:lnTo>
                <a:lnTo>
                  <a:pt x="298199" y="1498"/>
                </a:lnTo>
                <a:lnTo>
                  <a:pt x="307376" y="1498"/>
                </a:lnTo>
                <a:lnTo>
                  <a:pt x="307376" y="60804"/>
                </a:lnTo>
                <a:lnTo>
                  <a:pt x="319737" y="60804"/>
                </a:lnTo>
                <a:lnTo>
                  <a:pt x="319737" y="71105"/>
                </a:lnTo>
                <a:lnTo>
                  <a:pt x="307376" y="71105"/>
                </a:lnTo>
                <a:lnTo>
                  <a:pt x="307376" y="93017"/>
                </a:lnTo>
                <a:lnTo>
                  <a:pt x="296139" y="93017"/>
                </a:lnTo>
                <a:moveTo>
                  <a:pt x="296139" y="60804"/>
                </a:moveTo>
                <a:lnTo>
                  <a:pt x="296139" y="19540"/>
                </a:lnTo>
                <a:lnTo>
                  <a:pt x="267485" y="60804"/>
                </a:lnTo>
                <a:lnTo>
                  <a:pt x="296139" y="60804"/>
                </a:ln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2" y="65133"/>
                  <a:pt x="359161" y="66007"/>
                  <a:pt x="357142" y="67671"/>
                </a:cubicBezTo>
                <a:cubicBezTo>
                  <a:pt x="355124" y="69336"/>
                  <a:pt x="353781" y="71594"/>
                  <a:pt x="353116" y="74445"/>
                </a:cubicBezTo>
                <a:cubicBezTo>
                  <a:pt x="352450" y="77296"/>
                  <a:pt x="352096" y="82196"/>
                  <a:pt x="352054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5" y="106418"/>
                  <a:pt x="350608" y="109238"/>
                  <a:pt x="349588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3" y="117665"/>
                  <a:pt x="342399" y="118633"/>
                  <a:pt x="340068" y="119299"/>
                </a:cubicBezTo>
                <a:cubicBezTo>
                  <a:pt x="338487" y="119757"/>
                  <a:pt x="335906" y="119986"/>
                  <a:pt x="332327" y="119986"/>
                </a:cubicBezTo>
                <a:lnTo>
                  <a:pt x="328831" y="119986"/>
                </a:lnTo>
                <a:lnTo>
                  <a:pt x="328831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4" y="102718"/>
                  <a:pt x="341504" y="97270"/>
                </a:cubicBezTo>
                <a:cubicBezTo>
                  <a:pt x="341504" y="86872"/>
                  <a:pt x="341691" y="80279"/>
                  <a:pt x="342066" y="77492"/>
                </a:cubicBezTo>
                <a:cubicBezTo>
                  <a:pt x="342732" y="72876"/>
                  <a:pt x="344064" y="69185"/>
                  <a:pt x="346061" y="66419"/>
                </a:cubicBezTo>
                <a:cubicBezTo>
                  <a:pt x="348059" y="63653"/>
                  <a:pt x="350889" y="61500"/>
                  <a:pt x="354551" y="59962"/>
                </a:cubicBezTo>
                <a:cubicBezTo>
                  <a:pt x="349765" y="57676"/>
                  <a:pt x="346394" y="54655"/>
                  <a:pt x="344438" y="50896"/>
                </a:cubicBezTo>
                <a:cubicBezTo>
                  <a:pt x="342482" y="47136"/>
                  <a:pt x="341504" y="40790"/>
                  <a:pt x="341504" y="31859"/>
                </a:cubicBezTo>
                <a:cubicBezTo>
                  <a:pt x="341504" y="23759"/>
                  <a:pt x="341400" y="18920"/>
                  <a:pt x="341192" y="17341"/>
                </a:cubicBezTo>
                <a:cubicBezTo>
                  <a:pt x="340901" y="14558"/>
                  <a:pt x="340079" y="12616"/>
                  <a:pt x="338726" y="11516"/>
                </a:cubicBezTo>
                <a:cubicBezTo>
                  <a:pt x="337373" y="10414"/>
                  <a:pt x="334720" y="9864"/>
                  <a:pt x="330767" y="9864"/>
                </a:cubicBezTo>
                <a:lnTo>
                  <a:pt x="328831" y="9864"/>
                </a:lnTo>
                <a:lnTo>
                  <a:pt x="328831" y="0"/>
                </a:lnTo>
                <a:lnTo>
                  <a:pt x="332327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1" y="3451"/>
                  <a:pt x="347809" y="5613"/>
                </a:cubicBezTo>
                <a:cubicBezTo>
                  <a:pt x="349557" y="7774"/>
                  <a:pt x="350691" y="10497"/>
                  <a:pt x="351212" y="13781"/>
                </a:cubicBezTo>
                <a:cubicBezTo>
                  <a:pt x="351732" y="17065"/>
                  <a:pt x="352013" y="22449"/>
                  <a:pt x="352054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1" y="48275"/>
                  <a:pt x="355124" y="50530"/>
                  <a:pt x="357142" y="52193"/>
                </a:cubicBezTo>
                <a:cubicBezTo>
                  <a:pt x="359161" y="53855"/>
                  <a:pt x="361772" y="54728"/>
                  <a:pt x="364977" y="54811"/>
                </a:cubicBezTo>
                <a:close/>
                <a:moveTo>
                  <a:pt x="379961" y="93017"/>
                </a:moveTo>
                <a:lnTo>
                  <a:pt x="379961" y="80157"/>
                </a:lnTo>
                <a:lnTo>
                  <a:pt x="392759" y="80157"/>
                </a:lnTo>
                <a:lnTo>
                  <a:pt x="392759" y="92980"/>
                </a:lnTo>
                <a:cubicBezTo>
                  <a:pt x="392759" y="97693"/>
                  <a:pt x="391927" y="101499"/>
                  <a:pt x="390262" y="104396"/>
                </a:cubicBezTo>
                <a:cubicBezTo>
                  <a:pt x="388597" y="107295"/>
                  <a:pt x="385955" y="109537"/>
                  <a:pt x="382334" y="111121"/>
                </a:cubicBezTo>
                <a:lnTo>
                  <a:pt x="379212" y="106252"/>
                </a:lnTo>
                <a:cubicBezTo>
                  <a:pt x="381585" y="105216"/>
                  <a:pt x="383333" y="103694"/>
                  <a:pt x="384456" y="101685"/>
                </a:cubicBezTo>
                <a:cubicBezTo>
                  <a:pt x="385580" y="99675"/>
                  <a:pt x="386204" y="96786"/>
                  <a:pt x="386329" y="93017"/>
                </a:cubicBezTo>
                <a:lnTo>
                  <a:pt x="379961" y="93017"/>
                </a:lnTo>
                <a:close/>
                <a:moveTo>
                  <a:pt x="409449" y="68920"/>
                </a:moveTo>
                <a:lnTo>
                  <a:pt x="421248" y="67921"/>
                </a:lnTo>
                <a:cubicBezTo>
                  <a:pt x="422122" y="73645"/>
                  <a:pt x="424151" y="77948"/>
                  <a:pt x="427335" y="80830"/>
                </a:cubicBezTo>
                <a:cubicBezTo>
                  <a:pt x="430518" y="83711"/>
                  <a:pt x="434358" y="85151"/>
                  <a:pt x="438852" y="85151"/>
                </a:cubicBezTo>
                <a:cubicBezTo>
                  <a:pt x="444263" y="85151"/>
                  <a:pt x="448841" y="83115"/>
                  <a:pt x="452586" y="79043"/>
                </a:cubicBezTo>
                <a:cubicBezTo>
                  <a:pt x="456332" y="74970"/>
                  <a:pt x="458205" y="69567"/>
                  <a:pt x="458205" y="62835"/>
                </a:cubicBezTo>
                <a:cubicBezTo>
                  <a:pt x="458205" y="56435"/>
                  <a:pt x="456405" y="51386"/>
                  <a:pt x="452805" y="47687"/>
                </a:cubicBezTo>
                <a:cubicBezTo>
                  <a:pt x="449205" y="43988"/>
                  <a:pt x="444492" y="42139"/>
                  <a:pt x="438665" y="42139"/>
                </a:cubicBezTo>
                <a:cubicBezTo>
                  <a:pt x="435044" y="42139"/>
                  <a:pt x="431777" y="42955"/>
                  <a:pt x="428864" y="44587"/>
                </a:cubicBezTo>
                <a:cubicBezTo>
                  <a:pt x="425951" y="46219"/>
                  <a:pt x="423662" y="48337"/>
                  <a:pt x="421997" y="50941"/>
                </a:cubicBezTo>
                <a:lnTo>
                  <a:pt x="411447" y="49567"/>
                </a:lnTo>
                <a:lnTo>
                  <a:pt x="420311" y="2622"/>
                </a:lnTo>
                <a:lnTo>
                  <a:pt x="465821" y="2622"/>
                </a:lnTo>
                <a:lnTo>
                  <a:pt x="465821" y="13235"/>
                </a:lnTo>
                <a:lnTo>
                  <a:pt x="429301" y="13235"/>
                </a:lnTo>
                <a:lnTo>
                  <a:pt x="424369" y="37893"/>
                </a:lnTo>
                <a:cubicBezTo>
                  <a:pt x="429863" y="34106"/>
                  <a:pt x="435627" y="32213"/>
                  <a:pt x="441662" y="32213"/>
                </a:cubicBezTo>
                <a:cubicBezTo>
                  <a:pt x="449652" y="32213"/>
                  <a:pt x="456394" y="34983"/>
                  <a:pt x="461888" y="40525"/>
                </a:cubicBezTo>
                <a:cubicBezTo>
                  <a:pt x="467382" y="46066"/>
                  <a:pt x="470129" y="53189"/>
                  <a:pt x="470129" y="61895"/>
                </a:cubicBezTo>
                <a:cubicBezTo>
                  <a:pt x="470129" y="70186"/>
                  <a:pt x="467715" y="77352"/>
                  <a:pt x="462887" y="83391"/>
                </a:cubicBezTo>
                <a:cubicBezTo>
                  <a:pt x="457019" y="90807"/>
                  <a:pt x="449007" y="94515"/>
                  <a:pt x="438852" y="94515"/>
                </a:cubicBezTo>
                <a:cubicBezTo>
                  <a:pt x="430529" y="94515"/>
                  <a:pt x="423735" y="92179"/>
                  <a:pt x="418470" y="87506"/>
                </a:cubicBezTo>
                <a:cubicBezTo>
                  <a:pt x="413205" y="82833"/>
                  <a:pt x="410198" y="76638"/>
                  <a:pt x="409449" y="68920"/>
                </a:cubicBezTo>
                <a:close/>
                <a:moveTo>
                  <a:pt x="491022" y="119986"/>
                </a:moveTo>
                <a:lnTo>
                  <a:pt x="482969" y="119986"/>
                </a:lnTo>
                <a:cubicBezTo>
                  <a:pt x="495413" y="100009"/>
                  <a:pt x="501635" y="80011"/>
                  <a:pt x="501635" y="59993"/>
                </a:cubicBezTo>
                <a:cubicBezTo>
                  <a:pt x="501635" y="52169"/>
                  <a:pt x="500740" y="44407"/>
                  <a:pt x="498951" y="36707"/>
                </a:cubicBezTo>
                <a:cubicBezTo>
                  <a:pt x="497536" y="30465"/>
                  <a:pt x="495559" y="24472"/>
                  <a:pt x="493020" y="18728"/>
                </a:cubicBezTo>
                <a:cubicBezTo>
                  <a:pt x="491397" y="14983"/>
                  <a:pt x="488047" y="8740"/>
                  <a:pt x="482969" y="0"/>
                </a:cubicBezTo>
                <a:lnTo>
                  <a:pt x="491022" y="0"/>
                </a:lnTo>
                <a:cubicBezTo>
                  <a:pt x="498846" y="10446"/>
                  <a:pt x="504631" y="20934"/>
                  <a:pt x="508377" y="31463"/>
                </a:cubicBezTo>
                <a:cubicBezTo>
                  <a:pt x="511582" y="40536"/>
                  <a:pt x="513184" y="50025"/>
                  <a:pt x="513184" y="59930"/>
                </a:cubicBezTo>
                <a:cubicBezTo>
                  <a:pt x="513184" y="71167"/>
                  <a:pt x="511030" y="82030"/>
                  <a:pt x="506723" y="92517"/>
                </a:cubicBezTo>
                <a:cubicBezTo>
                  <a:pt x="502415" y="103005"/>
                  <a:pt x="497182" y="112161"/>
                  <a:pt x="49102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F391E0-3C21-4E45-97EA-620CE66A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315083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5C746-3F19-4581-8C02-7367F64E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315083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00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CE71C53E-2186-4CD2-841E-3B6C7421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648" y="1368747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2" y="83711"/>
                  <a:pt x="268522" y="85151"/>
                  <a:pt x="273016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8" y="42139"/>
                  <a:pt x="265941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3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6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1" y="94515"/>
                  <a:pt x="273016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9EA9F7-093E-4A5C-BE95-4A4205D6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75675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975937-E87E-4A7C-905F-60AFFA37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175675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03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13ED7214-1DEF-44C2-B52E-1126E24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5648" y="1810416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7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2" y="83711"/>
                  <a:pt x="268522" y="85151"/>
                  <a:pt x="273016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8" y="42139"/>
                  <a:pt x="265941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3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6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1" y="94515"/>
                  <a:pt x="273016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84089-B94D-4FFA-9F4A-1C91F8D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056" y="3296780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A98A99-7C0E-4A17-B2D2-A0125BA2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056" y="3296780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06" name="Text u(3,4)">
            <a:extLst xmlns:a="http://schemas.openxmlformats.org/drawingml/2006/main">
              <a:ext uri="{FF2B5EF4-FFF2-40B4-BE49-F238E27FC236}">
                <a16:creationId xmlns:a16="http://schemas.microsoft.com/office/drawing/2014/main" id="{F51D3495-1145-431B-8FA6-A82DA53D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666" y="3356255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851" y="68670"/>
                </a:moveTo>
                <a:lnTo>
                  <a:pt x="122088" y="67172"/>
                </a:lnTo>
                <a:cubicBezTo>
                  <a:pt x="123378" y="73540"/>
                  <a:pt x="125573" y="78128"/>
                  <a:pt x="128674" y="80937"/>
                </a:cubicBezTo>
                <a:cubicBezTo>
                  <a:pt x="131774" y="83746"/>
                  <a:pt x="135551" y="85151"/>
                  <a:pt x="140004" y="85151"/>
                </a:cubicBezTo>
                <a:cubicBezTo>
                  <a:pt x="145290" y="85151"/>
                  <a:pt x="149753" y="83323"/>
                  <a:pt x="153395" y="79667"/>
                </a:cubicBezTo>
                <a:cubicBezTo>
                  <a:pt x="157037" y="76011"/>
                  <a:pt x="158857" y="71483"/>
                  <a:pt x="158857" y="66081"/>
                </a:cubicBezTo>
                <a:cubicBezTo>
                  <a:pt x="158857" y="60929"/>
                  <a:pt x="157172" y="56680"/>
                  <a:pt x="153801" y="53336"/>
                </a:cubicBezTo>
                <a:cubicBezTo>
                  <a:pt x="150430" y="49991"/>
                  <a:pt x="146143" y="48319"/>
                  <a:pt x="140941" y="48319"/>
                </a:cubicBezTo>
                <a:cubicBezTo>
                  <a:pt x="138818" y="48319"/>
                  <a:pt x="136175" y="48735"/>
                  <a:pt x="133012" y="49567"/>
                </a:cubicBezTo>
                <a:lnTo>
                  <a:pt x="134261" y="39704"/>
                </a:lnTo>
                <a:cubicBezTo>
                  <a:pt x="135010" y="39787"/>
                  <a:pt x="135614" y="39829"/>
                  <a:pt x="136071" y="39829"/>
                </a:cubicBezTo>
                <a:cubicBezTo>
                  <a:pt x="140857" y="39829"/>
                  <a:pt x="145165" y="38591"/>
                  <a:pt x="148994" y="36114"/>
                </a:cubicBezTo>
                <a:cubicBezTo>
                  <a:pt x="152823" y="33638"/>
                  <a:pt x="154737" y="29821"/>
                  <a:pt x="154737" y="24663"/>
                </a:cubicBezTo>
                <a:cubicBezTo>
                  <a:pt x="154737" y="20578"/>
                  <a:pt x="153343" y="17194"/>
                  <a:pt x="150555" y="14512"/>
                </a:cubicBezTo>
                <a:cubicBezTo>
                  <a:pt x="147766" y="11829"/>
                  <a:pt x="144166" y="10488"/>
                  <a:pt x="139755" y="10488"/>
                </a:cubicBezTo>
                <a:cubicBezTo>
                  <a:pt x="135385" y="10488"/>
                  <a:pt x="131743" y="11861"/>
                  <a:pt x="128830" y="14608"/>
                </a:cubicBezTo>
                <a:cubicBezTo>
                  <a:pt x="125917" y="17355"/>
                  <a:pt x="124044" y="21475"/>
                  <a:pt x="123211" y="26969"/>
                </a:cubicBezTo>
                <a:lnTo>
                  <a:pt x="111974" y="24971"/>
                </a:lnTo>
                <a:cubicBezTo>
                  <a:pt x="113348" y="17399"/>
                  <a:pt x="116469" y="11532"/>
                  <a:pt x="121338" y="7368"/>
                </a:cubicBezTo>
                <a:cubicBezTo>
                  <a:pt x="126208" y="3205"/>
                  <a:pt x="132263" y="1124"/>
                  <a:pt x="139505" y="1124"/>
                </a:cubicBezTo>
                <a:cubicBezTo>
                  <a:pt x="144499" y="1124"/>
                  <a:pt x="149098" y="2192"/>
                  <a:pt x="153301" y="4329"/>
                </a:cubicBezTo>
                <a:cubicBezTo>
                  <a:pt x="157505" y="6466"/>
                  <a:pt x="160720" y="9381"/>
                  <a:pt x="162946" y="13075"/>
                </a:cubicBezTo>
                <a:cubicBezTo>
                  <a:pt x="165173" y="16767"/>
                  <a:pt x="166286" y="20688"/>
                  <a:pt x="166286" y="24838"/>
                </a:cubicBezTo>
                <a:cubicBezTo>
                  <a:pt x="166286" y="28780"/>
                  <a:pt x="165225" y="32370"/>
                  <a:pt x="163102" y="35607"/>
                </a:cubicBezTo>
                <a:cubicBezTo>
                  <a:pt x="160980" y="38843"/>
                  <a:pt x="157838" y="41415"/>
                  <a:pt x="153676" y="43325"/>
                </a:cubicBezTo>
                <a:cubicBezTo>
                  <a:pt x="159086" y="44573"/>
                  <a:pt x="163290" y="47164"/>
                  <a:pt x="166286" y="51097"/>
                </a:cubicBezTo>
                <a:cubicBezTo>
                  <a:pt x="169283" y="55030"/>
                  <a:pt x="170781" y="59951"/>
                  <a:pt x="170781" y="65861"/>
                </a:cubicBezTo>
                <a:cubicBezTo>
                  <a:pt x="170781" y="73852"/>
                  <a:pt x="167868" y="80625"/>
                  <a:pt x="162041" y="86181"/>
                </a:cubicBezTo>
                <a:cubicBezTo>
                  <a:pt x="156215" y="91737"/>
                  <a:pt x="148848" y="94515"/>
                  <a:pt x="139942" y="94515"/>
                </a:cubicBezTo>
                <a:cubicBezTo>
                  <a:pt x="131910" y="94515"/>
                  <a:pt x="125240" y="92116"/>
                  <a:pt x="119934" y="87318"/>
                </a:cubicBezTo>
                <a:cubicBezTo>
                  <a:pt x="114628" y="82521"/>
                  <a:pt x="111600" y="76305"/>
                  <a:pt x="110851" y="6867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29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7" y="99675"/>
                  <a:pt x="194172" y="96786"/>
                  <a:pt x="194296" y="93017"/>
                </a:cubicBezTo>
                <a:lnTo>
                  <a:pt x="187929" y="93017"/>
                </a:lnTo>
                <a:close/>
                <a:moveTo>
                  <a:pt x="253437" y="93017"/>
                </a:moveTo>
                <a:lnTo>
                  <a:pt x="253437" y="71105"/>
                </a:lnTo>
                <a:lnTo>
                  <a:pt x="213733" y="71105"/>
                </a:lnTo>
                <a:lnTo>
                  <a:pt x="213733" y="60804"/>
                </a:lnTo>
                <a:lnTo>
                  <a:pt x="255497" y="1498"/>
                </a:lnTo>
                <a:lnTo>
                  <a:pt x="264674" y="1498"/>
                </a:lnTo>
                <a:lnTo>
                  <a:pt x="264674" y="60804"/>
                </a:lnTo>
                <a:lnTo>
                  <a:pt x="277034" y="60804"/>
                </a:lnTo>
                <a:lnTo>
                  <a:pt x="277034" y="71105"/>
                </a:lnTo>
                <a:lnTo>
                  <a:pt x="264674" y="71105"/>
                </a:lnTo>
                <a:lnTo>
                  <a:pt x="264674" y="93017"/>
                </a:lnTo>
                <a:lnTo>
                  <a:pt x="253437" y="93017"/>
                </a:lnTo>
                <a:moveTo>
                  <a:pt x="253437" y="60804"/>
                </a:moveTo>
                <a:lnTo>
                  <a:pt x="253437" y="19540"/>
                </a:lnTo>
                <a:lnTo>
                  <a:pt x="224783" y="60804"/>
                </a:lnTo>
                <a:lnTo>
                  <a:pt x="253437" y="60804"/>
                </a:ln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7" y="36707"/>
                </a:cubicBezTo>
                <a:cubicBezTo>
                  <a:pt x="305502" y="30465"/>
                  <a:pt x="303526" y="24472"/>
                  <a:pt x="300987" y="18728"/>
                </a:cubicBezTo>
                <a:cubicBezTo>
                  <a:pt x="299364" y="14983"/>
                  <a:pt x="296013" y="8740"/>
                  <a:pt x="290936" y="0"/>
                </a:cubicBezTo>
                <a:lnTo>
                  <a:pt x="298989" y="0"/>
                </a:lnTo>
                <a:cubicBezTo>
                  <a:pt x="306813" y="10446"/>
                  <a:pt x="312598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012F5-4F6E-4A3D-BA49-672D623A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2860923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FC44B4-02FD-4075-8344-166CB8A0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2860923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09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17EE4646-4AFE-4BD3-B6D4-60314D6B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73" y="2914587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212548" y="82217"/>
                </a:moveTo>
                <a:lnTo>
                  <a:pt x="212548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7" y="64442"/>
                  <a:pt x="175466" y="59201"/>
                </a:cubicBezTo>
                <a:cubicBezTo>
                  <a:pt x="185413" y="51051"/>
                  <a:pt x="192134" y="44596"/>
                  <a:pt x="195630" y="39835"/>
                </a:cubicBezTo>
                <a:cubicBezTo>
                  <a:pt x="199126" y="35073"/>
                  <a:pt x="200874" y="30572"/>
                  <a:pt x="200874" y="26331"/>
                </a:cubicBezTo>
                <a:cubicBezTo>
                  <a:pt x="200874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4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3" y="18603"/>
                  <a:pt x="165769" y="23098"/>
                  <a:pt x="165727" y="28841"/>
                </a:cubicBezTo>
                <a:lnTo>
                  <a:pt x="154178" y="27653"/>
                </a:lnTo>
                <a:cubicBezTo>
                  <a:pt x="154969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4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6" y="57804"/>
                  <a:pt x="185392" y="64632"/>
                </a:cubicBezTo>
                <a:cubicBezTo>
                  <a:pt x="178650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8" y="82217"/>
                </a:ln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260119" y="68920"/>
                </a:moveTo>
                <a:lnTo>
                  <a:pt x="271918" y="67921"/>
                </a:lnTo>
                <a:cubicBezTo>
                  <a:pt x="272792" y="73645"/>
                  <a:pt x="274821" y="77948"/>
                  <a:pt x="278005" y="80830"/>
                </a:cubicBezTo>
                <a:cubicBezTo>
                  <a:pt x="281188" y="83711"/>
                  <a:pt x="285028" y="85151"/>
                  <a:pt x="289523" y="85151"/>
                </a:cubicBezTo>
                <a:cubicBezTo>
                  <a:pt x="294933" y="85151"/>
                  <a:pt x="299511" y="83115"/>
                  <a:pt x="303257" y="79043"/>
                </a:cubicBezTo>
                <a:cubicBezTo>
                  <a:pt x="307002" y="74970"/>
                  <a:pt x="308875" y="69567"/>
                  <a:pt x="308875" y="62835"/>
                </a:cubicBezTo>
                <a:cubicBezTo>
                  <a:pt x="308875" y="56435"/>
                  <a:pt x="307075" y="51386"/>
                  <a:pt x="303475" y="47687"/>
                </a:cubicBezTo>
                <a:cubicBezTo>
                  <a:pt x="299875" y="43988"/>
                  <a:pt x="295162" y="42139"/>
                  <a:pt x="289335" y="42139"/>
                </a:cubicBezTo>
                <a:cubicBezTo>
                  <a:pt x="285714" y="42139"/>
                  <a:pt x="282447" y="42955"/>
                  <a:pt x="279534" y="44587"/>
                </a:cubicBezTo>
                <a:cubicBezTo>
                  <a:pt x="276621" y="46219"/>
                  <a:pt x="274332" y="48337"/>
                  <a:pt x="272667" y="50941"/>
                </a:cubicBezTo>
                <a:lnTo>
                  <a:pt x="262117" y="49567"/>
                </a:lnTo>
                <a:lnTo>
                  <a:pt x="270982" y="2622"/>
                </a:lnTo>
                <a:lnTo>
                  <a:pt x="316491" y="2622"/>
                </a:lnTo>
                <a:lnTo>
                  <a:pt x="316491" y="13235"/>
                </a:lnTo>
                <a:lnTo>
                  <a:pt x="279971" y="13235"/>
                </a:lnTo>
                <a:lnTo>
                  <a:pt x="275039" y="37893"/>
                </a:lnTo>
                <a:cubicBezTo>
                  <a:pt x="280533" y="34106"/>
                  <a:pt x="286297" y="32213"/>
                  <a:pt x="292332" y="32213"/>
                </a:cubicBezTo>
                <a:cubicBezTo>
                  <a:pt x="300322" y="32213"/>
                  <a:pt x="307065" y="34983"/>
                  <a:pt x="312558" y="40525"/>
                </a:cubicBezTo>
                <a:cubicBezTo>
                  <a:pt x="318052" y="46066"/>
                  <a:pt x="320799" y="53189"/>
                  <a:pt x="320799" y="61895"/>
                </a:cubicBezTo>
                <a:cubicBezTo>
                  <a:pt x="320799" y="70186"/>
                  <a:pt x="318385" y="77352"/>
                  <a:pt x="313557" y="83391"/>
                </a:cubicBezTo>
                <a:cubicBezTo>
                  <a:pt x="307689" y="90807"/>
                  <a:pt x="299677" y="94515"/>
                  <a:pt x="289523" y="94515"/>
                </a:cubicBezTo>
                <a:cubicBezTo>
                  <a:pt x="281199" y="94515"/>
                  <a:pt x="274405" y="92179"/>
                  <a:pt x="269140" y="87506"/>
                </a:cubicBezTo>
                <a:cubicBezTo>
                  <a:pt x="263875" y="82833"/>
                  <a:pt x="260868" y="76638"/>
                  <a:pt x="260119" y="68920"/>
                </a:cubicBez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3" y="65133"/>
                  <a:pt x="359161" y="66007"/>
                  <a:pt x="357143" y="67671"/>
                </a:cubicBezTo>
                <a:cubicBezTo>
                  <a:pt x="355124" y="69336"/>
                  <a:pt x="353782" y="71594"/>
                  <a:pt x="353116" y="74445"/>
                </a:cubicBezTo>
                <a:cubicBezTo>
                  <a:pt x="352451" y="77296"/>
                  <a:pt x="352097" y="82196"/>
                  <a:pt x="352055" y="89146"/>
                </a:cubicBezTo>
                <a:cubicBezTo>
                  <a:pt x="352014" y="96097"/>
                  <a:pt x="351889" y="100675"/>
                  <a:pt x="351681" y="102880"/>
                </a:cubicBezTo>
                <a:cubicBezTo>
                  <a:pt x="351306" y="106418"/>
                  <a:pt x="350609" y="109238"/>
                  <a:pt x="349589" y="111339"/>
                </a:cubicBezTo>
                <a:cubicBezTo>
                  <a:pt x="348570" y="113441"/>
                  <a:pt x="347311" y="115127"/>
                  <a:pt x="345812" y="116396"/>
                </a:cubicBezTo>
                <a:cubicBezTo>
                  <a:pt x="344314" y="117665"/>
                  <a:pt x="342400" y="118633"/>
                  <a:pt x="340069" y="119299"/>
                </a:cubicBezTo>
                <a:cubicBezTo>
                  <a:pt x="338488" y="119757"/>
                  <a:pt x="335907" y="119986"/>
                  <a:pt x="332328" y="119986"/>
                </a:cubicBezTo>
                <a:lnTo>
                  <a:pt x="328832" y="119986"/>
                </a:lnTo>
                <a:lnTo>
                  <a:pt x="328832" y="110122"/>
                </a:lnTo>
                <a:lnTo>
                  <a:pt x="330767" y="110122"/>
                </a:lnTo>
                <a:cubicBezTo>
                  <a:pt x="335096" y="110122"/>
                  <a:pt x="337967" y="109342"/>
                  <a:pt x="339382" y="107781"/>
                </a:cubicBezTo>
                <a:cubicBezTo>
                  <a:pt x="340797" y="106222"/>
                  <a:pt x="341505" y="102718"/>
                  <a:pt x="341505" y="97270"/>
                </a:cubicBezTo>
                <a:cubicBezTo>
                  <a:pt x="341505" y="86872"/>
                  <a:pt x="341692" y="80279"/>
                  <a:pt x="342067" y="77492"/>
                </a:cubicBezTo>
                <a:cubicBezTo>
                  <a:pt x="342733" y="72876"/>
                  <a:pt x="344064" y="69185"/>
                  <a:pt x="346062" y="66419"/>
                </a:cubicBezTo>
                <a:cubicBezTo>
                  <a:pt x="348060" y="63653"/>
                  <a:pt x="350890" y="61500"/>
                  <a:pt x="354552" y="59962"/>
                </a:cubicBezTo>
                <a:cubicBezTo>
                  <a:pt x="349766" y="57676"/>
                  <a:pt x="346395" y="54655"/>
                  <a:pt x="344439" y="50896"/>
                </a:cubicBezTo>
                <a:cubicBezTo>
                  <a:pt x="342483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3" y="17341"/>
                </a:cubicBezTo>
                <a:cubicBezTo>
                  <a:pt x="340901" y="14558"/>
                  <a:pt x="340079" y="12616"/>
                  <a:pt x="338727" y="11516"/>
                </a:cubicBezTo>
                <a:cubicBezTo>
                  <a:pt x="337374" y="10414"/>
                  <a:pt x="334721" y="9864"/>
                  <a:pt x="330767" y="9864"/>
                </a:cubicBezTo>
                <a:lnTo>
                  <a:pt x="328832" y="9864"/>
                </a:lnTo>
                <a:lnTo>
                  <a:pt x="328832" y="0"/>
                </a:lnTo>
                <a:lnTo>
                  <a:pt x="332328" y="0"/>
                </a:lnTo>
                <a:cubicBezTo>
                  <a:pt x="336407" y="0"/>
                  <a:pt x="339362" y="332"/>
                  <a:pt x="341193" y="997"/>
                </a:cubicBezTo>
                <a:cubicBezTo>
                  <a:pt x="343856" y="1912"/>
                  <a:pt x="346062" y="3451"/>
                  <a:pt x="347810" y="5613"/>
                </a:cubicBezTo>
                <a:cubicBezTo>
                  <a:pt x="349558" y="7774"/>
                  <a:pt x="350692" y="10497"/>
                  <a:pt x="351212" y="13781"/>
                </a:cubicBezTo>
                <a:cubicBezTo>
                  <a:pt x="351733" y="17065"/>
                  <a:pt x="352014" y="22449"/>
                  <a:pt x="352055" y="29932"/>
                </a:cubicBezTo>
                <a:cubicBezTo>
                  <a:pt x="352097" y="37414"/>
                  <a:pt x="352451" y="42579"/>
                  <a:pt x="353116" y="45428"/>
                </a:cubicBezTo>
                <a:cubicBezTo>
                  <a:pt x="353782" y="48275"/>
                  <a:pt x="355124" y="50530"/>
                  <a:pt x="357143" y="52193"/>
                </a:cubicBezTo>
                <a:cubicBezTo>
                  <a:pt x="359161" y="53855"/>
                  <a:pt x="361773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0" y="80157"/>
                </a:lnTo>
                <a:lnTo>
                  <a:pt x="392760" y="92980"/>
                </a:lnTo>
                <a:cubicBezTo>
                  <a:pt x="392760" y="97693"/>
                  <a:pt x="391928" y="101499"/>
                  <a:pt x="390263" y="104396"/>
                </a:cubicBezTo>
                <a:cubicBezTo>
                  <a:pt x="388598" y="107295"/>
                  <a:pt x="385956" y="109537"/>
                  <a:pt x="382335" y="111121"/>
                </a:cubicBezTo>
                <a:lnTo>
                  <a:pt x="379213" y="106252"/>
                </a:lnTo>
                <a:cubicBezTo>
                  <a:pt x="381586" y="105216"/>
                  <a:pt x="383334" y="103694"/>
                  <a:pt x="384457" y="101685"/>
                </a:cubicBezTo>
                <a:cubicBezTo>
                  <a:pt x="385581" y="99675"/>
                  <a:pt x="386205" y="96786"/>
                  <a:pt x="386330" y="93017"/>
                </a:cubicBezTo>
                <a:lnTo>
                  <a:pt x="379963" y="93017"/>
                </a:lnTo>
                <a:close/>
                <a:moveTo>
                  <a:pt x="451775" y="93017"/>
                </a:moveTo>
                <a:lnTo>
                  <a:pt x="440538" y="93017"/>
                </a:lnTo>
                <a:lnTo>
                  <a:pt x="440538" y="21413"/>
                </a:lnTo>
                <a:cubicBezTo>
                  <a:pt x="437833" y="23993"/>
                  <a:pt x="434285" y="26573"/>
                  <a:pt x="429895" y="29154"/>
                </a:cubicBezTo>
                <a:cubicBezTo>
                  <a:pt x="425504" y="31734"/>
                  <a:pt x="421561" y="33669"/>
                  <a:pt x="418065" y="34959"/>
                </a:cubicBezTo>
                <a:lnTo>
                  <a:pt x="418065" y="24097"/>
                </a:lnTo>
                <a:cubicBezTo>
                  <a:pt x="424349" y="21142"/>
                  <a:pt x="429843" y="17563"/>
                  <a:pt x="434545" y="13359"/>
                </a:cubicBezTo>
                <a:cubicBezTo>
                  <a:pt x="439248" y="9156"/>
                  <a:pt x="442578" y="5077"/>
                  <a:pt x="444534" y="1124"/>
                </a:cubicBezTo>
                <a:lnTo>
                  <a:pt x="451775" y="1124"/>
                </a:lnTo>
                <a:lnTo>
                  <a:pt x="451775" y="93017"/>
                </a:ln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37097-F238-4BBC-969D-175C305A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652581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2C45CE-0DAC-4D87-9558-F56C528B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652581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12" name="Text u({2,3},5)">
            <a:extLst xmlns:a="http://schemas.openxmlformats.org/drawingml/2006/main">
              <a:ext uri="{FF2B5EF4-FFF2-40B4-BE49-F238E27FC236}">
                <a16:creationId xmlns:a16="http://schemas.microsoft.com/office/drawing/2014/main" id="{BBBAFA05-EE15-4F10-AF1B-FDADD71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73" y="706244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212548" y="82217"/>
                </a:moveTo>
                <a:lnTo>
                  <a:pt x="212548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7" y="64442"/>
                  <a:pt x="175466" y="59201"/>
                </a:cubicBezTo>
                <a:cubicBezTo>
                  <a:pt x="185413" y="51051"/>
                  <a:pt x="192134" y="44596"/>
                  <a:pt x="195630" y="39835"/>
                </a:cubicBezTo>
                <a:cubicBezTo>
                  <a:pt x="199126" y="35073"/>
                  <a:pt x="200874" y="30572"/>
                  <a:pt x="200874" y="26331"/>
                </a:cubicBezTo>
                <a:cubicBezTo>
                  <a:pt x="200874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4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3" y="18603"/>
                  <a:pt x="165769" y="23098"/>
                  <a:pt x="165727" y="28841"/>
                </a:cubicBezTo>
                <a:lnTo>
                  <a:pt x="154178" y="27653"/>
                </a:lnTo>
                <a:cubicBezTo>
                  <a:pt x="154969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4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6" y="57804"/>
                  <a:pt x="185392" y="64632"/>
                </a:cubicBezTo>
                <a:cubicBezTo>
                  <a:pt x="178650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8" y="82217"/>
                </a:ln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260182" y="68670"/>
                </a:moveTo>
                <a:lnTo>
                  <a:pt x="271419" y="67172"/>
                </a:lnTo>
                <a:cubicBezTo>
                  <a:pt x="272709" y="73540"/>
                  <a:pt x="274904" y="78128"/>
                  <a:pt x="278005" y="80937"/>
                </a:cubicBezTo>
                <a:cubicBezTo>
                  <a:pt x="281105" y="83746"/>
                  <a:pt x="284882" y="85151"/>
                  <a:pt x="289335" y="85151"/>
                </a:cubicBezTo>
                <a:cubicBezTo>
                  <a:pt x="294621" y="85151"/>
                  <a:pt x="299084" y="83323"/>
                  <a:pt x="302726" y="79667"/>
                </a:cubicBezTo>
                <a:cubicBezTo>
                  <a:pt x="306368" y="76011"/>
                  <a:pt x="308188" y="71483"/>
                  <a:pt x="308188" y="66081"/>
                </a:cubicBezTo>
                <a:cubicBezTo>
                  <a:pt x="308188" y="60929"/>
                  <a:pt x="306503" y="56680"/>
                  <a:pt x="303132" y="53336"/>
                </a:cubicBezTo>
                <a:cubicBezTo>
                  <a:pt x="299761" y="49991"/>
                  <a:pt x="295474" y="48319"/>
                  <a:pt x="290272" y="48319"/>
                </a:cubicBezTo>
                <a:cubicBezTo>
                  <a:pt x="288149" y="48319"/>
                  <a:pt x="285506" y="48735"/>
                  <a:pt x="282343" y="49567"/>
                </a:cubicBezTo>
                <a:lnTo>
                  <a:pt x="283592" y="39704"/>
                </a:lnTo>
                <a:cubicBezTo>
                  <a:pt x="284341" y="39787"/>
                  <a:pt x="284945" y="39829"/>
                  <a:pt x="285402" y="39829"/>
                </a:cubicBezTo>
                <a:cubicBezTo>
                  <a:pt x="290188" y="39829"/>
                  <a:pt x="294496" y="38591"/>
                  <a:pt x="298325" y="36114"/>
                </a:cubicBezTo>
                <a:cubicBezTo>
                  <a:pt x="302154" y="33638"/>
                  <a:pt x="304068" y="29821"/>
                  <a:pt x="304068" y="24663"/>
                </a:cubicBezTo>
                <a:cubicBezTo>
                  <a:pt x="304068" y="20578"/>
                  <a:pt x="302674" y="17194"/>
                  <a:pt x="299885" y="14512"/>
                </a:cubicBezTo>
                <a:cubicBezTo>
                  <a:pt x="297097" y="11829"/>
                  <a:pt x="293497" y="10488"/>
                  <a:pt x="289086" y="10488"/>
                </a:cubicBezTo>
                <a:cubicBezTo>
                  <a:pt x="284716" y="10488"/>
                  <a:pt x="281074" y="11861"/>
                  <a:pt x="278161" y="14608"/>
                </a:cubicBezTo>
                <a:cubicBezTo>
                  <a:pt x="275247" y="17355"/>
                  <a:pt x="273375" y="21475"/>
                  <a:pt x="272542" y="26969"/>
                </a:cubicBezTo>
                <a:lnTo>
                  <a:pt x="261305" y="24971"/>
                </a:lnTo>
                <a:cubicBezTo>
                  <a:pt x="262679" y="17399"/>
                  <a:pt x="265800" y="11532"/>
                  <a:pt x="270669" y="7368"/>
                </a:cubicBezTo>
                <a:cubicBezTo>
                  <a:pt x="275539" y="3205"/>
                  <a:pt x="281594" y="1124"/>
                  <a:pt x="288836" y="1124"/>
                </a:cubicBezTo>
                <a:cubicBezTo>
                  <a:pt x="293830" y="1124"/>
                  <a:pt x="298429" y="2192"/>
                  <a:pt x="302632" y="4329"/>
                </a:cubicBezTo>
                <a:cubicBezTo>
                  <a:pt x="306836" y="6466"/>
                  <a:pt x="310051" y="9381"/>
                  <a:pt x="312277" y="13075"/>
                </a:cubicBezTo>
                <a:cubicBezTo>
                  <a:pt x="314504" y="16767"/>
                  <a:pt x="315617" y="20688"/>
                  <a:pt x="315617" y="24838"/>
                </a:cubicBezTo>
                <a:cubicBezTo>
                  <a:pt x="315617" y="28780"/>
                  <a:pt x="314556" y="32370"/>
                  <a:pt x="312433" y="35607"/>
                </a:cubicBezTo>
                <a:cubicBezTo>
                  <a:pt x="310311" y="38843"/>
                  <a:pt x="307169" y="41415"/>
                  <a:pt x="303007" y="43325"/>
                </a:cubicBezTo>
                <a:cubicBezTo>
                  <a:pt x="308417" y="44573"/>
                  <a:pt x="312621" y="47164"/>
                  <a:pt x="315617" y="51097"/>
                </a:cubicBezTo>
                <a:cubicBezTo>
                  <a:pt x="318614" y="55030"/>
                  <a:pt x="320112" y="59951"/>
                  <a:pt x="320112" y="65861"/>
                </a:cubicBezTo>
                <a:cubicBezTo>
                  <a:pt x="320112" y="73852"/>
                  <a:pt x="317199" y="80625"/>
                  <a:pt x="311372" y="86181"/>
                </a:cubicBezTo>
                <a:cubicBezTo>
                  <a:pt x="305546" y="91737"/>
                  <a:pt x="298179" y="94515"/>
                  <a:pt x="289273" y="94515"/>
                </a:cubicBezTo>
                <a:cubicBezTo>
                  <a:pt x="281240" y="94515"/>
                  <a:pt x="274571" y="92116"/>
                  <a:pt x="269265" y="87318"/>
                </a:cubicBezTo>
                <a:cubicBezTo>
                  <a:pt x="263958" y="82521"/>
                  <a:pt x="260931" y="76305"/>
                  <a:pt x="260182" y="68670"/>
                </a:cubicBez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3" y="65133"/>
                  <a:pt x="359161" y="66007"/>
                  <a:pt x="357143" y="67671"/>
                </a:cubicBezTo>
                <a:cubicBezTo>
                  <a:pt x="355124" y="69336"/>
                  <a:pt x="353782" y="71594"/>
                  <a:pt x="353116" y="74445"/>
                </a:cubicBezTo>
                <a:cubicBezTo>
                  <a:pt x="352451" y="77296"/>
                  <a:pt x="352097" y="82196"/>
                  <a:pt x="352055" y="89146"/>
                </a:cubicBezTo>
                <a:cubicBezTo>
                  <a:pt x="352014" y="96097"/>
                  <a:pt x="351889" y="100675"/>
                  <a:pt x="351681" y="102880"/>
                </a:cubicBezTo>
                <a:cubicBezTo>
                  <a:pt x="351306" y="106418"/>
                  <a:pt x="350609" y="109238"/>
                  <a:pt x="349589" y="111339"/>
                </a:cubicBezTo>
                <a:cubicBezTo>
                  <a:pt x="348570" y="113441"/>
                  <a:pt x="347311" y="115127"/>
                  <a:pt x="345812" y="116396"/>
                </a:cubicBezTo>
                <a:cubicBezTo>
                  <a:pt x="344314" y="117665"/>
                  <a:pt x="342400" y="118633"/>
                  <a:pt x="340069" y="119299"/>
                </a:cubicBezTo>
                <a:cubicBezTo>
                  <a:pt x="338488" y="119757"/>
                  <a:pt x="335907" y="119986"/>
                  <a:pt x="332328" y="119986"/>
                </a:cubicBezTo>
                <a:lnTo>
                  <a:pt x="328832" y="119986"/>
                </a:lnTo>
                <a:lnTo>
                  <a:pt x="328832" y="110122"/>
                </a:lnTo>
                <a:lnTo>
                  <a:pt x="330767" y="110122"/>
                </a:lnTo>
                <a:cubicBezTo>
                  <a:pt x="335096" y="110122"/>
                  <a:pt x="337967" y="109342"/>
                  <a:pt x="339382" y="107781"/>
                </a:cubicBezTo>
                <a:cubicBezTo>
                  <a:pt x="340797" y="106222"/>
                  <a:pt x="341505" y="102718"/>
                  <a:pt x="341505" y="97270"/>
                </a:cubicBezTo>
                <a:cubicBezTo>
                  <a:pt x="341505" y="86872"/>
                  <a:pt x="341692" y="80279"/>
                  <a:pt x="342067" y="77492"/>
                </a:cubicBezTo>
                <a:cubicBezTo>
                  <a:pt x="342733" y="72876"/>
                  <a:pt x="344064" y="69185"/>
                  <a:pt x="346062" y="66419"/>
                </a:cubicBezTo>
                <a:cubicBezTo>
                  <a:pt x="348060" y="63653"/>
                  <a:pt x="350890" y="61500"/>
                  <a:pt x="354552" y="59962"/>
                </a:cubicBezTo>
                <a:cubicBezTo>
                  <a:pt x="349766" y="57676"/>
                  <a:pt x="346395" y="54655"/>
                  <a:pt x="344439" y="50896"/>
                </a:cubicBezTo>
                <a:cubicBezTo>
                  <a:pt x="342483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3" y="17341"/>
                </a:cubicBezTo>
                <a:cubicBezTo>
                  <a:pt x="340901" y="14558"/>
                  <a:pt x="340079" y="12616"/>
                  <a:pt x="338727" y="11516"/>
                </a:cubicBezTo>
                <a:cubicBezTo>
                  <a:pt x="337374" y="10414"/>
                  <a:pt x="334721" y="9864"/>
                  <a:pt x="330767" y="9864"/>
                </a:cubicBezTo>
                <a:lnTo>
                  <a:pt x="328832" y="9864"/>
                </a:lnTo>
                <a:lnTo>
                  <a:pt x="328832" y="0"/>
                </a:lnTo>
                <a:lnTo>
                  <a:pt x="332328" y="0"/>
                </a:lnTo>
                <a:cubicBezTo>
                  <a:pt x="336407" y="0"/>
                  <a:pt x="339362" y="332"/>
                  <a:pt x="341193" y="997"/>
                </a:cubicBezTo>
                <a:cubicBezTo>
                  <a:pt x="343856" y="1912"/>
                  <a:pt x="346062" y="3451"/>
                  <a:pt x="347810" y="5613"/>
                </a:cubicBezTo>
                <a:cubicBezTo>
                  <a:pt x="349558" y="7774"/>
                  <a:pt x="350692" y="10497"/>
                  <a:pt x="351212" y="13781"/>
                </a:cubicBezTo>
                <a:cubicBezTo>
                  <a:pt x="351733" y="17065"/>
                  <a:pt x="352014" y="22449"/>
                  <a:pt x="352055" y="29932"/>
                </a:cubicBezTo>
                <a:cubicBezTo>
                  <a:pt x="352097" y="37414"/>
                  <a:pt x="352451" y="42579"/>
                  <a:pt x="353116" y="45428"/>
                </a:cubicBezTo>
                <a:cubicBezTo>
                  <a:pt x="353782" y="48275"/>
                  <a:pt x="355124" y="50530"/>
                  <a:pt x="357143" y="52193"/>
                </a:cubicBezTo>
                <a:cubicBezTo>
                  <a:pt x="359161" y="53855"/>
                  <a:pt x="361773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0" y="80157"/>
                </a:lnTo>
                <a:lnTo>
                  <a:pt x="392760" y="92980"/>
                </a:lnTo>
                <a:cubicBezTo>
                  <a:pt x="392760" y="97693"/>
                  <a:pt x="391928" y="101499"/>
                  <a:pt x="390263" y="104396"/>
                </a:cubicBezTo>
                <a:cubicBezTo>
                  <a:pt x="388598" y="107295"/>
                  <a:pt x="385956" y="109537"/>
                  <a:pt x="382335" y="111121"/>
                </a:cubicBezTo>
                <a:lnTo>
                  <a:pt x="379213" y="106252"/>
                </a:lnTo>
                <a:cubicBezTo>
                  <a:pt x="381586" y="105216"/>
                  <a:pt x="383334" y="103694"/>
                  <a:pt x="384457" y="101685"/>
                </a:cubicBezTo>
                <a:cubicBezTo>
                  <a:pt x="385581" y="99675"/>
                  <a:pt x="386205" y="96786"/>
                  <a:pt x="386330" y="93017"/>
                </a:cubicBezTo>
                <a:lnTo>
                  <a:pt x="379963" y="93017"/>
                </a:lnTo>
                <a:close/>
                <a:moveTo>
                  <a:pt x="409450" y="68920"/>
                </a:moveTo>
                <a:lnTo>
                  <a:pt x="421248" y="67921"/>
                </a:lnTo>
                <a:cubicBezTo>
                  <a:pt x="422122" y="73645"/>
                  <a:pt x="424151" y="77948"/>
                  <a:pt x="427335" y="80830"/>
                </a:cubicBezTo>
                <a:cubicBezTo>
                  <a:pt x="430519" y="83711"/>
                  <a:pt x="434358" y="85151"/>
                  <a:pt x="438853" y="85151"/>
                </a:cubicBezTo>
                <a:cubicBezTo>
                  <a:pt x="444263" y="85151"/>
                  <a:pt x="448841" y="83115"/>
                  <a:pt x="452587" y="79043"/>
                </a:cubicBezTo>
                <a:cubicBezTo>
                  <a:pt x="456333" y="74970"/>
                  <a:pt x="458205" y="69567"/>
                  <a:pt x="458205" y="62835"/>
                </a:cubicBezTo>
                <a:cubicBezTo>
                  <a:pt x="458205" y="56435"/>
                  <a:pt x="456405" y="51386"/>
                  <a:pt x="452805" y="47687"/>
                </a:cubicBezTo>
                <a:cubicBezTo>
                  <a:pt x="449205" y="43988"/>
                  <a:pt x="444492" y="42139"/>
                  <a:pt x="438666" y="42139"/>
                </a:cubicBezTo>
                <a:cubicBezTo>
                  <a:pt x="435045" y="42139"/>
                  <a:pt x="431778" y="42955"/>
                  <a:pt x="428865" y="44587"/>
                </a:cubicBezTo>
                <a:cubicBezTo>
                  <a:pt x="425951" y="46219"/>
                  <a:pt x="423662" y="48337"/>
                  <a:pt x="421998" y="50941"/>
                </a:cubicBezTo>
                <a:lnTo>
                  <a:pt x="411447" y="49567"/>
                </a:lnTo>
                <a:lnTo>
                  <a:pt x="420312" y="2622"/>
                </a:lnTo>
                <a:lnTo>
                  <a:pt x="465822" y="2622"/>
                </a:lnTo>
                <a:lnTo>
                  <a:pt x="465822" y="13235"/>
                </a:lnTo>
                <a:lnTo>
                  <a:pt x="429302" y="13235"/>
                </a:lnTo>
                <a:lnTo>
                  <a:pt x="424370" y="37893"/>
                </a:lnTo>
                <a:cubicBezTo>
                  <a:pt x="429863" y="34106"/>
                  <a:pt x="435627" y="32213"/>
                  <a:pt x="441662" y="32213"/>
                </a:cubicBezTo>
                <a:cubicBezTo>
                  <a:pt x="449653" y="32213"/>
                  <a:pt x="456395" y="34983"/>
                  <a:pt x="461889" y="40525"/>
                </a:cubicBezTo>
                <a:cubicBezTo>
                  <a:pt x="467382" y="46066"/>
                  <a:pt x="470129" y="53189"/>
                  <a:pt x="470129" y="61895"/>
                </a:cubicBezTo>
                <a:cubicBezTo>
                  <a:pt x="470129" y="70186"/>
                  <a:pt x="467715" y="77352"/>
                  <a:pt x="462887" y="83391"/>
                </a:cubicBezTo>
                <a:cubicBezTo>
                  <a:pt x="457019" y="90807"/>
                  <a:pt x="449008" y="94515"/>
                  <a:pt x="438853" y="94515"/>
                </a:cubicBezTo>
                <a:cubicBezTo>
                  <a:pt x="430529" y="94515"/>
                  <a:pt x="423735" y="92179"/>
                  <a:pt x="418470" y="87506"/>
                </a:cubicBezTo>
                <a:cubicBezTo>
                  <a:pt x="413206" y="82833"/>
                  <a:pt x="410199" y="76638"/>
                  <a:pt x="409450" y="68920"/>
                </a:cubicBez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5E057C-AE03-4ABA-A25D-DC457939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1094249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D8DD34-CBE7-4B6B-854B-478C6354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1094249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15" name="Text u(4,5)">
            <a:extLst xmlns:a="http://schemas.openxmlformats.org/drawingml/2006/main">
              <a:ext uri="{FF2B5EF4-FFF2-40B4-BE49-F238E27FC236}">
                <a16:creationId xmlns:a16="http://schemas.microsoft.com/office/drawing/2014/main" id="{977EF677-1346-41E2-A484-FCFFCBEF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043" y="1147913"/>
            <a:ext cx="321152" cy="119986"/>
          </a:xfrm>
          <a:custGeom xmlns:a="http://schemas.openxmlformats.org/drawingml/2006/main">
            <a:pathLst>
              <a:path w="321152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3" y="82030"/>
                  <a:pt x="70649" y="71167"/>
                  <a:pt x="70649" y="59930"/>
                </a:cubicBezTo>
                <a:cubicBezTo>
                  <a:pt x="70649" y="50025"/>
                  <a:pt x="72252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3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46809" y="93017"/>
                </a:moveTo>
                <a:lnTo>
                  <a:pt x="146809" y="71105"/>
                </a:lnTo>
                <a:lnTo>
                  <a:pt x="107105" y="71105"/>
                </a:lnTo>
                <a:lnTo>
                  <a:pt x="107105" y="60804"/>
                </a:lnTo>
                <a:lnTo>
                  <a:pt x="148869" y="1498"/>
                </a:lnTo>
                <a:lnTo>
                  <a:pt x="158046" y="1498"/>
                </a:lnTo>
                <a:lnTo>
                  <a:pt x="158046" y="60804"/>
                </a:lnTo>
                <a:lnTo>
                  <a:pt x="170406" y="60804"/>
                </a:lnTo>
                <a:lnTo>
                  <a:pt x="170406" y="71105"/>
                </a:lnTo>
                <a:lnTo>
                  <a:pt x="158046" y="71105"/>
                </a:lnTo>
                <a:lnTo>
                  <a:pt x="158046" y="93017"/>
                </a:lnTo>
                <a:lnTo>
                  <a:pt x="146809" y="93017"/>
                </a:lnTo>
                <a:moveTo>
                  <a:pt x="146809" y="60804"/>
                </a:moveTo>
                <a:lnTo>
                  <a:pt x="146809" y="19540"/>
                </a:lnTo>
                <a:lnTo>
                  <a:pt x="118155" y="60804"/>
                </a:lnTo>
                <a:lnTo>
                  <a:pt x="146809" y="60804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17" y="68920"/>
                </a:moveTo>
                <a:lnTo>
                  <a:pt x="229216" y="67921"/>
                </a:lnTo>
                <a:cubicBezTo>
                  <a:pt x="230090" y="73645"/>
                  <a:pt x="232119" y="77948"/>
                  <a:pt x="235302" y="80830"/>
                </a:cubicBezTo>
                <a:cubicBezTo>
                  <a:pt x="238486" y="83711"/>
                  <a:pt x="242326" y="85151"/>
                  <a:pt x="246820" y="85151"/>
                </a:cubicBezTo>
                <a:cubicBezTo>
                  <a:pt x="252231" y="85151"/>
                  <a:pt x="256809" y="83115"/>
                  <a:pt x="260554" y="79043"/>
                </a:cubicBezTo>
                <a:cubicBezTo>
                  <a:pt x="264300" y="74970"/>
                  <a:pt x="266173" y="69567"/>
                  <a:pt x="266173" y="62835"/>
                </a:cubicBezTo>
                <a:cubicBezTo>
                  <a:pt x="266173" y="56435"/>
                  <a:pt x="264373" y="51386"/>
                  <a:pt x="260773" y="47687"/>
                </a:cubicBezTo>
                <a:cubicBezTo>
                  <a:pt x="257173" y="43988"/>
                  <a:pt x="252460" y="42139"/>
                  <a:pt x="246633" y="42139"/>
                </a:cubicBezTo>
                <a:cubicBezTo>
                  <a:pt x="243012" y="42139"/>
                  <a:pt x="239745" y="42955"/>
                  <a:pt x="236832" y="44587"/>
                </a:cubicBezTo>
                <a:cubicBezTo>
                  <a:pt x="233919" y="46219"/>
                  <a:pt x="231630" y="48337"/>
                  <a:pt x="229965" y="50941"/>
                </a:cubicBezTo>
                <a:lnTo>
                  <a:pt x="219415" y="49567"/>
                </a:lnTo>
                <a:lnTo>
                  <a:pt x="228279" y="2622"/>
                </a:lnTo>
                <a:lnTo>
                  <a:pt x="273789" y="2622"/>
                </a:lnTo>
                <a:lnTo>
                  <a:pt x="273789" y="13235"/>
                </a:lnTo>
                <a:lnTo>
                  <a:pt x="237269" y="13235"/>
                </a:lnTo>
                <a:lnTo>
                  <a:pt x="232337" y="37893"/>
                </a:lnTo>
                <a:cubicBezTo>
                  <a:pt x="237831" y="34106"/>
                  <a:pt x="243595" y="32213"/>
                  <a:pt x="249630" y="32213"/>
                </a:cubicBezTo>
                <a:cubicBezTo>
                  <a:pt x="257620" y="32213"/>
                  <a:pt x="264362" y="34983"/>
                  <a:pt x="269856" y="40525"/>
                </a:cubicBezTo>
                <a:cubicBezTo>
                  <a:pt x="275350" y="46066"/>
                  <a:pt x="278096" y="53189"/>
                  <a:pt x="278096" y="61895"/>
                </a:cubicBezTo>
                <a:cubicBezTo>
                  <a:pt x="278096" y="70186"/>
                  <a:pt x="275683" y="77352"/>
                  <a:pt x="270855" y="83391"/>
                </a:cubicBezTo>
                <a:cubicBezTo>
                  <a:pt x="264987" y="90807"/>
                  <a:pt x="256975" y="94515"/>
                  <a:pt x="246820" y="94515"/>
                </a:cubicBezTo>
                <a:cubicBezTo>
                  <a:pt x="238497" y="94515"/>
                  <a:pt x="231702" y="92179"/>
                  <a:pt x="226438" y="87506"/>
                </a:cubicBezTo>
                <a:cubicBezTo>
                  <a:pt x="221173" y="82833"/>
                  <a:pt x="218166" y="76638"/>
                  <a:pt x="217417" y="68920"/>
                </a:cubicBezTo>
                <a:close/>
                <a:moveTo>
                  <a:pt x="298990" y="119986"/>
                </a:moveTo>
                <a:lnTo>
                  <a:pt x="290937" y="119986"/>
                </a:lnTo>
                <a:cubicBezTo>
                  <a:pt x="303381" y="100009"/>
                  <a:pt x="309603" y="80011"/>
                  <a:pt x="309603" y="59993"/>
                </a:cubicBezTo>
                <a:cubicBezTo>
                  <a:pt x="309603" y="52169"/>
                  <a:pt x="308708" y="44407"/>
                  <a:pt x="306918" y="36707"/>
                </a:cubicBezTo>
                <a:cubicBezTo>
                  <a:pt x="305503" y="30465"/>
                  <a:pt x="303526" y="24472"/>
                  <a:pt x="300988" y="18728"/>
                </a:cubicBezTo>
                <a:cubicBezTo>
                  <a:pt x="299365" y="14983"/>
                  <a:pt x="296014" y="8740"/>
                  <a:pt x="290937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5" y="31463"/>
                </a:cubicBezTo>
                <a:cubicBezTo>
                  <a:pt x="319549" y="40536"/>
                  <a:pt x="321152" y="50025"/>
                  <a:pt x="321152" y="59930"/>
                </a:cubicBezTo>
                <a:cubicBezTo>
                  <a:pt x="321152" y="71167"/>
                  <a:pt x="318998" y="82030"/>
                  <a:pt x="314690" y="92517"/>
                </a:cubicBezTo>
                <a:cubicBezTo>
                  <a:pt x="310383" y="103005"/>
                  <a:pt x="305150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F88069-9BB4-4EA9-B670-74CF4015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153301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562DD9-DC07-4029-B461-86A8E4497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153301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18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10178F89-12D9-49E9-A73F-D7B43D3F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1967" y="1589581"/>
            <a:ext cx="347349" cy="119986"/>
          </a:xfrm>
          <a:custGeom xmlns:a="http://schemas.openxmlformats.org/drawingml/2006/main">
            <a:pathLst>
              <a:path w="34734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6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4" y="99675"/>
                  <a:pt x="220369" y="96786"/>
                  <a:pt x="220493" y="93017"/>
                </a:cubicBezTo>
                <a:lnTo>
                  <a:pt x="214126" y="93017"/>
                </a:lnTo>
                <a:close/>
                <a:moveTo>
                  <a:pt x="243614" y="68920"/>
                </a:moveTo>
                <a:lnTo>
                  <a:pt x="255413" y="67921"/>
                </a:lnTo>
                <a:cubicBezTo>
                  <a:pt x="256287" y="73645"/>
                  <a:pt x="258316" y="77948"/>
                  <a:pt x="261499" y="80830"/>
                </a:cubicBezTo>
                <a:cubicBezTo>
                  <a:pt x="264683" y="83711"/>
                  <a:pt x="268523" y="85151"/>
                  <a:pt x="273017" y="85151"/>
                </a:cubicBezTo>
                <a:cubicBezTo>
                  <a:pt x="278428" y="85151"/>
                  <a:pt x="283006" y="83115"/>
                  <a:pt x="286751" y="79043"/>
                </a:cubicBezTo>
                <a:cubicBezTo>
                  <a:pt x="290497" y="74970"/>
                  <a:pt x="292370" y="69567"/>
                  <a:pt x="292370" y="62835"/>
                </a:cubicBezTo>
                <a:cubicBezTo>
                  <a:pt x="292370" y="56435"/>
                  <a:pt x="290570" y="51386"/>
                  <a:pt x="286970" y="47687"/>
                </a:cubicBezTo>
                <a:cubicBezTo>
                  <a:pt x="283370" y="43988"/>
                  <a:pt x="278657" y="42139"/>
                  <a:pt x="272830" y="42139"/>
                </a:cubicBezTo>
                <a:cubicBezTo>
                  <a:pt x="269209" y="42139"/>
                  <a:pt x="265942" y="42955"/>
                  <a:pt x="263029" y="44587"/>
                </a:cubicBezTo>
                <a:cubicBezTo>
                  <a:pt x="260116" y="46219"/>
                  <a:pt x="257827" y="48337"/>
                  <a:pt x="256162" y="50941"/>
                </a:cubicBezTo>
                <a:lnTo>
                  <a:pt x="245612" y="49567"/>
                </a:lnTo>
                <a:lnTo>
                  <a:pt x="254476" y="2622"/>
                </a:lnTo>
                <a:lnTo>
                  <a:pt x="299986" y="2622"/>
                </a:lnTo>
                <a:lnTo>
                  <a:pt x="299986" y="13235"/>
                </a:lnTo>
                <a:lnTo>
                  <a:pt x="263466" y="13235"/>
                </a:lnTo>
                <a:lnTo>
                  <a:pt x="258534" y="37893"/>
                </a:lnTo>
                <a:cubicBezTo>
                  <a:pt x="264028" y="34106"/>
                  <a:pt x="269792" y="32213"/>
                  <a:pt x="275827" y="32213"/>
                </a:cubicBezTo>
                <a:cubicBezTo>
                  <a:pt x="283817" y="32213"/>
                  <a:pt x="290559" y="34983"/>
                  <a:pt x="296053" y="40525"/>
                </a:cubicBezTo>
                <a:cubicBezTo>
                  <a:pt x="301547" y="46066"/>
                  <a:pt x="304293" y="53189"/>
                  <a:pt x="304293" y="61895"/>
                </a:cubicBezTo>
                <a:cubicBezTo>
                  <a:pt x="304293" y="70186"/>
                  <a:pt x="301880" y="77352"/>
                  <a:pt x="297052" y="83391"/>
                </a:cubicBezTo>
                <a:cubicBezTo>
                  <a:pt x="291184" y="90807"/>
                  <a:pt x="283172" y="94515"/>
                  <a:pt x="273017" y="94515"/>
                </a:cubicBezTo>
                <a:cubicBezTo>
                  <a:pt x="264694" y="94515"/>
                  <a:pt x="257899" y="92179"/>
                  <a:pt x="252635" y="87506"/>
                </a:cubicBezTo>
                <a:cubicBezTo>
                  <a:pt x="247370" y="82833"/>
                  <a:pt x="244363" y="76638"/>
                  <a:pt x="243614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8" y="100009"/>
                  <a:pt x="335800" y="80011"/>
                  <a:pt x="335800" y="59993"/>
                </a:cubicBezTo>
                <a:cubicBezTo>
                  <a:pt x="335800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5" y="18728"/>
                </a:cubicBezTo>
                <a:cubicBezTo>
                  <a:pt x="325562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9" y="50025"/>
                  <a:pt x="347349" y="59930"/>
                </a:cubicBezTo>
                <a:cubicBezTo>
                  <a:pt x="347349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0EA151-2884-4DFC-8536-C08E49C6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1971775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385824-B5AA-4729-B220-C88C42DB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1971775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21" name="Text u({0,1},3)">
            <a:extLst xmlns:a="http://schemas.openxmlformats.org/drawingml/2006/main">
              <a:ext uri="{FF2B5EF4-FFF2-40B4-BE49-F238E27FC236}">
                <a16:creationId xmlns:a16="http://schemas.microsoft.com/office/drawing/2014/main" id="{E41F1549-F727-4F9B-A7CD-4496B356D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73" y="2031250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91" y="47851"/>
                </a:moveTo>
                <a:cubicBezTo>
                  <a:pt x="153491" y="37038"/>
                  <a:pt x="154605" y="28335"/>
                  <a:pt x="156831" y="21742"/>
                </a:cubicBezTo>
                <a:cubicBezTo>
                  <a:pt x="159058" y="15150"/>
                  <a:pt x="162366" y="10065"/>
                  <a:pt x="166757" y="6489"/>
                </a:cubicBezTo>
                <a:cubicBezTo>
                  <a:pt x="171148" y="2912"/>
                  <a:pt x="176673" y="1124"/>
                  <a:pt x="183332" y="1124"/>
                </a:cubicBezTo>
                <a:cubicBezTo>
                  <a:pt x="188243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8" y="80427"/>
                  <a:pt x="204359" y="85522"/>
                  <a:pt x="199969" y="89119"/>
                </a:cubicBezTo>
                <a:cubicBezTo>
                  <a:pt x="195578" y="92716"/>
                  <a:pt x="190032" y="94515"/>
                  <a:pt x="183332" y="94515"/>
                </a:cubicBezTo>
                <a:cubicBezTo>
                  <a:pt x="174509" y="94515"/>
                  <a:pt x="167579" y="91354"/>
                  <a:pt x="162543" y="85032"/>
                </a:cubicBezTo>
                <a:cubicBezTo>
                  <a:pt x="156509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9" y="72759"/>
                  <a:pt x="170316" y="77716"/>
                </a:cubicBezTo>
                <a:cubicBezTo>
                  <a:pt x="173832" y="82673"/>
                  <a:pt x="178171" y="85151"/>
                  <a:pt x="183332" y="85151"/>
                </a:cubicBezTo>
                <a:cubicBezTo>
                  <a:pt x="188492" y="85151"/>
                  <a:pt x="192831" y="82662"/>
                  <a:pt x="196348" y="77685"/>
                </a:cubicBezTo>
                <a:cubicBezTo>
                  <a:pt x="199865" y="72708"/>
                  <a:pt x="201623" y="62753"/>
                  <a:pt x="201623" y="47819"/>
                </a:cubicBezTo>
                <a:cubicBezTo>
                  <a:pt x="201623" y="32804"/>
                  <a:pt x="199865" y="22829"/>
                  <a:pt x="196348" y="17893"/>
                </a:cubicBezTo>
                <a:cubicBezTo>
                  <a:pt x="192831" y="12956"/>
                  <a:pt x="188451" y="10488"/>
                  <a:pt x="183207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6" y="22580"/>
                  <a:pt x="165040" y="32846"/>
                  <a:pt x="165040" y="47819"/>
                </a:cubicBez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302445" y="93017"/>
                </a:moveTo>
                <a:lnTo>
                  <a:pt x="291208" y="93017"/>
                </a:lnTo>
                <a:lnTo>
                  <a:pt x="291208" y="21413"/>
                </a:lnTo>
                <a:cubicBezTo>
                  <a:pt x="288503" y="23993"/>
                  <a:pt x="284955" y="26573"/>
                  <a:pt x="280564" y="29154"/>
                </a:cubicBezTo>
                <a:cubicBezTo>
                  <a:pt x="276173" y="31734"/>
                  <a:pt x="272230" y="33669"/>
                  <a:pt x="268734" y="34959"/>
                </a:cubicBezTo>
                <a:lnTo>
                  <a:pt x="268734" y="24097"/>
                </a:lnTo>
                <a:cubicBezTo>
                  <a:pt x="275019" y="21142"/>
                  <a:pt x="280512" y="17563"/>
                  <a:pt x="285215" y="13359"/>
                </a:cubicBezTo>
                <a:cubicBezTo>
                  <a:pt x="289918" y="9156"/>
                  <a:pt x="293247" y="5077"/>
                  <a:pt x="295203" y="1124"/>
                </a:cubicBezTo>
                <a:lnTo>
                  <a:pt x="302445" y="1124"/>
                </a:lnTo>
                <a:lnTo>
                  <a:pt x="302445" y="93017"/>
                </a:ln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3" y="65133"/>
                  <a:pt x="359161" y="66007"/>
                  <a:pt x="357143" y="67671"/>
                </a:cubicBezTo>
                <a:cubicBezTo>
                  <a:pt x="355124" y="69336"/>
                  <a:pt x="353782" y="71594"/>
                  <a:pt x="353116" y="74445"/>
                </a:cubicBezTo>
                <a:cubicBezTo>
                  <a:pt x="352451" y="77296"/>
                  <a:pt x="352097" y="82196"/>
                  <a:pt x="352055" y="89146"/>
                </a:cubicBezTo>
                <a:cubicBezTo>
                  <a:pt x="352014" y="96097"/>
                  <a:pt x="351889" y="100675"/>
                  <a:pt x="351681" y="102880"/>
                </a:cubicBezTo>
                <a:cubicBezTo>
                  <a:pt x="351306" y="106418"/>
                  <a:pt x="350609" y="109238"/>
                  <a:pt x="349589" y="111339"/>
                </a:cubicBezTo>
                <a:cubicBezTo>
                  <a:pt x="348570" y="113441"/>
                  <a:pt x="347311" y="115127"/>
                  <a:pt x="345812" y="116396"/>
                </a:cubicBezTo>
                <a:cubicBezTo>
                  <a:pt x="344314" y="117665"/>
                  <a:pt x="342400" y="118633"/>
                  <a:pt x="340069" y="119299"/>
                </a:cubicBezTo>
                <a:cubicBezTo>
                  <a:pt x="338488" y="119757"/>
                  <a:pt x="335907" y="119986"/>
                  <a:pt x="332328" y="119986"/>
                </a:cubicBezTo>
                <a:lnTo>
                  <a:pt x="328832" y="119986"/>
                </a:lnTo>
                <a:lnTo>
                  <a:pt x="328832" y="110122"/>
                </a:lnTo>
                <a:lnTo>
                  <a:pt x="330767" y="110122"/>
                </a:lnTo>
                <a:cubicBezTo>
                  <a:pt x="335096" y="110122"/>
                  <a:pt x="337967" y="109342"/>
                  <a:pt x="339382" y="107781"/>
                </a:cubicBezTo>
                <a:cubicBezTo>
                  <a:pt x="340797" y="106222"/>
                  <a:pt x="341505" y="102718"/>
                  <a:pt x="341505" y="97270"/>
                </a:cubicBezTo>
                <a:cubicBezTo>
                  <a:pt x="341505" y="86872"/>
                  <a:pt x="341692" y="80279"/>
                  <a:pt x="342067" y="77492"/>
                </a:cubicBezTo>
                <a:cubicBezTo>
                  <a:pt x="342733" y="72876"/>
                  <a:pt x="344064" y="69185"/>
                  <a:pt x="346062" y="66419"/>
                </a:cubicBezTo>
                <a:cubicBezTo>
                  <a:pt x="348060" y="63653"/>
                  <a:pt x="350890" y="61500"/>
                  <a:pt x="354552" y="59962"/>
                </a:cubicBezTo>
                <a:cubicBezTo>
                  <a:pt x="349766" y="57676"/>
                  <a:pt x="346395" y="54655"/>
                  <a:pt x="344439" y="50896"/>
                </a:cubicBezTo>
                <a:cubicBezTo>
                  <a:pt x="342483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3" y="17341"/>
                </a:cubicBezTo>
                <a:cubicBezTo>
                  <a:pt x="340901" y="14558"/>
                  <a:pt x="340079" y="12616"/>
                  <a:pt x="338727" y="11516"/>
                </a:cubicBezTo>
                <a:cubicBezTo>
                  <a:pt x="337374" y="10414"/>
                  <a:pt x="334721" y="9864"/>
                  <a:pt x="330767" y="9864"/>
                </a:cubicBezTo>
                <a:lnTo>
                  <a:pt x="328832" y="9864"/>
                </a:lnTo>
                <a:lnTo>
                  <a:pt x="328832" y="0"/>
                </a:lnTo>
                <a:lnTo>
                  <a:pt x="332328" y="0"/>
                </a:lnTo>
                <a:cubicBezTo>
                  <a:pt x="336407" y="0"/>
                  <a:pt x="339362" y="332"/>
                  <a:pt x="341193" y="997"/>
                </a:cubicBezTo>
                <a:cubicBezTo>
                  <a:pt x="343856" y="1912"/>
                  <a:pt x="346062" y="3451"/>
                  <a:pt x="347810" y="5613"/>
                </a:cubicBezTo>
                <a:cubicBezTo>
                  <a:pt x="349558" y="7774"/>
                  <a:pt x="350692" y="10497"/>
                  <a:pt x="351212" y="13781"/>
                </a:cubicBezTo>
                <a:cubicBezTo>
                  <a:pt x="351733" y="17065"/>
                  <a:pt x="352014" y="22449"/>
                  <a:pt x="352055" y="29932"/>
                </a:cubicBezTo>
                <a:cubicBezTo>
                  <a:pt x="352097" y="37414"/>
                  <a:pt x="352451" y="42579"/>
                  <a:pt x="353116" y="45428"/>
                </a:cubicBezTo>
                <a:cubicBezTo>
                  <a:pt x="353782" y="48275"/>
                  <a:pt x="355124" y="50530"/>
                  <a:pt x="357143" y="52193"/>
                </a:cubicBezTo>
                <a:cubicBezTo>
                  <a:pt x="359161" y="53855"/>
                  <a:pt x="361773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0" y="80157"/>
                </a:lnTo>
                <a:lnTo>
                  <a:pt x="392760" y="92980"/>
                </a:lnTo>
                <a:cubicBezTo>
                  <a:pt x="392760" y="97693"/>
                  <a:pt x="391928" y="101499"/>
                  <a:pt x="390263" y="104396"/>
                </a:cubicBezTo>
                <a:cubicBezTo>
                  <a:pt x="388598" y="107295"/>
                  <a:pt x="385956" y="109537"/>
                  <a:pt x="382335" y="111121"/>
                </a:cubicBezTo>
                <a:lnTo>
                  <a:pt x="379213" y="106252"/>
                </a:lnTo>
                <a:cubicBezTo>
                  <a:pt x="381586" y="105216"/>
                  <a:pt x="383334" y="103694"/>
                  <a:pt x="384457" y="101685"/>
                </a:cubicBezTo>
                <a:cubicBezTo>
                  <a:pt x="385581" y="99675"/>
                  <a:pt x="386205" y="96786"/>
                  <a:pt x="386330" y="93017"/>
                </a:cubicBezTo>
                <a:lnTo>
                  <a:pt x="379963" y="93017"/>
                </a:lnTo>
                <a:close/>
                <a:moveTo>
                  <a:pt x="409512" y="68670"/>
                </a:moveTo>
                <a:lnTo>
                  <a:pt x="420749" y="67172"/>
                </a:lnTo>
                <a:cubicBezTo>
                  <a:pt x="422039" y="73540"/>
                  <a:pt x="424234" y="78128"/>
                  <a:pt x="427335" y="80937"/>
                </a:cubicBezTo>
                <a:cubicBezTo>
                  <a:pt x="430436" y="83746"/>
                  <a:pt x="434212" y="85151"/>
                  <a:pt x="438666" y="85151"/>
                </a:cubicBezTo>
                <a:cubicBezTo>
                  <a:pt x="443951" y="85151"/>
                  <a:pt x="448415" y="83323"/>
                  <a:pt x="452056" y="79667"/>
                </a:cubicBezTo>
                <a:cubicBezTo>
                  <a:pt x="455698" y="76011"/>
                  <a:pt x="457519" y="71483"/>
                  <a:pt x="457519" y="66081"/>
                </a:cubicBezTo>
                <a:cubicBezTo>
                  <a:pt x="457519" y="60929"/>
                  <a:pt x="455833" y="56680"/>
                  <a:pt x="452462" y="53336"/>
                </a:cubicBezTo>
                <a:cubicBezTo>
                  <a:pt x="449091" y="49991"/>
                  <a:pt x="444804" y="48319"/>
                  <a:pt x="439602" y="48319"/>
                </a:cubicBezTo>
                <a:cubicBezTo>
                  <a:pt x="437480" y="48319"/>
                  <a:pt x="434837" y="48735"/>
                  <a:pt x="431674" y="49567"/>
                </a:cubicBezTo>
                <a:lnTo>
                  <a:pt x="432922" y="39704"/>
                </a:lnTo>
                <a:cubicBezTo>
                  <a:pt x="433671" y="39787"/>
                  <a:pt x="434275" y="39829"/>
                  <a:pt x="434733" y="39829"/>
                </a:cubicBezTo>
                <a:cubicBezTo>
                  <a:pt x="439519" y="39829"/>
                  <a:pt x="443826" y="38591"/>
                  <a:pt x="447655" y="36114"/>
                </a:cubicBezTo>
                <a:cubicBezTo>
                  <a:pt x="451484" y="33638"/>
                  <a:pt x="453399" y="29821"/>
                  <a:pt x="453399" y="24663"/>
                </a:cubicBezTo>
                <a:cubicBezTo>
                  <a:pt x="453399" y="20578"/>
                  <a:pt x="452004" y="17194"/>
                  <a:pt x="449216" y="14512"/>
                </a:cubicBezTo>
                <a:cubicBezTo>
                  <a:pt x="446427" y="11829"/>
                  <a:pt x="442827" y="10488"/>
                  <a:pt x="438416" y="10488"/>
                </a:cubicBezTo>
                <a:cubicBezTo>
                  <a:pt x="434046" y="10488"/>
                  <a:pt x="430404" y="11861"/>
                  <a:pt x="427491" y="14608"/>
                </a:cubicBezTo>
                <a:cubicBezTo>
                  <a:pt x="424578" y="17355"/>
                  <a:pt x="422705" y="21475"/>
                  <a:pt x="421873" y="26969"/>
                </a:cubicBezTo>
                <a:lnTo>
                  <a:pt x="410636" y="24971"/>
                </a:lnTo>
                <a:cubicBezTo>
                  <a:pt x="412009" y="17399"/>
                  <a:pt x="415130" y="11532"/>
                  <a:pt x="420000" y="7368"/>
                </a:cubicBezTo>
                <a:cubicBezTo>
                  <a:pt x="424869" y="3205"/>
                  <a:pt x="430925" y="1124"/>
                  <a:pt x="438166" y="1124"/>
                </a:cubicBezTo>
                <a:cubicBezTo>
                  <a:pt x="443160" y="1124"/>
                  <a:pt x="447759" y="2192"/>
                  <a:pt x="451963" y="4329"/>
                </a:cubicBezTo>
                <a:cubicBezTo>
                  <a:pt x="456166" y="6466"/>
                  <a:pt x="459381" y="9381"/>
                  <a:pt x="461608" y="13075"/>
                </a:cubicBezTo>
                <a:cubicBezTo>
                  <a:pt x="463834" y="16767"/>
                  <a:pt x="464948" y="20688"/>
                  <a:pt x="464948" y="24838"/>
                </a:cubicBezTo>
                <a:cubicBezTo>
                  <a:pt x="464948" y="28780"/>
                  <a:pt x="463886" y="32370"/>
                  <a:pt x="461764" y="35607"/>
                </a:cubicBezTo>
                <a:cubicBezTo>
                  <a:pt x="459641" y="38843"/>
                  <a:pt x="456499" y="41415"/>
                  <a:pt x="452337" y="43325"/>
                </a:cubicBezTo>
                <a:cubicBezTo>
                  <a:pt x="457748" y="44573"/>
                  <a:pt x="461951" y="47164"/>
                  <a:pt x="464948" y="51097"/>
                </a:cubicBezTo>
                <a:cubicBezTo>
                  <a:pt x="467944" y="55030"/>
                  <a:pt x="469442" y="59951"/>
                  <a:pt x="469442" y="65861"/>
                </a:cubicBezTo>
                <a:cubicBezTo>
                  <a:pt x="469442" y="73852"/>
                  <a:pt x="466529" y="80625"/>
                  <a:pt x="460703" y="86181"/>
                </a:cubicBezTo>
                <a:cubicBezTo>
                  <a:pt x="454876" y="91737"/>
                  <a:pt x="447510" y="94515"/>
                  <a:pt x="438603" y="94515"/>
                </a:cubicBezTo>
                <a:cubicBezTo>
                  <a:pt x="430571" y="94515"/>
                  <a:pt x="423902" y="92116"/>
                  <a:pt x="418595" y="87318"/>
                </a:cubicBezTo>
                <a:cubicBezTo>
                  <a:pt x="413289" y="82521"/>
                  <a:pt x="410261" y="76305"/>
                  <a:pt x="409512" y="68670"/>
                </a:cubicBez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AB20B-CE3B-4881-B44C-D1CAACAF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2413443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48295-E42E-4BBC-8B93-8FA11C61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2413443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24" name="Text u(2,3)">
            <a:extLst xmlns:a="http://schemas.openxmlformats.org/drawingml/2006/main">
              <a:ext uri="{FF2B5EF4-FFF2-40B4-BE49-F238E27FC236}">
                <a16:creationId xmlns:a16="http://schemas.microsoft.com/office/drawing/2014/main" id="{21EAF3A1-0EEE-4B9E-BCF0-46B78FE6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043" y="2472918"/>
            <a:ext cx="321152" cy="119986"/>
          </a:xfrm>
          <a:custGeom xmlns:a="http://schemas.openxmlformats.org/drawingml/2006/main">
            <a:pathLst>
              <a:path w="321152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3" y="82030"/>
                  <a:pt x="70649" y="71167"/>
                  <a:pt x="70649" y="59930"/>
                </a:cubicBezTo>
                <a:cubicBezTo>
                  <a:pt x="70649" y="50025"/>
                  <a:pt x="72252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3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2" y="93017"/>
                </a:lnTo>
                <a:cubicBezTo>
                  <a:pt x="109269" y="90313"/>
                  <a:pt x="109706" y="87713"/>
                  <a:pt x="110663" y="85217"/>
                </a:cubicBezTo>
                <a:cubicBezTo>
                  <a:pt x="112203" y="81100"/>
                  <a:pt x="114669" y="77045"/>
                  <a:pt x="118061" y="73052"/>
                </a:cubicBezTo>
                <a:cubicBezTo>
                  <a:pt x="121453" y="69059"/>
                  <a:pt x="126354" y="64442"/>
                  <a:pt x="132763" y="59201"/>
                </a:cubicBezTo>
                <a:cubicBezTo>
                  <a:pt x="142709" y="51051"/>
                  <a:pt x="149431" y="44596"/>
                  <a:pt x="152927" y="39835"/>
                </a:cubicBezTo>
                <a:cubicBezTo>
                  <a:pt x="156423" y="35073"/>
                  <a:pt x="158171" y="30572"/>
                  <a:pt x="158171" y="26331"/>
                </a:cubicBezTo>
                <a:cubicBezTo>
                  <a:pt x="158171" y="21881"/>
                  <a:pt x="156579" y="18129"/>
                  <a:pt x="153395" y="15072"/>
                </a:cubicBezTo>
                <a:cubicBezTo>
                  <a:pt x="150211" y="12016"/>
                  <a:pt x="146060" y="10488"/>
                  <a:pt x="140941" y="10488"/>
                </a:cubicBezTo>
                <a:cubicBezTo>
                  <a:pt x="135530" y="10488"/>
                  <a:pt x="131202" y="12111"/>
                  <a:pt x="127956" y="15357"/>
                </a:cubicBezTo>
                <a:cubicBezTo>
                  <a:pt x="124710" y="18603"/>
                  <a:pt x="123066" y="23098"/>
                  <a:pt x="123024" y="28841"/>
                </a:cubicBezTo>
                <a:lnTo>
                  <a:pt x="111475" y="27653"/>
                </a:lnTo>
                <a:cubicBezTo>
                  <a:pt x="112266" y="19019"/>
                  <a:pt x="115241" y="12439"/>
                  <a:pt x="120402" y="7913"/>
                </a:cubicBezTo>
                <a:cubicBezTo>
                  <a:pt x="125563" y="3387"/>
                  <a:pt x="132492" y="1124"/>
                  <a:pt x="141190" y="1124"/>
                </a:cubicBezTo>
                <a:cubicBezTo>
                  <a:pt x="149972" y="1124"/>
                  <a:pt x="156922" y="3559"/>
                  <a:pt x="162041" y="8430"/>
                </a:cubicBezTo>
                <a:cubicBezTo>
                  <a:pt x="167160" y="13300"/>
                  <a:pt x="169720" y="19337"/>
                  <a:pt x="169720" y="26539"/>
                </a:cubicBezTo>
                <a:cubicBezTo>
                  <a:pt x="169720" y="30203"/>
                  <a:pt x="168971" y="33804"/>
                  <a:pt x="167472" y="37343"/>
                </a:cubicBezTo>
                <a:cubicBezTo>
                  <a:pt x="165974" y="40882"/>
                  <a:pt x="163487" y="44608"/>
                  <a:pt x="160012" y="48522"/>
                </a:cubicBezTo>
                <a:cubicBezTo>
                  <a:pt x="156537" y="52434"/>
                  <a:pt x="150763" y="57804"/>
                  <a:pt x="142689" y="64632"/>
                </a:cubicBezTo>
                <a:cubicBezTo>
                  <a:pt x="135947" y="70286"/>
                  <a:pt x="131618" y="74121"/>
                  <a:pt x="129704" y="76138"/>
                </a:cubicBezTo>
                <a:cubicBezTo>
                  <a:pt x="127789" y="78154"/>
                  <a:pt x="126208" y="80180"/>
                  <a:pt x="124959" y="82217"/>
                </a:cubicBezTo>
                <a:lnTo>
                  <a:pt x="169845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30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7" y="73540"/>
                  <a:pt x="232202" y="78128"/>
                  <a:pt x="235302" y="80937"/>
                </a:cubicBezTo>
                <a:cubicBezTo>
                  <a:pt x="238403" y="83746"/>
                  <a:pt x="242180" y="85151"/>
                  <a:pt x="246633" y="85151"/>
                </a:cubicBezTo>
                <a:cubicBezTo>
                  <a:pt x="251919" y="85151"/>
                  <a:pt x="256382" y="83323"/>
                  <a:pt x="260024" y="79667"/>
                </a:cubicBezTo>
                <a:cubicBezTo>
                  <a:pt x="263665" y="76011"/>
                  <a:pt x="265486" y="71483"/>
                  <a:pt x="265486" y="66081"/>
                </a:cubicBezTo>
                <a:cubicBezTo>
                  <a:pt x="265486" y="60929"/>
                  <a:pt x="263801" y="56680"/>
                  <a:pt x="260430" y="53336"/>
                </a:cubicBezTo>
                <a:cubicBezTo>
                  <a:pt x="257058" y="49991"/>
                  <a:pt x="252772" y="48319"/>
                  <a:pt x="247569" y="48319"/>
                </a:cubicBezTo>
                <a:cubicBezTo>
                  <a:pt x="245447" y="48319"/>
                  <a:pt x="242804" y="48735"/>
                  <a:pt x="239641" y="49567"/>
                </a:cubicBezTo>
                <a:lnTo>
                  <a:pt x="240890" y="39704"/>
                </a:lnTo>
                <a:cubicBezTo>
                  <a:pt x="241639" y="39787"/>
                  <a:pt x="242242" y="39829"/>
                  <a:pt x="242700" y="39829"/>
                </a:cubicBezTo>
                <a:cubicBezTo>
                  <a:pt x="247486" y="39829"/>
                  <a:pt x="251794" y="38591"/>
                  <a:pt x="255623" y="36114"/>
                </a:cubicBezTo>
                <a:cubicBezTo>
                  <a:pt x="259451" y="33638"/>
                  <a:pt x="261366" y="29821"/>
                  <a:pt x="261366" y="24663"/>
                </a:cubicBezTo>
                <a:cubicBezTo>
                  <a:pt x="261366" y="20578"/>
                  <a:pt x="259972" y="17194"/>
                  <a:pt x="257183" y="14512"/>
                </a:cubicBezTo>
                <a:cubicBezTo>
                  <a:pt x="254395" y="11829"/>
                  <a:pt x="250795" y="10488"/>
                  <a:pt x="246383" y="10488"/>
                </a:cubicBezTo>
                <a:cubicBezTo>
                  <a:pt x="242013" y="10488"/>
                  <a:pt x="238372" y="11861"/>
                  <a:pt x="235459" y="14608"/>
                </a:cubicBezTo>
                <a:cubicBezTo>
                  <a:pt x="232545" y="17355"/>
                  <a:pt x="230672" y="21475"/>
                  <a:pt x="229840" y="26969"/>
                </a:cubicBezTo>
                <a:lnTo>
                  <a:pt x="218603" y="24971"/>
                </a:lnTo>
                <a:cubicBezTo>
                  <a:pt x="219977" y="17399"/>
                  <a:pt x="223098" y="11532"/>
                  <a:pt x="227967" y="7368"/>
                </a:cubicBezTo>
                <a:cubicBezTo>
                  <a:pt x="232837" y="3205"/>
                  <a:pt x="238892" y="1124"/>
                  <a:pt x="246134" y="1124"/>
                </a:cubicBezTo>
                <a:cubicBezTo>
                  <a:pt x="251128" y="1124"/>
                  <a:pt x="255727" y="2192"/>
                  <a:pt x="259930" y="4329"/>
                </a:cubicBezTo>
                <a:cubicBezTo>
                  <a:pt x="264134" y="6466"/>
                  <a:pt x="267349" y="9381"/>
                  <a:pt x="269575" y="13075"/>
                </a:cubicBezTo>
                <a:cubicBezTo>
                  <a:pt x="271802" y="16767"/>
                  <a:pt x="272915" y="20688"/>
                  <a:pt x="272915" y="24838"/>
                </a:cubicBezTo>
                <a:cubicBezTo>
                  <a:pt x="272915" y="28780"/>
                  <a:pt x="271854" y="32370"/>
                  <a:pt x="269731" y="35607"/>
                </a:cubicBezTo>
                <a:cubicBezTo>
                  <a:pt x="267609" y="38843"/>
                  <a:pt x="264467" y="41415"/>
                  <a:pt x="260305" y="43325"/>
                </a:cubicBezTo>
                <a:cubicBezTo>
                  <a:pt x="265715" y="44573"/>
                  <a:pt x="269919" y="47164"/>
                  <a:pt x="272915" y="51097"/>
                </a:cubicBezTo>
                <a:cubicBezTo>
                  <a:pt x="275912" y="55030"/>
                  <a:pt x="277410" y="59951"/>
                  <a:pt x="277410" y="65861"/>
                </a:cubicBezTo>
                <a:cubicBezTo>
                  <a:pt x="277410" y="73852"/>
                  <a:pt x="274497" y="80625"/>
                  <a:pt x="268670" y="86181"/>
                </a:cubicBezTo>
                <a:cubicBezTo>
                  <a:pt x="262843" y="91737"/>
                  <a:pt x="255477" y="94515"/>
                  <a:pt x="246571" y="94515"/>
                </a:cubicBezTo>
                <a:cubicBezTo>
                  <a:pt x="238538" y="94515"/>
                  <a:pt x="231869" y="92116"/>
                  <a:pt x="226563" y="87318"/>
                </a:cubicBezTo>
                <a:cubicBezTo>
                  <a:pt x="221256" y="82521"/>
                  <a:pt x="218229" y="76305"/>
                  <a:pt x="217479" y="68670"/>
                </a:cubicBezTo>
                <a:close/>
                <a:moveTo>
                  <a:pt x="298990" y="119986"/>
                </a:moveTo>
                <a:lnTo>
                  <a:pt x="290937" y="119986"/>
                </a:lnTo>
                <a:cubicBezTo>
                  <a:pt x="303381" y="100009"/>
                  <a:pt x="309603" y="80011"/>
                  <a:pt x="309603" y="59993"/>
                </a:cubicBezTo>
                <a:cubicBezTo>
                  <a:pt x="309603" y="52169"/>
                  <a:pt x="308708" y="44407"/>
                  <a:pt x="306918" y="36707"/>
                </a:cubicBezTo>
                <a:cubicBezTo>
                  <a:pt x="305503" y="30465"/>
                  <a:pt x="303526" y="24472"/>
                  <a:pt x="300988" y="18728"/>
                </a:cubicBezTo>
                <a:cubicBezTo>
                  <a:pt x="299365" y="14983"/>
                  <a:pt x="296014" y="8740"/>
                  <a:pt x="290937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5" y="31463"/>
                </a:cubicBezTo>
                <a:cubicBezTo>
                  <a:pt x="319549" y="40536"/>
                  <a:pt x="321152" y="50025"/>
                  <a:pt x="321152" y="59930"/>
                </a:cubicBezTo>
                <a:cubicBezTo>
                  <a:pt x="321152" y="71167"/>
                  <a:pt x="318998" y="82030"/>
                  <a:pt x="314690" y="92517"/>
                </a:cubicBezTo>
                <a:cubicBezTo>
                  <a:pt x="310383" y="103005"/>
                  <a:pt x="305150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3C3CC-56DE-4A7B-A611-32E0589D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21091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750F3F-E9EE-46C3-87A1-31A837F1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4569" y="21091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27" name="Text u({0,1},5)">
            <a:extLst xmlns:a="http://schemas.openxmlformats.org/drawingml/2006/main">
              <a:ext uri="{FF2B5EF4-FFF2-40B4-BE49-F238E27FC236}">
                <a16:creationId xmlns:a16="http://schemas.microsoft.com/office/drawing/2014/main" id="{4A595F98-533F-48EE-A83D-9399F0BC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973" y="264576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6" y="24284"/>
                  <a:pt x="86339" y="30277"/>
                  <a:pt x="84882" y="36520"/>
                </a:cubicBezTo>
                <a:cubicBezTo>
                  <a:pt x="83092" y="44303"/>
                  <a:pt x="82198" y="52127"/>
                  <a:pt x="82198" y="59993"/>
                </a:cubicBezTo>
                <a:cubicBezTo>
                  <a:pt x="82198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91" y="47851"/>
                </a:moveTo>
                <a:cubicBezTo>
                  <a:pt x="153491" y="37038"/>
                  <a:pt x="154605" y="28335"/>
                  <a:pt x="156831" y="21742"/>
                </a:cubicBezTo>
                <a:cubicBezTo>
                  <a:pt x="159058" y="15150"/>
                  <a:pt x="162366" y="10065"/>
                  <a:pt x="166757" y="6489"/>
                </a:cubicBezTo>
                <a:cubicBezTo>
                  <a:pt x="171148" y="2912"/>
                  <a:pt x="176673" y="1124"/>
                  <a:pt x="183332" y="1124"/>
                </a:cubicBezTo>
                <a:cubicBezTo>
                  <a:pt x="188243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8" y="80427"/>
                  <a:pt x="204359" y="85522"/>
                  <a:pt x="199969" y="89119"/>
                </a:cubicBezTo>
                <a:cubicBezTo>
                  <a:pt x="195578" y="92716"/>
                  <a:pt x="190032" y="94515"/>
                  <a:pt x="183332" y="94515"/>
                </a:cubicBezTo>
                <a:cubicBezTo>
                  <a:pt x="174509" y="94515"/>
                  <a:pt x="167579" y="91354"/>
                  <a:pt x="162543" y="85032"/>
                </a:cubicBezTo>
                <a:cubicBezTo>
                  <a:pt x="156509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9" y="72759"/>
                  <a:pt x="170316" y="77716"/>
                </a:cubicBezTo>
                <a:cubicBezTo>
                  <a:pt x="173832" y="82673"/>
                  <a:pt x="178171" y="85151"/>
                  <a:pt x="183332" y="85151"/>
                </a:cubicBezTo>
                <a:cubicBezTo>
                  <a:pt x="188492" y="85151"/>
                  <a:pt x="192831" y="82662"/>
                  <a:pt x="196348" y="77685"/>
                </a:cubicBezTo>
                <a:cubicBezTo>
                  <a:pt x="199865" y="72708"/>
                  <a:pt x="201623" y="62753"/>
                  <a:pt x="201623" y="47819"/>
                </a:cubicBezTo>
                <a:cubicBezTo>
                  <a:pt x="201623" y="32804"/>
                  <a:pt x="199865" y="22829"/>
                  <a:pt x="196348" y="17893"/>
                </a:cubicBezTo>
                <a:cubicBezTo>
                  <a:pt x="192831" y="12956"/>
                  <a:pt x="188451" y="10488"/>
                  <a:pt x="183207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6" y="22580"/>
                  <a:pt x="165040" y="32846"/>
                  <a:pt x="165040" y="47819"/>
                </a:cubicBez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302445" y="93017"/>
                </a:moveTo>
                <a:lnTo>
                  <a:pt x="291208" y="93017"/>
                </a:lnTo>
                <a:lnTo>
                  <a:pt x="291208" y="21413"/>
                </a:lnTo>
                <a:cubicBezTo>
                  <a:pt x="288503" y="23993"/>
                  <a:pt x="284955" y="26573"/>
                  <a:pt x="280564" y="29154"/>
                </a:cubicBezTo>
                <a:cubicBezTo>
                  <a:pt x="276173" y="31734"/>
                  <a:pt x="272230" y="33669"/>
                  <a:pt x="268734" y="34959"/>
                </a:cubicBezTo>
                <a:lnTo>
                  <a:pt x="268734" y="24097"/>
                </a:lnTo>
                <a:cubicBezTo>
                  <a:pt x="275019" y="21142"/>
                  <a:pt x="280512" y="17563"/>
                  <a:pt x="285215" y="13359"/>
                </a:cubicBezTo>
                <a:cubicBezTo>
                  <a:pt x="289918" y="9156"/>
                  <a:pt x="293247" y="5077"/>
                  <a:pt x="295203" y="1124"/>
                </a:cubicBezTo>
                <a:lnTo>
                  <a:pt x="302445" y="1124"/>
                </a:lnTo>
                <a:lnTo>
                  <a:pt x="302445" y="93017"/>
                </a:ln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3" y="65133"/>
                  <a:pt x="359161" y="66007"/>
                  <a:pt x="357143" y="67671"/>
                </a:cubicBezTo>
                <a:cubicBezTo>
                  <a:pt x="355124" y="69336"/>
                  <a:pt x="353782" y="71594"/>
                  <a:pt x="353116" y="74445"/>
                </a:cubicBezTo>
                <a:cubicBezTo>
                  <a:pt x="352451" y="77296"/>
                  <a:pt x="352097" y="82196"/>
                  <a:pt x="352055" y="89146"/>
                </a:cubicBezTo>
                <a:cubicBezTo>
                  <a:pt x="352014" y="96097"/>
                  <a:pt x="351889" y="100675"/>
                  <a:pt x="351681" y="102880"/>
                </a:cubicBezTo>
                <a:cubicBezTo>
                  <a:pt x="351306" y="106418"/>
                  <a:pt x="350609" y="109238"/>
                  <a:pt x="349589" y="111339"/>
                </a:cubicBezTo>
                <a:cubicBezTo>
                  <a:pt x="348570" y="113441"/>
                  <a:pt x="347311" y="115127"/>
                  <a:pt x="345812" y="116396"/>
                </a:cubicBezTo>
                <a:cubicBezTo>
                  <a:pt x="344314" y="117665"/>
                  <a:pt x="342400" y="118633"/>
                  <a:pt x="340069" y="119299"/>
                </a:cubicBezTo>
                <a:cubicBezTo>
                  <a:pt x="338488" y="119757"/>
                  <a:pt x="335907" y="119986"/>
                  <a:pt x="332328" y="119986"/>
                </a:cubicBezTo>
                <a:lnTo>
                  <a:pt x="328832" y="119986"/>
                </a:lnTo>
                <a:lnTo>
                  <a:pt x="328832" y="110122"/>
                </a:lnTo>
                <a:lnTo>
                  <a:pt x="330767" y="110122"/>
                </a:lnTo>
                <a:cubicBezTo>
                  <a:pt x="335096" y="110122"/>
                  <a:pt x="337967" y="109342"/>
                  <a:pt x="339382" y="107781"/>
                </a:cubicBezTo>
                <a:cubicBezTo>
                  <a:pt x="340797" y="106222"/>
                  <a:pt x="341505" y="102718"/>
                  <a:pt x="341505" y="97270"/>
                </a:cubicBezTo>
                <a:cubicBezTo>
                  <a:pt x="341505" y="86872"/>
                  <a:pt x="341692" y="80279"/>
                  <a:pt x="342067" y="77492"/>
                </a:cubicBezTo>
                <a:cubicBezTo>
                  <a:pt x="342733" y="72876"/>
                  <a:pt x="344064" y="69185"/>
                  <a:pt x="346062" y="66419"/>
                </a:cubicBezTo>
                <a:cubicBezTo>
                  <a:pt x="348060" y="63653"/>
                  <a:pt x="350890" y="61500"/>
                  <a:pt x="354552" y="59962"/>
                </a:cubicBezTo>
                <a:cubicBezTo>
                  <a:pt x="349766" y="57676"/>
                  <a:pt x="346395" y="54655"/>
                  <a:pt x="344439" y="50896"/>
                </a:cubicBezTo>
                <a:cubicBezTo>
                  <a:pt x="342483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3" y="17341"/>
                </a:cubicBezTo>
                <a:cubicBezTo>
                  <a:pt x="340901" y="14558"/>
                  <a:pt x="340079" y="12616"/>
                  <a:pt x="338727" y="11516"/>
                </a:cubicBezTo>
                <a:cubicBezTo>
                  <a:pt x="337374" y="10414"/>
                  <a:pt x="334721" y="9864"/>
                  <a:pt x="330767" y="9864"/>
                </a:cubicBezTo>
                <a:lnTo>
                  <a:pt x="328832" y="9864"/>
                </a:lnTo>
                <a:lnTo>
                  <a:pt x="328832" y="0"/>
                </a:lnTo>
                <a:lnTo>
                  <a:pt x="332328" y="0"/>
                </a:lnTo>
                <a:cubicBezTo>
                  <a:pt x="336407" y="0"/>
                  <a:pt x="339362" y="332"/>
                  <a:pt x="341193" y="997"/>
                </a:cubicBezTo>
                <a:cubicBezTo>
                  <a:pt x="343856" y="1912"/>
                  <a:pt x="346062" y="3451"/>
                  <a:pt x="347810" y="5613"/>
                </a:cubicBezTo>
                <a:cubicBezTo>
                  <a:pt x="349558" y="7774"/>
                  <a:pt x="350692" y="10497"/>
                  <a:pt x="351212" y="13781"/>
                </a:cubicBezTo>
                <a:cubicBezTo>
                  <a:pt x="351733" y="17065"/>
                  <a:pt x="352014" y="22449"/>
                  <a:pt x="352055" y="29932"/>
                </a:cubicBezTo>
                <a:cubicBezTo>
                  <a:pt x="352097" y="37414"/>
                  <a:pt x="352451" y="42579"/>
                  <a:pt x="353116" y="45428"/>
                </a:cubicBezTo>
                <a:cubicBezTo>
                  <a:pt x="353782" y="48275"/>
                  <a:pt x="355124" y="50530"/>
                  <a:pt x="357143" y="52193"/>
                </a:cubicBezTo>
                <a:cubicBezTo>
                  <a:pt x="359161" y="53855"/>
                  <a:pt x="361773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0" y="80157"/>
                </a:lnTo>
                <a:lnTo>
                  <a:pt x="392760" y="92980"/>
                </a:lnTo>
                <a:cubicBezTo>
                  <a:pt x="392760" y="97693"/>
                  <a:pt x="391928" y="101499"/>
                  <a:pt x="390263" y="104396"/>
                </a:cubicBezTo>
                <a:cubicBezTo>
                  <a:pt x="388598" y="107295"/>
                  <a:pt x="385956" y="109537"/>
                  <a:pt x="382335" y="111121"/>
                </a:cubicBezTo>
                <a:lnTo>
                  <a:pt x="379213" y="106252"/>
                </a:lnTo>
                <a:cubicBezTo>
                  <a:pt x="381586" y="105216"/>
                  <a:pt x="383334" y="103694"/>
                  <a:pt x="384457" y="101685"/>
                </a:cubicBezTo>
                <a:cubicBezTo>
                  <a:pt x="385581" y="99675"/>
                  <a:pt x="386205" y="96786"/>
                  <a:pt x="386330" y="93017"/>
                </a:cubicBezTo>
                <a:lnTo>
                  <a:pt x="379963" y="93017"/>
                </a:lnTo>
                <a:close/>
                <a:moveTo>
                  <a:pt x="409450" y="68920"/>
                </a:moveTo>
                <a:lnTo>
                  <a:pt x="421248" y="67921"/>
                </a:lnTo>
                <a:cubicBezTo>
                  <a:pt x="422122" y="73645"/>
                  <a:pt x="424151" y="77948"/>
                  <a:pt x="427335" y="80830"/>
                </a:cubicBezTo>
                <a:cubicBezTo>
                  <a:pt x="430519" y="83711"/>
                  <a:pt x="434358" y="85151"/>
                  <a:pt x="438853" y="85151"/>
                </a:cubicBezTo>
                <a:cubicBezTo>
                  <a:pt x="444263" y="85151"/>
                  <a:pt x="448841" y="83115"/>
                  <a:pt x="452587" y="79043"/>
                </a:cubicBezTo>
                <a:cubicBezTo>
                  <a:pt x="456333" y="74970"/>
                  <a:pt x="458205" y="69567"/>
                  <a:pt x="458205" y="62835"/>
                </a:cubicBezTo>
                <a:cubicBezTo>
                  <a:pt x="458205" y="56435"/>
                  <a:pt x="456405" y="51386"/>
                  <a:pt x="452805" y="47687"/>
                </a:cubicBezTo>
                <a:cubicBezTo>
                  <a:pt x="449205" y="43988"/>
                  <a:pt x="444492" y="42139"/>
                  <a:pt x="438666" y="42139"/>
                </a:cubicBezTo>
                <a:cubicBezTo>
                  <a:pt x="435045" y="42139"/>
                  <a:pt x="431778" y="42955"/>
                  <a:pt x="428865" y="44587"/>
                </a:cubicBezTo>
                <a:cubicBezTo>
                  <a:pt x="425951" y="46219"/>
                  <a:pt x="423662" y="48337"/>
                  <a:pt x="421998" y="50941"/>
                </a:cubicBezTo>
                <a:lnTo>
                  <a:pt x="411447" y="49567"/>
                </a:lnTo>
                <a:lnTo>
                  <a:pt x="420312" y="2622"/>
                </a:lnTo>
                <a:lnTo>
                  <a:pt x="465822" y="2622"/>
                </a:lnTo>
                <a:lnTo>
                  <a:pt x="465822" y="13235"/>
                </a:lnTo>
                <a:lnTo>
                  <a:pt x="429302" y="13235"/>
                </a:lnTo>
                <a:lnTo>
                  <a:pt x="424370" y="37893"/>
                </a:lnTo>
                <a:cubicBezTo>
                  <a:pt x="429863" y="34106"/>
                  <a:pt x="435627" y="32213"/>
                  <a:pt x="441662" y="32213"/>
                </a:cubicBezTo>
                <a:cubicBezTo>
                  <a:pt x="449653" y="32213"/>
                  <a:pt x="456395" y="34983"/>
                  <a:pt x="461889" y="40525"/>
                </a:cubicBezTo>
                <a:cubicBezTo>
                  <a:pt x="467382" y="46066"/>
                  <a:pt x="470129" y="53189"/>
                  <a:pt x="470129" y="61895"/>
                </a:cubicBezTo>
                <a:cubicBezTo>
                  <a:pt x="470129" y="70186"/>
                  <a:pt x="467715" y="77352"/>
                  <a:pt x="462887" y="83391"/>
                </a:cubicBezTo>
                <a:cubicBezTo>
                  <a:pt x="457019" y="90807"/>
                  <a:pt x="449008" y="94515"/>
                  <a:pt x="438853" y="94515"/>
                </a:cubicBezTo>
                <a:cubicBezTo>
                  <a:pt x="430529" y="94515"/>
                  <a:pt x="423735" y="92179"/>
                  <a:pt x="418470" y="87506"/>
                </a:cubicBezTo>
                <a:cubicBezTo>
                  <a:pt x="413206" y="82833"/>
                  <a:pt x="410199" y="76638"/>
                  <a:pt x="409450" y="68920"/>
                </a:cubicBez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AD2957-160E-471B-8847-572FD04B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652581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109371-6BDD-4E64-A807-445B6B55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652581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30" name="Text 1">
            <a:extLst xmlns:a="http://schemas.openxmlformats.org/drawingml/2006/main">
              <a:ext uri="{FF2B5EF4-FFF2-40B4-BE49-F238E27FC236}">
                <a16:creationId xmlns:a16="http://schemas.microsoft.com/office/drawing/2014/main" id="{3E86C9A4-86A2-4799-A315-CDBCC4BD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3" y="707368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E11CC-BDBB-4EF3-9C88-C153695C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1094249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DDB3FE-91BF-40C7-99B9-7D46E2D0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1094249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33" name="Text 0">
            <a:extLst xmlns:a="http://schemas.openxmlformats.org/drawingml/2006/main">
              <a:ext uri="{FF2B5EF4-FFF2-40B4-BE49-F238E27FC236}">
                <a16:creationId xmlns:a16="http://schemas.microsoft.com/office/drawing/2014/main" id="{97EE6FB8-5570-438B-BDE9-C4A78827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478" y="1149036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C6FFB-CD97-4521-B74D-319AAE9B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1535918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18F60C-16FC-44EB-ADB9-45C1C6BC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1535918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36" name="Text 0">
            <a:extLst xmlns:a="http://schemas.openxmlformats.org/drawingml/2006/main">
              <a:ext uri="{FF2B5EF4-FFF2-40B4-BE49-F238E27FC236}">
                <a16:creationId xmlns:a16="http://schemas.microsoft.com/office/drawing/2014/main" id="{D541FF64-85CB-4C6D-9C5F-68DF4B1E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478" y="1590705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F7CB0E-2C64-4C98-B30A-B5AA6197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1977586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3CAB8-F147-485F-AFB8-3641C343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1977586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39" name="Text 1">
            <a:extLst xmlns:a="http://schemas.openxmlformats.org/drawingml/2006/main">
              <a:ext uri="{FF2B5EF4-FFF2-40B4-BE49-F238E27FC236}">
                <a16:creationId xmlns:a16="http://schemas.microsoft.com/office/drawing/2014/main" id="{B4A473FE-445C-4FF2-8965-341A2391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3" y="2032373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2148B7-B97F-470D-878F-39C7F742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2425066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2838ED-573B-4468-A4AA-9A9DE33C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2425066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42" name="Text 0">
            <a:extLst xmlns:a="http://schemas.openxmlformats.org/drawingml/2006/main">
              <a:ext uri="{FF2B5EF4-FFF2-40B4-BE49-F238E27FC236}">
                <a16:creationId xmlns:a16="http://schemas.microsoft.com/office/drawing/2014/main" id="{D8987DA6-8BA8-4390-8505-19C508E8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478" y="2485665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D18123-CA06-4AE7-8D57-54725FC6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222535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33D4A0-F854-4234-BCE2-0A9C479D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222535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45" name="Text 1">
            <a:extLst xmlns:a="http://schemas.openxmlformats.org/drawingml/2006/main">
              <a:ext uri="{FF2B5EF4-FFF2-40B4-BE49-F238E27FC236}">
                <a16:creationId xmlns:a16="http://schemas.microsoft.com/office/drawing/2014/main" id="{ACE42DC3-343E-4368-B735-70F83354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093" y="277322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ED731-BDA5-430F-9383-2BFC7F3B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2860923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3896A3-C67B-46B4-BD94-2E3DF441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9770" y="2860923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48" name="Text 0">
            <a:extLst xmlns:a="http://schemas.openxmlformats.org/drawingml/2006/main">
              <a:ext uri="{FF2B5EF4-FFF2-40B4-BE49-F238E27FC236}">
                <a16:creationId xmlns:a16="http://schemas.microsoft.com/office/drawing/2014/main" id="{B27A56FE-78BC-4ECE-88FD-EAED638F5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5478" y="2915711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901F0-0F9F-43FC-AAF9-911B0365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3296780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9E898-7A78-4AE7-B885-6A537219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3296780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251" name="Text u(3,4)">
            <a:extLst xmlns:a="http://schemas.openxmlformats.org/drawingml/2006/main">
              <a:ext uri="{FF2B5EF4-FFF2-40B4-BE49-F238E27FC236}">
                <a16:creationId xmlns:a16="http://schemas.microsoft.com/office/drawing/2014/main" id="{99E4AB43-FA69-469C-BBBC-F6316E29F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31" y="3356255"/>
            <a:ext cx="321153" cy="119986"/>
          </a:xfrm>
          <a:custGeom xmlns:a="http://schemas.openxmlformats.org/drawingml/2006/main">
            <a:pathLst>
              <a:path w="321153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10852" y="68670"/>
                </a:moveTo>
                <a:lnTo>
                  <a:pt x="122088" y="67172"/>
                </a:lnTo>
                <a:cubicBezTo>
                  <a:pt x="123379" y="73540"/>
                  <a:pt x="125574" y="78128"/>
                  <a:pt x="128675" y="80937"/>
                </a:cubicBezTo>
                <a:cubicBezTo>
                  <a:pt x="131775" y="83746"/>
                  <a:pt x="135552" y="85151"/>
                  <a:pt x="140005" y="85151"/>
                </a:cubicBezTo>
                <a:cubicBezTo>
                  <a:pt x="145291" y="85151"/>
                  <a:pt x="149754" y="83323"/>
                  <a:pt x="153396" y="79667"/>
                </a:cubicBezTo>
                <a:cubicBezTo>
                  <a:pt x="157037" y="76011"/>
                  <a:pt x="158858" y="71483"/>
                  <a:pt x="158858" y="66081"/>
                </a:cubicBezTo>
                <a:cubicBezTo>
                  <a:pt x="158858" y="60929"/>
                  <a:pt x="157173" y="56680"/>
                  <a:pt x="153802" y="53336"/>
                </a:cubicBezTo>
                <a:cubicBezTo>
                  <a:pt x="150431" y="49991"/>
                  <a:pt x="146144" y="48319"/>
                  <a:pt x="140942" y="48319"/>
                </a:cubicBezTo>
                <a:cubicBezTo>
                  <a:pt x="138819" y="48319"/>
                  <a:pt x="136176" y="48735"/>
                  <a:pt x="133013" y="49567"/>
                </a:cubicBezTo>
                <a:lnTo>
                  <a:pt x="134262" y="39704"/>
                </a:lnTo>
                <a:cubicBezTo>
                  <a:pt x="135011" y="39787"/>
                  <a:pt x="135614" y="39829"/>
                  <a:pt x="136072" y="39829"/>
                </a:cubicBezTo>
                <a:cubicBezTo>
                  <a:pt x="140858" y="39829"/>
                  <a:pt x="145166" y="38591"/>
                  <a:pt x="148995" y="36114"/>
                </a:cubicBezTo>
                <a:cubicBezTo>
                  <a:pt x="152824" y="33638"/>
                  <a:pt x="154738" y="29821"/>
                  <a:pt x="154738" y="24663"/>
                </a:cubicBezTo>
                <a:cubicBezTo>
                  <a:pt x="154738" y="20578"/>
                  <a:pt x="153344" y="17194"/>
                  <a:pt x="150555" y="14512"/>
                </a:cubicBezTo>
                <a:cubicBezTo>
                  <a:pt x="147767" y="11829"/>
                  <a:pt x="144167" y="10488"/>
                  <a:pt x="139755" y="10488"/>
                </a:cubicBezTo>
                <a:cubicBezTo>
                  <a:pt x="135386" y="10488"/>
                  <a:pt x="131744" y="11861"/>
                  <a:pt x="128831" y="14608"/>
                </a:cubicBezTo>
                <a:cubicBezTo>
                  <a:pt x="125917" y="17355"/>
                  <a:pt x="124045" y="21475"/>
                  <a:pt x="123212" y="26969"/>
                </a:cubicBezTo>
                <a:lnTo>
                  <a:pt x="111975" y="24971"/>
                </a:lnTo>
                <a:cubicBezTo>
                  <a:pt x="113349" y="17399"/>
                  <a:pt x="116470" y="11532"/>
                  <a:pt x="121339" y="7368"/>
                </a:cubicBezTo>
                <a:cubicBezTo>
                  <a:pt x="126209" y="3205"/>
                  <a:pt x="132264" y="1124"/>
                  <a:pt x="139506" y="1124"/>
                </a:cubicBezTo>
                <a:cubicBezTo>
                  <a:pt x="144500" y="1124"/>
                  <a:pt x="149099" y="2192"/>
                  <a:pt x="153302" y="4329"/>
                </a:cubicBezTo>
                <a:cubicBezTo>
                  <a:pt x="157506" y="6466"/>
                  <a:pt x="160721" y="9381"/>
                  <a:pt x="162947" y="13075"/>
                </a:cubicBezTo>
                <a:cubicBezTo>
                  <a:pt x="165174" y="16767"/>
                  <a:pt x="166287" y="20688"/>
                  <a:pt x="166287" y="24838"/>
                </a:cubicBezTo>
                <a:cubicBezTo>
                  <a:pt x="166287" y="28780"/>
                  <a:pt x="165226" y="32370"/>
                  <a:pt x="163103" y="35607"/>
                </a:cubicBezTo>
                <a:cubicBezTo>
                  <a:pt x="160981" y="38843"/>
                  <a:pt x="157839" y="41415"/>
                  <a:pt x="153677" y="43325"/>
                </a:cubicBezTo>
                <a:cubicBezTo>
                  <a:pt x="159087" y="44573"/>
                  <a:pt x="163291" y="47164"/>
                  <a:pt x="166287" y="51097"/>
                </a:cubicBezTo>
                <a:cubicBezTo>
                  <a:pt x="169284" y="55030"/>
                  <a:pt x="170782" y="59951"/>
                  <a:pt x="170782" y="65861"/>
                </a:cubicBezTo>
                <a:cubicBezTo>
                  <a:pt x="170782" y="73852"/>
                  <a:pt x="167869" y="80625"/>
                  <a:pt x="162042" y="86181"/>
                </a:cubicBezTo>
                <a:cubicBezTo>
                  <a:pt x="156215" y="91737"/>
                  <a:pt x="148849" y="94515"/>
                  <a:pt x="139943" y="94515"/>
                </a:cubicBezTo>
                <a:cubicBezTo>
                  <a:pt x="131910" y="94515"/>
                  <a:pt x="125241" y="92116"/>
                  <a:pt x="119935" y="87318"/>
                </a:cubicBezTo>
                <a:cubicBezTo>
                  <a:pt x="114628" y="82521"/>
                  <a:pt x="111601" y="76305"/>
                  <a:pt x="110852" y="68670"/>
                </a:cubicBezTo>
                <a:close/>
                <a:moveTo>
                  <a:pt x="187930" y="93017"/>
                </a:moveTo>
                <a:lnTo>
                  <a:pt x="187930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5" y="101499"/>
                  <a:pt x="198230" y="104396"/>
                </a:cubicBezTo>
                <a:cubicBezTo>
                  <a:pt x="196566" y="107295"/>
                  <a:pt x="193923" y="109537"/>
                  <a:pt x="190302" y="111121"/>
                </a:cubicBezTo>
                <a:lnTo>
                  <a:pt x="187181" y="106252"/>
                </a:lnTo>
                <a:cubicBezTo>
                  <a:pt x="189553" y="105216"/>
                  <a:pt x="191301" y="103694"/>
                  <a:pt x="192425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30" y="93017"/>
                </a:lnTo>
                <a:close/>
                <a:moveTo>
                  <a:pt x="253438" y="93017"/>
                </a:moveTo>
                <a:lnTo>
                  <a:pt x="253438" y="71105"/>
                </a:lnTo>
                <a:lnTo>
                  <a:pt x="213734" y="71105"/>
                </a:lnTo>
                <a:lnTo>
                  <a:pt x="213734" y="60804"/>
                </a:lnTo>
                <a:lnTo>
                  <a:pt x="255498" y="1498"/>
                </a:lnTo>
                <a:lnTo>
                  <a:pt x="264675" y="1498"/>
                </a:lnTo>
                <a:lnTo>
                  <a:pt x="264675" y="60804"/>
                </a:lnTo>
                <a:lnTo>
                  <a:pt x="277035" y="60804"/>
                </a:lnTo>
                <a:lnTo>
                  <a:pt x="277035" y="71105"/>
                </a:lnTo>
                <a:lnTo>
                  <a:pt x="264675" y="71105"/>
                </a:lnTo>
                <a:lnTo>
                  <a:pt x="264675" y="93017"/>
                </a:lnTo>
                <a:lnTo>
                  <a:pt x="253438" y="93017"/>
                </a:lnTo>
                <a:moveTo>
                  <a:pt x="253438" y="60804"/>
                </a:moveTo>
                <a:lnTo>
                  <a:pt x="253438" y="19540"/>
                </a:lnTo>
                <a:lnTo>
                  <a:pt x="224783" y="60804"/>
                </a:lnTo>
                <a:lnTo>
                  <a:pt x="253438" y="60804"/>
                </a:lnTo>
                <a:close/>
                <a:moveTo>
                  <a:pt x="298991" y="119986"/>
                </a:moveTo>
                <a:lnTo>
                  <a:pt x="290938" y="119986"/>
                </a:lnTo>
                <a:cubicBezTo>
                  <a:pt x="303382" y="100009"/>
                  <a:pt x="309604" y="80011"/>
                  <a:pt x="309604" y="59993"/>
                </a:cubicBezTo>
                <a:cubicBezTo>
                  <a:pt x="309604" y="52169"/>
                  <a:pt x="308709" y="44407"/>
                  <a:pt x="306919" y="36707"/>
                </a:cubicBezTo>
                <a:cubicBezTo>
                  <a:pt x="305504" y="30465"/>
                  <a:pt x="303527" y="24472"/>
                  <a:pt x="300989" y="18728"/>
                </a:cubicBezTo>
                <a:cubicBezTo>
                  <a:pt x="299365" y="14983"/>
                  <a:pt x="296015" y="8740"/>
                  <a:pt x="290938" y="0"/>
                </a:cubicBezTo>
                <a:lnTo>
                  <a:pt x="298991" y="0"/>
                </a:lnTo>
                <a:cubicBezTo>
                  <a:pt x="306815" y="10446"/>
                  <a:pt x="312600" y="20934"/>
                  <a:pt x="316346" y="31463"/>
                </a:cubicBezTo>
                <a:cubicBezTo>
                  <a:pt x="319550" y="40536"/>
                  <a:pt x="321153" y="50025"/>
                  <a:pt x="321153" y="59930"/>
                </a:cubicBezTo>
                <a:cubicBezTo>
                  <a:pt x="321153" y="71167"/>
                  <a:pt x="318999" y="82030"/>
                  <a:pt x="314691" y="92517"/>
                </a:cubicBezTo>
                <a:cubicBezTo>
                  <a:pt x="310384" y="103005"/>
                  <a:pt x="305150" y="112161"/>
                  <a:pt x="298991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0CAC2-4F72-4AAD-A145-62897AEF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2863829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D3FA2-5568-4E90-9001-F6C5631F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2863829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254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877839A9-57BA-4D37-8370-CD22F505E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0761" y="2926210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1" y="54811"/>
                </a:moveTo>
                <a:cubicBezTo>
                  <a:pt x="112246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4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3" y="13531"/>
                  <a:pt x="123410" y="10725"/>
                  <a:pt x="124430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5" y="2255"/>
                  <a:pt x="131619" y="1289"/>
                  <a:pt x="133950" y="624"/>
                </a:cubicBezTo>
                <a:cubicBezTo>
                  <a:pt x="135531" y="208"/>
                  <a:pt x="138112" y="0"/>
                  <a:pt x="141691" y="0"/>
                </a:cubicBezTo>
                <a:lnTo>
                  <a:pt x="145187" y="0"/>
                </a:lnTo>
                <a:lnTo>
                  <a:pt x="145187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7" y="59962"/>
                </a:cubicBezTo>
                <a:cubicBezTo>
                  <a:pt x="124045" y="61875"/>
                  <a:pt x="127364" y="64796"/>
                  <a:pt x="129424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4" y="102510"/>
                </a:cubicBezTo>
                <a:cubicBezTo>
                  <a:pt x="133097" y="105339"/>
                  <a:pt x="133939" y="107314"/>
                  <a:pt x="135292" y="108436"/>
                </a:cubicBezTo>
                <a:cubicBezTo>
                  <a:pt x="136644" y="109560"/>
                  <a:pt x="139298" y="110122"/>
                  <a:pt x="143251" y="110122"/>
                </a:cubicBezTo>
                <a:lnTo>
                  <a:pt x="145187" y="110122"/>
                </a:lnTo>
                <a:lnTo>
                  <a:pt x="145187" y="119986"/>
                </a:lnTo>
                <a:lnTo>
                  <a:pt x="141691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7" y="116479"/>
                  <a:pt x="126209" y="114336"/>
                </a:cubicBezTo>
                <a:cubicBezTo>
                  <a:pt x="124461" y="112193"/>
                  <a:pt x="123327" y="109477"/>
                  <a:pt x="122806" y="106189"/>
                </a:cubicBezTo>
                <a:cubicBezTo>
                  <a:pt x="122286" y="102901"/>
                  <a:pt x="122005" y="97512"/>
                  <a:pt x="121964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6" y="65133"/>
                  <a:pt x="109041" y="65049"/>
                </a:cubicBezTo>
                <a:lnTo>
                  <a:pt x="109041" y="54811"/>
                </a:lnTo>
                <a:close/>
                <a:moveTo>
                  <a:pt x="212547" y="82217"/>
                </a:moveTo>
                <a:lnTo>
                  <a:pt x="212547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6" y="64442"/>
                  <a:pt x="175465" y="59201"/>
                </a:cubicBezTo>
                <a:cubicBezTo>
                  <a:pt x="185412" y="51051"/>
                  <a:pt x="192134" y="44596"/>
                  <a:pt x="195630" y="39835"/>
                </a:cubicBezTo>
                <a:cubicBezTo>
                  <a:pt x="199125" y="35073"/>
                  <a:pt x="200873" y="30572"/>
                  <a:pt x="200873" y="26331"/>
                </a:cubicBezTo>
                <a:cubicBezTo>
                  <a:pt x="200873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3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2" y="18603"/>
                  <a:pt x="165768" y="23098"/>
                  <a:pt x="165727" y="28841"/>
                </a:cubicBezTo>
                <a:lnTo>
                  <a:pt x="154178" y="27653"/>
                </a:lnTo>
                <a:cubicBezTo>
                  <a:pt x="154968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3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5" y="57804"/>
                  <a:pt x="185391" y="64632"/>
                </a:cubicBezTo>
                <a:cubicBezTo>
                  <a:pt x="178649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7" y="82217"/>
                </a:ln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9" y="107295"/>
                  <a:pt x="236626" y="109537"/>
                  <a:pt x="233005" y="111121"/>
                </a:cubicBezTo>
                <a:lnTo>
                  <a:pt x="229884" y="106252"/>
                </a:lnTo>
                <a:cubicBezTo>
                  <a:pt x="232256" y="105216"/>
                  <a:pt x="234004" y="103694"/>
                  <a:pt x="235128" y="101685"/>
                </a:cubicBezTo>
                <a:cubicBezTo>
                  <a:pt x="236251" y="99675"/>
                  <a:pt x="236876" y="96786"/>
                  <a:pt x="237000" y="93017"/>
                </a:cubicBezTo>
                <a:lnTo>
                  <a:pt x="230633" y="93017"/>
                </a:lnTo>
                <a:close/>
                <a:moveTo>
                  <a:pt x="260120" y="68920"/>
                </a:moveTo>
                <a:lnTo>
                  <a:pt x="271919" y="67921"/>
                </a:lnTo>
                <a:cubicBezTo>
                  <a:pt x="272793" y="73645"/>
                  <a:pt x="274821" y="77948"/>
                  <a:pt x="278005" y="80830"/>
                </a:cubicBezTo>
                <a:cubicBezTo>
                  <a:pt x="281189" y="83711"/>
                  <a:pt x="285028" y="85151"/>
                  <a:pt x="289523" y="85151"/>
                </a:cubicBezTo>
                <a:cubicBezTo>
                  <a:pt x="294933" y="85151"/>
                  <a:pt x="299512" y="83115"/>
                  <a:pt x="303257" y="79043"/>
                </a:cubicBezTo>
                <a:cubicBezTo>
                  <a:pt x="307003" y="74970"/>
                  <a:pt x="308876" y="69567"/>
                  <a:pt x="308876" y="62835"/>
                </a:cubicBezTo>
                <a:cubicBezTo>
                  <a:pt x="308876" y="56435"/>
                  <a:pt x="307076" y="51386"/>
                  <a:pt x="303476" y="47687"/>
                </a:cubicBezTo>
                <a:cubicBezTo>
                  <a:pt x="299876" y="43988"/>
                  <a:pt x="295162" y="42139"/>
                  <a:pt x="289336" y="42139"/>
                </a:cubicBezTo>
                <a:cubicBezTo>
                  <a:pt x="285715" y="42139"/>
                  <a:pt x="282448" y="42955"/>
                  <a:pt x="279535" y="44587"/>
                </a:cubicBezTo>
                <a:cubicBezTo>
                  <a:pt x="276621" y="46219"/>
                  <a:pt x="274332" y="48337"/>
                  <a:pt x="272668" y="50941"/>
                </a:cubicBezTo>
                <a:lnTo>
                  <a:pt x="262117" y="49567"/>
                </a:lnTo>
                <a:lnTo>
                  <a:pt x="270982" y="2622"/>
                </a:lnTo>
                <a:lnTo>
                  <a:pt x="316492" y="2622"/>
                </a:lnTo>
                <a:lnTo>
                  <a:pt x="316492" y="13235"/>
                </a:lnTo>
                <a:lnTo>
                  <a:pt x="279972" y="13235"/>
                </a:lnTo>
                <a:lnTo>
                  <a:pt x="275040" y="37893"/>
                </a:lnTo>
                <a:cubicBezTo>
                  <a:pt x="280534" y="34106"/>
                  <a:pt x="286298" y="32213"/>
                  <a:pt x="292332" y="32213"/>
                </a:cubicBezTo>
                <a:cubicBezTo>
                  <a:pt x="300323" y="32213"/>
                  <a:pt x="307065" y="34983"/>
                  <a:pt x="312559" y="40525"/>
                </a:cubicBezTo>
                <a:cubicBezTo>
                  <a:pt x="318052" y="46066"/>
                  <a:pt x="320799" y="53189"/>
                  <a:pt x="320799" y="61895"/>
                </a:cubicBezTo>
                <a:cubicBezTo>
                  <a:pt x="320799" y="70186"/>
                  <a:pt x="318385" y="77352"/>
                  <a:pt x="313558" y="83391"/>
                </a:cubicBezTo>
                <a:cubicBezTo>
                  <a:pt x="307689" y="90807"/>
                  <a:pt x="299678" y="94515"/>
                  <a:pt x="289523" y="94515"/>
                </a:cubicBezTo>
                <a:cubicBezTo>
                  <a:pt x="281199" y="94515"/>
                  <a:pt x="274405" y="92179"/>
                  <a:pt x="269141" y="87506"/>
                </a:cubicBezTo>
                <a:cubicBezTo>
                  <a:pt x="263876" y="82833"/>
                  <a:pt x="260869" y="76638"/>
                  <a:pt x="260120" y="68920"/>
                </a:cubicBez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4" y="65133"/>
                  <a:pt x="359162" y="66007"/>
                  <a:pt x="357144" y="67671"/>
                </a:cubicBezTo>
                <a:cubicBezTo>
                  <a:pt x="355125" y="69336"/>
                  <a:pt x="353783" y="71594"/>
                  <a:pt x="353117" y="74445"/>
                </a:cubicBezTo>
                <a:cubicBezTo>
                  <a:pt x="352451" y="77296"/>
                  <a:pt x="352097" y="82196"/>
                  <a:pt x="352056" y="89146"/>
                </a:cubicBezTo>
                <a:cubicBezTo>
                  <a:pt x="352014" y="96097"/>
                  <a:pt x="351889" y="100675"/>
                  <a:pt x="351681" y="102880"/>
                </a:cubicBezTo>
                <a:cubicBezTo>
                  <a:pt x="351307" y="106418"/>
                  <a:pt x="350609" y="109238"/>
                  <a:pt x="349590" y="111339"/>
                </a:cubicBezTo>
                <a:cubicBezTo>
                  <a:pt x="348570" y="113441"/>
                  <a:pt x="347311" y="115127"/>
                  <a:pt x="345813" y="116396"/>
                </a:cubicBezTo>
                <a:cubicBezTo>
                  <a:pt x="344315" y="117665"/>
                  <a:pt x="342400" y="118633"/>
                  <a:pt x="340070" y="119299"/>
                </a:cubicBezTo>
                <a:cubicBezTo>
                  <a:pt x="338488" y="119757"/>
                  <a:pt x="335908" y="119986"/>
                  <a:pt x="332329" y="119986"/>
                </a:cubicBezTo>
                <a:lnTo>
                  <a:pt x="328833" y="119986"/>
                </a:lnTo>
                <a:lnTo>
                  <a:pt x="328833" y="110122"/>
                </a:lnTo>
                <a:lnTo>
                  <a:pt x="330768" y="110122"/>
                </a:lnTo>
                <a:cubicBezTo>
                  <a:pt x="335096" y="110122"/>
                  <a:pt x="337968" y="109342"/>
                  <a:pt x="339383" y="107781"/>
                </a:cubicBezTo>
                <a:cubicBezTo>
                  <a:pt x="340798" y="106222"/>
                  <a:pt x="341505" y="102718"/>
                  <a:pt x="341505" y="97270"/>
                </a:cubicBezTo>
                <a:cubicBezTo>
                  <a:pt x="341505" y="86872"/>
                  <a:pt x="341693" y="80279"/>
                  <a:pt x="342067" y="77492"/>
                </a:cubicBezTo>
                <a:cubicBezTo>
                  <a:pt x="342733" y="72876"/>
                  <a:pt x="344065" y="69185"/>
                  <a:pt x="346063" y="66419"/>
                </a:cubicBezTo>
                <a:cubicBezTo>
                  <a:pt x="348060" y="63653"/>
                  <a:pt x="350890" y="61500"/>
                  <a:pt x="354553" y="59962"/>
                </a:cubicBezTo>
                <a:cubicBezTo>
                  <a:pt x="349767" y="57676"/>
                  <a:pt x="346396" y="54655"/>
                  <a:pt x="344440" y="50896"/>
                </a:cubicBezTo>
                <a:cubicBezTo>
                  <a:pt x="342484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3" y="17341"/>
                </a:cubicBezTo>
                <a:cubicBezTo>
                  <a:pt x="340902" y="14558"/>
                  <a:pt x="340080" y="12616"/>
                  <a:pt x="338727" y="11516"/>
                </a:cubicBezTo>
                <a:cubicBezTo>
                  <a:pt x="337375" y="10414"/>
                  <a:pt x="334722" y="9864"/>
                  <a:pt x="330768" y="9864"/>
                </a:cubicBezTo>
                <a:lnTo>
                  <a:pt x="328833" y="9864"/>
                </a:lnTo>
                <a:lnTo>
                  <a:pt x="328833" y="0"/>
                </a:lnTo>
                <a:lnTo>
                  <a:pt x="332329" y="0"/>
                </a:lnTo>
                <a:cubicBezTo>
                  <a:pt x="336407" y="0"/>
                  <a:pt x="339362" y="332"/>
                  <a:pt x="341193" y="997"/>
                </a:cubicBezTo>
                <a:cubicBezTo>
                  <a:pt x="343857" y="1912"/>
                  <a:pt x="346063" y="3451"/>
                  <a:pt x="347811" y="5613"/>
                </a:cubicBezTo>
                <a:cubicBezTo>
                  <a:pt x="349559" y="7774"/>
                  <a:pt x="350693" y="10497"/>
                  <a:pt x="351213" y="13781"/>
                </a:cubicBezTo>
                <a:cubicBezTo>
                  <a:pt x="351733" y="17065"/>
                  <a:pt x="352014" y="22449"/>
                  <a:pt x="352056" y="29932"/>
                </a:cubicBezTo>
                <a:cubicBezTo>
                  <a:pt x="352097" y="37414"/>
                  <a:pt x="352451" y="42579"/>
                  <a:pt x="353117" y="45428"/>
                </a:cubicBezTo>
                <a:cubicBezTo>
                  <a:pt x="353783" y="48275"/>
                  <a:pt x="355125" y="50530"/>
                  <a:pt x="357144" y="52193"/>
                </a:cubicBezTo>
                <a:cubicBezTo>
                  <a:pt x="359162" y="53855"/>
                  <a:pt x="361774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1" y="80157"/>
                </a:lnTo>
                <a:lnTo>
                  <a:pt x="392761" y="92980"/>
                </a:lnTo>
                <a:cubicBezTo>
                  <a:pt x="392761" y="97693"/>
                  <a:pt x="391929" y="101499"/>
                  <a:pt x="390264" y="104396"/>
                </a:cubicBezTo>
                <a:cubicBezTo>
                  <a:pt x="388599" y="107295"/>
                  <a:pt x="385956" y="109537"/>
                  <a:pt x="382336" y="111121"/>
                </a:cubicBezTo>
                <a:lnTo>
                  <a:pt x="379214" y="106252"/>
                </a:lnTo>
                <a:cubicBezTo>
                  <a:pt x="381587" y="105216"/>
                  <a:pt x="383335" y="103694"/>
                  <a:pt x="384458" y="101685"/>
                </a:cubicBezTo>
                <a:cubicBezTo>
                  <a:pt x="385582" y="99675"/>
                  <a:pt x="386206" y="96786"/>
                  <a:pt x="386331" y="93017"/>
                </a:cubicBezTo>
                <a:lnTo>
                  <a:pt x="379963" y="93017"/>
                </a:lnTo>
                <a:close/>
                <a:moveTo>
                  <a:pt x="451776" y="93017"/>
                </a:moveTo>
                <a:lnTo>
                  <a:pt x="440539" y="93017"/>
                </a:lnTo>
                <a:lnTo>
                  <a:pt x="440539" y="21413"/>
                </a:lnTo>
                <a:cubicBezTo>
                  <a:pt x="437834" y="23993"/>
                  <a:pt x="434286" y="26573"/>
                  <a:pt x="429895" y="29154"/>
                </a:cubicBezTo>
                <a:cubicBezTo>
                  <a:pt x="425505" y="31734"/>
                  <a:pt x="421561" y="33669"/>
                  <a:pt x="418065" y="34959"/>
                </a:cubicBezTo>
                <a:lnTo>
                  <a:pt x="418065" y="24097"/>
                </a:lnTo>
                <a:cubicBezTo>
                  <a:pt x="424350" y="21142"/>
                  <a:pt x="429843" y="17563"/>
                  <a:pt x="434546" y="13359"/>
                </a:cubicBezTo>
                <a:cubicBezTo>
                  <a:pt x="439249" y="9156"/>
                  <a:pt x="442579" y="5077"/>
                  <a:pt x="444535" y="1124"/>
                </a:cubicBezTo>
                <a:lnTo>
                  <a:pt x="451776" y="1124"/>
                </a:lnTo>
                <a:lnTo>
                  <a:pt x="451776" y="93017"/>
                </a:ln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2" y="36707"/>
                </a:cubicBezTo>
                <a:cubicBezTo>
                  <a:pt x="497537" y="30465"/>
                  <a:pt x="495560" y="24472"/>
                  <a:pt x="493021" y="18728"/>
                </a:cubicBezTo>
                <a:cubicBezTo>
                  <a:pt x="491398" y="14983"/>
                  <a:pt x="488048" y="8740"/>
                  <a:pt x="482970" y="0"/>
                </a:cubicBezTo>
                <a:lnTo>
                  <a:pt x="491023" y="0"/>
                </a:lnTo>
                <a:cubicBezTo>
                  <a:pt x="498848" y="10446"/>
                  <a:pt x="504633" y="20934"/>
                  <a:pt x="508378" y="31463"/>
                </a:cubicBezTo>
                <a:cubicBezTo>
                  <a:pt x="511583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4" y="92517"/>
                </a:cubicBezTo>
                <a:cubicBezTo>
                  <a:pt x="502416" y="103005"/>
                  <a:pt x="497183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8FE53-E77D-4B0B-B613-EA96D0B5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661298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59980E-A3C0-4D1F-A263-76A8B395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661298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57" name="Text u({2,3,4},5)">
            <a:extLst xmlns:a="http://schemas.openxmlformats.org/drawingml/2006/main">
              <a:ext uri="{FF2B5EF4-FFF2-40B4-BE49-F238E27FC236}">
                <a16:creationId xmlns:a16="http://schemas.microsoft.com/office/drawing/2014/main" id="{CC395952-6C13-4009-9846-318324D2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550" y="717867"/>
            <a:ext cx="619814" cy="119986"/>
          </a:xfrm>
          <a:custGeom xmlns:a="http://schemas.openxmlformats.org/drawingml/2006/main">
            <a:pathLst>
              <a:path w="61981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1" y="54811"/>
                </a:moveTo>
                <a:cubicBezTo>
                  <a:pt x="112245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3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2" y="13531"/>
                  <a:pt x="123410" y="10725"/>
                  <a:pt x="124429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4" y="2255"/>
                  <a:pt x="131619" y="1289"/>
                  <a:pt x="133949" y="624"/>
                </a:cubicBezTo>
                <a:cubicBezTo>
                  <a:pt x="135531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3" y="102510"/>
                </a:cubicBezTo>
                <a:cubicBezTo>
                  <a:pt x="133096" y="105339"/>
                  <a:pt x="133939" y="107314"/>
                  <a:pt x="135292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6" y="102901"/>
                  <a:pt x="122005" y="97512"/>
                  <a:pt x="121963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5" y="65133"/>
                  <a:pt x="109041" y="65049"/>
                </a:cubicBezTo>
                <a:lnTo>
                  <a:pt x="109041" y="54811"/>
                </a:lnTo>
                <a:close/>
                <a:moveTo>
                  <a:pt x="212547" y="82217"/>
                </a:moveTo>
                <a:lnTo>
                  <a:pt x="212547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6" y="64442"/>
                  <a:pt x="175465" y="59201"/>
                </a:cubicBezTo>
                <a:cubicBezTo>
                  <a:pt x="185412" y="51051"/>
                  <a:pt x="192134" y="44596"/>
                  <a:pt x="195630" y="39835"/>
                </a:cubicBezTo>
                <a:cubicBezTo>
                  <a:pt x="199125" y="35073"/>
                  <a:pt x="200873" y="30572"/>
                  <a:pt x="200873" y="26331"/>
                </a:cubicBezTo>
                <a:cubicBezTo>
                  <a:pt x="200873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3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2" y="18603"/>
                  <a:pt x="165768" y="23098"/>
                  <a:pt x="165727" y="28841"/>
                </a:cubicBezTo>
                <a:lnTo>
                  <a:pt x="154178" y="27653"/>
                </a:lnTo>
                <a:cubicBezTo>
                  <a:pt x="154968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3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5" y="57804"/>
                  <a:pt x="185391" y="64632"/>
                </a:cubicBezTo>
                <a:cubicBezTo>
                  <a:pt x="178649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7" y="82217"/>
                </a:ln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8" y="107295"/>
                  <a:pt x="236626" y="109537"/>
                  <a:pt x="233005" y="111121"/>
                </a:cubicBezTo>
                <a:lnTo>
                  <a:pt x="229883" y="106252"/>
                </a:lnTo>
                <a:cubicBezTo>
                  <a:pt x="232256" y="105216"/>
                  <a:pt x="234004" y="103694"/>
                  <a:pt x="235127" y="101685"/>
                </a:cubicBezTo>
                <a:cubicBezTo>
                  <a:pt x="236251" y="99675"/>
                  <a:pt x="236875" y="96786"/>
                  <a:pt x="237000" y="93017"/>
                </a:cubicBezTo>
                <a:lnTo>
                  <a:pt x="230633" y="93017"/>
                </a:lnTo>
                <a:close/>
                <a:moveTo>
                  <a:pt x="260182" y="68670"/>
                </a:moveTo>
                <a:lnTo>
                  <a:pt x="271419" y="67172"/>
                </a:lnTo>
                <a:cubicBezTo>
                  <a:pt x="272709" y="73540"/>
                  <a:pt x="274905" y="78128"/>
                  <a:pt x="278005" y="80937"/>
                </a:cubicBezTo>
                <a:cubicBezTo>
                  <a:pt x="281106" y="83746"/>
                  <a:pt x="284883" y="85151"/>
                  <a:pt x="289336" y="85151"/>
                </a:cubicBezTo>
                <a:cubicBezTo>
                  <a:pt x="294621" y="85151"/>
                  <a:pt x="299085" y="83323"/>
                  <a:pt x="302727" y="79667"/>
                </a:cubicBezTo>
                <a:cubicBezTo>
                  <a:pt x="306368" y="76011"/>
                  <a:pt x="308189" y="71483"/>
                  <a:pt x="308189" y="66081"/>
                </a:cubicBezTo>
                <a:cubicBezTo>
                  <a:pt x="308189" y="60929"/>
                  <a:pt x="306503" y="56680"/>
                  <a:pt x="303132" y="53336"/>
                </a:cubicBezTo>
                <a:cubicBezTo>
                  <a:pt x="299761" y="49991"/>
                  <a:pt x="295475" y="48319"/>
                  <a:pt x="290272" y="48319"/>
                </a:cubicBezTo>
                <a:cubicBezTo>
                  <a:pt x="288150" y="48319"/>
                  <a:pt x="285507" y="48735"/>
                  <a:pt x="282344" y="49567"/>
                </a:cubicBezTo>
                <a:lnTo>
                  <a:pt x="283593" y="39704"/>
                </a:lnTo>
                <a:cubicBezTo>
                  <a:pt x="284342" y="39787"/>
                  <a:pt x="284945" y="39829"/>
                  <a:pt x="285403" y="39829"/>
                </a:cubicBezTo>
                <a:cubicBezTo>
                  <a:pt x="290189" y="39829"/>
                  <a:pt x="294496" y="38591"/>
                  <a:pt x="298325" y="36114"/>
                </a:cubicBezTo>
                <a:cubicBezTo>
                  <a:pt x="302154" y="33638"/>
                  <a:pt x="304069" y="29821"/>
                  <a:pt x="304069" y="24663"/>
                </a:cubicBezTo>
                <a:cubicBezTo>
                  <a:pt x="304069" y="20578"/>
                  <a:pt x="302674" y="17194"/>
                  <a:pt x="299886" y="14512"/>
                </a:cubicBezTo>
                <a:cubicBezTo>
                  <a:pt x="297098" y="11829"/>
                  <a:pt x="293498" y="10488"/>
                  <a:pt x="289086" y="10488"/>
                </a:cubicBezTo>
                <a:cubicBezTo>
                  <a:pt x="284716" y="10488"/>
                  <a:pt x="281075" y="11861"/>
                  <a:pt x="278161" y="14608"/>
                </a:cubicBezTo>
                <a:cubicBezTo>
                  <a:pt x="275248" y="17355"/>
                  <a:pt x="273375" y="21475"/>
                  <a:pt x="272543" y="26969"/>
                </a:cubicBezTo>
                <a:lnTo>
                  <a:pt x="261306" y="24971"/>
                </a:lnTo>
                <a:cubicBezTo>
                  <a:pt x="262679" y="17399"/>
                  <a:pt x="265801" y="11532"/>
                  <a:pt x="270670" y="7368"/>
                </a:cubicBezTo>
                <a:cubicBezTo>
                  <a:pt x="275539" y="3205"/>
                  <a:pt x="281595" y="1124"/>
                  <a:pt x="288836" y="1124"/>
                </a:cubicBezTo>
                <a:cubicBezTo>
                  <a:pt x="293831" y="1124"/>
                  <a:pt x="298429" y="2192"/>
                  <a:pt x="302633" y="4329"/>
                </a:cubicBezTo>
                <a:cubicBezTo>
                  <a:pt x="306836" y="6466"/>
                  <a:pt x="310051" y="9381"/>
                  <a:pt x="312278" y="13075"/>
                </a:cubicBezTo>
                <a:cubicBezTo>
                  <a:pt x="314504" y="16767"/>
                  <a:pt x="315618" y="20688"/>
                  <a:pt x="315618" y="24838"/>
                </a:cubicBezTo>
                <a:cubicBezTo>
                  <a:pt x="315618" y="28780"/>
                  <a:pt x="314557" y="32370"/>
                  <a:pt x="312434" y="35607"/>
                </a:cubicBezTo>
                <a:cubicBezTo>
                  <a:pt x="310311" y="38843"/>
                  <a:pt x="307169" y="41415"/>
                  <a:pt x="303007" y="43325"/>
                </a:cubicBezTo>
                <a:cubicBezTo>
                  <a:pt x="308418" y="44573"/>
                  <a:pt x="312621" y="47164"/>
                  <a:pt x="315618" y="51097"/>
                </a:cubicBezTo>
                <a:cubicBezTo>
                  <a:pt x="318614" y="55030"/>
                  <a:pt x="320113" y="59951"/>
                  <a:pt x="320113" y="65861"/>
                </a:cubicBezTo>
                <a:cubicBezTo>
                  <a:pt x="320113" y="73852"/>
                  <a:pt x="317199" y="80625"/>
                  <a:pt x="311373" y="86181"/>
                </a:cubicBezTo>
                <a:cubicBezTo>
                  <a:pt x="305546" y="91737"/>
                  <a:pt x="298180" y="94515"/>
                  <a:pt x="289273" y="94515"/>
                </a:cubicBezTo>
                <a:cubicBezTo>
                  <a:pt x="281241" y="94515"/>
                  <a:pt x="274572" y="92116"/>
                  <a:pt x="269265" y="87318"/>
                </a:cubicBezTo>
                <a:cubicBezTo>
                  <a:pt x="263959" y="82521"/>
                  <a:pt x="260931" y="76305"/>
                  <a:pt x="260182" y="68670"/>
                </a:cubicBezTo>
                <a:close/>
                <a:moveTo>
                  <a:pt x="337260" y="93017"/>
                </a:moveTo>
                <a:lnTo>
                  <a:pt x="337260" y="80157"/>
                </a:lnTo>
                <a:lnTo>
                  <a:pt x="350058" y="80157"/>
                </a:lnTo>
                <a:lnTo>
                  <a:pt x="350058" y="92980"/>
                </a:lnTo>
                <a:cubicBezTo>
                  <a:pt x="350058" y="97693"/>
                  <a:pt x="349226" y="101499"/>
                  <a:pt x="347561" y="104396"/>
                </a:cubicBezTo>
                <a:cubicBezTo>
                  <a:pt x="345896" y="107295"/>
                  <a:pt x="343253" y="109537"/>
                  <a:pt x="339633" y="111121"/>
                </a:cubicBezTo>
                <a:lnTo>
                  <a:pt x="336511" y="106252"/>
                </a:lnTo>
                <a:cubicBezTo>
                  <a:pt x="338884" y="105216"/>
                  <a:pt x="340631" y="103694"/>
                  <a:pt x="341755" y="101685"/>
                </a:cubicBezTo>
                <a:cubicBezTo>
                  <a:pt x="342879" y="99675"/>
                  <a:pt x="343503" y="96786"/>
                  <a:pt x="343628" y="93017"/>
                </a:cubicBezTo>
                <a:lnTo>
                  <a:pt x="337260" y="93017"/>
                </a:lnTo>
                <a:close/>
                <a:moveTo>
                  <a:pt x="402768" y="93017"/>
                </a:moveTo>
                <a:lnTo>
                  <a:pt x="402768" y="71105"/>
                </a:lnTo>
                <a:lnTo>
                  <a:pt x="363064" y="71105"/>
                </a:lnTo>
                <a:lnTo>
                  <a:pt x="363064" y="60804"/>
                </a:lnTo>
                <a:lnTo>
                  <a:pt x="404828" y="1498"/>
                </a:lnTo>
                <a:lnTo>
                  <a:pt x="414005" y="1498"/>
                </a:lnTo>
                <a:lnTo>
                  <a:pt x="414005" y="60804"/>
                </a:lnTo>
                <a:lnTo>
                  <a:pt x="426366" y="60804"/>
                </a:lnTo>
                <a:lnTo>
                  <a:pt x="426366" y="71105"/>
                </a:lnTo>
                <a:lnTo>
                  <a:pt x="414005" y="71105"/>
                </a:lnTo>
                <a:lnTo>
                  <a:pt x="414005" y="93017"/>
                </a:lnTo>
                <a:lnTo>
                  <a:pt x="402768" y="93017"/>
                </a:lnTo>
                <a:moveTo>
                  <a:pt x="402768" y="60804"/>
                </a:moveTo>
                <a:lnTo>
                  <a:pt x="402768" y="19540"/>
                </a:lnTo>
                <a:lnTo>
                  <a:pt x="374114" y="60804"/>
                </a:lnTo>
                <a:lnTo>
                  <a:pt x="402768" y="60804"/>
                </a:lnTo>
                <a:close/>
                <a:moveTo>
                  <a:pt x="471607" y="54811"/>
                </a:moveTo>
                <a:lnTo>
                  <a:pt x="471607" y="65049"/>
                </a:lnTo>
                <a:cubicBezTo>
                  <a:pt x="468402" y="65133"/>
                  <a:pt x="465791" y="66007"/>
                  <a:pt x="463772" y="67671"/>
                </a:cubicBezTo>
                <a:cubicBezTo>
                  <a:pt x="461754" y="69336"/>
                  <a:pt x="460412" y="71594"/>
                  <a:pt x="459746" y="74445"/>
                </a:cubicBezTo>
                <a:cubicBezTo>
                  <a:pt x="459080" y="77296"/>
                  <a:pt x="458726" y="82196"/>
                  <a:pt x="458684" y="89146"/>
                </a:cubicBezTo>
                <a:cubicBezTo>
                  <a:pt x="458643" y="96097"/>
                  <a:pt x="458518" y="100675"/>
                  <a:pt x="458310" y="102880"/>
                </a:cubicBezTo>
                <a:cubicBezTo>
                  <a:pt x="457935" y="106418"/>
                  <a:pt x="457238" y="109238"/>
                  <a:pt x="456219" y="111339"/>
                </a:cubicBezTo>
                <a:cubicBezTo>
                  <a:pt x="455199" y="113441"/>
                  <a:pt x="453940" y="115127"/>
                  <a:pt x="452442" y="116396"/>
                </a:cubicBezTo>
                <a:cubicBezTo>
                  <a:pt x="450943" y="117665"/>
                  <a:pt x="449029" y="118633"/>
                  <a:pt x="446698" y="119299"/>
                </a:cubicBezTo>
                <a:cubicBezTo>
                  <a:pt x="445117" y="119757"/>
                  <a:pt x="442537" y="119986"/>
                  <a:pt x="438957" y="119986"/>
                </a:cubicBezTo>
                <a:lnTo>
                  <a:pt x="435461" y="119986"/>
                </a:lnTo>
                <a:lnTo>
                  <a:pt x="435461" y="110122"/>
                </a:lnTo>
                <a:lnTo>
                  <a:pt x="437397" y="110122"/>
                </a:lnTo>
                <a:cubicBezTo>
                  <a:pt x="441725" y="110122"/>
                  <a:pt x="444597" y="109342"/>
                  <a:pt x="446012" y="107781"/>
                </a:cubicBezTo>
                <a:cubicBezTo>
                  <a:pt x="447427" y="106222"/>
                  <a:pt x="448134" y="102718"/>
                  <a:pt x="448134" y="97270"/>
                </a:cubicBezTo>
                <a:cubicBezTo>
                  <a:pt x="448134" y="86872"/>
                  <a:pt x="448322" y="80279"/>
                  <a:pt x="448696" y="77492"/>
                </a:cubicBezTo>
                <a:cubicBezTo>
                  <a:pt x="449362" y="72876"/>
                  <a:pt x="450694" y="69185"/>
                  <a:pt x="452691" y="66419"/>
                </a:cubicBezTo>
                <a:cubicBezTo>
                  <a:pt x="454689" y="63653"/>
                  <a:pt x="457519" y="61500"/>
                  <a:pt x="461182" y="59962"/>
                </a:cubicBezTo>
                <a:cubicBezTo>
                  <a:pt x="456395" y="57676"/>
                  <a:pt x="453024" y="54655"/>
                  <a:pt x="451068" y="50896"/>
                </a:cubicBezTo>
                <a:cubicBezTo>
                  <a:pt x="449112" y="47136"/>
                  <a:pt x="448134" y="40790"/>
                  <a:pt x="448134" y="31859"/>
                </a:cubicBezTo>
                <a:cubicBezTo>
                  <a:pt x="448134" y="23759"/>
                  <a:pt x="448030" y="18920"/>
                  <a:pt x="447822" y="17341"/>
                </a:cubicBezTo>
                <a:cubicBezTo>
                  <a:pt x="447531" y="14558"/>
                  <a:pt x="446709" y="12616"/>
                  <a:pt x="445356" y="11516"/>
                </a:cubicBezTo>
                <a:cubicBezTo>
                  <a:pt x="444004" y="10414"/>
                  <a:pt x="441350" y="9864"/>
                  <a:pt x="437397" y="9864"/>
                </a:cubicBezTo>
                <a:lnTo>
                  <a:pt x="435461" y="9864"/>
                </a:lnTo>
                <a:lnTo>
                  <a:pt x="435461" y="0"/>
                </a:lnTo>
                <a:lnTo>
                  <a:pt x="438957" y="0"/>
                </a:lnTo>
                <a:cubicBezTo>
                  <a:pt x="443036" y="0"/>
                  <a:pt x="445991" y="332"/>
                  <a:pt x="447822" y="997"/>
                </a:cubicBezTo>
                <a:cubicBezTo>
                  <a:pt x="450486" y="1912"/>
                  <a:pt x="452691" y="3451"/>
                  <a:pt x="454439" y="5613"/>
                </a:cubicBezTo>
                <a:cubicBezTo>
                  <a:pt x="456187" y="7774"/>
                  <a:pt x="457321" y="10497"/>
                  <a:pt x="457842" y="13781"/>
                </a:cubicBezTo>
                <a:cubicBezTo>
                  <a:pt x="458362" y="17065"/>
                  <a:pt x="458643" y="22449"/>
                  <a:pt x="458684" y="29932"/>
                </a:cubicBezTo>
                <a:cubicBezTo>
                  <a:pt x="458726" y="37414"/>
                  <a:pt x="459080" y="42579"/>
                  <a:pt x="459746" y="45428"/>
                </a:cubicBezTo>
                <a:cubicBezTo>
                  <a:pt x="460412" y="48275"/>
                  <a:pt x="461754" y="50530"/>
                  <a:pt x="463772" y="52193"/>
                </a:cubicBezTo>
                <a:cubicBezTo>
                  <a:pt x="465791" y="53855"/>
                  <a:pt x="468402" y="54728"/>
                  <a:pt x="471607" y="54811"/>
                </a:cubicBezTo>
                <a:close/>
                <a:moveTo>
                  <a:pt x="486591" y="93017"/>
                </a:moveTo>
                <a:lnTo>
                  <a:pt x="486591" y="80157"/>
                </a:lnTo>
                <a:lnTo>
                  <a:pt x="499389" y="80157"/>
                </a:lnTo>
                <a:lnTo>
                  <a:pt x="499389" y="92980"/>
                </a:lnTo>
                <a:cubicBezTo>
                  <a:pt x="499389" y="97693"/>
                  <a:pt x="498556" y="101499"/>
                  <a:pt x="496892" y="104396"/>
                </a:cubicBezTo>
                <a:cubicBezTo>
                  <a:pt x="495227" y="107295"/>
                  <a:pt x="492584" y="109537"/>
                  <a:pt x="488963" y="111121"/>
                </a:cubicBezTo>
                <a:lnTo>
                  <a:pt x="485842" y="106252"/>
                </a:lnTo>
                <a:cubicBezTo>
                  <a:pt x="488214" y="105216"/>
                  <a:pt x="489962" y="103694"/>
                  <a:pt x="491086" y="101685"/>
                </a:cubicBezTo>
                <a:cubicBezTo>
                  <a:pt x="492210" y="99675"/>
                  <a:pt x="492834" y="96786"/>
                  <a:pt x="492959" y="93017"/>
                </a:cubicBezTo>
                <a:lnTo>
                  <a:pt x="486591" y="93017"/>
                </a:lnTo>
                <a:close/>
                <a:moveTo>
                  <a:pt x="516078" y="68920"/>
                </a:moveTo>
                <a:lnTo>
                  <a:pt x="527877" y="67921"/>
                </a:lnTo>
                <a:cubicBezTo>
                  <a:pt x="528751" y="73645"/>
                  <a:pt x="530780" y="77948"/>
                  <a:pt x="533964" y="80830"/>
                </a:cubicBezTo>
                <a:cubicBezTo>
                  <a:pt x="537148" y="83711"/>
                  <a:pt x="540987" y="85151"/>
                  <a:pt x="545482" y="85151"/>
                </a:cubicBezTo>
                <a:cubicBezTo>
                  <a:pt x="550892" y="85151"/>
                  <a:pt x="555470" y="83115"/>
                  <a:pt x="559216" y="79043"/>
                </a:cubicBezTo>
                <a:cubicBezTo>
                  <a:pt x="562961" y="74970"/>
                  <a:pt x="564834" y="69567"/>
                  <a:pt x="564834" y="62835"/>
                </a:cubicBezTo>
                <a:cubicBezTo>
                  <a:pt x="564834" y="56435"/>
                  <a:pt x="563034" y="51386"/>
                  <a:pt x="559434" y="47687"/>
                </a:cubicBezTo>
                <a:cubicBezTo>
                  <a:pt x="555834" y="43988"/>
                  <a:pt x="551121" y="42139"/>
                  <a:pt x="545294" y="42139"/>
                </a:cubicBezTo>
                <a:cubicBezTo>
                  <a:pt x="541674" y="42139"/>
                  <a:pt x="538407" y="42955"/>
                  <a:pt x="535493" y="44587"/>
                </a:cubicBezTo>
                <a:cubicBezTo>
                  <a:pt x="532580" y="46219"/>
                  <a:pt x="530291" y="48337"/>
                  <a:pt x="528626" y="50941"/>
                </a:cubicBezTo>
                <a:lnTo>
                  <a:pt x="518076" y="49567"/>
                </a:lnTo>
                <a:lnTo>
                  <a:pt x="526941" y="2622"/>
                </a:lnTo>
                <a:lnTo>
                  <a:pt x="572450" y="2622"/>
                </a:lnTo>
                <a:lnTo>
                  <a:pt x="572450" y="13235"/>
                </a:lnTo>
                <a:lnTo>
                  <a:pt x="535930" y="13235"/>
                </a:lnTo>
                <a:lnTo>
                  <a:pt x="530999" y="37893"/>
                </a:lnTo>
                <a:cubicBezTo>
                  <a:pt x="536492" y="34106"/>
                  <a:pt x="542256" y="32213"/>
                  <a:pt x="548291" y="32213"/>
                </a:cubicBezTo>
                <a:cubicBezTo>
                  <a:pt x="556282" y="32213"/>
                  <a:pt x="563024" y="34983"/>
                  <a:pt x="568517" y="40525"/>
                </a:cubicBezTo>
                <a:cubicBezTo>
                  <a:pt x="574011" y="46066"/>
                  <a:pt x="576758" y="53189"/>
                  <a:pt x="576758" y="61895"/>
                </a:cubicBezTo>
                <a:cubicBezTo>
                  <a:pt x="576758" y="70186"/>
                  <a:pt x="574344" y="77352"/>
                  <a:pt x="569516" y="83391"/>
                </a:cubicBezTo>
                <a:cubicBezTo>
                  <a:pt x="563648" y="90807"/>
                  <a:pt x="555637" y="94515"/>
                  <a:pt x="545482" y="94515"/>
                </a:cubicBezTo>
                <a:cubicBezTo>
                  <a:pt x="537158" y="94515"/>
                  <a:pt x="530364" y="92179"/>
                  <a:pt x="525099" y="87506"/>
                </a:cubicBezTo>
                <a:cubicBezTo>
                  <a:pt x="519834" y="82833"/>
                  <a:pt x="516827" y="76638"/>
                  <a:pt x="516078" y="68920"/>
                </a:cubicBezTo>
                <a:close/>
                <a:moveTo>
                  <a:pt x="597652" y="119986"/>
                </a:moveTo>
                <a:lnTo>
                  <a:pt x="589599" y="119986"/>
                </a:lnTo>
                <a:cubicBezTo>
                  <a:pt x="602043" y="100009"/>
                  <a:pt x="608265" y="80011"/>
                  <a:pt x="608265" y="59993"/>
                </a:cubicBezTo>
                <a:cubicBezTo>
                  <a:pt x="608265" y="52169"/>
                  <a:pt x="607370" y="44407"/>
                  <a:pt x="605580" y="36707"/>
                </a:cubicBezTo>
                <a:cubicBezTo>
                  <a:pt x="604165" y="30465"/>
                  <a:pt x="602189" y="24472"/>
                  <a:pt x="599650" y="18728"/>
                </a:cubicBezTo>
                <a:cubicBezTo>
                  <a:pt x="598027" y="14983"/>
                  <a:pt x="594676" y="8740"/>
                  <a:pt x="589599" y="0"/>
                </a:cubicBezTo>
                <a:lnTo>
                  <a:pt x="597652" y="0"/>
                </a:lnTo>
                <a:cubicBezTo>
                  <a:pt x="605476" y="10446"/>
                  <a:pt x="611261" y="20934"/>
                  <a:pt x="615007" y="31463"/>
                </a:cubicBezTo>
                <a:cubicBezTo>
                  <a:pt x="618212" y="40536"/>
                  <a:pt x="619814" y="50025"/>
                  <a:pt x="619814" y="59930"/>
                </a:cubicBezTo>
                <a:cubicBezTo>
                  <a:pt x="619814" y="71167"/>
                  <a:pt x="617660" y="82030"/>
                  <a:pt x="613353" y="92517"/>
                </a:cubicBezTo>
                <a:cubicBezTo>
                  <a:pt x="609045" y="103005"/>
                  <a:pt x="603812" y="112161"/>
                  <a:pt x="59765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F16F5-C450-4313-A9E2-8D89FFC8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1100061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5E68AD-5373-41FF-B0FD-68E817A1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1100061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260" name="Text u(4,5)">
            <a:extLst xmlns:a="http://schemas.openxmlformats.org/drawingml/2006/main">
              <a:ext uri="{FF2B5EF4-FFF2-40B4-BE49-F238E27FC236}">
                <a16:creationId xmlns:a16="http://schemas.microsoft.com/office/drawing/2014/main" id="{71009CB0-6D81-46BB-A07A-B830594D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31" y="1159536"/>
            <a:ext cx="321153" cy="119986"/>
          </a:xfrm>
          <a:custGeom xmlns:a="http://schemas.openxmlformats.org/drawingml/2006/main">
            <a:pathLst>
              <a:path w="321153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46810" y="93017"/>
                </a:moveTo>
                <a:lnTo>
                  <a:pt x="146810" y="71105"/>
                </a:lnTo>
                <a:lnTo>
                  <a:pt x="107106" y="71105"/>
                </a:lnTo>
                <a:lnTo>
                  <a:pt x="107106" y="60804"/>
                </a:lnTo>
                <a:lnTo>
                  <a:pt x="148870" y="1498"/>
                </a:lnTo>
                <a:lnTo>
                  <a:pt x="158047" y="1498"/>
                </a:lnTo>
                <a:lnTo>
                  <a:pt x="158047" y="60804"/>
                </a:lnTo>
                <a:lnTo>
                  <a:pt x="170407" y="60804"/>
                </a:lnTo>
                <a:lnTo>
                  <a:pt x="170407" y="71105"/>
                </a:lnTo>
                <a:lnTo>
                  <a:pt x="158047" y="71105"/>
                </a:lnTo>
                <a:lnTo>
                  <a:pt x="158047" y="93017"/>
                </a:lnTo>
                <a:lnTo>
                  <a:pt x="146810" y="93017"/>
                </a:lnTo>
                <a:moveTo>
                  <a:pt x="146810" y="60804"/>
                </a:moveTo>
                <a:lnTo>
                  <a:pt x="146810" y="19540"/>
                </a:lnTo>
                <a:lnTo>
                  <a:pt x="118156" y="60804"/>
                </a:lnTo>
                <a:lnTo>
                  <a:pt x="146810" y="60804"/>
                </a:lnTo>
                <a:close/>
                <a:moveTo>
                  <a:pt x="187930" y="93017"/>
                </a:moveTo>
                <a:lnTo>
                  <a:pt x="187930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5" y="101499"/>
                  <a:pt x="198230" y="104396"/>
                </a:cubicBezTo>
                <a:cubicBezTo>
                  <a:pt x="196566" y="107295"/>
                  <a:pt x="193923" y="109537"/>
                  <a:pt x="190302" y="111121"/>
                </a:cubicBezTo>
                <a:lnTo>
                  <a:pt x="187181" y="106252"/>
                </a:lnTo>
                <a:cubicBezTo>
                  <a:pt x="189553" y="105216"/>
                  <a:pt x="191301" y="103694"/>
                  <a:pt x="192425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30" y="93017"/>
                </a:lnTo>
                <a:close/>
                <a:moveTo>
                  <a:pt x="217417" y="68920"/>
                </a:moveTo>
                <a:lnTo>
                  <a:pt x="229216" y="67921"/>
                </a:lnTo>
                <a:cubicBezTo>
                  <a:pt x="230090" y="73645"/>
                  <a:pt x="232119" y="77948"/>
                  <a:pt x="235302" y="80830"/>
                </a:cubicBezTo>
                <a:cubicBezTo>
                  <a:pt x="238486" y="83711"/>
                  <a:pt x="242326" y="85151"/>
                  <a:pt x="246820" y="85151"/>
                </a:cubicBezTo>
                <a:cubicBezTo>
                  <a:pt x="252231" y="85151"/>
                  <a:pt x="256809" y="83115"/>
                  <a:pt x="260554" y="79043"/>
                </a:cubicBezTo>
                <a:cubicBezTo>
                  <a:pt x="264300" y="74970"/>
                  <a:pt x="266173" y="69567"/>
                  <a:pt x="266173" y="62835"/>
                </a:cubicBezTo>
                <a:cubicBezTo>
                  <a:pt x="266173" y="56435"/>
                  <a:pt x="264373" y="51386"/>
                  <a:pt x="260773" y="47687"/>
                </a:cubicBezTo>
                <a:cubicBezTo>
                  <a:pt x="257173" y="43988"/>
                  <a:pt x="252460" y="42139"/>
                  <a:pt x="246633" y="42139"/>
                </a:cubicBezTo>
                <a:cubicBezTo>
                  <a:pt x="243012" y="42139"/>
                  <a:pt x="239745" y="42955"/>
                  <a:pt x="236832" y="44587"/>
                </a:cubicBezTo>
                <a:cubicBezTo>
                  <a:pt x="233919" y="46219"/>
                  <a:pt x="231630" y="48337"/>
                  <a:pt x="229965" y="50941"/>
                </a:cubicBezTo>
                <a:lnTo>
                  <a:pt x="219415" y="49567"/>
                </a:lnTo>
                <a:lnTo>
                  <a:pt x="228279" y="2622"/>
                </a:lnTo>
                <a:lnTo>
                  <a:pt x="273789" y="2622"/>
                </a:lnTo>
                <a:lnTo>
                  <a:pt x="273789" y="13235"/>
                </a:lnTo>
                <a:lnTo>
                  <a:pt x="237269" y="13235"/>
                </a:lnTo>
                <a:lnTo>
                  <a:pt x="232337" y="37893"/>
                </a:lnTo>
                <a:cubicBezTo>
                  <a:pt x="237831" y="34106"/>
                  <a:pt x="243595" y="32213"/>
                  <a:pt x="249630" y="32213"/>
                </a:cubicBezTo>
                <a:cubicBezTo>
                  <a:pt x="257620" y="32213"/>
                  <a:pt x="264362" y="34983"/>
                  <a:pt x="269856" y="40525"/>
                </a:cubicBezTo>
                <a:cubicBezTo>
                  <a:pt x="275350" y="46066"/>
                  <a:pt x="278096" y="53189"/>
                  <a:pt x="278096" y="61895"/>
                </a:cubicBezTo>
                <a:cubicBezTo>
                  <a:pt x="278096" y="70186"/>
                  <a:pt x="275683" y="77352"/>
                  <a:pt x="270855" y="83391"/>
                </a:cubicBezTo>
                <a:cubicBezTo>
                  <a:pt x="264987" y="90807"/>
                  <a:pt x="256975" y="94515"/>
                  <a:pt x="246820" y="94515"/>
                </a:cubicBezTo>
                <a:cubicBezTo>
                  <a:pt x="238497" y="94515"/>
                  <a:pt x="231702" y="92179"/>
                  <a:pt x="226438" y="87506"/>
                </a:cubicBezTo>
                <a:cubicBezTo>
                  <a:pt x="221173" y="82833"/>
                  <a:pt x="218166" y="76638"/>
                  <a:pt x="217417" y="68920"/>
                </a:cubicBezTo>
                <a:close/>
                <a:moveTo>
                  <a:pt x="298991" y="119986"/>
                </a:moveTo>
                <a:lnTo>
                  <a:pt x="290938" y="119986"/>
                </a:lnTo>
                <a:cubicBezTo>
                  <a:pt x="303382" y="100009"/>
                  <a:pt x="309604" y="80011"/>
                  <a:pt x="309604" y="59993"/>
                </a:cubicBezTo>
                <a:cubicBezTo>
                  <a:pt x="309604" y="52169"/>
                  <a:pt x="308709" y="44407"/>
                  <a:pt x="306919" y="36707"/>
                </a:cubicBezTo>
                <a:cubicBezTo>
                  <a:pt x="305504" y="30465"/>
                  <a:pt x="303527" y="24472"/>
                  <a:pt x="300989" y="18728"/>
                </a:cubicBezTo>
                <a:cubicBezTo>
                  <a:pt x="299365" y="14983"/>
                  <a:pt x="296015" y="8740"/>
                  <a:pt x="290938" y="0"/>
                </a:cubicBezTo>
                <a:lnTo>
                  <a:pt x="298991" y="0"/>
                </a:lnTo>
                <a:cubicBezTo>
                  <a:pt x="306815" y="10446"/>
                  <a:pt x="312600" y="20934"/>
                  <a:pt x="316346" y="31463"/>
                </a:cubicBezTo>
                <a:cubicBezTo>
                  <a:pt x="319550" y="40536"/>
                  <a:pt x="321153" y="50025"/>
                  <a:pt x="321153" y="59930"/>
                </a:cubicBezTo>
                <a:cubicBezTo>
                  <a:pt x="321153" y="71167"/>
                  <a:pt x="318999" y="82030"/>
                  <a:pt x="314691" y="92517"/>
                </a:cubicBezTo>
                <a:cubicBezTo>
                  <a:pt x="310384" y="103005"/>
                  <a:pt x="305150" y="112161"/>
                  <a:pt x="298991" y="11998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EA979-21B0-4DAB-9284-70CBE0F1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1538823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173F44-88E9-4B15-909F-068E78CE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43" y="1538823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63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3F0416DB-75C5-4E67-A474-C9A252AA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756" y="1601204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3" y="93017"/>
                </a:moveTo>
                <a:lnTo>
                  <a:pt x="113243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5" y="19977"/>
                </a:lnTo>
                <a:lnTo>
                  <a:pt x="158565" y="84714"/>
                </a:lnTo>
                <a:lnTo>
                  <a:pt x="195023" y="84714"/>
                </a:lnTo>
                <a:lnTo>
                  <a:pt x="195023" y="93017"/>
                </a:lnTo>
                <a:lnTo>
                  <a:pt x="113243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1" y="101499"/>
                  <a:pt x="224426" y="104396"/>
                </a:cubicBezTo>
                <a:cubicBezTo>
                  <a:pt x="222762" y="107295"/>
                  <a:pt x="220119" y="109537"/>
                  <a:pt x="216498" y="111121"/>
                </a:cubicBezTo>
                <a:lnTo>
                  <a:pt x="213377" y="106252"/>
                </a:lnTo>
                <a:cubicBezTo>
                  <a:pt x="215749" y="105216"/>
                  <a:pt x="217497" y="103694"/>
                  <a:pt x="218621" y="101685"/>
                </a:cubicBezTo>
                <a:cubicBezTo>
                  <a:pt x="219744" y="99675"/>
                  <a:pt x="220369" y="96786"/>
                  <a:pt x="220493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8" y="80830"/>
                </a:cubicBezTo>
                <a:cubicBezTo>
                  <a:pt x="264682" y="83711"/>
                  <a:pt x="268521" y="85151"/>
                  <a:pt x="273016" y="85151"/>
                </a:cubicBezTo>
                <a:cubicBezTo>
                  <a:pt x="278427" y="85151"/>
                  <a:pt x="283005" y="83115"/>
                  <a:pt x="286750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5" y="42139"/>
                  <a:pt x="272829" y="42139"/>
                </a:cubicBezTo>
                <a:cubicBezTo>
                  <a:pt x="269208" y="42139"/>
                  <a:pt x="265941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5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3" y="37893"/>
                </a:lnTo>
                <a:cubicBezTo>
                  <a:pt x="264027" y="34106"/>
                  <a:pt x="269791" y="32213"/>
                  <a:pt x="275825" y="32213"/>
                </a:cubicBezTo>
                <a:cubicBezTo>
                  <a:pt x="283816" y="32213"/>
                  <a:pt x="290558" y="34983"/>
                  <a:pt x="296052" y="40525"/>
                </a:cubicBezTo>
                <a:cubicBezTo>
                  <a:pt x="301546" y="46066"/>
                  <a:pt x="304292" y="53189"/>
                  <a:pt x="304292" y="61895"/>
                </a:cubicBezTo>
                <a:cubicBezTo>
                  <a:pt x="304292" y="70186"/>
                  <a:pt x="301878" y="77352"/>
                  <a:pt x="297051" y="83391"/>
                </a:cubicBezTo>
                <a:cubicBezTo>
                  <a:pt x="291183" y="90807"/>
                  <a:pt x="283171" y="94515"/>
                  <a:pt x="273016" y="94515"/>
                </a:cubicBezTo>
                <a:cubicBezTo>
                  <a:pt x="264693" y="94515"/>
                  <a:pt x="257898" y="92179"/>
                  <a:pt x="252634" y="87506"/>
                </a:cubicBezTo>
                <a:cubicBezTo>
                  <a:pt x="247369" y="82833"/>
                  <a:pt x="244362" y="76638"/>
                  <a:pt x="243613" y="68920"/>
                </a:cubicBezTo>
                <a:close/>
                <a:moveTo>
                  <a:pt x="325186" y="119986"/>
                </a:moveTo>
                <a:lnTo>
                  <a:pt x="317133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4" y="44407"/>
                  <a:pt x="333114" y="36707"/>
                </a:cubicBezTo>
                <a:cubicBezTo>
                  <a:pt x="331699" y="30465"/>
                  <a:pt x="329722" y="24472"/>
                  <a:pt x="327184" y="18728"/>
                </a:cubicBezTo>
                <a:cubicBezTo>
                  <a:pt x="325560" y="14983"/>
                  <a:pt x="322210" y="8740"/>
                  <a:pt x="317133" y="0"/>
                </a:cubicBezTo>
                <a:lnTo>
                  <a:pt x="325186" y="0"/>
                </a:lnTo>
                <a:cubicBezTo>
                  <a:pt x="333010" y="10446"/>
                  <a:pt x="338795" y="20934"/>
                  <a:pt x="342541" y="31463"/>
                </a:cubicBezTo>
                <a:cubicBezTo>
                  <a:pt x="345745" y="40536"/>
                  <a:pt x="347348" y="50025"/>
                  <a:pt x="347348" y="59930"/>
                </a:cubicBezTo>
                <a:cubicBezTo>
                  <a:pt x="347348" y="71167"/>
                  <a:pt x="345194" y="82030"/>
                  <a:pt x="340886" y="92517"/>
                </a:cubicBezTo>
                <a:cubicBezTo>
                  <a:pt x="336579" y="103005"/>
                  <a:pt x="331345" y="112161"/>
                  <a:pt x="325186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CC7F8-9E83-4228-8CE6-F2CFDD9A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2427972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6FA61-A2CC-41C7-8F1A-4D0C0622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2427972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66" name="Text u(2,3)">
            <a:extLst xmlns:a="http://schemas.openxmlformats.org/drawingml/2006/main">
              <a:ext uri="{FF2B5EF4-FFF2-40B4-BE49-F238E27FC236}">
                <a16:creationId xmlns:a16="http://schemas.microsoft.com/office/drawing/2014/main" id="{51CC3F1C-670A-4B9A-BB70-367E3B96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831" y="2484541"/>
            <a:ext cx="321153" cy="119986"/>
          </a:xfrm>
          <a:custGeom xmlns:a="http://schemas.openxmlformats.org/drawingml/2006/main">
            <a:pathLst>
              <a:path w="321153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69845" y="82217"/>
                </a:moveTo>
                <a:lnTo>
                  <a:pt x="169845" y="93017"/>
                </a:lnTo>
                <a:lnTo>
                  <a:pt x="109353" y="93017"/>
                </a:lnTo>
                <a:cubicBezTo>
                  <a:pt x="109270" y="90313"/>
                  <a:pt x="109707" y="87713"/>
                  <a:pt x="110664" y="85217"/>
                </a:cubicBezTo>
                <a:cubicBezTo>
                  <a:pt x="112204" y="81100"/>
                  <a:pt x="114670" y="77045"/>
                  <a:pt x="118062" y="73052"/>
                </a:cubicBezTo>
                <a:cubicBezTo>
                  <a:pt x="121454" y="69059"/>
                  <a:pt x="126354" y="64442"/>
                  <a:pt x="132764" y="59201"/>
                </a:cubicBezTo>
                <a:cubicBezTo>
                  <a:pt x="142710" y="51051"/>
                  <a:pt x="149432" y="44596"/>
                  <a:pt x="152928" y="39835"/>
                </a:cubicBezTo>
                <a:cubicBezTo>
                  <a:pt x="156424" y="35073"/>
                  <a:pt x="158172" y="30572"/>
                  <a:pt x="158172" y="26331"/>
                </a:cubicBezTo>
                <a:cubicBezTo>
                  <a:pt x="158172" y="21881"/>
                  <a:pt x="156580" y="18129"/>
                  <a:pt x="153396" y="15072"/>
                </a:cubicBezTo>
                <a:cubicBezTo>
                  <a:pt x="150212" y="12016"/>
                  <a:pt x="146061" y="10488"/>
                  <a:pt x="140942" y="10488"/>
                </a:cubicBezTo>
                <a:cubicBezTo>
                  <a:pt x="135531" y="10488"/>
                  <a:pt x="131203" y="12111"/>
                  <a:pt x="127957" y="15357"/>
                </a:cubicBezTo>
                <a:cubicBezTo>
                  <a:pt x="124710" y="18603"/>
                  <a:pt x="123067" y="23098"/>
                  <a:pt x="123025" y="28841"/>
                </a:cubicBezTo>
                <a:lnTo>
                  <a:pt x="111476" y="27653"/>
                </a:lnTo>
                <a:cubicBezTo>
                  <a:pt x="112267" y="19019"/>
                  <a:pt x="115242" y="12439"/>
                  <a:pt x="120403" y="7913"/>
                </a:cubicBezTo>
                <a:cubicBezTo>
                  <a:pt x="125564" y="3387"/>
                  <a:pt x="132493" y="1124"/>
                  <a:pt x="141191" y="1124"/>
                </a:cubicBezTo>
                <a:cubicBezTo>
                  <a:pt x="149973" y="1124"/>
                  <a:pt x="156923" y="3559"/>
                  <a:pt x="162042" y="8430"/>
                </a:cubicBezTo>
                <a:cubicBezTo>
                  <a:pt x="167161" y="13300"/>
                  <a:pt x="169721" y="19337"/>
                  <a:pt x="169721" y="26539"/>
                </a:cubicBezTo>
                <a:cubicBezTo>
                  <a:pt x="169721" y="30203"/>
                  <a:pt x="168972" y="33804"/>
                  <a:pt x="167473" y="37343"/>
                </a:cubicBezTo>
                <a:cubicBezTo>
                  <a:pt x="165975" y="40882"/>
                  <a:pt x="163488" y="44608"/>
                  <a:pt x="160013" y="48522"/>
                </a:cubicBezTo>
                <a:cubicBezTo>
                  <a:pt x="156538" y="52434"/>
                  <a:pt x="150763" y="57804"/>
                  <a:pt x="142690" y="64632"/>
                </a:cubicBezTo>
                <a:cubicBezTo>
                  <a:pt x="135947" y="70286"/>
                  <a:pt x="131619" y="74121"/>
                  <a:pt x="129705" y="76138"/>
                </a:cubicBezTo>
                <a:cubicBezTo>
                  <a:pt x="127790" y="78154"/>
                  <a:pt x="126209" y="80180"/>
                  <a:pt x="124960" y="82217"/>
                </a:cubicBezTo>
                <a:lnTo>
                  <a:pt x="169845" y="82217"/>
                </a:lnTo>
                <a:close/>
                <a:moveTo>
                  <a:pt x="187930" y="93017"/>
                </a:moveTo>
                <a:lnTo>
                  <a:pt x="187930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5" y="101499"/>
                  <a:pt x="198230" y="104396"/>
                </a:cubicBezTo>
                <a:cubicBezTo>
                  <a:pt x="196566" y="107295"/>
                  <a:pt x="193923" y="109537"/>
                  <a:pt x="190302" y="111121"/>
                </a:cubicBezTo>
                <a:lnTo>
                  <a:pt x="187181" y="106252"/>
                </a:lnTo>
                <a:cubicBezTo>
                  <a:pt x="189553" y="105216"/>
                  <a:pt x="191301" y="103694"/>
                  <a:pt x="192425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30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7" y="73540"/>
                  <a:pt x="232202" y="78128"/>
                  <a:pt x="235302" y="80937"/>
                </a:cubicBezTo>
                <a:cubicBezTo>
                  <a:pt x="238403" y="83746"/>
                  <a:pt x="242180" y="85151"/>
                  <a:pt x="246633" y="85151"/>
                </a:cubicBezTo>
                <a:cubicBezTo>
                  <a:pt x="251919" y="85151"/>
                  <a:pt x="256382" y="83323"/>
                  <a:pt x="260024" y="79667"/>
                </a:cubicBezTo>
                <a:cubicBezTo>
                  <a:pt x="263665" y="76011"/>
                  <a:pt x="265486" y="71483"/>
                  <a:pt x="265486" y="66081"/>
                </a:cubicBezTo>
                <a:cubicBezTo>
                  <a:pt x="265486" y="60929"/>
                  <a:pt x="263801" y="56680"/>
                  <a:pt x="260430" y="53336"/>
                </a:cubicBezTo>
                <a:cubicBezTo>
                  <a:pt x="257058" y="49991"/>
                  <a:pt x="252772" y="48319"/>
                  <a:pt x="247569" y="48319"/>
                </a:cubicBezTo>
                <a:cubicBezTo>
                  <a:pt x="245447" y="48319"/>
                  <a:pt x="242804" y="48735"/>
                  <a:pt x="239641" y="49567"/>
                </a:cubicBezTo>
                <a:lnTo>
                  <a:pt x="240890" y="39704"/>
                </a:lnTo>
                <a:cubicBezTo>
                  <a:pt x="241639" y="39787"/>
                  <a:pt x="242242" y="39829"/>
                  <a:pt x="242700" y="39829"/>
                </a:cubicBezTo>
                <a:cubicBezTo>
                  <a:pt x="247486" y="39829"/>
                  <a:pt x="251794" y="38591"/>
                  <a:pt x="255623" y="36114"/>
                </a:cubicBezTo>
                <a:cubicBezTo>
                  <a:pt x="259451" y="33638"/>
                  <a:pt x="261366" y="29821"/>
                  <a:pt x="261366" y="24663"/>
                </a:cubicBezTo>
                <a:cubicBezTo>
                  <a:pt x="261366" y="20578"/>
                  <a:pt x="259972" y="17194"/>
                  <a:pt x="257183" y="14512"/>
                </a:cubicBezTo>
                <a:cubicBezTo>
                  <a:pt x="254395" y="11829"/>
                  <a:pt x="250795" y="10488"/>
                  <a:pt x="246383" y="10488"/>
                </a:cubicBezTo>
                <a:cubicBezTo>
                  <a:pt x="242013" y="10488"/>
                  <a:pt x="238372" y="11861"/>
                  <a:pt x="235459" y="14608"/>
                </a:cubicBezTo>
                <a:cubicBezTo>
                  <a:pt x="232545" y="17355"/>
                  <a:pt x="230672" y="21475"/>
                  <a:pt x="229840" y="26969"/>
                </a:cubicBezTo>
                <a:lnTo>
                  <a:pt x="218603" y="24971"/>
                </a:lnTo>
                <a:cubicBezTo>
                  <a:pt x="219977" y="17399"/>
                  <a:pt x="223098" y="11532"/>
                  <a:pt x="227967" y="7368"/>
                </a:cubicBezTo>
                <a:cubicBezTo>
                  <a:pt x="232837" y="3205"/>
                  <a:pt x="238892" y="1124"/>
                  <a:pt x="246134" y="1124"/>
                </a:cubicBezTo>
                <a:cubicBezTo>
                  <a:pt x="251128" y="1124"/>
                  <a:pt x="255727" y="2192"/>
                  <a:pt x="259930" y="4329"/>
                </a:cubicBezTo>
                <a:cubicBezTo>
                  <a:pt x="264134" y="6466"/>
                  <a:pt x="267349" y="9381"/>
                  <a:pt x="269575" y="13075"/>
                </a:cubicBezTo>
                <a:cubicBezTo>
                  <a:pt x="271802" y="16767"/>
                  <a:pt x="272915" y="20688"/>
                  <a:pt x="272915" y="24838"/>
                </a:cubicBezTo>
                <a:cubicBezTo>
                  <a:pt x="272915" y="28780"/>
                  <a:pt x="271854" y="32370"/>
                  <a:pt x="269731" y="35607"/>
                </a:cubicBezTo>
                <a:cubicBezTo>
                  <a:pt x="267609" y="38843"/>
                  <a:pt x="264467" y="41415"/>
                  <a:pt x="260305" y="43325"/>
                </a:cubicBezTo>
                <a:cubicBezTo>
                  <a:pt x="265715" y="44573"/>
                  <a:pt x="269919" y="47164"/>
                  <a:pt x="272915" y="51097"/>
                </a:cubicBezTo>
                <a:cubicBezTo>
                  <a:pt x="275912" y="55030"/>
                  <a:pt x="277410" y="59951"/>
                  <a:pt x="277410" y="65861"/>
                </a:cubicBezTo>
                <a:cubicBezTo>
                  <a:pt x="277410" y="73852"/>
                  <a:pt x="274497" y="80625"/>
                  <a:pt x="268670" y="86181"/>
                </a:cubicBezTo>
                <a:cubicBezTo>
                  <a:pt x="262843" y="91737"/>
                  <a:pt x="255477" y="94515"/>
                  <a:pt x="246571" y="94515"/>
                </a:cubicBezTo>
                <a:cubicBezTo>
                  <a:pt x="238538" y="94515"/>
                  <a:pt x="231869" y="92116"/>
                  <a:pt x="226563" y="87318"/>
                </a:cubicBezTo>
                <a:cubicBezTo>
                  <a:pt x="221256" y="82521"/>
                  <a:pt x="218229" y="76305"/>
                  <a:pt x="217479" y="68670"/>
                </a:cubicBezTo>
                <a:close/>
                <a:moveTo>
                  <a:pt x="298991" y="119986"/>
                </a:moveTo>
                <a:lnTo>
                  <a:pt x="290938" y="119986"/>
                </a:lnTo>
                <a:cubicBezTo>
                  <a:pt x="303382" y="100009"/>
                  <a:pt x="309604" y="80011"/>
                  <a:pt x="309604" y="59993"/>
                </a:cubicBezTo>
                <a:cubicBezTo>
                  <a:pt x="309604" y="52169"/>
                  <a:pt x="308709" y="44407"/>
                  <a:pt x="306919" y="36707"/>
                </a:cubicBezTo>
                <a:cubicBezTo>
                  <a:pt x="305504" y="30465"/>
                  <a:pt x="303527" y="24472"/>
                  <a:pt x="300989" y="18728"/>
                </a:cubicBezTo>
                <a:cubicBezTo>
                  <a:pt x="299365" y="14983"/>
                  <a:pt x="296015" y="8740"/>
                  <a:pt x="290938" y="0"/>
                </a:cubicBezTo>
                <a:lnTo>
                  <a:pt x="298991" y="0"/>
                </a:lnTo>
                <a:cubicBezTo>
                  <a:pt x="306815" y="10446"/>
                  <a:pt x="312600" y="20934"/>
                  <a:pt x="316346" y="31463"/>
                </a:cubicBezTo>
                <a:cubicBezTo>
                  <a:pt x="319550" y="40536"/>
                  <a:pt x="321153" y="50025"/>
                  <a:pt x="321153" y="59930"/>
                </a:cubicBezTo>
                <a:cubicBezTo>
                  <a:pt x="321153" y="71167"/>
                  <a:pt x="318999" y="82030"/>
                  <a:pt x="314691" y="92517"/>
                </a:cubicBezTo>
                <a:cubicBezTo>
                  <a:pt x="310384" y="103005"/>
                  <a:pt x="305150" y="112161"/>
                  <a:pt x="298991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55390-970C-431D-8FF1-8C73B48F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222535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DD274-497F-4BE6-8F40-DF92B661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222535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666666"/>
            </a:solidFill>
            <a:miter/>
          </a:ln>
        </p:spPr>
      </p:sp>
      <p:sp>
        <p:nvSpPr>
          <p:cNvPr id="269" name="Text u({0,1,2,3},5)">
            <a:extLst xmlns:a="http://schemas.openxmlformats.org/drawingml/2006/main">
              <a:ext uri="{FF2B5EF4-FFF2-40B4-BE49-F238E27FC236}">
                <a16:creationId xmlns:a16="http://schemas.microsoft.com/office/drawing/2014/main" id="{DE3C7A7D-7494-4267-993D-440E654A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4158" y="276199"/>
            <a:ext cx="726442" cy="119986"/>
          </a:xfrm>
          <a:custGeom xmlns:a="http://schemas.openxmlformats.org/drawingml/2006/main">
            <a:pathLst>
              <a:path w="726442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1" y="54811"/>
                </a:moveTo>
                <a:cubicBezTo>
                  <a:pt x="112245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3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2" y="13531"/>
                  <a:pt x="123410" y="10725"/>
                  <a:pt x="124429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4" y="2255"/>
                  <a:pt x="131619" y="1289"/>
                  <a:pt x="133949" y="624"/>
                </a:cubicBezTo>
                <a:cubicBezTo>
                  <a:pt x="135531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3" y="102510"/>
                </a:cubicBezTo>
                <a:cubicBezTo>
                  <a:pt x="133096" y="105339"/>
                  <a:pt x="133939" y="107314"/>
                  <a:pt x="135292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6" y="102901"/>
                  <a:pt x="122005" y="97512"/>
                  <a:pt x="121963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5" y="65133"/>
                  <a:pt x="109041" y="65049"/>
                </a:cubicBezTo>
                <a:lnTo>
                  <a:pt x="109041" y="54811"/>
                </a:lnTo>
                <a:close/>
                <a:moveTo>
                  <a:pt x="153491" y="47851"/>
                </a:moveTo>
                <a:cubicBezTo>
                  <a:pt x="153491" y="37038"/>
                  <a:pt x="154604" y="28335"/>
                  <a:pt x="156831" y="21742"/>
                </a:cubicBezTo>
                <a:cubicBezTo>
                  <a:pt x="159057" y="15150"/>
                  <a:pt x="162366" y="10065"/>
                  <a:pt x="166757" y="6489"/>
                </a:cubicBezTo>
                <a:cubicBezTo>
                  <a:pt x="171148" y="2912"/>
                  <a:pt x="176672" y="1124"/>
                  <a:pt x="183331" y="1124"/>
                </a:cubicBezTo>
                <a:cubicBezTo>
                  <a:pt x="188242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7" y="80427"/>
                  <a:pt x="204359" y="85522"/>
                  <a:pt x="199968" y="89119"/>
                </a:cubicBezTo>
                <a:cubicBezTo>
                  <a:pt x="195578" y="92716"/>
                  <a:pt x="190032" y="94515"/>
                  <a:pt x="183331" y="94515"/>
                </a:cubicBezTo>
                <a:cubicBezTo>
                  <a:pt x="174508" y="94515"/>
                  <a:pt x="167579" y="91354"/>
                  <a:pt x="162543" y="85032"/>
                </a:cubicBezTo>
                <a:cubicBezTo>
                  <a:pt x="156508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8" y="72759"/>
                  <a:pt x="170315" y="77716"/>
                </a:cubicBezTo>
                <a:cubicBezTo>
                  <a:pt x="173832" y="82673"/>
                  <a:pt x="178171" y="85151"/>
                  <a:pt x="183331" y="85151"/>
                </a:cubicBezTo>
                <a:cubicBezTo>
                  <a:pt x="188492" y="85151"/>
                  <a:pt x="192831" y="82662"/>
                  <a:pt x="196347" y="77685"/>
                </a:cubicBezTo>
                <a:cubicBezTo>
                  <a:pt x="199864" y="72708"/>
                  <a:pt x="201623" y="62753"/>
                  <a:pt x="201623" y="47819"/>
                </a:cubicBezTo>
                <a:cubicBezTo>
                  <a:pt x="201623" y="32804"/>
                  <a:pt x="199864" y="22829"/>
                  <a:pt x="196347" y="17893"/>
                </a:cubicBezTo>
                <a:cubicBezTo>
                  <a:pt x="192831" y="12956"/>
                  <a:pt x="188450" y="10488"/>
                  <a:pt x="183206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5" y="22580"/>
                  <a:pt x="165040" y="32846"/>
                  <a:pt x="165040" y="47819"/>
                </a:cubicBez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8" y="107295"/>
                  <a:pt x="236626" y="109537"/>
                  <a:pt x="233005" y="111121"/>
                </a:cubicBezTo>
                <a:lnTo>
                  <a:pt x="229883" y="106252"/>
                </a:lnTo>
                <a:cubicBezTo>
                  <a:pt x="232256" y="105216"/>
                  <a:pt x="234004" y="103694"/>
                  <a:pt x="235127" y="101685"/>
                </a:cubicBezTo>
                <a:cubicBezTo>
                  <a:pt x="236251" y="99675"/>
                  <a:pt x="236875" y="96786"/>
                  <a:pt x="237000" y="93017"/>
                </a:cubicBezTo>
                <a:lnTo>
                  <a:pt x="230633" y="93017"/>
                </a:lnTo>
                <a:close/>
                <a:moveTo>
                  <a:pt x="302446" y="93017"/>
                </a:moveTo>
                <a:lnTo>
                  <a:pt x="291209" y="93017"/>
                </a:lnTo>
                <a:lnTo>
                  <a:pt x="291209" y="21413"/>
                </a:lnTo>
                <a:cubicBezTo>
                  <a:pt x="288503" y="23993"/>
                  <a:pt x="284956" y="26573"/>
                  <a:pt x="280565" y="29154"/>
                </a:cubicBezTo>
                <a:cubicBezTo>
                  <a:pt x="276174" y="31734"/>
                  <a:pt x="272231" y="33669"/>
                  <a:pt x="268735" y="34959"/>
                </a:cubicBezTo>
                <a:lnTo>
                  <a:pt x="268735" y="24097"/>
                </a:lnTo>
                <a:cubicBezTo>
                  <a:pt x="275019" y="21142"/>
                  <a:pt x="280513" y="17563"/>
                  <a:pt x="285216" y="13359"/>
                </a:cubicBezTo>
                <a:cubicBezTo>
                  <a:pt x="289918" y="9156"/>
                  <a:pt x="293248" y="5077"/>
                  <a:pt x="295204" y="1124"/>
                </a:cubicBezTo>
                <a:lnTo>
                  <a:pt x="302446" y="1124"/>
                </a:lnTo>
                <a:lnTo>
                  <a:pt x="302446" y="93017"/>
                </a:lnTo>
                <a:close/>
                <a:moveTo>
                  <a:pt x="337260" y="93017"/>
                </a:moveTo>
                <a:lnTo>
                  <a:pt x="337260" y="80157"/>
                </a:lnTo>
                <a:lnTo>
                  <a:pt x="350058" y="80157"/>
                </a:lnTo>
                <a:lnTo>
                  <a:pt x="350058" y="92980"/>
                </a:lnTo>
                <a:cubicBezTo>
                  <a:pt x="350058" y="97693"/>
                  <a:pt x="349226" y="101499"/>
                  <a:pt x="347561" y="104396"/>
                </a:cubicBezTo>
                <a:cubicBezTo>
                  <a:pt x="345896" y="107295"/>
                  <a:pt x="343253" y="109537"/>
                  <a:pt x="339633" y="111121"/>
                </a:cubicBezTo>
                <a:lnTo>
                  <a:pt x="336511" y="106252"/>
                </a:lnTo>
                <a:cubicBezTo>
                  <a:pt x="338884" y="105216"/>
                  <a:pt x="340631" y="103694"/>
                  <a:pt x="341755" y="101685"/>
                </a:cubicBezTo>
                <a:cubicBezTo>
                  <a:pt x="342879" y="99675"/>
                  <a:pt x="343503" y="96786"/>
                  <a:pt x="343628" y="93017"/>
                </a:cubicBezTo>
                <a:lnTo>
                  <a:pt x="337260" y="93017"/>
                </a:lnTo>
                <a:close/>
                <a:moveTo>
                  <a:pt x="425804" y="82217"/>
                </a:moveTo>
                <a:lnTo>
                  <a:pt x="425804" y="93017"/>
                </a:lnTo>
                <a:lnTo>
                  <a:pt x="365312" y="93017"/>
                </a:lnTo>
                <a:cubicBezTo>
                  <a:pt x="365229" y="90313"/>
                  <a:pt x="365666" y="87713"/>
                  <a:pt x="366623" y="85217"/>
                </a:cubicBezTo>
                <a:cubicBezTo>
                  <a:pt x="368163" y="81100"/>
                  <a:pt x="370629" y="77045"/>
                  <a:pt x="374020" y="73052"/>
                </a:cubicBezTo>
                <a:cubicBezTo>
                  <a:pt x="377412" y="69059"/>
                  <a:pt x="382313" y="64442"/>
                  <a:pt x="388722" y="59201"/>
                </a:cubicBezTo>
                <a:cubicBezTo>
                  <a:pt x="398669" y="51051"/>
                  <a:pt x="405390" y="44596"/>
                  <a:pt x="408886" y="39835"/>
                </a:cubicBezTo>
                <a:cubicBezTo>
                  <a:pt x="412382" y="35073"/>
                  <a:pt x="414130" y="30572"/>
                  <a:pt x="414130" y="26331"/>
                </a:cubicBezTo>
                <a:cubicBezTo>
                  <a:pt x="414130" y="21881"/>
                  <a:pt x="412538" y="18129"/>
                  <a:pt x="409354" y="15072"/>
                </a:cubicBezTo>
                <a:cubicBezTo>
                  <a:pt x="406171" y="12016"/>
                  <a:pt x="402019" y="10488"/>
                  <a:pt x="396900" y="10488"/>
                </a:cubicBezTo>
                <a:cubicBezTo>
                  <a:pt x="391490" y="10488"/>
                  <a:pt x="387161" y="12111"/>
                  <a:pt x="383915" y="15357"/>
                </a:cubicBezTo>
                <a:cubicBezTo>
                  <a:pt x="380669" y="18603"/>
                  <a:pt x="379025" y="23098"/>
                  <a:pt x="378983" y="28841"/>
                </a:cubicBezTo>
                <a:lnTo>
                  <a:pt x="367434" y="27653"/>
                </a:lnTo>
                <a:cubicBezTo>
                  <a:pt x="368225" y="19019"/>
                  <a:pt x="371201" y="12439"/>
                  <a:pt x="376362" y="7913"/>
                </a:cubicBezTo>
                <a:cubicBezTo>
                  <a:pt x="381522" y="3387"/>
                  <a:pt x="388452" y="1124"/>
                  <a:pt x="397150" y="1124"/>
                </a:cubicBezTo>
                <a:cubicBezTo>
                  <a:pt x="405931" y="1124"/>
                  <a:pt x="412882" y="3559"/>
                  <a:pt x="418001" y="8430"/>
                </a:cubicBezTo>
                <a:cubicBezTo>
                  <a:pt x="423120" y="13300"/>
                  <a:pt x="425679" y="19337"/>
                  <a:pt x="425679" y="26539"/>
                </a:cubicBezTo>
                <a:cubicBezTo>
                  <a:pt x="425679" y="30203"/>
                  <a:pt x="424930" y="33804"/>
                  <a:pt x="423432" y="37343"/>
                </a:cubicBezTo>
                <a:cubicBezTo>
                  <a:pt x="421934" y="40882"/>
                  <a:pt x="419447" y="44608"/>
                  <a:pt x="415972" y="48522"/>
                </a:cubicBezTo>
                <a:cubicBezTo>
                  <a:pt x="412497" y="52434"/>
                  <a:pt x="406722" y="57804"/>
                  <a:pt x="398648" y="64632"/>
                </a:cubicBezTo>
                <a:cubicBezTo>
                  <a:pt x="391906" y="70286"/>
                  <a:pt x="387578" y="74121"/>
                  <a:pt x="385663" y="76138"/>
                </a:cubicBezTo>
                <a:cubicBezTo>
                  <a:pt x="383749" y="78154"/>
                  <a:pt x="382167" y="80180"/>
                  <a:pt x="380919" y="82217"/>
                </a:cubicBezTo>
                <a:lnTo>
                  <a:pt x="425804" y="82217"/>
                </a:lnTo>
                <a:close/>
                <a:moveTo>
                  <a:pt x="443889" y="93017"/>
                </a:moveTo>
                <a:lnTo>
                  <a:pt x="443889" y="80157"/>
                </a:lnTo>
                <a:lnTo>
                  <a:pt x="456687" y="80157"/>
                </a:lnTo>
                <a:lnTo>
                  <a:pt x="456687" y="92980"/>
                </a:lnTo>
                <a:cubicBezTo>
                  <a:pt x="456687" y="97693"/>
                  <a:pt x="455854" y="101499"/>
                  <a:pt x="454190" y="104396"/>
                </a:cubicBezTo>
                <a:cubicBezTo>
                  <a:pt x="452525" y="107295"/>
                  <a:pt x="449882" y="109537"/>
                  <a:pt x="446261" y="111121"/>
                </a:cubicBezTo>
                <a:lnTo>
                  <a:pt x="443140" y="106252"/>
                </a:lnTo>
                <a:cubicBezTo>
                  <a:pt x="445512" y="105216"/>
                  <a:pt x="447260" y="103694"/>
                  <a:pt x="448384" y="101685"/>
                </a:cubicBezTo>
                <a:cubicBezTo>
                  <a:pt x="449508" y="99675"/>
                  <a:pt x="450132" y="96786"/>
                  <a:pt x="450257" y="93017"/>
                </a:cubicBezTo>
                <a:lnTo>
                  <a:pt x="443889" y="93017"/>
                </a:lnTo>
                <a:close/>
                <a:moveTo>
                  <a:pt x="473438" y="68670"/>
                </a:moveTo>
                <a:lnTo>
                  <a:pt x="484675" y="67172"/>
                </a:lnTo>
                <a:cubicBezTo>
                  <a:pt x="485965" y="73540"/>
                  <a:pt x="488160" y="78128"/>
                  <a:pt x="491261" y="80937"/>
                </a:cubicBezTo>
                <a:cubicBezTo>
                  <a:pt x="494361" y="83746"/>
                  <a:pt x="498138" y="85151"/>
                  <a:pt x="502591" y="85151"/>
                </a:cubicBezTo>
                <a:cubicBezTo>
                  <a:pt x="507877" y="85151"/>
                  <a:pt x="512340" y="83323"/>
                  <a:pt x="515982" y="79667"/>
                </a:cubicBezTo>
                <a:cubicBezTo>
                  <a:pt x="519624" y="76011"/>
                  <a:pt x="521444" y="71483"/>
                  <a:pt x="521444" y="66081"/>
                </a:cubicBezTo>
                <a:cubicBezTo>
                  <a:pt x="521444" y="60929"/>
                  <a:pt x="519759" y="56680"/>
                  <a:pt x="516388" y="53336"/>
                </a:cubicBezTo>
                <a:cubicBezTo>
                  <a:pt x="513017" y="49991"/>
                  <a:pt x="508730" y="48319"/>
                  <a:pt x="503528" y="48319"/>
                </a:cubicBezTo>
                <a:cubicBezTo>
                  <a:pt x="501405" y="48319"/>
                  <a:pt x="498762" y="48735"/>
                  <a:pt x="495599" y="49567"/>
                </a:cubicBezTo>
                <a:lnTo>
                  <a:pt x="496848" y="39704"/>
                </a:lnTo>
                <a:cubicBezTo>
                  <a:pt x="497597" y="39787"/>
                  <a:pt x="498201" y="39829"/>
                  <a:pt x="498658" y="39829"/>
                </a:cubicBezTo>
                <a:cubicBezTo>
                  <a:pt x="503445" y="39829"/>
                  <a:pt x="507752" y="38591"/>
                  <a:pt x="511581" y="36114"/>
                </a:cubicBezTo>
                <a:cubicBezTo>
                  <a:pt x="515410" y="33638"/>
                  <a:pt x="517324" y="29821"/>
                  <a:pt x="517324" y="24663"/>
                </a:cubicBezTo>
                <a:cubicBezTo>
                  <a:pt x="517324" y="20578"/>
                  <a:pt x="515930" y="17194"/>
                  <a:pt x="513142" y="14512"/>
                </a:cubicBezTo>
                <a:cubicBezTo>
                  <a:pt x="510353" y="11829"/>
                  <a:pt x="506753" y="10488"/>
                  <a:pt x="502342" y="10488"/>
                </a:cubicBezTo>
                <a:cubicBezTo>
                  <a:pt x="497972" y="10488"/>
                  <a:pt x="494330" y="11861"/>
                  <a:pt x="491417" y="14608"/>
                </a:cubicBezTo>
                <a:cubicBezTo>
                  <a:pt x="488504" y="17355"/>
                  <a:pt x="486631" y="21475"/>
                  <a:pt x="485798" y="26969"/>
                </a:cubicBezTo>
                <a:lnTo>
                  <a:pt x="474561" y="24971"/>
                </a:lnTo>
                <a:cubicBezTo>
                  <a:pt x="475935" y="17399"/>
                  <a:pt x="479056" y="11532"/>
                  <a:pt x="483926" y="7368"/>
                </a:cubicBezTo>
                <a:cubicBezTo>
                  <a:pt x="488795" y="3205"/>
                  <a:pt x="494850" y="1124"/>
                  <a:pt x="502092" y="1124"/>
                </a:cubicBezTo>
                <a:cubicBezTo>
                  <a:pt x="507086" y="1124"/>
                  <a:pt x="511685" y="2192"/>
                  <a:pt x="515888" y="4329"/>
                </a:cubicBezTo>
                <a:cubicBezTo>
                  <a:pt x="520092" y="6466"/>
                  <a:pt x="523307" y="9381"/>
                  <a:pt x="525533" y="13075"/>
                </a:cubicBezTo>
                <a:cubicBezTo>
                  <a:pt x="527760" y="16767"/>
                  <a:pt x="528873" y="20688"/>
                  <a:pt x="528873" y="24838"/>
                </a:cubicBezTo>
                <a:cubicBezTo>
                  <a:pt x="528873" y="28780"/>
                  <a:pt x="527812" y="32370"/>
                  <a:pt x="525689" y="35607"/>
                </a:cubicBezTo>
                <a:cubicBezTo>
                  <a:pt x="523567" y="38843"/>
                  <a:pt x="520425" y="41415"/>
                  <a:pt x="516263" y="43325"/>
                </a:cubicBezTo>
                <a:cubicBezTo>
                  <a:pt x="521673" y="44573"/>
                  <a:pt x="525877" y="47164"/>
                  <a:pt x="528873" y="51097"/>
                </a:cubicBezTo>
                <a:cubicBezTo>
                  <a:pt x="531870" y="55030"/>
                  <a:pt x="533368" y="59951"/>
                  <a:pt x="533368" y="65861"/>
                </a:cubicBezTo>
                <a:cubicBezTo>
                  <a:pt x="533368" y="73852"/>
                  <a:pt x="530455" y="80625"/>
                  <a:pt x="524628" y="86181"/>
                </a:cubicBezTo>
                <a:cubicBezTo>
                  <a:pt x="518802" y="91737"/>
                  <a:pt x="511435" y="94515"/>
                  <a:pt x="502529" y="94515"/>
                </a:cubicBezTo>
                <a:cubicBezTo>
                  <a:pt x="494497" y="94515"/>
                  <a:pt x="487827" y="92116"/>
                  <a:pt x="482521" y="87318"/>
                </a:cubicBezTo>
                <a:cubicBezTo>
                  <a:pt x="477215" y="82521"/>
                  <a:pt x="474187" y="76305"/>
                  <a:pt x="473438" y="68670"/>
                </a:cubicBezTo>
                <a:close/>
                <a:moveTo>
                  <a:pt x="578235" y="54811"/>
                </a:moveTo>
                <a:lnTo>
                  <a:pt x="578235" y="65049"/>
                </a:lnTo>
                <a:cubicBezTo>
                  <a:pt x="575030" y="65133"/>
                  <a:pt x="572418" y="66007"/>
                  <a:pt x="570400" y="67671"/>
                </a:cubicBezTo>
                <a:cubicBezTo>
                  <a:pt x="568381" y="69336"/>
                  <a:pt x="567039" y="71594"/>
                  <a:pt x="566373" y="74445"/>
                </a:cubicBezTo>
                <a:cubicBezTo>
                  <a:pt x="565707" y="77296"/>
                  <a:pt x="565354" y="82196"/>
                  <a:pt x="565312" y="89146"/>
                </a:cubicBezTo>
                <a:cubicBezTo>
                  <a:pt x="565270" y="96097"/>
                  <a:pt x="565146" y="100675"/>
                  <a:pt x="564938" y="102880"/>
                </a:cubicBezTo>
                <a:cubicBezTo>
                  <a:pt x="564563" y="106418"/>
                  <a:pt x="563866" y="109238"/>
                  <a:pt x="562846" y="111339"/>
                </a:cubicBezTo>
                <a:cubicBezTo>
                  <a:pt x="561827" y="113441"/>
                  <a:pt x="560568" y="115127"/>
                  <a:pt x="559069" y="116396"/>
                </a:cubicBezTo>
                <a:cubicBezTo>
                  <a:pt x="557571" y="117665"/>
                  <a:pt x="555657" y="118633"/>
                  <a:pt x="553326" y="119299"/>
                </a:cubicBezTo>
                <a:cubicBezTo>
                  <a:pt x="551745" y="119757"/>
                  <a:pt x="549164" y="119986"/>
                  <a:pt x="545585" y="119986"/>
                </a:cubicBezTo>
                <a:lnTo>
                  <a:pt x="542089" y="119986"/>
                </a:lnTo>
                <a:lnTo>
                  <a:pt x="542089" y="110122"/>
                </a:lnTo>
                <a:lnTo>
                  <a:pt x="544024" y="110122"/>
                </a:lnTo>
                <a:cubicBezTo>
                  <a:pt x="548353" y="110122"/>
                  <a:pt x="551224" y="109342"/>
                  <a:pt x="552639" y="107781"/>
                </a:cubicBezTo>
                <a:cubicBezTo>
                  <a:pt x="554054" y="106222"/>
                  <a:pt x="554762" y="102718"/>
                  <a:pt x="554762" y="97270"/>
                </a:cubicBezTo>
                <a:cubicBezTo>
                  <a:pt x="554762" y="86872"/>
                  <a:pt x="554949" y="80279"/>
                  <a:pt x="555324" y="77492"/>
                </a:cubicBezTo>
                <a:cubicBezTo>
                  <a:pt x="555990" y="72876"/>
                  <a:pt x="557321" y="69185"/>
                  <a:pt x="559319" y="66419"/>
                </a:cubicBezTo>
                <a:cubicBezTo>
                  <a:pt x="561317" y="63653"/>
                  <a:pt x="564147" y="61500"/>
                  <a:pt x="567809" y="59962"/>
                </a:cubicBezTo>
                <a:cubicBezTo>
                  <a:pt x="563023" y="57676"/>
                  <a:pt x="559652" y="54655"/>
                  <a:pt x="557696" y="50896"/>
                </a:cubicBezTo>
                <a:cubicBezTo>
                  <a:pt x="555740" y="47136"/>
                  <a:pt x="554762" y="40790"/>
                  <a:pt x="554762" y="31859"/>
                </a:cubicBezTo>
                <a:cubicBezTo>
                  <a:pt x="554762" y="23759"/>
                  <a:pt x="554658" y="18920"/>
                  <a:pt x="554450" y="17341"/>
                </a:cubicBezTo>
                <a:cubicBezTo>
                  <a:pt x="554158" y="14558"/>
                  <a:pt x="553336" y="12616"/>
                  <a:pt x="551984" y="11516"/>
                </a:cubicBezTo>
                <a:cubicBezTo>
                  <a:pt x="550631" y="10414"/>
                  <a:pt x="547978" y="9864"/>
                  <a:pt x="544024" y="9864"/>
                </a:cubicBezTo>
                <a:lnTo>
                  <a:pt x="542089" y="9864"/>
                </a:lnTo>
                <a:lnTo>
                  <a:pt x="542089" y="0"/>
                </a:lnTo>
                <a:lnTo>
                  <a:pt x="545585" y="0"/>
                </a:lnTo>
                <a:cubicBezTo>
                  <a:pt x="549664" y="0"/>
                  <a:pt x="552619" y="332"/>
                  <a:pt x="554450" y="997"/>
                </a:cubicBezTo>
                <a:cubicBezTo>
                  <a:pt x="557113" y="1912"/>
                  <a:pt x="559319" y="3451"/>
                  <a:pt x="561067" y="5613"/>
                </a:cubicBezTo>
                <a:cubicBezTo>
                  <a:pt x="562815" y="7774"/>
                  <a:pt x="563949" y="10497"/>
                  <a:pt x="564469" y="13781"/>
                </a:cubicBezTo>
                <a:cubicBezTo>
                  <a:pt x="564990" y="17065"/>
                  <a:pt x="565270" y="22449"/>
                  <a:pt x="565312" y="29932"/>
                </a:cubicBezTo>
                <a:cubicBezTo>
                  <a:pt x="565354" y="37414"/>
                  <a:pt x="565707" y="42579"/>
                  <a:pt x="566373" y="45428"/>
                </a:cubicBezTo>
                <a:cubicBezTo>
                  <a:pt x="567039" y="48275"/>
                  <a:pt x="568381" y="50530"/>
                  <a:pt x="570400" y="52193"/>
                </a:cubicBezTo>
                <a:cubicBezTo>
                  <a:pt x="572418" y="53855"/>
                  <a:pt x="575030" y="54728"/>
                  <a:pt x="578235" y="54811"/>
                </a:cubicBezTo>
                <a:close/>
                <a:moveTo>
                  <a:pt x="593220" y="93017"/>
                </a:moveTo>
                <a:lnTo>
                  <a:pt x="593220" y="80157"/>
                </a:lnTo>
                <a:lnTo>
                  <a:pt x="606017" y="80157"/>
                </a:lnTo>
                <a:lnTo>
                  <a:pt x="606017" y="92980"/>
                </a:lnTo>
                <a:cubicBezTo>
                  <a:pt x="606017" y="97693"/>
                  <a:pt x="605185" y="101499"/>
                  <a:pt x="603520" y="104396"/>
                </a:cubicBezTo>
                <a:cubicBezTo>
                  <a:pt x="601856" y="107295"/>
                  <a:pt x="599213" y="109537"/>
                  <a:pt x="595592" y="111121"/>
                </a:cubicBezTo>
                <a:lnTo>
                  <a:pt x="592471" y="106252"/>
                </a:lnTo>
                <a:cubicBezTo>
                  <a:pt x="594843" y="105216"/>
                  <a:pt x="596591" y="103694"/>
                  <a:pt x="597715" y="101685"/>
                </a:cubicBezTo>
                <a:cubicBezTo>
                  <a:pt x="598838" y="99675"/>
                  <a:pt x="599463" y="96786"/>
                  <a:pt x="599587" y="93017"/>
                </a:cubicBezTo>
                <a:lnTo>
                  <a:pt x="593220" y="93017"/>
                </a:lnTo>
                <a:close/>
                <a:moveTo>
                  <a:pt x="622706" y="68920"/>
                </a:moveTo>
                <a:lnTo>
                  <a:pt x="634505" y="67921"/>
                </a:lnTo>
                <a:cubicBezTo>
                  <a:pt x="635379" y="73645"/>
                  <a:pt x="637408" y="77948"/>
                  <a:pt x="640591" y="80830"/>
                </a:cubicBezTo>
                <a:cubicBezTo>
                  <a:pt x="643775" y="83711"/>
                  <a:pt x="647615" y="85151"/>
                  <a:pt x="652109" y="85151"/>
                </a:cubicBezTo>
                <a:cubicBezTo>
                  <a:pt x="657520" y="85151"/>
                  <a:pt x="662098" y="83115"/>
                  <a:pt x="665843" y="79043"/>
                </a:cubicBezTo>
                <a:cubicBezTo>
                  <a:pt x="669589" y="74970"/>
                  <a:pt x="671462" y="69567"/>
                  <a:pt x="671462" y="62835"/>
                </a:cubicBezTo>
                <a:cubicBezTo>
                  <a:pt x="671462" y="56435"/>
                  <a:pt x="669662" y="51386"/>
                  <a:pt x="666062" y="47687"/>
                </a:cubicBezTo>
                <a:cubicBezTo>
                  <a:pt x="662462" y="43988"/>
                  <a:pt x="657749" y="42139"/>
                  <a:pt x="651922" y="42139"/>
                </a:cubicBezTo>
                <a:cubicBezTo>
                  <a:pt x="648301" y="42139"/>
                  <a:pt x="645034" y="42955"/>
                  <a:pt x="642121" y="44587"/>
                </a:cubicBezTo>
                <a:cubicBezTo>
                  <a:pt x="639208" y="46219"/>
                  <a:pt x="636919" y="48337"/>
                  <a:pt x="635254" y="50941"/>
                </a:cubicBezTo>
                <a:lnTo>
                  <a:pt x="624704" y="49567"/>
                </a:lnTo>
                <a:lnTo>
                  <a:pt x="633568" y="2622"/>
                </a:lnTo>
                <a:lnTo>
                  <a:pt x="679078" y="2622"/>
                </a:lnTo>
                <a:lnTo>
                  <a:pt x="679078" y="13235"/>
                </a:lnTo>
                <a:lnTo>
                  <a:pt x="642558" y="13235"/>
                </a:lnTo>
                <a:lnTo>
                  <a:pt x="637626" y="37893"/>
                </a:lnTo>
                <a:cubicBezTo>
                  <a:pt x="643120" y="34106"/>
                  <a:pt x="648884" y="32213"/>
                  <a:pt x="654919" y="32213"/>
                </a:cubicBezTo>
                <a:cubicBezTo>
                  <a:pt x="662909" y="32213"/>
                  <a:pt x="669651" y="34983"/>
                  <a:pt x="675145" y="40525"/>
                </a:cubicBezTo>
                <a:cubicBezTo>
                  <a:pt x="680639" y="46066"/>
                  <a:pt x="683385" y="53189"/>
                  <a:pt x="683385" y="61895"/>
                </a:cubicBezTo>
                <a:cubicBezTo>
                  <a:pt x="683385" y="70186"/>
                  <a:pt x="680972" y="77352"/>
                  <a:pt x="676144" y="83391"/>
                </a:cubicBezTo>
                <a:cubicBezTo>
                  <a:pt x="670276" y="90807"/>
                  <a:pt x="662264" y="94515"/>
                  <a:pt x="652109" y="94515"/>
                </a:cubicBezTo>
                <a:cubicBezTo>
                  <a:pt x="643786" y="94515"/>
                  <a:pt x="636991" y="92179"/>
                  <a:pt x="631727" y="87506"/>
                </a:cubicBezTo>
                <a:cubicBezTo>
                  <a:pt x="626462" y="82833"/>
                  <a:pt x="623455" y="76638"/>
                  <a:pt x="622706" y="68920"/>
                </a:cubicBezTo>
                <a:close/>
                <a:moveTo>
                  <a:pt x="704280" y="119986"/>
                </a:moveTo>
                <a:lnTo>
                  <a:pt x="696227" y="119986"/>
                </a:lnTo>
                <a:cubicBezTo>
                  <a:pt x="708671" y="100009"/>
                  <a:pt x="714893" y="80011"/>
                  <a:pt x="714893" y="59993"/>
                </a:cubicBezTo>
                <a:cubicBezTo>
                  <a:pt x="714893" y="52169"/>
                  <a:pt x="713998" y="44407"/>
                  <a:pt x="712208" y="36707"/>
                </a:cubicBezTo>
                <a:cubicBezTo>
                  <a:pt x="710793" y="30465"/>
                  <a:pt x="708816" y="24472"/>
                  <a:pt x="706278" y="18728"/>
                </a:cubicBezTo>
                <a:cubicBezTo>
                  <a:pt x="704655" y="14983"/>
                  <a:pt x="701304" y="8740"/>
                  <a:pt x="696227" y="0"/>
                </a:cubicBezTo>
                <a:lnTo>
                  <a:pt x="704280" y="0"/>
                </a:lnTo>
                <a:cubicBezTo>
                  <a:pt x="712104" y="10446"/>
                  <a:pt x="717889" y="20934"/>
                  <a:pt x="721635" y="31463"/>
                </a:cubicBezTo>
                <a:cubicBezTo>
                  <a:pt x="724840" y="40536"/>
                  <a:pt x="726442" y="50025"/>
                  <a:pt x="726442" y="59930"/>
                </a:cubicBezTo>
                <a:cubicBezTo>
                  <a:pt x="726442" y="71167"/>
                  <a:pt x="724288" y="82030"/>
                  <a:pt x="719981" y="92517"/>
                </a:cubicBezTo>
                <a:cubicBezTo>
                  <a:pt x="715673" y="103005"/>
                  <a:pt x="710440" y="112161"/>
                  <a:pt x="704280" y="119986"/>
                </a:cubicBezTo>
                <a:close/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B4CAE-A51C-4396-892D-FD27C35B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1" y="2863829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C020D-DD54-42EA-93CC-E8BDF455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1" y="2863829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72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552F82B5-3886-400C-B9A7-7712132E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4669" y="2926210"/>
            <a:ext cx="513186" cy="119986"/>
          </a:xfrm>
          <a:custGeom xmlns:a="http://schemas.openxmlformats.org/drawingml/2006/main">
            <a:pathLst>
              <a:path w="513186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1" y="54811"/>
                </a:moveTo>
                <a:cubicBezTo>
                  <a:pt x="112246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4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3" y="13531"/>
                  <a:pt x="123410" y="10725"/>
                  <a:pt x="124430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5" y="2255"/>
                  <a:pt x="131619" y="1289"/>
                  <a:pt x="133950" y="624"/>
                </a:cubicBezTo>
                <a:cubicBezTo>
                  <a:pt x="135531" y="208"/>
                  <a:pt x="138112" y="0"/>
                  <a:pt x="141691" y="0"/>
                </a:cubicBezTo>
                <a:lnTo>
                  <a:pt x="145187" y="0"/>
                </a:lnTo>
                <a:lnTo>
                  <a:pt x="145187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7" y="59962"/>
                </a:cubicBezTo>
                <a:cubicBezTo>
                  <a:pt x="124045" y="61875"/>
                  <a:pt x="127364" y="64796"/>
                  <a:pt x="129424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4" y="102510"/>
                </a:cubicBezTo>
                <a:cubicBezTo>
                  <a:pt x="133097" y="105339"/>
                  <a:pt x="133939" y="107314"/>
                  <a:pt x="135292" y="108436"/>
                </a:cubicBezTo>
                <a:cubicBezTo>
                  <a:pt x="136644" y="109560"/>
                  <a:pt x="139298" y="110122"/>
                  <a:pt x="143251" y="110122"/>
                </a:cubicBezTo>
                <a:lnTo>
                  <a:pt x="145187" y="110122"/>
                </a:lnTo>
                <a:lnTo>
                  <a:pt x="145187" y="119986"/>
                </a:lnTo>
                <a:lnTo>
                  <a:pt x="141691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7" y="116479"/>
                  <a:pt x="126209" y="114336"/>
                </a:cubicBezTo>
                <a:cubicBezTo>
                  <a:pt x="124461" y="112193"/>
                  <a:pt x="123327" y="109477"/>
                  <a:pt x="122806" y="106189"/>
                </a:cubicBezTo>
                <a:cubicBezTo>
                  <a:pt x="122286" y="102901"/>
                  <a:pt x="122005" y="97512"/>
                  <a:pt x="121964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6" y="65133"/>
                  <a:pt x="109041" y="65049"/>
                </a:cubicBezTo>
                <a:lnTo>
                  <a:pt x="109041" y="54811"/>
                </a:lnTo>
                <a:close/>
                <a:moveTo>
                  <a:pt x="212548" y="82217"/>
                </a:moveTo>
                <a:lnTo>
                  <a:pt x="212548" y="93017"/>
                </a:lnTo>
                <a:lnTo>
                  <a:pt x="152056" y="93017"/>
                </a:lnTo>
                <a:cubicBezTo>
                  <a:pt x="151973" y="90313"/>
                  <a:pt x="152410" y="87713"/>
                  <a:pt x="153367" y="85217"/>
                </a:cubicBezTo>
                <a:cubicBezTo>
                  <a:pt x="154907" y="81100"/>
                  <a:pt x="157373" y="77045"/>
                  <a:pt x="160764" y="73052"/>
                </a:cubicBezTo>
                <a:cubicBezTo>
                  <a:pt x="164156" y="69059"/>
                  <a:pt x="169057" y="64442"/>
                  <a:pt x="175466" y="59201"/>
                </a:cubicBezTo>
                <a:cubicBezTo>
                  <a:pt x="185413" y="51051"/>
                  <a:pt x="192134" y="44596"/>
                  <a:pt x="195630" y="39835"/>
                </a:cubicBezTo>
                <a:cubicBezTo>
                  <a:pt x="199126" y="35073"/>
                  <a:pt x="200874" y="30572"/>
                  <a:pt x="200874" y="26331"/>
                </a:cubicBezTo>
                <a:cubicBezTo>
                  <a:pt x="200874" y="21881"/>
                  <a:pt x="199282" y="18129"/>
                  <a:pt x="196098" y="15072"/>
                </a:cubicBezTo>
                <a:cubicBezTo>
                  <a:pt x="192915" y="12016"/>
                  <a:pt x="188763" y="10488"/>
                  <a:pt x="183644" y="10488"/>
                </a:cubicBezTo>
                <a:cubicBezTo>
                  <a:pt x="178234" y="10488"/>
                  <a:pt x="173905" y="12111"/>
                  <a:pt x="170659" y="15357"/>
                </a:cubicBezTo>
                <a:cubicBezTo>
                  <a:pt x="167413" y="18603"/>
                  <a:pt x="165769" y="23098"/>
                  <a:pt x="165727" y="28841"/>
                </a:cubicBezTo>
                <a:lnTo>
                  <a:pt x="154178" y="27653"/>
                </a:lnTo>
                <a:cubicBezTo>
                  <a:pt x="154969" y="19019"/>
                  <a:pt x="157945" y="12439"/>
                  <a:pt x="163105" y="7913"/>
                </a:cubicBezTo>
                <a:cubicBezTo>
                  <a:pt x="168266" y="3387"/>
                  <a:pt x="175196" y="1124"/>
                  <a:pt x="183894" y="1124"/>
                </a:cubicBezTo>
                <a:cubicBezTo>
                  <a:pt x="192675" y="1124"/>
                  <a:pt x="199625" y="3559"/>
                  <a:pt x="204745" y="8430"/>
                </a:cubicBezTo>
                <a:cubicBezTo>
                  <a:pt x="209864" y="13300"/>
                  <a:pt x="212423" y="19337"/>
                  <a:pt x="212423" y="26539"/>
                </a:cubicBezTo>
                <a:cubicBezTo>
                  <a:pt x="212423" y="30203"/>
                  <a:pt x="211674" y="33804"/>
                  <a:pt x="210176" y="37343"/>
                </a:cubicBezTo>
                <a:cubicBezTo>
                  <a:pt x="208677" y="40882"/>
                  <a:pt x="206191" y="44608"/>
                  <a:pt x="202716" y="48522"/>
                </a:cubicBezTo>
                <a:cubicBezTo>
                  <a:pt x="199241" y="52434"/>
                  <a:pt x="193466" y="57804"/>
                  <a:pt x="185392" y="64632"/>
                </a:cubicBezTo>
                <a:cubicBezTo>
                  <a:pt x="178650" y="70286"/>
                  <a:pt x="174322" y="74121"/>
                  <a:pt x="172407" y="76138"/>
                </a:cubicBezTo>
                <a:cubicBezTo>
                  <a:pt x="170493" y="78154"/>
                  <a:pt x="168911" y="80180"/>
                  <a:pt x="167663" y="82217"/>
                </a:cubicBezTo>
                <a:lnTo>
                  <a:pt x="212548" y="82217"/>
                </a:ln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9" y="107295"/>
                  <a:pt x="236626" y="109537"/>
                  <a:pt x="233005" y="111121"/>
                </a:cubicBezTo>
                <a:lnTo>
                  <a:pt x="229884" y="106252"/>
                </a:lnTo>
                <a:cubicBezTo>
                  <a:pt x="232256" y="105216"/>
                  <a:pt x="234004" y="103694"/>
                  <a:pt x="235128" y="101685"/>
                </a:cubicBezTo>
                <a:cubicBezTo>
                  <a:pt x="236251" y="99675"/>
                  <a:pt x="236876" y="96786"/>
                  <a:pt x="237000" y="93017"/>
                </a:cubicBezTo>
                <a:lnTo>
                  <a:pt x="230633" y="93017"/>
                </a:lnTo>
                <a:close/>
                <a:moveTo>
                  <a:pt x="260119" y="68920"/>
                </a:moveTo>
                <a:lnTo>
                  <a:pt x="271918" y="67921"/>
                </a:lnTo>
                <a:cubicBezTo>
                  <a:pt x="272792" y="73645"/>
                  <a:pt x="274821" y="77948"/>
                  <a:pt x="278005" y="80830"/>
                </a:cubicBezTo>
                <a:cubicBezTo>
                  <a:pt x="281188" y="83711"/>
                  <a:pt x="285028" y="85151"/>
                  <a:pt x="289523" y="85151"/>
                </a:cubicBezTo>
                <a:cubicBezTo>
                  <a:pt x="294933" y="85151"/>
                  <a:pt x="299511" y="83115"/>
                  <a:pt x="303257" y="79043"/>
                </a:cubicBezTo>
                <a:cubicBezTo>
                  <a:pt x="307002" y="74970"/>
                  <a:pt x="308875" y="69567"/>
                  <a:pt x="308875" y="62835"/>
                </a:cubicBezTo>
                <a:cubicBezTo>
                  <a:pt x="308875" y="56435"/>
                  <a:pt x="307075" y="51386"/>
                  <a:pt x="303475" y="47687"/>
                </a:cubicBezTo>
                <a:cubicBezTo>
                  <a:pt x="299875" y="43988"/>
                  <a:pt x="295162" y="42139"/>
                  <a:pt x="289335" y="42139"/>
                </a:cubicBezTo>
                <a:cubicBezTo>
                  <a:pt x="285714" y="42139"/>
                  <a:pt x="282447" y="42955"/>
                  <a:pt x="279534" y="44587"/>
                </a:cubicBezTo>
                <a:cubicBezTo>
                  <a:pt x="276621" y="46219"/>
                  <a:pt x="274332" y="48337"/>
                  <a:pt x="272667" y="50941"/>
                </a:cubicBezTo>
                <a:lnTo>
                  <a:pt x="262117" y="49567"/>
                </a:lnTo>
                <a:lnTo>
                  <a:pt x="270982" y="2622"/>
                </a:lnTo>
                <a:lnTo>
                  <a:pt x="316491" y="2622"/>
                </a:lnTo>
                <a:lnTo>
                  <a:pt x="316491" y="13235"/>
                </a:lnTo>
                <a:lnTo>
                  <a:pt x="279971" y="13235"/>
                </a:lnTo>
                <a:lnTo>
                  <a:pt x="275039" y="37893"/>
                </a:lnTo>
                <a:cubicBezTo>
                  <a:pt x="280533" y="34106"/>
                  <a:pt x="286297" y="32213"/>
                  <a:pt x="292332" y="32213"/>
                </a:cubicBezTo>
                <a:cubicBezTo>
                  <a:pt x="300322" y="32213"/>
                  <a:pt x="307065" y="34983"/>
                  <a:pt x="312558" y="40525"/>
                </a:cubicBezTo>
                <a:cubicBezTo>
                  <a:pt x="318052" y="46066"/>
                  <a:pt x="320799" y="53189"/>
                  <a:pt x="320799" y="61895"/>
                </a:cubicBezTo>
                <a:cubicBezTo>
                  <a:pt x="320799" y="70186"/>
                  <a:pt x="318385" y="77352"/>
                  <a:pt x="313557" y="83391"/>
                </a:cubicBezTo>
                <a:cubicBezTo>
                  <a:pt x="307689" y="90807"/>
                  <a:pt x="299677" y="94515"/>
                  <a:pt x="289523" y="94515"/>
                </a:cubicBezTo>
                <a:cubicBezTo>
                  <a:pt x="281199" y="94515"/>
                  <a:pt x="274405" y="92179"/>
                  <a:pt x="269140" y="87506"/>
                </a:cubicBezTo>
                <a:cubicBezTo>
                  <a:pt x="263875" y="82833"/>
                  <a:pt x="260868" y="76638"/>
                  <a:pt x="260119" y="68920"/>
                </a:cubicBez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4" y="65133"/>
                  <a:pt x="359162" y="66007"/>
                  <a:pt x="357144" y="67671"/>
                </a:cubicBezTo>
                <a:cubicBezTo>
                  <a:pt x="355125" y="69336"/>
                  <a:pt x="353783" y="71594"/>
                  <a:pt x="353117" y="74445"/>
                </a:cubicBezTo>
                <a:cubicBezTo>
                  <a:pt x="352451" y="77296"/>
                  <a:pt x="352098" y="82196"/>
                  <a:pt x="352056" y="89146"/>
                </a:cubicBezTo>
                <a:cubicBezTo>
                  <a:pt x="352014" y="96097"/>
                  <a:pt x="351890" y="100675"/>
                  <a:pt x="351681" y="102880"/>
                </a:cubicBezTo>
                <a:cubicBezTo>
                  <a:pt x="351307" y="106418"/>
                  <a:pt x="350610" y="109238"/>
                  <a:pt x="349590" y="111339"/>
                </a:cubicBezTo>
                <a:cubicBezTo>
                  <a:pt x="348570" y="113441"/>
                  <a:pt x="347312" y="115127"/>
                  <a:pt x="345813" y="116396"/>
                </a:cubicBezTo>
                <a:cubicBezTo>
                  <a:pt x="344315" y="117665"/>
                  <a:pt x="342401" y="118633"/>
                  <a:pt x="340070" y="119299"/>
                </a:cubicBezTo>
                <a:cubicBezTo>
                  <a:pt x="338488" y="119757"/>
                  <a:pt x="335908" y="119986"/>
                  <a:pt x="332329" y="119986"/>
                </a:cubicBezTo>
                <a:lnTo>
                  <a:pt x="328833" y="119986"/>
                </a:lnTo>
                <a:lnTo>
                  <a:pt x="328833" y="110122"/>
                </a:lnTo>
                <a:lnTo>
                  <a:pt x="330768" y="110122"/>
                </a:lnTo>
                <a:cubicBezTo>
                  <a:pt x="335097" y="110122"/>
                  <a:pt x="337968" y="109342"/>
                  <a:pt x="339383" y="107781"/>
                </a:cubicBezTo>
                <a:cubicBezTo>
                  <a:pt x="340798" y="106222"/>
                  <a:pt x="341506" y="102718"/>
                  <a:pt x="341506" y="97270"/>
                </a:cubicBezTo>
                <a:cubicBezTo>
                  <a:pt x="341506" y="86872"/>
                  <a:pt x="341693" y="80279"/>
                  <a:pt x="342068" y="77492"/>
                </a:cubicBezTo>
                <a:cubicBezTo>
                  <a:pt x="342734" y="72876"/>
                  <a:pt x="344065" y="69185"/>
                  <a:pt x="346063" y="66419"/>
                </a:cubicBezTo>
                <a:cubicBezTo>
                  <a:pt x="348061" y="63653"/>
                  <a:pt x="350891" y="61500"/>
                  <a:pt x="354553" y="59962"/>
                </a:cubicBezTo>
                <a:cubicBezTo>
                  <a:pt x="349767" y="57676"/>
                  <a:pt x="346396" y="54655"/>
                  <a:pt x="344440" y="50896"/>
                </a:cubicBezTo>
                <a:cubicBezTo>
                  <a:pt x="342484" y="47136"/>
                  <a:pt x="341506" y="40790"/>
                  <a:pt x="341506" y="31859"/>
                </a:cubicBezTo>
                <a:cubicBezTo>
                  <a:pt x="341506" y="23759"/>
                  <a:pt x="341402" y="18920"/>
                  <a:pt x="341194" y="17341"/>
                </a:cubicBezTo>
                <a:cubicBezTo>
                  <a:pt x="340902" y="14558"/>
                  <a:pt x="340080" y="12616"/>
                  <a:pt x="338728" y="11516"/>
                </a:cubicBezTo>
                <a:cubicBezTo>
                  <a:pt x="337375" y="10414"/>
                  <a:pt x="334722" y="9864"/>
                  <a:pt x="330768" y="9864"/>
                </a:cubicBezTo>
                <a:lnTo>
                  <a:pt x="328833" y="9864"/>
                </a:lnTo>
                <a:lnTo>
                  <a:pt x="328833" y="0"/>
                </a:lnTo>
                <a:lnTo>
                  <a:pt x="332329" y="0"/>
                </a:lnTo>
                <a:cubicBezTo>
                  <a:pt x="336408" y="0"/>
                  <a:pt x="339362" y="332"/>
                  <a:pt x="341194" y="997"/>
                </a:cubicBezTo>
                <a:cubicBezTo>
                  <a:pt x="343857" y="1912"/>
                  <a:pt x="346063" y="3451"/>
                  <a:pt x="347811" y="5613"/>
                </a:cubicBezTo>
                <a:cubicBezTo>
                  <a:pt x="349559" y="7774"/>
                  <a:pt x="350693" y="10497"/>
                  <a:pt x="351213" y="13781"/>
                </a:cubicBezTo>
                <a:cubicBezTo>
                  <a:pt x="351733" y="17065"/>
                  <a:pt x="352014" y="22449"/>
                  <a:pt x="352056" y="29932"/>
                </a:cubicBezTo>
                <a:cubicBezTo>
                  <a:pt x="352098" y="37414"/>
                  <a:pt x="352451" y="42579"/>
                  <a:pt x="353117" y="45428"/>
                </a:cubicBezTo>
                <a:cubicBezTo>
                  <a:pt x="353783" y="48275"/>
                  <a:pt x="355125" y="50530"/>
                  <a:pt x="357144" y="52193"/>
                </a:cubicBezTo>
                <a:cubicBezTo>
                  <a:pt x="359162" y="53855"/>
                  <a:pt x="361774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1" y="80157"/>
                </a:lnTo>
                <a:lnTo>
                  <a:pt x="392761" y="92980"/>
                </a:lnTo>
                <a:cubicBezTo>
                  <a:pt x="392761" y="97693"/>
                  <a:pt x="391928" y="101499"/>
                  <a:pt x="390264" y="104396"/>
                </a:cubicBezTo>
                <a:cubicBezTo>
                  <a:pt x="388599" y="107295"/>
                  <a:pt x="385956" y="109537"/>
                  <a:pt x="382335" y="111121"/>
                </a:cubicBezTo>
                <a:lnTo>
                  <a:pt x="379214" y="106252"/>
                </a:lnTo>
                <a:cubicBezTo>
                  <a:pt x="381586" y="105216"/>
                  <a:pt x="383334" y="103694"/>
                  <a:pt x="384458" y="101685"/>
                </a:cubicBezTo>
                <a:cubicBezTo>
                  <a:pt x="385582" y="99675"/>
                  <a:pt x="386206" y="96786"/>
                  <a:pt x="386331" y="93017"/>
                </a:cubicBezTo>
                <a:lnTo>
                  <a:pt x="379963" y="93017"/>
                </a:lnTo>
                <a:close/>
                <a:moveTo>
                  <a:pt x="451776" y="93017"/>
                </a:moveTo>
                <a:lnTo>
                  <a:pt x="440539" y="93017"/>
                </a:lnTo>
                <a:lnTo>
                  <a:pt x="440539" y="21413"/>
                </a:lnTo>
                <a:cubicBezTo>
                  <a:pt x="437834" y="23993"/>
                  <a:pt x="434286" y="26573"/>
                  <a:pt x="429895" y="29154"/>
                </a:cubicBezTo>
                <a:cubicBezTo>
                  <a:pt x="425505" y="31734"/>
                  <a:pt x="421561" y="33669"/>
                  <a:pt x="418065" y="34959"/>
                </a:cubicBezTo>
                <a:lnTo>
                  <a:pt x="418065" y="24097"/>
                </a:lnTo>
                <a:cubicBezTo>
                  <a:pt x="424350" y="21142"/>
                  <a:pt x="429843" y="17563"/>
                  <a:pt x="434546" y="13359"/>
                </a:cubicBezTo>
                <a:cubicBezTo>
                  <a:pt x="439249" y="9156"/>
                  <a:pt x="442579" y="5077"/>
                  <a:pt x="444535" y="1124"/>
                </a:cubicBezTo>
                <a:lnTo>
                  <a:pt x="451776" y="1124"/>
                </a:lnTo>
                <a:lnTo>
                  <a:pt x="451776" y="93017"/>
                </a:lnTo>
                <a:close/>
                <a:moveTo>
                  <a:pt x="491025" y="119986"/>
                </a:moveTo>
                <a:lnTo>
                  <a:pt x="482971" y="119986"/>
                </a:lnTo>
                <a:cubicBezTo>
                  <a:pt x="495415" y="100009"/>
                  <a:pt x="501637" y="80011"/>
                  <a:pt x="501637" y="59993"/>
                </a:cubicBezTo>
                <a:cubicBezTo>
                  <a:pt x="501637" y="52169"/>
                  <a:pt x="500742" y="44407"/>
                  <a:pt x="498953" y="36707"/>
                </a:cubicBezTo>
                <a:cubicBezTo>
                  <a:pt x="497538" y="30465"/>
                  <a:pt x="495561" y="24472"/>
                  <a:pt x="493022" y="18728"/>
                </a:cubicBezTo>
                <a:cubicBezTo>
                  <a:pt x="491399" y="14983"/>
                  <a:pt x="488049" y="8740"/>
                  <a:pt x="482971" y="0"/>
                </a:cubicBezTo>
                <a:lnTo>
                  <a:pt x="491025" y="0"/>
                </a:lnTo>
                <a:cubicBezTo>
                  <a:pt x="498849" y="10446"/>
                  <a:pt x="504634" y="20934"/>
                  <a:pt x="508379" y="31463"/>
                </a:cubicBezTo>
                <a:cubicBezTo>
                  <a:pt x="511584" y="40536"/>
                  <a:pt x="513186" y="50025"/>
                  <a:pt x="513186" y="59930"/>
                </a:cubicBezTo>
                <a:cubicBezTo>
                  <a:pt x="513186" y="71167"/>
                  <a:pt x="511033" y="82030"/>
                  <a:pt x="506725" y="92517"/>
                </a:cubicBezTo>
                <a:cubicBezTo>
                  <a:pt x="502418" y="103005"/>
                  <a:pt x="497184" y="112161"/>
                  <a:pt x="491025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24B4C-B923-40CB-AE3A-A38DEC13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1" y="1100061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E81F7-E44A-407F-9D34-FF2900C2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1" y="1100061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75" name="Text u(4,5)">
            <a:extLst xmlns:a="http://schemas.openxmlformats.org/drawingml/2006/main">
              <a:ext uri="{FF2B5EF4-FFF2-40B4-BE49-F238E27FC236}">
                <a16:creationId xmlns:a16="http://schemas.microsoft.com/office/drawing/2014/main" id="{EC3D9C34-DC9E-4C37-8308-51AB4B40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740" y="1159536"/>
            <a:ext cx="321152" cy="119986"/>
          </a:xfrm>
          <a:custGeom xmlns:a="http://schemas.openxmlformats.org/drawingml/2006/main">
            <a:pathLst>
              <a:path w="321152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46809" y="93017"/>
                </a:moveTo>
                <a:lnTo>
                  <a:pt x="146809" y="71105"/>
                </a:lnTo>
                <a:lnTo>
                  <a:pt x="107105" y="71105"/>
                </a:lnTo>
                <a:lnTo>
                  <a:pt x="107105" y="60804"/>
                </a:lnTo>
                <a:lnTo>
                  <a:pt x="148869" y="1498"/>
                </a:lnTo>
                <a:lnTo>
                  <a:pt x="158046" y="1498"/>
                </a:lnTo>
                <a:lnTo>
                  <a:pt x="158046" y="60804"/>
                </a:lnTo>
                <a:lnTo>
                  <a:pt x="170406" y="60804"/>
                </a:lnTo>
                <a:lnTo>
                  <a:pt x="170406" y="71105"/>
                </a:lnTo>
                <a:lnTo>
                  <a:pt x="158046" y="71105"/>
                </a:lnTo>
                <a:lnTo>
                  <a:pt x="158046" y="93017"/>
                </a:lnTo>
                <a:lnTo>
                  <a:pt x="146809" y="93017"/>
                </a:lnTo>
                <a:moveTo>
                  <a:pt x="146809" y="60804"/>
                </a:moveTo>
                <a:lnTo>
                  <a:pt x="146809" y="19540"/>
                </a:lnTo>
                <a:lnTo>
                  <a:pt x="118155" y="60804"/>
                </a:lnTo>
                <a:lnTo>
                  <a:pt x="146809" y="60804"/>
                </a:lnTo>
                <a:close/>
                <a:moveTo>
                  <a:pt x="187930" y="93017"/>
                </a:moveTo>
                <a:lnTo>
                  <a:pt x="187930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5" y="101499"/>
                  <a:pt x="198230" y="104396"/>
                </a:cubicBezTo>
                <a:cubicBezTo>
                  <a:pt x="196566" y="107295"/>
                  <a:pt x="193923" y="109537"/>
                  <a:pt x="190302" y="111121"/>
                </a:cubicBezTo>
                <a:lnTo>
                  <a:pt x="187181" y="106252"/>
                </a:lnTo>
                <a:cubicBezTo>
                  <a:pt x="189553" y="105216"/>
                  <a:pt x="191301" y="103694"/>
                  <a:pt x="192425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30" y="93017"/>
                </a:lnTo>
                <a:close/>
                <a:moveTo>
                  <a:pt x="217417" y="68920"/>
                </a:moveTo>
                <a:lnTo>
                  <a:pt x="229216" y="67921"/>
                </a:lnTo>
                <a:cubicBezTo>
                  <a:pt x="230090" y="73645"/>
                  <a:pt x="232119" y="77948"/>
                  <a:pt x="235302" y="80830"/>
                </a:cubicBezTo>
                <a:cubicBezTo>
                  <a:pt x="238486" y="83711"/>
                  <a:pt x="242326" y="85151"/>
                  <a:pt x="246820" y="85151"/>
                </a:cubicBezTo>
                <a:cubicBezTo>
                  <a:pt x="252231" y="85151"/>
                  <a:pt x="256809" y="83115"/>
                  <a:pt x="260554" y="79043"/>
                </a:cubicBezTo>
                <a:cubicBezTo>
                  <a:pt x="264300" y="74970"/>
                  <a:pt x="266173" y="69567"/>
                  <a:pt x="266173" y="62835"/>
                </a:cubicBezTo>
                <a:cubicBezTo>
                  <a:pt x="266173" y="56435"/>
                  <a:pt x="264373" y="51386"/>
                  <a:pt x="260773" y="47687"/>
                </a:cubicBezTo>
                <a:cubicBezTo>
                  <a:pt x="257173" y="43988"/>
                  <a:pt x="252460" y="42139"/>
                  <a:pt x="246633" y="42139"/>
                </a:cubicBezTo>
                <a:cubicBezTo>
                  <a:pt x="243012" y="42139"/>
                  <a:pt x="239745" y="42955"/>
                  <a:pt x="236832" y="44587"/>
                </a:cubicBezTo>
                <a:cubicBezTo>
                  <a:pt x="233919" y="46219"/>
                  <a:pt x="231630" y="48337"/>
                  <a:pt x="229965" y="50941"/>
                </a:cubicBezTo>
                <a:lnTo>
                  <a:pt x="219415" y="49567"/>
                </a:lnTo>
                <a:lnTo>
                  <a:pt x="228279" y="2622"/>
                </a:lnTo>
                <a:lnTo>
                  <a:pt x="273789" y="2622"/>
                </a:lnTo>
                <a:lnTo>
                  <a:pt x="273789" y="13235"/>
                </a:lnTo>
                <a:lnTo>
                  <a:pt x="237269" y="13235"/>
                </a:lnTo>
                <a:lnTo>
                  <a:pt x="232337" y="37893"/>
                </a:lnTo>
                <a:cubicBezTo>
                  <a:pt x="237831" y="34106"/>
                  <a:pt x="243595" y="32213"/>
                  <a:pt x="249630" y="32213"/>
                </a:cubicBezTo>
                <a:cubicBezTo>
                  <a:pt x="257620" y="32213"/>
                  <a:pt x="264362" y="34983"/>
                  <a:pt x="269856" y="40525"/>
                </a:cubicBezTo>
                <a:cubicBezTo>
                  <a:pt x="275350" y="46066"/>
                  <a:pt x="278096" y="53189"/>
                  <a:pt x="278096" y="61895"/>
                </a:cubicBezTo>
                <a:cubicBezTo>
                  <a:pt x="278096" y="70186"/>
                  <a:pt x="275683" y="77352"/>
                  <a:pt x="270855" y="83391"/>
                </a:cubicBezTo>
                <a:cubicBezTo>
                  <a:pt x="264987" y="90807"/>
                  <a:pt x="256975" y="94515"/>
                  <a:pt x="246820" y="94515"/>
                </a:cubicBezTo>
                <a:cubicBezTo>
                  <a:pt x="238497" y="94515"/>
                  <a:pt x="231702" y="92179"/>
                  <a:pt x="226438" y="87506"/>
                </a:cubicBezTo>
                <a:cubicBezTo>
                  <a:pt x="221173" y="82833"/>
                  <a:pt x="218166" y="76638"/>
                  <a:pt x="217417" y="68920"/>
                </a:cubicBezTo>
                <a:close/>
                <a:moveTo>
                  <a:pt x="298990" y="119986"/>
                </a:moveTo>
                <a:lnTo>
                  <a:pt x="290937" y="119986"/>
                </a:lnTo>
                <a:cubicBezTo>
                  <a:pt x="303381" y="100009"/>
                  <a:pt x="309603" y="80011"/>
                  <a:pt x="309603" y="59993"/>
                </a:cubicBezTo>
                <a:cubicBezTo>
                  <a:pt x="309603" y="52169"/>
                  <a:pt x="308708" y="44407"/>
                  <a:pt x="306918" y="36707"/>
                </a:cubicBezTo>
                <a:cubicBezTo>
                  <a:pt x="305503" y="30465"/>
                  <a:pt x="303526" y="24472"/>
                  <a:pt x="300988" y="18728"/>
                </a:cubicBezTo>
                <a:cubicBezTo>
                  <a:pt x="299365" y="14983"/>
                  <a:pt x="296014" y="8740"/>
                  <a:pt x="290937" y="0"/>
                </a:cubicBezTo>
                <a:lnTo>
                  <a:pt x="298990" y="0"/>
                </a:lnTo>
                <a:cubicBezTo>
                  <a:pt x="306814" y="10446"/>
                  <a:pt x="312599" y="20934"/>
                  <a:pt x="316345" y="31463"/>
                </a:cubicBezTo>
                <a:cubicBezTo>
                  <a:pt x="319549" y="40536"/>
                  <a:pt x="321152" y="50025"/>
                  <a:pt x="321152" y="59930"/>
                </a:cubicBezTo>
                <a:cubicBezTo>
                  <a:pt x="321152" y="71167"/>
                  <a:pt x="318998" y="82030"/>
                  <a:pt x="314690" y="92517"/>
                </a:cubicBezTo>
                <a:cubicBezTo>
                  <a:pt x="310383" y="103005"/>
                  <a:pt x="305150" y="112161"/>
                  <a:pt x="29899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5E901-4BC7-4204-8190-10C74850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1" y="1986420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F90B8-EC27-4F81-BBDB-D36AFEB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121" y="1986420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78" name="Text u({0,1,2},3)">
            <a:extLst xmlns:a="http://schemas.openxmlformats.org/drawingml/2006/main">
              <a:ext uri="{FF2B5EF4-FFF2-40B4-BE49-F238E27FC236}">
                <a16:creationId xmlns:a16="http://schemas.microsoft.com/office/drawing/2014/main" id="{0BA408CF-4717-41D9-8F3F-5DCAEE1D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1459" y="2042873"/>
            <a:ext cx="619813" cy="119986"/>
          </a:xfrm>
          <a:custGeom xmlns:a="http://schemas.openxmlformats.org/drawingml/2006/main">
            <a:pathLst>
              <a:path w="619813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09" y="119986"/>
                </a:moveTo>
                <a:cubicBezTo>
                  <a:pt x="86608" y="112161"/>
                  <a:pt x="81364" y="103005"/>
                  <a:pt x="77078" y="92517"/>
                </a:cubicBezTo>
                <a:cubicBezTo>
                  <a:pt x="72791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0" y="20934"/>
                  <a:pt x="84985" y="10446"/>
                  <a:pt x="92809" y="0"/>
                </a:cubicBezTo>
                <a:lnTo>
                  <a:pt x="100862" y="0"/>
                </a:lnTo>
                <a:cubicBezTo>
                  <a:pt x="95827" y="8657"/>
                  <a:pt x="92497" y="14837"/>
                  <a:pt x="90874" y="18541"/>
                </a:cubicBezTo>
                <a:cubicBezTo>
                  <a:pt x="88335" y="24284"/>
                  <a:pt x="86338" y="30277"/>
                  <a:pt x="84881" y="36520"/>
                </a:cubicBezTo>
                <a:cubicBezTo>
                  <a:pt x="83091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2" y="119986"/>
                </a:cubicBezTo>
                <a:lnTo>
                  <a:pt x="92809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91" y="47851"/>
                </a:moveTo>
                <a:cubicBezTo>
                  <a:pt x="153491" y="37038"/>
                  <a:pt x="154604" y="28335"/>
                  <a:pt x="156831" y="21742"/>
                </a:cubicBezTo>
                <a:cubicBezTo>
                  <a:pt x="159057" y="15150"/>
                  <a:pt x="162366" y="10065"/>
                  <a:pt x="166757" y="6489"/>
                </a:cubicBezTo>
                <a:cubicBezTo>
                  <a:pt x="171148" y="2912"/>
                  <a:pt x="176672" y="1124"/>
                  <a:pt x="183331" y="1124"/>
                </a:cubicBezTo>
                <a:cubicBezTo>
                  <a:pt x="188242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7" y="80427"/>
                  <a:pt x="204359" y="85522"/>
                  <a:pt x="199968" y="89119"/>
                </a:cubicBezTo>
                <a:cubicBezTo>
                  <a:pt x="195578" y="92716"/>
                  <a:pt x="190032" y="94515"/>
                  <a:pt x="183331" y="94515"/>
                </a:cubicBezTo>
                <a:cubicBezTo>
                  <a:pt x="174508" y="94515"/>
                  <a:pt x="167579" y="91354"/>
                  <a:pt x="162543" y="85032"/>
                </a:cubicBezTo>
                <a:cubicBezTo>
                  <a:pt x="156508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8" y="72759"/>
                  <a:pt x="170315" y="77716"/>
                </a:cubicBezTo>
                <a:cubicBezTo>
                  <a:pt x="173832" y="82673"/>
                  <a:pt x="178171" y="85151"/>
                  <a:pt x="183331" y="85151"/>
                </a:cubicBezTo>
                <a:cubicBezTo>
                  <a:pt x="188492" y="85151"/>
                  <a:pt x="192831" y="82662"/>
                  <a:pt x="196347" y="77685"/>
                </a:cubicBezTo>
                <a:cubicBezTo>
                  <a:pt x="199864" y="72708"/>
                  <a:pt x="201623" y="62753"/>
                  <a:pt x="201623" y="47819"/>
                </a:cubicBezTo>
                <a:cubicBezTo>
                  <a:pt x="201623" y="32804"/>
                  <a:pt x="199864" y="22829"/>
                  <a:pt x="196347" y="17893"/>
                </a:cubicBezTo>
                <a:cubicBezTo>
                  <a:pt x="192831" y="12956"/>
                  <a:pt x="188450" y="10488"/>
                  <a:pt x="183206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5" y="22580"/>
                  <a:pt x="165040" y="32846"/>
                  <a:pt x="165040" y="47819"/>
                </a:cubicBez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302445" y="93017"/>
                </a:moveTo>
                <a:lnTo>
                  <a:pt x="291208" y="93017"/>
                </a:lnTo>
                <a:lnTo>
                  <a:pt x="291208" y="21413"/>
                </a:lnTo>
                <a:cubicBezTo>
                  <a:pt x="288503" y="23993"/>
                  <a:pt x="284955" y="26573"/>
                  <a:pt x="280564" y="29154"/>
                </a:cubicBezTo>
                <a:cubicBezTo>
                  <a:pt x="276173" y="31734"/>
                  <a:pt x="272230" y="33669"/>
                  <a:pt x="268734" y="34959"/>
                </a:cubicBezTo>
                <a:lnTo>
                  <a:pt x="268734" y="24097"/>
                </a:lnTo>
                <a:cubicBezTo>
                  <a:pt x="275018" y="21142"/>
                  <a:pt x="280512" y="17563"/>
                  <a:pt x="285215" y="13359"/>
                </a:cubicBezTo>
                <a:cubicBezTo>
                  <a:pt x="289918" y="9156"/>
                  <a:pt x="293247" y="5077"/>
                  <a:pt x="295203" y="1124"/>
                </a:cubicBezTo>
                <a:lnTo>
                  <a:pt x="302445" y="1124"/>
                </a:lnTo>
                <a:lnTo>
                  <a:pt x="302445" y="93017"/>
                </a:lnTo>
                <a:close/>
                <a:moveTo>
                  <a:pt x="337260" y="93017"/>
                </a:moveTo>
                <a:lnTo>
                  <a:pt x="337260" y="80157"/>
                </a:lnTo>
                <a:lnTo>
                  <a:pt x="350058" y="80157"/>
                </a:lnTo>
                <a:lnTo>
                  <a:pt x="350058" y="92980"/>
                </a:lnTo>
                <a:cubicBezTo>
                  <a:pt x="350058" y="97693"/>
                  <a:pt x="349226" y="101499"/>
                  <a:pt x="347561" y="104396"/>
                </a:cubicBezTo>
                <a:cubicBezTo>
                  <a:pt x="345896" y="107295"/>
                  <a:pt x="343253" y="109537"/>
                  <a:pt x="339633" y="111121"/>
                </a:cubicBezTo>
                <a:lnTo>
                  <a:pt x="336511" y="106252"/>
                </a:lnTo>
                <a:cubicBezTo>
                  <a:pt x="338884" y="105216"/>
                  <a:pt x="340631" y="103694"/>
                  <a:pt x="341755" y="101685"/>
                </a:cubicBezTo>
                <a:cubicBezTo>
                  <a:pt x="342879" y="99675"/>
                  <a:pt x="343503" y="96786"/>
                  <a:pt x="343628" y="93017"/>
                </a:cubicBezTo>
                <a:lnTo>
                  <a:pt x="337260" y="93017"/>
                </a:lnTo>
                <a:close/>
                <a:moveTo>
                  <a:pt x="425804" y="82217"/>
                </a:moveTo>
                <a:lnTo>
                  <a:pt x="425804" y="93017"/>
                </a:lnTo>
                <a:lnTo>
                  <a:pt x="365312" y="93017"/>
                </a:lnTo>
                <a:cubicBezTo>
                  <a:pt x="365228" y="90313"/>
                  <a:pt x="365665" y="87713"/>
                  <a:pt x="366623" y="85217"/>
                </a:cubicBezTo>
                <a:cubicBezTo>
                  <a:pt x="368162" y="81100"/>
                  <a:pt x="370628" y="77045"/>
                  <a:pt x="374020" y="73052"/>
                </a:cubicBezTo>
                <a:cubicBezTo>
                  <a:pt x="377412" y="69059"/>
                  <a:pt x="382313" y="64442"/>
                  <a:pt x="388722" y="59201"/>
                </a:cubicBezTo>
                <a:cubicBezTo>
                  <a:pt x="398669" y="51051"/>
                  <a:pt x="405390" y="44596"/>
                  <a:pt x="408886" y="39835"/>
                </a:cubicBezTo>
                <a:cubicBezTo>
                  <a:pt x="412382" y="35073"/>
                  <a:pt x="414130" y="30572"/>
                  <a:pt x="414130" y="26331"/>
                </a:cubicBezTo>
                <a:cubicBezTo>
                  <a:pt x="414130" y="21881"/>
                  <a:pt x="412538" y="18129"/>
                  <a:pt x="409354" y="15072"/>
                </a:cubicBezTo>
                <a:cubicBezTo>
                  <a:pt x="406170" y="12016"/>
                  <a:pt x="402019" y="10488"/>
                  <a:pt x="396900" y="10488"/>
                </a:cubicBezTo>
                <a:cubicBezTo>
                  <a:pt x="391489" y="10488"/>
                  <a:pt x="387161" y="12111"/>
                  <a:pt x="383915" y="15357"/>
                </a:cubicBezTo>
                <a:cubicBezTo>
                  <a:pt x="380669" y="18603"/>
                  <a:pt x="379025" y="23098"/>
                  <a:pt x="378983" y="28841"/>
                </a:cubicBezTo>
                <a:lnTo>
                  <a:pt x="367434" y="27653"/>
                </a:lnTo>
                <a:cubicBezTo>
                  <a:pt x="368225" y="19019"/>
                  <a:pt x="371201" y="12439"/>
                  <a:pt x="376361" y="7913"/>
                </a:cubicBezTo>
                <a:cubicBezTo>
                  <a:pt x="381522" y="3387"/>
                  <a:pt x="388451" y="1124"/>
                  <a:pt x="397150" y="1124"/>
                </a:cubicBezTo>
                <a:cubicBezTo>
                  <a:pt x="405931" y="1124"/>
                  <a:pt x="412881" y="3559"/>
                  <a:pt x="418000" y="8430"/>
                </a:cubicBezTo>
                <a:cubicBezTo>
                  <a:pt x="423119" y="13300"/>
                  <a:pt x="425679" y="19337"/>
                  <a:pt x="425679" y="26539"/>
                </a:cubicBezTo>
                <a:cubicBezTo>
                  <a:pt x="425679" y="30203"/>
                  <a:pt x="424930" y="33804"/>
                  <a:pt x="423432" y="37343"/>
                </a:cubicBezTo>
                <a:cubicBezTo>
                  <a:pt x="421933" y="40882"/>
                  <a:pt x="419447" y="44608"/>
                  <a:pt x="415971" y="48522"/>
                </a:cubicBezTo>
                <a:cubicBezTo>
                  <a:pt x="412496" y="52434"/>
                  <a:pt x="406722" y="57804"/>
                  <a:pt x="398648" y="64632"/>
                </a:cubicBezTo>
                <a:cubicBezTo>
                  <a:pt x="391906" y="70286"/>
                  <a:pt x="387577" y="74121"/>
                  <a:pt x="385663" y="76138"/>
                </a:cubicBezTo>
                <a:cubicBezTo>
                  <a:pt x="383748" y="78154"/>
                  <a:pt x="382167" y="80180"/>
                  <a:pt x="380918" y="82217"/>
                </a:cubicBezTo>
                <a:lnTo>
                  <a:pt x="425804" y="82217"/>
                </a:lnTo>
                <a:close/>
                <a:moveTo>
                  <a:pt x="471606" y="54811"/>
                </a:moveTo>
                <a:lnTo>
                  <a:pt x="471606" y="65049"/>
                </a:lnTo>
                <a:cubicBezTo>
                  <a:pt x="468401" y="65133"/>
                  <a:pt x="465790" y="66007"/>
                  <a:pt x="463771" y="67671"/>
                </a:cubicBezTo>
                <a:cubicBezTo>
                  <a:pt x="461753" y="69336"/>
                  <a:pt x="460411" y="71594"/>
                  <a:pt x="459745" y="74445"/>
                </a:cubicBezTo>
                <a:cubicBezTo>
                  <a:pt x="459079" y="77296"/>
                  <a:pt x="458725" y="82196"/>
                  <a:pt x="458684" y="89146"/>
                </a:cubicBezTo>
                <a:cubicBezTo>
                  <a:pt x="458642" y="96097"/>
                  <a:pt x="458517" y="100675"/>
                  <a:pt x="458309" y="102880"/>
                </a:cubicBezTo>
                <a:cubicBezTo>
                  <a:pt x="457934" y="106418"/>
                  <a:pt x="457237" y="109238"/>
                  <a:pt x="456218" y="111339"/>
                </a:cubicBezTo>
                <a:cubicBezTo>
                  <a:pt x="455198" y="113441"/>
                  <a:pt x="453939" y="115127"/>
                  <a:pt x="452441" y="116396"/>
                </a:cubicBezTo>
                <a:cubicBezTo>
                  <a:pt x="450943" y="117665"/>
                  <a:pt x="449028" y="118633"/>
                  <a:pt x="446698" y="119299"/>
                </a:cubicBezTo>
                <a:cubicBezTo>
                  <a:pt x="445116" y="119757"/>
                  <a:pt x="442536" y="119986"/>
                  <a:pt x="438957" y="119986"/>
                </a:cubicBezTo>
                <a:lnTo>
                  <a:pt x="435461" y="119986"/>
                </a:lnTo>
                <a:lnTo>
                  <a:pt x="435461" y="110122"/>
                </a:lnTo>
                <a:lnTo>
                  <a:pt x="437396" y="110122"/>
                </a:lnTo>
                <a:cubicBezTo>
                  <a:pt x="441724" y="110122"/>
                  <a:pt x="444596" y="109342"/>
                  <a:pt x="446011" y="107781"/>
                </a:cubicBezTo>
                <a:cubicBezTo>
                  <a:pt x="447426" y="106222"/>
                  <a:pt x="448133" y="102718"/>
                  <a:pt x="448133" y="97270"/>
                </a:cubicBezTo>
                <a:cubicBezTo>
                  <a:pt x="448133" y="86872"/>
                  <a:pt x="448321" y="80279"/>
                  <a:pt x="448695" y="77492"/>
                </a:cubicBezTo>
                <a:cubicBezTo>
                  <a:pt x="449361" y="72876"/>
                  <a:pt x="450693" y="69185"/>
                  <a:pt x="452691" y="66419"/>
                </a:cubicBezTo>
                <a:cubicBezTo>
                  <a:pt x="454688" y="63653"/>
                  <a:pt x="457518" y="61500"/>
                  <a:pt x="461181" y="59962"/>
                </a:cubicBezTo>
                <a:cubicBezTo>
                  <a:pt x="456395" y="57676"/>
                  <a:pt x="453024" y="54655"/>
                  <a:pt x="451067" y="50896"/>
                </a:cubicBezTo>
                <a:cubicBezTo>
                  <a:pt x="449111" y="47136"/>
                  <a:pt x="448133" y="40790"/>
                  <a:pt x="448133" y="31859"/>
                </a:cubicBezTo>
                <a:cubicBezTo>
                  <a:pt x="448133" y="23759"/>
                  <a:pt x="448029" y="18920"/>
                  <a:pt x="447821" y="17341"/>
                </a:cubicBezTo>
                <a:cubicBezTo>
                  <a:pt x="447530" y="14558"/>
                  <a:pt x="446708" y="12616"/>
                  <a:pt x="445355" y="11516"/>
                </a:cubicBezTo>
                <a:cubicBezTo>
                  <a:pt x="444003" y="10414"/>
                  <a:pt x="441350" y="9864"/>
                  <a:pt x="437396" y="9864"/>
                </a:cubicBezTo>
                <a:lnTo>
                  <a:pt x="435461" y="9864"/>
                </a:lnTo>
                <a:lnTo>
                  <a:pt x="435461" y="0"/>
                </a:lnTo>
                <a:lnTo>
                  <a:pt x="438957" y="0"/>
                </a:lnTo>
                <a:cubicBezTo>
                  <a:pt x="443035" y="0"/>
                  <a:pt x="445990" y="332"/>
                  <a:pt x="447821" y="997"/>
                </a:cubicBezTo>
                <a:cubicBezTo>
                  <a:pt x="450485" y="1912"/>
                  <a:pt x="452691" y="3451"/>
                  <a:pt x="454439" y="5613"/>
                </a:cubicBezTo>
                <a:cubicBezTo>
                  <a:pt x="456187" y="7774"/>
                  <a:pt x="457321" y="10497"/>
                  <a:pt x="457841" y="13781"/>
                </a:cubicBezTo>
                <a:cubicBezTo>
                  <a:pt x="458361" y="17065"/>
                  <a:pt x="458642" y="22449"/>
                  <a:pt x="458684" y="29932"/>
                </a:cubicBezTo>
                <a:cubicBezTo>
                  <a:pt x="458725" y="37414"/>
                  <a:pt x="459079" y="42579"/>
                  <a:pt x="459745" y="45428"/>
                </a:cubicBezTo>
                <a:cubicBezTo>
                  <a:pt x="460411" y="48275"/>
                  <a:pt x="461753" y="50530"/>
                  <a:pt x="463771" y="52193"/>
                </a:cubicBezTo>
                <a:cubicBezTo>
                  <a:pt x="465790" y="53855"/>
                  <a:pt x="468401" y="54728"/>
                  <a:pt x="471606" y="54811"/>
                </a:cubicBezTo>
                <a:close/>
                <a:moveTo>
                  <a:pt x="486591" y="93017"/>
                </a:moveTo>
                <a:lnTo>
                  <a:pt x="486591" y="80157"/>
                </a:lnTo>
                <a:lnTo>
                  <a:pt x="499389" y="80157"/>
                </a:lnTo>
                <a:lnTo>
                  <a:pt x="499389" y="92980"/>
                </a:lnTo>
                <a:cubicBezTo>
                  <a:pt x="499389" y="97693"/>
                  <a:pt x="498556" y="101499"/>
                  <a:pt x="496892" y="104396"/>
                </a:cubicBezTo>
                <a:cubicBezTo>
                  <a:pt x="495227" y="107295"/>
                  <a:pt x="492584" y="109537"/>
                  <a:pt x="488963" y="111121"/>
                </a:cubicBezTo>
                <a:lnTo>
                  <a:pt x="485842" y="106252"/>
                </a:lnTo>
                <a:cubicBezTo>
                  <a:pt x="488214" y="105216"/>
                  <a:pt x="489962" y="103694"/>
                  <a:pt x="491086" y="101685"/>
                </a:cubicBezTo>
                <a:cubicBezTo>
                  <a:pt x="492210" y="99675"/>
                  <a:pt x="492834" y="96786"/>
                  <a:pt x="492959" y="93017"/>
                </a:cubicBezTo>
                <a:lnTo>
                  <a:pt x="486591" y="93017"/>
                </a:lnTo>
                <a:close/>
                <a:moveTo>
                  <a:pt x="516141" y="68670"/>
                </a:moveTo>
                <a:lnTo>
                  <a:pt x="527378" y="67172"/>
                </a:lnTo>
                <a:cubicBezTo>
                  <a:pt x="528668" y="73540"/>
                  <a:pt x="530863" y="78128"/>
                  <a:pt x="533964" y="80937"/>
                </a:cubicBezTo>
                <a:cubicBezTo>
                  <a:pt x="537064" y="83746"/>
                  <a:pt x="540841" y="85151"/>
                  <a:pt x="545294" y="85151"/>
                </a:cubicBezTo>
                <a:cubicBezTo>
                  <a:pt x="550580" y="85151"/>
                  <a:pt x="555043" y="83323"/>
                  <a:pt x="558685" y="79667"/>
                </a:cubicBezTo>
                <a:cubicBezTo>
                  <a:pt x="562327" y="76011"/>
                  <a:pt x="564147" y="71483"/>
                  <a:pt x="564147" y="66081"/>
                </a:cubicBezTo>
                <a:cubicBezTo>
                  <a:pt x="564147" y="60929"/>
                  <a:pt x="562462" y="56680"/>
                  <a:pt x="559091" y="53336"/>
                </a:cubicBezTo>
                <a:cubicBezTo>
                  <a:pt x="555720" y="49991"/>
                  <a:pt x="551433" y="48319"/>
                  <a:pt x="546231" y="48319"/>
                </a:cubicBezTo>
                <a:cubicBezTo>
                  <a:pt x="544108" y="48319"/>
                  <a:pt x="541466" y="48735"/>
                  <a:pt x="538303" y="49567"/>
                </a:cubicBezTo>
                <a:lnTo>
                  <a:pt x="539551" y="39704"/>
                </a:lnTo>
                <a:cubicBezTo>
                  <a:pt x="540300" y="39787"/>
                  <a:pt x="540904" y="39829"/>
                  <a:pt x="541361" y="39829"/>
                </a:cubicBezTo>
                <a:cubicBezTo>
                  <a:pt x="546148" y="39829"/>
                  <a:pt x="550455" y="38591"/>
                  <a:pt x="554284" y="36114"/>
                </a:cubicBezTo>
                <a:cubicBezTo>
                  <a:pt x="558113" y="33638"/>
                  <a:pt x="560027" y="29821"/>
                  <a:pt x="560027" y="24663"/>
                </a:cubicBezTo>
                <a:cubicBezTo>
                  <a:pt x="560027" y="20578"/>
                  <a:pt x="558633" y="17194"/>
                  <a:pt x="555845" y="14512"/>
                </a:cubicBezTo>
                <a:cubicBezTo>
                  <a:pt x="553056" y="11829"/>
                  <a:pt x="549456" y="10488"/>
                  <a:pt x="545045" y="10488"/>
                </a:cubicBezTo>
                <a:cubicBezTo>
                  <a:pt x="540675" y="10488"/>
                  <a:pt x="537033" y="11861"/>
                  <a:pt x="534120" y="14608"/>
                </a:cubicBezTo>
                <a:cubicBezTo>
                  <a:pt x="531207" y="17355"/>
                  <a:pt x="529334" y="21475"/>
                  <a:pt x="528501" y="26969"/>
                </a:cubicBezTo>
                <a:lnTo>
                  <a:pt x="517264" y="24971"/>
                </a:lnTo>
                <a:cubicBezTo>
                  <a:pt x="518638" y="17399"/>
                  <a:pt x="521759" y="11532"/>
                  <a:pt x="526629" y="7368"/>
                </a:cubicBezTo>
                <a:cubicBezTo>
                  <a:pt x="531498" y="3205"/>
                  <a:pt x="537553" y="1124"/>
                  <a:pt x="544795" y="1124"/>
                </a:cubicBezTo>
                <a:cubicBezTo>
                  <a:pt x="549789" y="1124"/>
                  <a:pt x="554388" y="2192"/>
                  <a:pt x="558591" y="4329"/>
                </a:cubicBezTo>
                <a:cubicBezTo>
                  <a:pt x="562795" y="6466"/>
                  <a:pt x="566010" y="9381"/>
                  <a:pt x="568236" y="13075"/>
                </a:cubicBezTo>
                <a:cubicBezTo>
                  <a:pt x="570463" y="16767"/>
                  <a:pt x="571576" y="20688"/>
                  <a:pt x="571576" y="24838"/>
                </a:cubicBezTo>
                <a:cubicBezTo>
                  <a:pt x="571576" y="28780"/>
                  <a:pt x="570515" y="32370"/>
                  <a:pt x="568393" y="35607"/>
                </a:cubicBezTo>
                <a:cubicBezTo>
                  <a:pt x="566270" y="38843"/>
                  <a:pt x="563128" y="41415"/>
                  <a:pt x="558966" y="43325"/>
                </a:cubicBezTo>
                <a:cubicBezTo>
                  <a:pt x="564376" y="44573"/>
                  <a:pt x="568580" y="47164"/>
                  <a:pt x="571576" y="51097"/>
                </a:cubicBezTo>
                <a:cubicBezTo>
                  <a:pt x="574573" y="55030"/>
                  <a:pt x="576071" y="59951"/>
                  <a:pt x="576071" y="65861"/>
                </a:cubicBezTo>
                <a:cubicBezTo>
                  <a:pt x="576071" y="73852"/>
                  <a:pt x="573158" y="80625"/>
                  <a:pt x="567331" y="86181"/>
                </a:cubicBezTo>
                <a:cubicBezTo>
                  <a:pt x="561505" y="91737"/>
                  <a:pt x="554138" y="94515"/>
                  <a:pt x="545232" y="94515"/>
                </a:cubicBezTo>
                <a:cubicBezTo>
                  <a:pt x="537200" y="94515"/>
                  <a:pt x="530530" y="92116"/>
                  <a:pt x="525224" y="87318"/>
                </a:cubicBezTo>
                <a:cubicBezTo>
                  <a:pt x="519918" y="82521"/>
                  <a:pt x="516890" y="76305"/>
                  <a:pt x="516141" y="68670"/>
                </a:cubicBezTo>
                <a:close/>
                <a:moveTo>
                  <a:pt x="597651" y="119986"/>
                </a:moveTo>
                <a:lnTo>
                  <a:pt x="589598" y="119986"/>
                </a:lnTo>
                <a:cubicBezTo>
                  <a:pt x="602042" y="100009"/>
                  <a:pt x="608264" y="80011"/>
                  <a:pt x="608264" y="59993"/>
                </a:cubicBezTo>
                <a:cubicBezTo>
                  <a:pt x="608264" y="52169"/>
                  <a:pt x="607369" y="44407"/>
                  <a:pt x="605580" y="36707"/>
                </a:cubicBezTo>
                <a:cubicBezTo>
                  <a:pt x="604165" y="30465"/>
                  <a:pt x="602188" y="24472"/>
                  <a:pt x="599649" y="18728"/>
                </a:cubicBezTo>
                <a:cubicBezTo>
                  <a:pt x="598026" y="14983"/>
                  <a:pt x="594676" y="8740"/>
                  <a:pt x="589598" y="0"/>
                </a:cubicBezTo>
                <a:lnTo>
                  <a:pt x="597651" y="0"/>
                </a:lnTo>
                <a:cubicBezTo>
                  <a:pt x="605476" y="10446"/>
                  <a:pt x="611261" y="20934"/>
                  <a:pt x="615006" y="31463"/>
                </a:cubicBezTo>
                <a:cubicBezTo>
                  <a:pt x="618211" y="40536"/>
                  <a:pt x="619813" y="50025"/>
                  <a:pt x="619813" y="59930"/>
                </a:cubicBezTo>
                <a:cubicBezTo>
                  <a:pt x="619813" y="71167"/>
                  <a:pt x="617659" y="82030"/>
                  <a:pt x="613352" y="92517"/>
                </a:cubicBezTo>
                <a:cubicBezTo>
                  <a:pt x="609044" y="103005"/>
                  <a:pt x="603811" y="112161"/>
                  <a:pt x="597651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4AED6-C2EB-4C07-8D6B-E36ACEC0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377" y="222535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21ADB-7AF1-4C76-A223-8C3B5949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377" y="222535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81" name="Text u({0,1,2,3},5)">
            <a:extLst xmlns:a="http://schemas.openxmlformats.org/drawingml/2006/main">
              <a:ext uri="{FF2B5EF4-FFF2-40B4-BE49-F238E27FC236}">
                <a16:creationId xmlns:a16="http://schemas.microsoft.com/office/drawing/2014/main" id="{2357F8EA-7DDA-40B0-ACA3-A01E044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6443" y="276199"/>
            <a:ext cx="726442" cy="119986"/>
          </a:xfrm>
          <a:custGeom xmlns:a="http://schemas.openxmlformats.org/drawingml/2006/main">
            <a:pathLst>
              <a:path w="726442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1" y="54811"/>
                </a:moveTo>
                <a:cubicBezTo>
                  <a:pt x="112245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3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2" y="13531"/>
                  <a:pt x="123410" y="10725"/>
                  <a:pt x="124429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4" y="2255"/>
                  <a:pt x="131619" y="1289"/>
                  <a:pt x="133949" y="624"/>
                </a:cubicBezTo>
                <a:cubicBezTo>
                  <a:pt x="135531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3" y="102510"/>
                </a:cubicBezTo>
                <a:cubicBezTo>
                  <a:pt x="133096" y="105339"/>
                  <a:pt x="133939" y="107314"/>
                  <a:pt x="135292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6" y="102901"/>
                  <a:pt x="122005" y="97512"/>
                  <a:pt x="121963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5" y="65133"/>
                  <a:pt x="109041" y="65049"/>
                </a:cubicBezTo>
                <a:lnTo>
                  <a:pt x="109041" y="54811"/>
                </a:lnTo>
                <a:close/>
                <a:moveTo>
                  <a:pt x="153491" y="47851"/>
                </a:moveTo>
                <a:cubicBezTo>
                  <a:pt x="153491" y="37038"/>
                  <a:pt x="154605" y="28335"/>
                  <a:pt x="156831" y="21742"/>
                </a:cubicBezTo>
                <a:cubicBezTo>
                  <a:pt x="159058" y="15150"/>
                  <a:pt x="162366" y="10065"/>
                  <a:pt x="166757" y="6489"/>
                </a:cubicBezTo>
                <a:cubicBezTo>
                  <a:pt x="171148" y="2912"/>
                  <a:pt x="176673" y="1124"/>
                  <a:pt x="183332" y="1124"/>
                </a:cubicBezTo>
                <a:cubicBezTo>
                  <a:pt x="188243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8" y="80427"/>
                  <a:pt x="204359" y="85522"/>
                  <a:pt x="199969" y="89119"/>
                </a:cubicBezTo>
                <a:cubicBezTo>
                  <a:pt x="195578" y="92716"/>
                  <a:pt x="190032" y="94515"/>
                  <a:pt x="183332" y="94515"/>
                </a:cubicBezTo>
                <a:cubicBezTo>
                  <a:pt x="174509" y="94515"/>
                  <a:pt x="167579" y="91354"/>
                  <a:pt x="162543" y="85032"/>
                </a:cubicBezTo>
                <a:cubicBezTo>
                  <a:pt x="156509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9" y="72759"/>
                  <a:pt x="170316" y="77716"/>
                </a:cubicBezTo>
                <a:cubicBezTo>
                  <a:pt x="173832" y="82673"/>
                  <a:pt x="178171" y="85151"/>
                  <a:pt x="183332" y="85151"/>
                </a:cubicBezTo>
                <a:cubicBezTo>
                  <a:pt x="188492" y="85151"/>
                  <a:pt x="192831" y="82662"/>
                  <a:pt x="196348" y="77685"/>
                </a:cubicBezTo>
                <a:cubicBezTo>
                  <a:pt x="199865" y="72708"/>
                  <a:pt x="201623" y="62753"/>
                  <a:pt x="201623" y="47819"/>
                </a:cubicBezTo>
                <a:cubicBezTo>
                  <a:pt x="201623" y="32804"/>
                  <a:pt x="199865" y="22829"/>
                  <a:pt x="196348" y="17893"/>
                </a:cubicBezTo>
                <a:cubicBezTo>
                  <a:pt x="192831" y="12956"/>
                  <a:pt x="188451" y="10488"/>
                  <a:pt x="183207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6" y="22580"/>
                  <a:pt x="165040" y="32846"/>
                  <a:pt x="165040" y="47819"/>
                </a:cubicBez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9" y="107295"/>
                  <a:pt x="236626" y="109537"/>
                  <a:pt x="233005" y="111121"/>
                </a:cubicBezTo>
                <a:lnTo>
                  <a:pt x="229884" y="106252"/>
                </a:lnTo>
                <a:cubicBezTo>
                  <a:pt x="232256" y="105216"/>
                  <a:pt x="234004" y="103694"/>
                  <a:pt x="235128" y="101685"/>
                </a:cubicBezTo>
                <a:cubicBezTo>
                  <a:pt x="236251" y="99675"/>
                  <a:pt x="236876" y="96786"/>
                  <a:pt x="237000" y="93017"/>
                </a:cubicBezTo>
                <a:lnTo>
                  <a:pt x="230633" y="93017"/>
                </a:lnTo>
                <a:close/>
                <a:moveTo>
                  <a:pt x="302446" y="93017"/>
                </a:moveTo>
                <a:lnTo>
                  <a:pt x="291209" y="93017"/>
                </a:lnTo>
                <a:lnTo>
                  <a:pt x="291209" y="21413"/>
                </a:lnTo>
                <a:cubicBezTo>
                  <a:pt x="288503" y="23993"/>
                  <a:pt x="284956" y="26573"/>
                  <a:pt x="280565" y="29154"/>
                </a:cubicBezTo>
                <a:cubicBezTo>
                  <a:pt x="276174" y="31734"/>
                  <a:pt x="272231" y="33669"/>
                  <a:pt x="268735" y="34959"/>
                </a:cubicBezTo>
                <a:lnTo>
                  <a:pt x="268735" y="24097"/>
                </a:lnTo>
                <a:cubicBezTo>
                  <a:pt x="275019" y="21142"/>
                  <a:pt x="280513" y="17563"/>
                  <a:pt x="285216" y="13359"/>
                </a:cubicBezTo>
                <a:cubicBezTo>
                  <a:pt x="289918" y="9156"/>
                  <a:pt x="293248" y="5077"/>
                  <a:pt x="295204" y="1124"/>
                </a:cubicBezTo>
                <a:lnTo>
                  <a:pt x="302446" y="1124"/>
                </a:lnTo>
                <a:lnTo>
                  <a:pt x="302446" y="93017"/>
                </a:lnTo>
                <a:close/>
                <a:moveTo>
                  <a:pt x="337260" y="93017"/>
                </a:moveTo>
                <a:lnTo>
                  <a:pt x="337260" y="80157"/>
                </a:lnTo>
                <a:lnTo>
                  <a:pt x="350058" y="80157"/>
                </a:lnTo>
                <a:lnTo>
                  <a:pt x="350058" y="92980"/>
                </a:lnTo>
                <a:cubicBezTo>
                  <a:pt x="350058" y="97693"/>
                  <a:pt x="349226" y="101499"/>
                  <a:pt x="347561" y="104396"/>
                </a:cubicBezTo>
                <a:cubicBezTo>
                  <a:pt x="345896" y="107295"/>
                  <a:pt x="343253" y="109537"/>
                  <a:pt x="339633" y="111121"/>
                </a:cubicBezTo>
                <a:lnTo>
                  <a:pt x="336511" y="106252"/>
                </a:lnTo>
                <a:cubicBezTo>
                  <a:pt x="338884" y="105216"/>
                  <a:pt x="340631" y="103694"/>
                  <a:pt x="341755" y="101685"/>
                </a:cubicBezTo>
                <a:cubicBezTo>
                  <a:pt x="342879" y="99675"/>
                  <a:pt x="343503" y="96786"/>
                  <a:pt x="343628" y="93017"/>
                </a:cubicBezTo>
                <a:lnTo>
                  <a:pt x="337260" y="93017"/>
                </a:lnTo>
                <a:close/>
                <a:moveTo>
                  <a:pt x="425804" y="82217"/>
                </a:moveTo>
                <a:lnTo>
                  <a:pt x="425804" y="93017"/>
                </a:lnTo>
                <a:lnTo>
                  <a:pt x="365312" y="93017"/>
                </a:lnTo>
                <a:cubicBezTo>
                  <a:pt x="365229" y="90313"/>
                  <a:pt x="365666" y="87713"/>
                  <a:pt x="366623" y="85217"/>
                </a:cubicBezTo>
                <a:cubicBezTo>
                  <a:pt x="368163" y="81100"/>
                  <a:pt x="370629" y="77045"/>
                  <a:pt x="374020" y="73052"/>
                </a:cubicBezTo>
                <a:cubicBezTo>
                  <a:pt x="377412" y="69059"/>
                  <a:pt x="382313" y="64442"/>
                  <a:pt x="388722" y="59201"/>
                </a:cubicBezTo>
                <a:cubicBezTo>
                  <a:pt x="398669" y="51051"/>
                  <a:pt x="405390" y="44596"/>
                  <a:pt x="408886" y="39835"/>
                </a:cubicBezTo>
                <a:cubicBezTo>
                  <a:pt x="412382" y="35073"/>
                  <a:pt x="414130" y="30572"/>
                  <a:pt x="414130" y="26331"/>
                </a:cubicBezTo>
                <a:cubicBezTo>
                  <a:pt x="414130" y="21881"/>
                  <a:pt x="412538" y="18129"/>
                  <a:pt x="409354" y="15072"/>
                </a:cubicBezTo>
                <a:cubicBezTo>
                  <a:pt x="406171" y="12016"/>
                  <a:pt x="402019" y="10488"/>
                  <a:pt x="396900" y="10488"/>
                </a:cubicBezTo>
                <a:cubicBezTo>
                  <a:pt x="391490" y="10488"/>
                  <a:pt x="387161" y="12111"/>
                  <a:pt x="383915" y="15357"/>
                </a:cubicBezTo>
                <a:cubicBezTo>
                  <a:pt x="380669" y="18603"/>
                  <a:pt x="379025" y="23098"/>
                  <a:pt x="378983" y="28841"/>
                </a:cubicBezTo>
                <a:lnTo>
                  <a:pt x="367434" y="27653"/>
                </a:lnTo>
                <a:cubicBezTo>
                  <a:pt x="368225" y="19019"/>
                  <a:pt x="371201" y="12439"/>
                  <a:pt x="376362" y="7913"/>
                </a:cubicBezTo>
                <a:cubicBezTo>
                  <a:pt x="381522" y="3387"/>
                  <a:pt x="388452" y="1124"/>
                  <a:pt x="397150" y="1124"/>
                </a:cubicBezTo>
                <a:cubicBezTo>
                  <a:pt x="405931" y="1124"/>
                  <a:pt x="412882" y="3559"/>
                  <a:pt x="418001" y="8430"/>
                </a:cubicBezTo>
                <a:cubicBezTo>
                  <a:pt x="423120" y="13300"/>
                  <a:pt x="425679" y="19337"/>
                  <a:pt x="425679" y="26539"/>
                </a:cubicBezTo>
                <a:cubicBezTo>
                  <a:pt x="425679" y="30203"/>
                  <a:pt x="424930" y="33804"/>
                  <a:pt x="423432" y="37343"/>
                </a:cubicBezTo>
                <a:cubicBezTo>
                  <a:pt x="421934" y="40882"/>
                  <a:pt x="419447" y="44608"/>
                  <a:pt x="415972" y="48522"/>
                </a:cubicBezTo>
                <a:cubicBezTo>
                  <a:pt x="412497" y="52434"/>
                  <a:pt x="406722" y="57804"/>
                  <a:pt x="398648" y="64632"/>
                </a:cubicBezTo>
                <a:cubicBezTo>
                  <a:pt x="391906" y="70286"/>
                  <a:pt x="387578" y="74121"/>
                  <a:pt x="385663" y="76138"/>
                </a:cubicBezTo>
                <a:cubicBezTo>
                  <a:pt x="383749" y="78154"/>
                  <a:pt x="382167" y="80180"/>
                  <a:pt x="380919" y="82217"/>
                </a:cubicBezTo>
                <a:lnTo>
                  <a:pt x="425804" y="82217"/>
                </a:lnTo>
                <a:close/>
                <a:moveTo>
                  <a:pt x="443889" y="93017"/>
                </a:moveTo>
                <a:lnTo>
                  <a:pt x="443889" y="80157"/>
                </a:lnTo>
                <a:lnTo>
                  <a:pt x="456687" y="80157"/>
                </a:lnTo>
                <a:lnTo>
                  <a:pt x="456687" y="92980"/>
                </a:lnTo>
                <a:cubicBezTo>
                  <a:pt x="456687" y="97693"/>
                  <a:pt x="455854" y="101499"/>
                  <a:pt x="454190" y="104396"/>
                </a:cubicBezTo>
                <a:cubicBezTo>
                  <a:pt x="452525" y="107295"/>
                  <a:pt x="449882" y="109537"/>
                  <a:pt x="446261" y="111121"/>
                </a:cubicBezTo>
                <a:lnTo>
                  <a:pt x="443140" y="106252"/>
                </a:lnTo>
                <a:cubicBezTo>
                  <a:pt x="445512" y="105216"/>
                  <a:pt x="447260" y="103694"/>
                  <a:pt x="448384" y="101685"/>
                </a:cubicBezTo>
                <a:cubicBezTo>
                  <a:pt x="449508" y="99675"/>
                  <a:pt x="450132" y="96786"/>
                  <a:pt x="450257" y="93017"/>
                </a:cubicBezTo>
                <a:lnTo>
                  <a:pt x="443889" y="93017"/>
                </a:lnTo>
                <a:close/>
                <a:moveTo>
                  <a:pt x="473439" y="68670"/>
                </a:moveTo>
                <a:lnTo>
                  <a:pt x="484676" y="67172"/>
                </a:lnTo>
                <a:cubicBezTo>
                  <a:pt x="485966" y="73540"/>
                  <a:pt x="488161" y="78128"/>
                  <a:pt x="491262" y="80937"/>
                </a:cubicBezTo>
                <a:cubicBezTo>
                  <a:pt x="494362" y="83746"/>
                  <a:pt x="498139" y="85151"/>
                  <a:pt x="502592" y="85151"/>
                </a:cubicBezTo>
                <a:cubicBezTo>
                  <a:pt x="507878" y="85151"/>
                  <a:pt x="512342" y="83323"/>
                  <a:pt x="515983" y="79667"/>
                </a:cubicBezTo>
                <a:cubicBezTo>
                  <a:pt x="519625" y="76011"/>
                  <a:pt x="521446" y="71483"/>
                  <a:pt x="521446" y="66081"/>
                </a:cubicBezTo>
                <a:cubicBezTo>
                  <a:pt x="521446" y="60929"/>
                  <a:pt x="519760" y="56680"/>
                  <a:pt x="516389" y="53336"/>
                </a:cubicBezTo>
                <a:cubicBezTo>
                  <a:pt x="513018" y="49991"/>
                  <a:pt x="508731" y="48319"/>
                  <a:pt x="503529" y="48319"/>
                </a:cubicBezTo>
                <a:cubicBezTo>
                  <a:pt x="501406" y="48319"/>
                  <a:pt x="498764" y="48735"/>
                  <a:pt x="495601" y="49567"/>
                </a:cubicBezTo>
                <a:lnTo>
                  <a:pt x="496849" y="39704"/>
                </a:lnTo>
                <a:cubicBezTo>
                  <a:pt x="497598" y="39787"/>
                  <a:pt x="498202" y="39829"/>
                  <a:pt x="498660" y="39829"/>
                </a:cubicBezTo>
                <a:cubicBezTo>
                  <a:pt x="503446" y="39829"/>
                  <a:pt x="507753" y="38591"/>
                  <a:pt x="511582" y="36114"/>
                </a:cubicBezTo>
                <a:cubicBezTo>
                  <a:pt x="515411" y="33638"/>
                  <a:pt x="517325" y="29821"/>
                  <a:pt x="517325" y="24663"/>
                </a:cubicBezTo>
                <a:cubicBezTo>
                  <a:pt x="517325" y="20578"/>
                  <a:pt x="515931" y="17194"/>
                  <a:pt x="513143" y="14512"/>
                </a:cubicBezTo>
                <a:cubicBezTo>
                  <a:pt x="510354" y="11829"/>
                  <a:pt x="506754" y="10488"/>
                  <a:pt x="502343" y="10488"/>
                </a:cubicBezTo>
                <a:cubicBezTo>
                  <a:pt x="497973" y="10488"/>
                  <a:pt x="494331" y="11861"/>
                  <a:pt x="491418" y="14608"/>
                </a:cubicBezTo>
                <a:cubicBezTo>
                  <a:pt x="488505" y="17355"/>
                  <a:pt x="486632" y="21475"/>
                  <a:pt x="485799" y="26969"/>
                </a:cubicBezTo>
                <a:lnTo>
                  <a:pt x="474563" y="24971"/>
                </a:lnTo>
                <a:cubicBezTo>
                  <a:pt x="475936" y="17399"/>
                  <a:pt x="479057" y="11532"/>
                  <a:pt x="483927" y="7368"/>
                </a:cubicBezTo>
                <a:cubicBezTo>
                  <a:pt x="488796" y="3205"/>
                  <a:pt x="494851" y="1124"/>
                  <a:pt x="502093" y="1124"/>
                </a:cubicBezTo>
                <a:cubicBezTo>
                  <a:pt x="507087" y="1124"/>
                  <a:pt x="511686" y="2192"/>
                  <a:pt x="515890" y="4329"/>
                </a:cubicBezTo>
                <a:cubicBezTo>
                  <a:pt x="520093" y="6466"/>
                  <a:pt x="523308" y="9381"/>
                  <a:pt x="525535" y="13075"/>
                </a:cubicBezTo>
                <a:cubicBezTo>
                  <a:pt x="527761" y="16767"/>
                  <a:pt x="528874" y="20688"/>
                  <a:pt x="528874" y="24838"/>
                </a:cubicBezTo>
                <a:cubicBezTo>
                  <a:pt x="528874" y="28780"/>
                  <a:pt x="527813" y="32370"/>
                  <a:pt x="525691" y="35607"/>
                </a:cubicBezTo>
                <a:cubicBezTo>
                  <a:pt x="523568" y="38843"/>
                  <a:pt x="520426" y="41415"/>
                  <a:pt x="516264" y="43325"/>
                </a:cubicBezTo>
                <a:cubicBezTo>
                  <a:pt x="521674" y="44573"/>
                  <a:pt x="525878" y="47164"/>
                  <a:pt x="528874" y="51097"/>
                </a:cubicBezTo>
                <a:cubicBezTo>
                  <a:pt x="531871" y="55030"/>
                  <a:pt x="533369" y="59951"/>
                  <a:pt x="533369" y="65861"/>
                </a:cubicBezTo>
                <a:cubicBezTo>
                  <a:pt x="533369" y="73852"/>
                  <a:pt x="530456" y="80625"/>
                  <a:pt x="524629" y="86181"/>
                </a:cubicBezTo>
                <a:cubicBezTo>
                  <a:pt x="518803" y="91737"/>
                  <a:pt x="511436" y="94515"/>
                  <a:pt x="502530" y="94515"/>
                </a:cubicBezTo>
                <a:cubicBezTo>
                  <a:pt x="494498" y="94515"/>
                  <a:pt x="487828" y="92116"/>
                  <a:pt x="482522" y="87318"/>
                </a:cubicBezTo>
                <a:cubicBezTo>
                  <a:pt x="477216" y="82521"/>
                  <a:pt x="474188" y="76305"/>
                  <a:pt x="473439" y="68670"/>
                </a:cubicBezTo>
                <a:close/>
                <a:moveTo>
                  <a:pt x="578235" y="54811"/>
                </a:moveTo>
                <a:lnTo>
                  <a:pt x="578235" y="65049"/>
                </a:lnTo>
                <a:cubicBezTo>
                  <a:pt x="575030" y="65133"/>
                  <a:pt x="572419" y="66007"/>
                  <a:pt x="570400" y="67671"/>
                </a:cubicBezTo>
                <a:cubicBezTo>
                  <a:pt x="568382" y="69336"/>
                  <a:pt x="567040" y="71594"/>
                  <a:pt x="566374" y="74445"/>
                </a:cubicBezTo>
                <a:cubicBezTo>
                  <a:pt x="565708" y="77296"/>
                  <a:pt x="565354" y="82196"/>
                  <a:pt x="565312" y="89146"/>
                </a:cubicBezTo>
                <a:cubicBezTo>
                  <a:pt x="565271" y="96097"/>
                  <a:pt x="565146" y="100675"/>
                  <a:pt x="564938" y="102880"/>
                </a:cubicBezTo>
                <a:cubicBezTo>
                  <a:pt x="564563" y="106418"/>
                  <a:pt x="563866" y="109238"/>
                  <a:pt x="562846" y="111339"/>
                </a:cubicBezTo>
                <a:cubicBezTo>
                  <a:pt x="561827" y="113441"/>
                  <a:pt x="560568" y="115127"/>
                  <a:pt x="559070" y="116396"/>
                </a:cubicBezTo>
                <a:cubicBezTo>
                  <a:pt x="557571" y="117665"/>
                  <a:pt x="555657" y="118633"/>
                  <a:pt x="553326" y="119299"/>
                </a:cubicBezTo>
                <a:cubicBezTo>
                  <a:pt x="551745" y="119757"/>
                  <a:pt x="549164" y="119986"/>
                  <a:pt x="545585" y="119986"/>
                </a:cubicBezTo>
                <a:lnTo>
                  <a:pt x="542089" y="119986"/>
                </a:lnTo>
                <a:lnTo>
                  <a:pt x="542089" y="110122"/>
                </a:lnTo>
                <a:lnTo>
                  <a:pt x="544025" y="110122"/>
                </a:lnTo>
                <a:cubicBezTo>
                  <a:pt x="548353" y="110122"/>
                  <a:pt x="551225" y="109342"/>
                  <a:pt x="552640" y="107781"/>
                </a:cubicBezTo>
                <a:cubicBezTo>
                  <a:pt x="554055" y="106222"/>
                  <a:pt x="554762" y="102718"/>
                  <a:pt x="554762" y="97270"/>
                </a:cubicBezTo>
                <a:cubicBezTo>
                  <a:pt x="554762" y="86872"/>
                  <a:pt x="554949" y="80279"/>
                  <a:pt x="555324" y="77492"/>
                </a:cubicBezTo>
                <a:cubicBezTo>
                  <a:pt x="555990" y="72876"/>
                  <a:pt x="557322" y="69185"/>
                  <a:pt x="559319" y="66419"/>
                </a:cubicBezTo>
                <a:cubicBezTo>
                  <a:pt x="561317" y="63653"/>
                  <a:pt x="564147" y="61500"/>
                  <a:pt x="567809" y="59962"/>
                </a:cubicBezTo>
                <a:cubicBezTo>
                  <a:pt x="563023" y="57676"/>
                  <a:pt x="559652" y="54655"/>
                  <a:pt x="557696" y="50896"/>
                </a:cubicBezTo>
                <a:cubicBezTo>
                  <a:pt x="555740" y="47136"/>
                  <a:pt x="554762" y="40790"/>
                  <a:pt x="554762" y="31859"/>
                </a:cubicBezTo>
                <a:cubicBezTo>
                  <a:pt x="554762" y="23759"/>
                  <a:pt x="554658" y="18920"/>
                  <a:pt x="554450" y="17341"/>
                </a:cubicBezTo>
                <a:cubicBezTo>
                  <a:pt x="554159" y="14558"/>
                  <a:pt x="553337" y="12616"/>
                  <a:pt x="551984" y="11516"/>
                </a:cubicBezTo>
                <a:cubicBezTo>
                  <a:pt x="550632" y="10414"/>
                  <a:pt x="547978" y="9864"/>
                  <a:pt x="544025" y="9864"/>
                </a:cubicBezTo>
                <a:lnTo>
                  <a:pt x="542089" y="9864"/>
                </a:lnTo>
                <a:lnTo>
                  <a:pt x="542089" y="0"/>
                </a:lnTo>
                <a:lnTo>
                  <a:pt x="545585" y="0"/>
                </a:lnTo>
                <a:cubicBezTo>
                  <a:pt x="549664" y="0"/>
                  <a:pt x="552619" y="332"/>
                  <a:pt x="554450" y="997"/>
                </a:cubicBezTo>
                <a:cubicBezTo>
                  <a:pt x="557114" y="1912"/>
                  <a:pt x="559319" y="3451"/>
                  <a:pt x="561067" y="5613"/>
                </a:cubicBezTo>
                <a:cubicBezTo>
                  <a:pt x="562815" y="7774"/>
                  <a:pt x="563949" y="10497"/>
                  <a:pt x="564470" y="13781"/>
                </a:cubicBezTo>
                <a:cubicBezTo>
                  <a:pt x="564990" y="17065"/>
                  <a:pt x="565271" y="22449"/>
                  <a:pt x="565312" y="29932"/>
                </a:cubicBezTo>
                <a:cubicBezTo>
                  <a:pt x="565354" y="37414"/>
                  <a:pt x="565708" y="42579"/>
                  <a:pt x="566374" y="45428"/>
                </a:cubicBezTo>
                <a:cubicBezTo>
                  <a:pt x="567040" y="48275"/>
                  <a:pt x="568382" y="50530"/>
                  <a:pt x="570400" y="52193"/>
                </a:cubicBezTo>
                <a:cubicBezTo>
                  <a:pt x="572419" y="53855"/>
                  <a:pt x="575030" y="54728"/>
                  <a:pt x="578235" y="54811"/>
                </a:cubicBezTo>
                <a:close/>
                <a:moveTo>
                  <a:pt x="593220" y="93017"/>
                </a:moveTo>
                <a:lnTo>
                  <a:pt x="593220" y="80157"/>
                </a:lnTo>
                <a:lnTo>
                  <a:pt x="606017" y="80157"/>
                </a:lnTo>
                <a:lnTo>
                  <a:pt x="606017" y="92980"/>
                </a:lnTo>
                <a:cubicBezTo>
                  <a:pt x="606017" y="97693"/>
                  <a:pt x="605185" y="101499"/>
                  <a:pt x="603520" y="104396"/>
                </a:cubicBezTo>
                <a:cubicBezTo>
                  <a:pt x="601856" y="107295"/>
                  <a:pt x="599213" y="109537"/>
                  <a:pt x="595592" y="111121"/>
                </a:cubicBezTo>
                <a:lnTo>
                  <a:pt x="592471" y="106252"/>
                </a:lnTo>
                <a:cubicBezTo>
                  <a:pt x="594843" y="105216"/>
                  <a:pt x="596591" y="103694"/>
                  <a:pt x="597715" y="101685"/>
                </a:cubicBezTo>
                <a:cubicBezTo>
                  <a:pt x="598838" y="99675"/>
                  <a:pt x="599463" y="96786"/>
                  <a:pt x="599587" y="93017"/>
                </a:cubicBezTo>
                <a:lnTo>
                  <a:pt x="593220" y="93017"/>
                </a:lnTo>
                <a:close/>
                <a:moveTo>
                  <a:pt x="622707" y="68920"/>
                </a:moveTo>
                <a:lnTo>
                  <a:pt x="634506" y="67921"/>
                </a:lnTo>
                <a:cubicBezTo>
                  <a:pt x="635380" y="73645"/>
                  <a:pt x="637409" y="77948"/>
                  <a:pt x="640593" y="80830"/>
                </a:cubicBezTo>
                <a:cubicBezTo>
                  <a:pt x="643776" y="83711"/>
                  <a:pt x="647616" y="85151"/>
                  <a:pt x="652110" y="85151"/>
                </a:cubicBezTo>
                <a:cubicBezTo>
                  <a:pt x="657521" y="85151"/>
                  <a:pt x="662099" y="83115"/>
                  <a:pt x="665844" y="79043"/>
                </a:cubicBezTo>
                <a:cubicBezTo>
                  <a:pt x="669590" y="74970"/>
                  <a:pt x="671463" y="69567"/>
                  <a:pt x="671463" y="62835"/>
                </a:cubicBezTo>
                <a:cubicBezTo>
                  <a:pt x="671463" y="56435"/>
                  <a:pt x="669663" y="51386"/>
                  <a:pt x="666063" y="47687"/>
                </a:cubicBezTo>
                <a:cubicBezTo>
                  <a:pt x="662463" y="43988"/>
                  <a:pt x="657750" y="42139"/>
                  <a:pt x="651923" y="42139"/>
                </a:cubicBezTo>
                <a:cubicBezTo>
                  <a:pt x="648302" y="42139"/>
                  <a:pt x="645035" y="42955"/>
                  <a:pt x="642122" y="44587"/>
                </a:cubicBezTo>
                <a:cubicBezTo>
                  <a:pt x="639209" y="46219"/>
                  <a:pt x="636920" y="48337"/>
                  <a:pt x="635255" y="50941"/>
                </a:cubicBezTo>
                <a:lnTo>
                  <a:pt x="624705" y="49567"/>
                </a:lnTo>
                <a:lnTo>
                  <a:pt x="633569" y="2622"/>
                </a:lnTo>
                <a:lnTo>
                  <a:pt x="679079" y="2622"/>
                </a:lnTo>
                <a:lnTo>
                  <a:pt x="679079" y="13235"/>
                </a:lnTo>
                <a:lnTo>
                  <a:pt x="642559" y="13235"/>
                </a:lnTo>
                <a:lnTo>
                  <a:pt x="637627" y="37893"/>
                </a:lnTo>
                <a:cubicBezTo>
                  <a:pt x="643121" y="34106"/>
                  <a:pt x="648885" y="32213"/>
                  <a:pt x="654920" y="32213"/>
                </a:cubicBezTo>
                <a:cubicBezTo>
                  <a:pt x="662910" y="32213"/>
                  <a:pt x="669653" y="34983"/>
                  <a:pt x="675146" y="40525"/>
                </a:cubicBezTo>
                <a:cubicBezTo>
                  <a:pt x="680640" y="46066"/>
                  <a:pt x="683387" y="53189"/>
                  <a:pt x="683387" y="61895"/>
                </a:cubicBezTo>
                <a:cubicBezTo>
                  <a:pt x="683387" y="70186"/>
                  <a:pt x="680973" y="77352"/>
                  <a:pt x="676145" y="83391"/>
                </a:cubicBezTo>
                <a:cubicBezTo>
                  <a:pt x="670277" y="90807"/>
                  <a:pt x="662265" y="94515"/>
                  <a:pt x="652110" y="94515"/>
                </a:cubicBezTo>
                <a:cubicBezTo>
                  <a:pt x="643787" y="94515"/>
                  <a:pt x="636993" y="92179"/>
                  <a:pt x="631728" y="87506"/>
                </a:cubicBezTo>
                <a:cubicBezTo>
                  <a:pt x="626463" y="82833"/>
                  <a:pt x="623456" y="76638"/>
                  <a:pt x="622707" y="68920"/>
                </a:cubicBezTo>
                <a:close/>
                <a:moveTo>
                  <a:pt x="704280" y="119986"/>
                </a:moveTo>
                <a:lnTo>
                  <a:pt x="696227" y="119986"/>
                </a:lnTo>
                <a:cubicBezTo>
                  <a:pt x="708671" y="100009"/>
                  <a:pt x="714893" y="80011"/>
                  <a:pt x="714893" y="59993"/>
                </a:cubicBezTo>
                <a:cubicBezTo>
                  <a:pt x="714893" y="52169"/>
                  <a:pt x="713998" y="44407"/>
                  <a:pt x="712208" y="36707"/>
                </a:cubicBezTo>
                <a:cubicBezTo>
                  <a:pt x="710793" y="30465"/>
                  <a:pt x="708816" y="24472"/>
                  <a:pt x="706278" y="18728"/>
                </a:cubicBezTo>
                <a:cubicBezTo>
                  <a:pt x="704655" y="14983"/>
                  <a:pt x="701304" y="8740"/>
                  <a:pt x="696227" y="0"/>
                </a:cubicBezTo>
                <a:lnTo>
                  <a:pt x="704280" y="0"/>
                </a:lnTo>
                <a:cubicBezTo>
                  <a:pt x="712104" y="10446"/>
                  <a:pt x="717889" y="20934"/>
                  <a:pt x="721635" y="31463"/>
                </a:cubicBezTo>
                <a:cubicBezTo>
                  <a:pt x="724840" y="40536"/>
                  <a:pt x="726442" y="50025"/>
                  <a:pt x="726442" y="59930"/>
                </a:cubicBezTo>
                <a:cubicBezTo>
                  <a:pt x="726442" y="71167"/>
                  <a:pt x="724288" y="82030"/>
                  <a:pt x="719981" y="92517"/>
                </a:cubicBezTo>
                <a:cubicBezTo>
                  <a:pt x="715673" y="103005"/>
                  <a:pt x="710440" y="112161"/>
                  <a:pt x="704280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C9470-3F92-426B-94DA-BE25A9CA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016" y="1100061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3F53A-8159-44E6-B8E6-F0390680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016" y="1100061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84" name="Text 0">
            <a:extLst xmlns:a="http://schemas.openxmlformats.org/drawingml/2006/main">
              <a:ext uri="{FF2B5EF4-FFF2-40B4-BE49-F238E27FC236}">
                <a16:creationId xmlns:a16="http://schemas.microsoft.com/office/drawing/2014/main" id="{092BDF56-CB0F-4C30-AF30-0DE328A0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723" y="1160659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319CB-A23D-4B24-8604-E0C03D23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016" y="1986303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BF6C4-98D8-428B-A9B4-4FF8814E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016" y="1986303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87" name="Text 0">
            <a:extLst xmlns:a="http://schemas.openxmlformats.org/drawingml/2006/main">
              <a:ext uri="{FF2B5EF4-FFF2-40B4-BE49-F238E27FC236}">
                <a16:creationId xmlns:a16="http://schemas.microsoft.com/office/drawing/2014/main" id="{D2AB8C76-2C96-41A1-B1F6-460E7FD4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6723" y="2043996"/>
            <a:ext cx="59681" cy="93391"/>
          </a:xfrm>
          <a:custGeom xmlns:a="http://schemas.openxmlformats.org/drawingml/2006/main">
            <a:pathLst>
              <a:path w="59681" h="93391">
                <a:moveTo>
                  <a:pt x="0" y="46727"/>
                </a:moveTo>
                <a:cubicBezTo>
                  <a:pt x="0" y="35914"/>
                  <a:pt x="1113" y="27211"/>
                  <a:pt x="3340" y="20619"/>
                </a:cubicBezTo>
                <a:cubicBezTo>
                  <a:pt x="5566" y="14026"/>
                  <a:pt x="8875" y="8941"/>
                  <a:pt x="13266" y="5365"/>
                </a:cubicBezTo>
                <a:cubicBezTo>
                  <a:pt x="17657" y="1788"/>
                  <a:pt x="23181" y="0"/>
                  <a:pt x="29840" y="0"/>
                </a:cubicBezTo>
                <a:cubicBezTo>
                  <a:pt x="34751" y="0"/>
                  <a:pt x="39059" y="988"/>
                  <a:pt x="42763" y="2963"/>
                </a:cubicBezTo>
                <a:cubicBezTo>
                  <a:pt x="46467" y="4939"/>
                  <a:pt x="49526" y="7788"/>
                  <a:pt x="51940" y="11510"/>
                </a:cubicBezTo>
                <a:cubicBezTo>
                  <a:pt x="54354" y="15232"/>
                  <a:pt x="56247" y="19766"/>
                  <a:pt x="57621" y="25111"/>
                </a:cubicBezTo>
                <a:cubicBezTo>
                  <a:pt x="58994" y="30455"/>
                  <a:pt x="59681" y="37661"/>
                  <a:pt x="59681" y="46727"/>
                </a:cubicBezTo>
                <a:cubicBezTo>
                  <a:pt x="59681" y="57457"/>
                  <a:pt x="58578" y="66118"/>
                  <a:pt x="56372" y="72710"/>
                </a:cubicBezTo>
                <a:cubicBezTo>
                  <a:pt x="54166" y="79303"/>
                  <a:pt x="50868" y="84398"/>
                  <a:pt x="46477" y="87995"/>
                </a:cubicBezTo>
                <a:cubicBezTo>
                  <a:pt x="42087" y="91593"/>
                  <a:pt x="36541" y="93391"/>
                  <a:pt x="29840" y="93391"/>
                </a:cubicBezTo>
                <a:cubicBezTo>
                  <a:pt x="21017" y="93391"/>
                  <a:pt x="14088" y="90230"/>
                  <a:pt x="9052" y="83908"/>
                </a:cubicBezTo>
                <a:cubicBezTo>
                  <a:pt x="3017" y="76297"/>
                  <a:pt x="0" y="63904"/>
                  <a:pt x="0" y="46727"/>
                </a:cubicBezTo>
                <a:moveTo>
                  <a:pt x="11549" y="46696"/>
                </a:moveTo>
                <a:cubicBezTo>
                  <a:pt x="11549" y="61669"/>
                  <a:pt x="13307" y="71635"/>
                  <a:pt x="16824" y="76593"/>
                </a:cubicBezTo>
                <a:cubicBezTo>
                  <a:pt x="20341" y="81549"/>
                  <a:pt x="24680" y="84027"/>
                  <a:pt x="29840" y="84027"/>
                </a:cubicBezTo>
                <a:cubicBezTo>
                  <a:pt x="35001" y="84027"/>
                  <a:pt x="39340" y="81539"/>
                  <a:pt x="42856" y="76561"/>
                </a:cubicBezTo>
                <a:cubicBezTo>
                  <a:pt x="46373" y="71584"/>
                  <a:pt x="48132" y="61629"/>
                  <a:pt x="48132" y="46696"/>
                </a:cubicBezTo>
                <a:cubicBezTo>
                  <a:pt x="48132" y="31681"/>
                  <a:pt x="46373" y="21705"/>
                  <a:pt x="42856" y="16770"/>
                </a:cubicBezTo>
                <a:cubicBezTo>
                  <a:pt x="39340" y="11833"/>
                  <a:pt x="34959" y="9364"/>
                  <a:pt x="29715" y="9364"/>
                </a:cubicBezTo>
                <a:cubicBezTo>
                  <a:pt x="24555" y="9364"/>
                  <a:pt x="20435" y="11542"/>
                  <a:pt x="17355" y="15898"/>
                </a:cubicBezTo>
                <a:cubicBezTo>
                  <a:pt x="13484" y="21456"/>
                  <a:pt x="11549" y="31722"/>
                  <a:pt x="11549" y="46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27725-CF2A-4AE6-8624-ADE100E6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016" y="222535"/>
            <a:ext cx="232457" cy="220834"/>
          </a:xfrm>
          <a:custGeom xmlns:a="http://schemas.openxmlformats.org/drawingml/2006/main">
            <a:pathLst>
              <a:path w="232457" h="220834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5E8D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C8D1D9-81C2-436C-ADD0-4CE8CD3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016" y="222535"/>
            <a:ext cx="232457" cy="220834"/>
          </a:xfrm>
          <a:custGeom xmlns:a="http://schemas.openxmlformats.org/drawingml/2006/main">
            <a:pathLst>
              <a:path w="232457" h="220834" fill="none">
                <a:moveTo>
                  <a:pt x="0" y="0"/>
                </a:moveTo>
                <a:lnTo>
                  <a:pt x="232457" y="0"/>
                </a:lnTo>
                <a:lnTo>
                  <a:pt x="2324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82B366"/>
            </a:solidFill>
            <a:miter/>
          </a:ln>
        </p:spPr>
      </p:sp>
      <p:sp>
        <p:nvSpPr>
          <p:cNvPr id="290" name="Text 1">
            <a:extLst xmlns:a="http://schemas.openxmlformats.org/drawingml/2006/main">
              <a:ext uri="{FF2B5EF4-FFF2-40B4-BE49-F238E27FC236}">
                <a16:creationId xmlns:a16="http://schemas.microsoft.com/office/drawing/2014/main" id="{9F5E26BD-485C-4023-8549-2566DC15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5338" y="277322"/>
            <a:ext cx="33711" cy="91893"/>
          </a:xfrm>
          <a:custGeom xmlns:a="http://schemas.openxmlformats.org/drawingml/2006/main">
            <a:pathLst>
              <a:path w="33711" h="91893">
                <a:moveTo>
                  <a:pt x="33711" y="91893"/>
                </a:moveTo>
                <a:lnTo>
                  <a:pt x="22474" y="91893"/>
                </a:lnTo>
                <a:lnTo>
                  <a:pt x="22474" y="20289"/>
                </a:lnTo>
                <a:cubicBezTo>
                  <a:pt x="19769" y="22869"/>
                  <a:pt x="16221" y="25450"/>
                  <a:pt x="11830" y="28030"/>
                </a:cubicBezTo>
                <a:cubicBezTo>
                  <a:pt x="7439" y="30610"/>
                  <a:pt x="3496" y="32546"/>
                  <a:pt x="0" y="33836"/>
                </a:cubicBezTo>
                <a:lnTo>
                  <a:pt x="0" y="22973"/>
                </a:lnTo>
                <a:cubicBezTo>
                  <a:pt x="6284" y="20018"/>
                  <a:pt x="11778" y="16439"/>
                  <a:pt x="16481" y="12236"/>
                </a:cubicBezTo>
                <a:cubicBezTo>
                  <a:pt x="21184" y="8032"/>
                  <a:pt x="24513" y="3954"/>
                  <a:pt x="26469" y="0"/>
                </a:cubicBezTo>
                <a:lnTo>
                  <a:pt x="33711" y="0"/>
                </a:lnTo>
                <a:lnTo>
                  <a:pt x="33711" y="918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B587A4-7089-4AE9-9EBA-8CC1802E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261" y="2863829"/>
            <a:ext cx="1046057" cy="220834"/>
          </a:xfrm>
          <a:custGeom xmlns:a="http://schemas.openxmlformats.org/drawingml/2006/main">
            <a:pathLst>
              <a:path w="1046057" h="220834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DEAD0-DA77-44B2-846B-83DDA67D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261" y="2863829"/>
            <a:ext cx="1046057" cy="220834"/>
          </a:xfrm>
          <a:custGeom xmlns:a="http://schemas.openxmlformats.org/drawingml/2006/main">
            <a:pathLst>
              <a:path w="1046057" h="220834" fill="none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293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3D016C9B-6AD9-4669-80C5-09FC51B9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086" y="2926210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1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0" y="20934"/>
                  <a:pt x="84985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7" y="14837"/>
                  <a:pt x="90874" y="18541"/>
                </a:cubicBezTo>
                <a:cubicBezTo>
                  <a:pt x="88336" y="24284"/>
                  <a:pt x="86338" y="30277"/>
                  <a:pt x="84881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1" y="54811"/>
                </a:moveTo>
                <a:cubicBezTo>
                  <a:pt x="112246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4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3" y="13531"/>
                  <a:pt x="123410" y="10725"/>
                  <a:pt x="124430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5" y="2255"/>
                  <a:pt x="131619" y="1289"/>
                  <a:pt x="133950" y="624"/>
                </a:cubicBezTo>
                <a:cubicBezTo>
                  <a:pt x="135531" y="208"/>
                  <a:pt x="138112" y="0"/>
                  <a:pt x="141691" y="0"/>
                </a:cubicBezTo>
                <a:lnTo>
                  <a:pt x="145187" y="0"/>
                </a:lnTo>
                <a:lnTo>
                  <a:pt x="145187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7" y="59962"/>
                </a:cubicBezTo>
                <a:cubicBezTo>
                  <a:pt x="124045" y="61875"/>
                  <a:pt x="127364" y="64796"/>
                  <a:pt x="129424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4" y="102510"/>
                </a:cubicBezTo>
                <a:cubicBezTo>
                  <a:pt x="133097" y="105339"/>
                  <a:pt x="133939" y="107314"/>
                  <a:pt x="135292" y="108436"/>
                </a:cubicBezTo>
                <a:cubicBezTo>
                  <a:pt x="136644" y="109560"/>
                  <a:pt x="139298" y="110122"/>
                  <a:pt x="143251" y="110122"/>
                </a:cubicBezTo>
                <a:lnTo>
                  <a:pt x="145187" y="110122"/>
                </a:lnTo>
                <a:lnTo>
                  <a:pt x="145187" y="119986"/>
                </a:lnTo>
                <a:lnTo>
                  <a:pt x="141691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7" y="116479"/>
                  <a:pt x="126209" y="114336"/>
                </a:cubicBezTo>
                <a:cubicBezTo>
                  <a:pt x="124461" y="112193"/>
                  <a:pt x="123327" y="109477"/>
                  <a:pt x="122806" y="106189"/>
                </a:cubicBezTo>
                <a:cubicBezTo>
                  <a:pt x="122286" y="102901"/>
                  <a:pt x="122005" y="97512"/>
                  <a:pt x="121964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6" y="65133"/>
                  <a:pt x="109041" y="65049"/>
                </a:cubicBezTo>
                <a:lnTo>
                  <a:pt x="109041" y="54811"/>
                </a:lnTo>
                <a:close/>
                <a:moveTo>
                  <a:pt x="212548" y="82217"/>
                </a:moveTo>
                <a:lnTo>
                  <a:pt x="212548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7" y="64442"/>
                  <a:pt x="175466" y="59201"/>
                </a:cubicBezTo>
                <a:cubicBezTo>
                  <a:pt x="185413" y="51051"/>
                  <a:pt x="192134" y="44596"/>
                  <a:pt x="195630" y="39835"/>
                </a:cubicBezTo>
                <a:cubicBezTo>
                  <a:pt x="199126" y="35073"/>
                  <a:pt x="200874" y="30572"/>
                  <a:pt x="200874" y="26331"/>
                </a:cubicBezTo>
                <a:cubicBezTo>
                  <a:pt x="200874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4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3" y="18603"/>
                  <a:pt x="165769" y="23098"/>
                  <a:pt x="165727" y="28841"/>
                </a:cubicBezTo>
                <a:lnTo>
                  <a:pt x="154178" y="27653"/>
                </a:lnTo>
                <a:cubicBezTo>
                  <a:pt x="154969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4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6" y="57804"/>
                  <a:pt x="185392" y="64632"/>
                </a:cubicBezTo>
                <a:cubicBezTo>
                  <a:pt x="178650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8" y="82217"/>
                </a:ln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9" y="107295"/>
                  <a:pt x="236626" y="109537"/>
                  <a:pt x="233005" y="111121"/>
                </a:cubicBezTo>
                <a:lnTo>
                  <a:pt x="229884" y="106252"/>
                </a:lnTo>
                <a:cubicBezTo>
                  <a:pt x="232256" y="105216"/>
                  <a:pt x="234004" y="103694"/>
                  <a:pt x="235128" y="101685"/>
                </a:cubicBezTo>
                <a:cubicBezTo>
                  <a:pt x="236251" y="99675"/>
                  <a:pt x="236876" y="96786"/>
                  <a:pt x="237000" y="93017"/>
                </a:cubicBezTo>
                <a:lnTo>
                  <a:pt x="230633" y="93017"/>
                </a:lnTo>
                <a:close/>
                <a:moveTo>
                  <a:pt x="260120" y="68920"/>
                </a:moveTo>
                <a:lnTo>
                  <a:pt x="271919" y="67921"/>
                </a:lnTo>
                <a:cubicBezTo>
                  <a:pt x="272793" y="73645"/>
                  <a:pt x="274822" y="77948"/>
                  <a:pt x="278006" y="80830"/>
                </a:cubicBezTo>
                <a:cubicBezTo>
                  <a:pt x="281189" y="83711"/>
                  <a:pt x="285029" y="85151"/>
                  <a:pt x="289523" y="85151"/>
                </a:cubicBezTo>
                <a:cubicBezTo>
                  <a:pt x="294934" y="85151"/>
                  <a:pt x="299512" y="83115"/>
                  <a:pt x="303257" y="79043"/>
                </a:cubicBezTo>
                <a:cubicBezTo>
                  <a:pt x="307003" y="74970"/>
                  <a:pt x="308876" y="69567"/>
                  <a:pt x="308876" y="62835"/>
                </a:cubicBezTo>
                <a:cubicBezTo>
                  <a:pt x="308876" y="56435"/>
                  <a:pt x="307076" y="51386"/>
                  <a:pt x="303476" y="47687"/>
                </a:cubicBezTo>
                <a:cubicBezTo>
                  <a:pt x="299876" y="43988"/>
                  <a:pt x="295163" y="42139"/>
                  <a:pt x="289336" y="42139"/>
                </a:cubicBezTo>
                <a:cubicBezTo>
                  <a:pt x="285715" y="42139"/>
                  <a:pt x="282448" y="42955"/>
                  <a:pt x="279535" y="44587"/>
                </a:cubicBezTo>
                <a:cubicBezTo>
                  <a:pt x="276622" y="46219"/>
                  <a:pt x="274333" y="48337"/>
                  <a:pt x="272668" y="50941"/>
                </a:cubicBezTo>
                <a:lnTo>
                  <a:pt x="262118" y="49567"/>
                </a:lnTo>
                <a:lnTo>
                  <a:pt x="270982" y="2622"/>
                </a:lnTo>
                <a:lnTo>
                  <a:pt x="316492" y="2622"/>
                </a:lnTo>
                <a:lnTo>
                  <a:pt x="316492" y="13235"/>
                </a:lnTo>
                <a:lnTo>
                  <a:pt x="279972" y="13235"/>
                </a:lnTo>
                <a:lnTo>
                  <a:pt x="275040" y="37893"/>
                </a:lnTo>
                <a:cubicBezTo>
                  <a:pt x="280534" y="34106"/>
                  <a:pt x="286298" y="32213"/>
                  <a:pt x="292333" y="32213"/>
                </a:cubicBezTo>
                <a:cubicBezTo>
                  <a:pt x="300323" y="32213"/>
                  <a:pt x="307066" y="34983"/>
                  <a:pt x="312559" y="40525"/>
                </a:cubicBezTo>
                <a:cubicBezTo>
                  <a:pt x="318053" y="46066"/>
                  <a:pt x="320800" y="53189"/>
                  <a:pt x="320800" y="61895"/>
                </a:cubicBezTo>
                <a:cubicBezTo>
                  <a:pt x="320800" y="70186"/>
                  <a:pt x="318386" y="77352"/>
                  <a:pt x="313558" y="83391"/>
                </a:cubicBezTo>
                <a:cubicBezTo>
                  <a:pt x="307690" y="90807"/>
                  <a:pt x="299678" y="94515"/>
                  <a:pt x="289523" y="94515"/>
                </a:cubicBezTo>
                <a:cubicBezTo>
                  <a:pt x="281200" y="94515"/>
                  <a:pt x="274406" y="92179"/>
                  <a:pt x="269141" y="87506"/>
                </a:cubicBezTo>
                <a:cubicBezTo>
                  <a:pt x="263876" y="82833"/>
                  <a:pt x="260869" y="76638"/>
                  <a:pt x="260120" y="68920"/>
                </a:cubicBez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4" y="65133"/>
                  <a:pt x="359162" y="66007"/>
                  <a:pt x="357144" y="67671"/>
                </a:cubicBezTo>
                <a:cubicBezTo>
                  <a:pt x="355125" y="69336"/>
                  <a:pt x="353783" y="71594"/>
                  <a:pt x="353117" y="74445"/>
                </a:cubicBezTo>
                <a:cubicBezTo>
                  <a:pt x="352451" y="77296"/>
                  <a:pt x="352098" y="82196"/>
                  <a:pt x="352056" y="89146"/>
                </a:cubicBezTo>
                <a:cubicBezTo>
                  <a:pt x="352014" y="96097"/>
                  <a:pt x="351890" y="100675"/>
                  <a:pt x="351681" y="102880"/>
                </a:cubicBezTo>
                <a:cubicBezTo>
                  <a:pt x="351307" y="106418"/>
                  <a:pt x="350610" y="109238"/>
                  <a:pt x="349590" y="111339"/>
                </a:cubicBezTo>
                <a:cubicBezTo>
                  <a:pt x="348570" y="113441"/>
                  <a:pt x="347312" y="115127"/>
                  <a:pt x="345813" y="116396"/>
                </a:cubicBezTo>
                <a:cubicBezTo>
                  <a:pt x="344315" y="117665"/>
                  <a:pt x="342401" y="118633"/>
                  <a:pt x="340070" y="119299"/>
                </a:cubicBezTo>
                <a:cubicBezTo>
                  <a:pt x="338488" y="119757"/>
                  <a:pt x="335908" y="119986"/>
                  <a:pt x="332329" y="119986"/>
                </a:cubicBezTo>
                <a:lnTo>
                  <a:pt x="328833" y="119986"/>
                </a:lnTo>
                <a:lnTo>
                  <a:pt x="328833" y="110122"/>
                </a:lnTo>
                <a:lnTo>
                  <a:pt x="330768" y="110122"/>
                </a:lnTo>
                <a:cubicBezTo>
                  <a:pt x="335097" y="110122"/>
                  <a:pt x="337968" y="109342"/>
                  <a:pt x="339383" y="107781"/>
                </a:cubicBezTo>
                <a:cubicBezTo>
                  <a:pt x="340798" y="106222"/>
                  <a:pt x="341506" y="102718"/>
                  <a:pt x="341506" y="97270"/>
                </a:cubicBezTo>
                <a:cubicBezTo>
                  <a:pt x="341506" y="86872"/>
                  <a:pt x="341693" y="80279"/>
                  <a:pt x="342068" y="77492"/>
                </a:cubicBezTo>
                <a:cubicBezTo>
                  <a:pt x="342734" y="72876"/>
                  <a:pt x="344065" y="69185"/>
                  <a:pt x="346063" y="66419"/>
                </a:cubicBezTo>
                <a:cubicBezTo>
                  <a:pt x="348061" y="63653"/>
                  <a:pt x="350891" y="61500"/>
                  <a:pt x="354553" y="59962"/>
                </a:cubicBezTo>
                <a:cubicBezTo>
                  <a:pt x="349767" y="57676"/>
                  <a:pt x="346396" y="54655"/>
                  <a:pt x="344440" y="50896"/>
                </a:cubicBezTo>
                <a:cubicBezTo>
                  <a:pt x="342484" y="47136"/>
                  <a:pt x="341506" y="40790"/>
                  <a:pt x="341506" y="31859"/>
                </a:cubicBezTo>
                <a:cubicBezTo>
                  <a:pt x="341506" y="23759"/>
                  <a:pt x="341402" y="18920"/>
                  <a:pt x="341194" y="17341"/>
                </a:cubicBezTo>
                <a:cubicBezTo>
                  <a:pt x="340902" y="14558"/>
                  <a:pt x="340080" y="12616"/>
                  <a:pt x="338728" y="11516"/>
                </a:cubicBezTo>
                <a:cubicBezTo>
                  <a:pt x="337375" y="10414"/>
                  <a:pt x="334722" y="9864"/>
                  <a:pt x="330768" y="9864"/>
                </a:cubicBezTo>
                <a:lnTo>
                  <a:pt x="328833" y="9864"/>
                </a:lnTo>
                <a:lnTo>
                  <a:pt x="328833" y="0"/>
                </a:lnTo>
                <a:lnTo>
                  <a:pt x="332329" y="0"/>
                </a:lnTo>
                <a:cubicBezTo>
                  <a:pt x="336408" y="0"/>
                  <a:pt x="339362" y="332"/>
                  <a:pt x="341194" y="997"/>
                </a:cubicBezTo>
                <a:cubicBezTo>
                  <a:pt x="343857" y="1912"/>
                  <a:pt x="346063" y="3451"/>
                  <a:pt x="347811" y="5613"/>
                </a:cubicBezTo>
                <a:cubicBezTo>
                  <a:pt x="349559" y="7774"/>
                  <a:pt x="350693" y="10497"/>
                  <a:pt x="351213" y="13781"/>
                </a:cubicBezTo>
                <a:cubicBezTo>
                  <a:pt x="351733" y="17065"/>
                  <a:pt x="352014" y="22449"/>
                  <a:pt x="352056" y="29932"/>
                </a:cubicBezTo>
                <a:cubicBezTo>
                  <a:pt x="352098" y="37414"/>
                  <a:pt x="352451" y="42579"/>
                  <a:pt x="353117" y="45428"/>
                </a:cubicBezTo>
                <a:cubicBezTo>
                  <a:pt x="353783" y="48275"/>
                  <a:pt x="355125" y="50530"/>
                  <a:pt x="357144" y="52193"/>
                </a:cubicBezTo>
                <a:cubicBezTo>
                  <a:pt x="359162" y="53855"/>
                  <a:pt x="361774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1" y="80157"/>
                </a:lnTo>
                <a:lnTo>
                  <a:pt x="392761" y="92980"/>
                </a:lnTo>
                <a:cubicBezTo>
                  <a:pt x="392761" y="97693"/>
                  <a:pt x="391929" y="101499"/>
                  <a:pt x="390264" y="104396"/>
                </a:cubicBezTo>
                <a:cubicBezTo>
                  <a:pt x="388599" y="107295"/>
                  <a:pt x="385956" y="109537"/>
                  <a:pt x="382336" y="111121"/>
                </a:cubicBezTo>
                <a:lnTo>
                  <a:pt x="379214" y="106252"/>
                </a:lnTo>
                <a:cubicBezTo>
                  <a:pt x="381587" y="105216"/>
                  <a:pt x="383335" y="103694"/>
                  <a:pt x="384458" y="101685"/>
                </a:cubicBezTo>
                <a:cubicBezTo>
                  <a:pt x="385582" y="99675"/>
                  <a:pt x="386206" y="96786"/>
                  <a:pt x="386331" y="93017"/>
                </a:cubicBezTo>
                <a:lnTo>
                  <a:pt x="379963" y="93017"/>
                </a:lnTo>
                <a:close/>
                <a:moveTo>
                  <a:pt x="451776" y="93017"/>
                </a:moveTo>
                <a:lnTo>
                  <a:pt x="440539" y="93017"/>
                </a:lnTo>
                <a:lnTo>
                  <a:pt x="440539" y="21413"/>
                </a:lnTo>
                <a:cubicBezTo>
                  <a:pt x="437834" y="23993"/>
                  <a:pt x="434286" y="26573"/>
                  <a:pt x="429895" y="29154"/>
                </a:cubicBezTo>
                <a:cubicBezTo>
                  <a:pt x="425504" y="31734"/>
                  <a:pt x="421561" y="33669"/>
                  <a:pt x="418065" y="34959"/>
                </a:cubicBezTo>
                <a:lnTo>
                  <a:pt x="418065" y="24097"/>
                </a:lnTo>
                <a:cubicBezTo>
                  <a:pt x="424350" y="21142"/>
                  <a:pt x="429843" y="17563"/>
                  <a:pt x="434546" y="13359"/>
                </a:cubicBezTo>
                <a:cubicBezTo>
                  <a:pt x="439249" y="9156"/>
                  <a:pt x="442578" y="5077"/>
                  <a:pt x="444534" y="1124"/>
                </a:cubicBezTo>
                <a:lnTo>
                  <a:pt x="451776" y="1124"/>
                </a:lnTo>
                <a:lnTo>
                  <a:pt x="451776" y="93017"/>
                </a:lnTo>
                <a:close/>
                <a:moveTo>
                  <a:pt x="491024" y="119986"/>
                </a:moveTo>
                <a:lnTo>
                  <a:pt x="482971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2" y="44407"/>
                  <a:pt x="498952" y="36707"/>
                </a:cubicBezTo>
                <a:cubicBezTo>
                  <a:pt x="497537" y="30465"/>
                  <a:pt x="495560" y="24472"/>
                  <a:pt x="493021" y="18728"/>
                </a:cubicBezTo>
                <a:cubicBezTo>
                  <a:pt x="491398" y="14983"/>
                  <a:pt x="488048" y="8740"/>
                  <a:pt x="482971" y="0"/>
                </a:cubicBezTo>
                <a:lnTo>
                  <a:pt x="491024" y="0"/>
                </a:lnTo>
                <a:cubicBezTo>
                  <a:pt x="498848" y="10446"/>
                  <a:pt x="504633" y="20934"/>
                  <a:pt x="508379" y="31463"/>
                </a:cubicBezTo>
                <a:cubicBezTo>
                  <a:pt x="511583" y="40536"/>
                  <a:pt x="513185" y="50025"/>
                  <a:pt x="513185" y="59930"/>
                </a:cubicBezTo>
                <a:cubicBezTo>
                  <a:pt x="513185" y="71167"/>
                  <a:pt x="511032" y="82030"/>
                  <a:pt x="506724" y="92517"/>
                </a:cubicBezTo>
                <a:cubicBezTo>
                  <a:pt x="502417" y="103005"/>
                  <a:pt x="497183" y="112161"/>
                  <a:pt x="491024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41DE3C-EFE6-411E-814D-0827AB0A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261" y="1094249"/>
            <a:ext cx="1046057" cy="220834"/>
          </a:xfrm>
          <a:custGeom xmlns:a="http://schemas.openxmlformats.org/drawingml/2006/main">
            <a:pathLst>
              <a:path w="1046057" h="220834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5C7ED-A4C7-4E60-A091-8FDAA5DD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261" y="1094249"/>
            <a:ext cx="1046057" cy="220834"/>
          </a:xfrm>
          <a:custGeom xmlns:a="http://schemas.openxmlformats.org/drawingml/2006/main">
            <a:pathLst>
              <a:path w="1046057" h="220834" fill="none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296" name="Text u(4,5)">
            <a:extLst xmlns:a="http://schemas.openxmlformats.org/drawingml/2006/main">
              <a:ext uri="{FF2B5EF4-FFF2-40B4-BE49-F238E27FC236}">
                <a16:creationId xmlns:a16="http://schemas.microsoft.com/office/drawing/2014/main" id="{C5DA3F93-2DA2-4468-A77A-08242745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2156" y="1147913"/>
            <a:ext cx="321152" cy="119986"/>
          </a:xfrm>
          <a:custGeom xmlns:a="http://schemas.openxmlformats.org/drawingml/2006/main">
            <a:pathLst>
              <a:path w="321152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3" y="82030"/>
                  <a:pt x="70649" y="71167"/>
                  <a:pt x="70649" y="59930"/>
                </a:cubicBezTo>
                <a:cubicBezTo>
                  <a:pt x="70649" y="50025"/>
                  <a:pt x="72252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3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46810" y="93017"/>
                </a:moveTo>
                <a:lnTo>
                  <a:pt x="146810" y="71105"/>
                </a:lnTo>
                <a:lnTo>
                  <a:pt x="107106" y="71105"/>
                </a:lnTo>
                <a:lnTo>
                  <a:pt x="107106" y="60804"/>
                </a:lnTo>
                <a:lnTo>
                  <a:pt x="148870" y="1498"/>
                </a:lnTo>
                <a:lnTo>
                  <a:pt x="158047" y="1498"/>
                </a:lnTo>
                <a:lnTo>
                  <a:pt x="158047" y="60804"/>
                </a:lnTo>
                <a:lnTo>
                  <a:pt x="170407" y="60804"/>
                </a:lnTo>
                <a:lnTo>
                  <a:pt x="170407" y="71105"/>
                </a:lnTo>
                <a:lnTo>
                  <a:pt x="158047" y="71105"/>
                </a:lnTo>
                <a:lnTo>
                  <a:pt x="158047" y="93017"/>
                </a:lnTo>
                <a:lnTo>
                  <a:pt x="146810" y="93017"/>
                </a:lnTo>
                <a:moveTo>
                  <a:pt x="146810" y="60804"/>
                </a:moveTo>
                <a:lnTo>
                  <a:pt x="146810" y="19540"/>
                </a:lnTo>
                <a:lnTo>
                  <a:pt x="118156" y="60804"/>
                </a:lnTo>
                <a:lnTo>
                  <a:pt x="146810" y="60804"/>
                </a:lnTo>
                <a:close/>
                <a:moveTo>
                  <a:pt x="187930" y="93017"/>
                </a:moveTo>
                <a:lnTo>
                  <a:pt x="187930" y="80157"/>
                </a:lnTo>
                <a:lnTo>
                  <a:pt x="200728" y="80157"/>
                </a:lnTo>
                <a:lnTo>
                  <a:pt x="200728" y="92980"/>
                </a:lnTo>
                <a:cubicBezTo>
                  <a:pt x="200728" y="97693"/>
                  <a:pt x="199895" y="101499"/>
                  <a:pt x="198231" y="104396"/>
                </a:cubicBezTo>
                <a:cubicBezTo>
                  <a:pt x="196566" y="107295"/>
                  <a:pt x="193923" y="109537"/>
                  <a:pt x="190302" y="111121"/>
                </a:cubicBezTo>
                <a:lnTo>
                  <a:pt x="187181" y="106252"/>
                </a:lnTo>
                <a:cubicBezTo>
                  <a:pt x="189553" y="105216"/>
                  <a:pt x="191301" y="103694"/>
                  <a:pt x="192425" y="101685"/>
                </a:cubicBezTo>
                <a:cubicBezTo>
                  <a:pt x="193549" y="99675"/>
                  <a:pt x="194173" y="96786"/>
                  <a:pt x="194298" y="93017"/>
                </a:cubicBezTo>
                <a:lnTo>
                  <a:pt x="187930" y="93017"/>
                </a:lnTo>
                <a:close/>
                <a:moveTo>
                  <a:pt x="217417" y="68920"/>
                </a:moveTo>
                <a:lnTo>
                  <a:pt x="229216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6" y="83711"/>
                  <a:pt x="242325" y="85151"/>
                  <a:pt x="246820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300" y="74970"/>
                  <a:pt x="266173" y="69567"/>
                  <a:pt x="266173" y="62835"/>
                </a:cubicBezTo>
                <a:cubicBezTo>
                  <a:pt x="266173" y="56435"/>
                  <a:pt x="264373" y="51386"/>
                  <a:pt x="260773" y="47687"/>
                </a:cubicBezTo>
                <a:cubicBezTo>
                  <a:pt x="257173" y="43988"/>
                  <a:pt x="252459" y="42139"/>
                  <a:pt x="246633" y="42139"/>
                </a:cubicBezTo>
                <a:cubicBezTo>
                  <a:pt x="243012" y="42139"/>
                  <a:pt x="239745" y="42955"/>
                  <a:pt x="236832" y="44587"/>
                </a:cubicBezTo>
                <a:cubicBezTo>
                  <a:pt x="233918" y="46219"/>
                  <a:pt x="231629" y="48337"/>
                  <a:pt x="229965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9" y="2622"/>
                </a:lnTo>
                <a:lnTo>
                  <a:pt x="273789" y="13235"/>
                </a:lnTo>
                <a:lnTo>
                  <a:pt x="237269" y="13235"/>
                </a:lnTo>
                <a:lnTo>
                  <a:pt x="232337" y="37893"/>
                </a:lnTo>
                <a:cubicBezTo>
                  <a:pt x="237831" y="34106"/>
                  <a:pt x="243595" y="32213"/>
                  <a:pt x="249629" y="32213"/>
                </a:cubicBezTo>
                <a:cubicBezTo>
                  <a:pt x="257620" y="32213"/>
                  <a:pt x="264362" y="34983"/>
                  <a:pt x="269856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5" y="83391"/>
                </a:cubicBezTo>
                <a:cubicBezTo>
                  <a:pt x="264986" y="90807"/>
                  <a:pt x="256975" y="94515"/>
                  <a:pt x="246820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3" y="82833"/>
                  <a:pt x="218166" y="76638"/>
                  <a:pt x="217417" y="68920"/>
                </a:cubicBezTo>
                <a:close/>
                <a:moveTo>
                  <a:pt x="298991" y="119986"/>
                </a:moveTo>
                <a:lnTo>
                  <a:pt x="290937" y="119986"/>
                </a:lnTo>
                <a:cubicBezTo>
                  <a:pt x="303381" y="100009"/>
                  <a:pt x="309603" y="80011"/>
                  <a:pt x="309603" y="59993"/>
                </a:cubicBezTo>
                <a:cubicBezTo>
                  <a:pt x="309603" y="52169"/>
                  <a:pt x="308708" y="44407"/>
                  <a:pt x="306919" y="36707"/>
                </a:cubicBezTo>
                <a:cubicBezTo>
                  <a:pt x="305504" y="30465"/>
                  <a:pt x="303527" y="24472"/>
                  <a:pt x="300988" y="18728"/>
                </a:cubicBezTo>
                <a:cubicBezTo>
                  <a:pt x="299365" y="14983"/>
                  <a:pt x="296015" y="8740"/>
                  <a:pt x="290937" y="0"/>
                </a:cubicBezTo>
                <a:lnTo>
                  <a:pt x="298991" y="0"/>
                </a:lnTo>
                <a:cubicBezTo>
                  <a:pt x="306815" y="10446"/>
                  <a:pt x="312600" y="20934"/>
                  <a:pt x="316345" y="31463"/>
                </a:cubicBezTo>
                <a:cubicBezTo>
                  <a:pt x="319550" y="40536"/>
                  <a:pt x="321152" y="50025"/>
                  <a:pt x="321152" y="59930"/>
                </a:cubicBezTo>
                <a:cubicBezTo>
                  <a:pt x="321152" y="71167"/>
                  <a:pt x="318999" y="82030"/>
                  <a:pt x="314691" y="92517"/>
                </a:cubicBezTo>
                <a:cubicBezTo>
                  <a:pt x="310384" y="103005"/>
                  <a:pt x="305150" y="112161"/>
                  <a:pt x="298991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38F2D-D2EA-4B38-A73C-0D35F846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004" y="1986420"/>
            <a:ext cx="1046057" cy="220834"/>
          </a:xfrm>
          <a:custGeom xmlns:a="http://schemas.openxmlformats.org/drawingml/2006/main">
            <a:pathLst>
              <a:path w="1046057" h="220834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65ACC5-EDDD-4910-B23E-274B0F26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004" y="1986420"/>
            <a:ext cx="1046057" cy="220834"/>
          </a:xfrm>
          <a:custGeom xmlns:a="http://schemas.openxmlformats.org/drawingml/2006/main">
            <a:pathLst>
              <a:path w="1046057" h="220834" fill="none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299" name="Text u({0,1,2},3)">
            <a:extLst xmlns:a="http://schemas.openxmlformats.org/drawingml/2006/main">
              <a:ext uri="{FF2B5EF4-FFF2-40B4-BE49-F238E27FC236}">
                <a16:creationId xmlns:a16="http://schemas.microsoft.com/office/drawing/2014/main" id="{68E95A1C-CD6A-4E48-AADF-C172FBAA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2875" y="2042873"/>
            <a:ext cx="619814" cy="119986"/>
          </a:xfrm>
          <a:custGeom xmlns:a="http://schemas.openxmlformats.org/drawingml/2006/main">
            <a:pathLst>
              <a:path w="61981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1" y="54811"/>
                </a:moveTo>
                <a:cubicBezTo>
                  <a:pt x="112245" y="54728"/>
                  <a:pt x="114857" y="53866"/>
                  <a:pt x="116875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1" y="37684"/>
                  <a:pt x="121963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4" y="2255"/>
                  <a:pt x="131619" y="1289"/>
                  <a:pt x="133949" y="624"/>
                </a:cubicBezTo>
                <a:cubicBezTo>
                  <a:pt x="135531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7" y="43262"/>
                </a:cubicBezTo>
                <a:cubicBezTo>
                  <a:pt x="131077" y="47708"/>
                  <a:pt x="129798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7" y="100971"/>
                  <a:pt x="132763" y="102510"/>
                </a:cubicBezTo>
                <a:cubicBezTo>
                  <a:pt x="133096" y="105339"/>
                  <a:pt x="133939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2" y="119986"/>
                  <a:pt x="134657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6" y="102901"/>
                  <a:pt x="122005" y="97512"/>
                  <a:pt x="121963" y="90020"/>
                </a:cubicBezTo>
                <a:cubicBezTo>
                  <a:pt x="121921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5" y="67671"/>
                </a:cubicBezTo>
                <a:cubicBezTo>
                  <a:pt x="114857" y="66007"/>
                  <a:pt x="112245" y="65133"/>
                  <a:pt x="109041" y="65049"/>
                </a:cubicBezTo>
                <a:lnTo>
                  <a:pt x="109041" y="54811"/>
                </a:lnTo>
                <a:close/>
                <a:moveTo>
                  <a:pt x="153491" y="47851"/>
                </a:moveTo>
                <a:cubicBezTo>
                  <a:pt x="153491" y="37038"/>
                  <a:pt x="154604" y="28335"/>
                  <a:pt x="156831" y="21742"/>
                </a:cubicBezTo>
                <a:cubicBezTo>
                  <a:pt x="159057" y="15150"/>
                  <a:pt x="162366" y="10065"/>
                  <a:pt x="166757" y="6489"/>
                </a:cubicBezTo>
                <a:cubicBezTo>
                  <a:pt x="171148" y="2912"/>
                  <a:pt x="176672" y="1124"/>
                  <a:pt x="183331" y="1124"/>
                </a:cubicBezTo>
                <a:cubicBezTo>
                  <a:pt x="188242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7" y="80427"/>
                  <a:pt x="204359" y="85522"/>
                  <a:pt x="199968" y="89119"/>
                </a:cubicBezTo>
                <a:cubicBezTo>
                  <a:pt x="195578" y="92716"/>
                  <a:pt x="190032" y="94515"/>
                  <a:pt x="183331" y="94515"/>
                </a:cubicBezTo>
                <a:cubicBezTo>
                  <a:pt x="174508" y="94515"/>
                  <a:pt x="167579" y="91354"/>
                  <a:pt x="162543" y="85032"/>
                </a:cubicBezTo>
                <a:cubicBezTo>
                  <a:pt x="156508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8" y="72759"/>
                  <a:pt x="170315" y="77716"/>
                </a:cubicBezTo>
                <a:cubicBezTo>
                  <a:pt x="173832" y="82673"/>
                  <a:pt x="178171" y="85151"/>
                  <a:pt x="183331" y="85151"/>
                </a:cubicBezTo>
                <a:cubicBezTo>
                  <a:pt x="188492" y="85151"/>
                  <a:pt x="192831" y="82662"/>
                  <a:pt x="196347" y="77685"/>
                </a:cubicBezTo>
                <a:cubicBezTo>
                  <a:pt x="199864" y="72708"/>
                  <a:pt x="201623" y="62753"/>
                  <a:pt x="201623" y="47819"/>
                </a:cubicBezTo>
                <a:cubicBezTo>
                  <a:pt x="201623" y="32804"/>
                  <a:pt x="199864" y="22829"/>
                  <a:pt x="196347" y="17893"/>
                </a:cubicBezTo>
                <a:cubicBezTo>
                  <a:pt x="192831" y="12956"/>
                  <a:pt x="188450" y="10488"/>
                  <a:pt x="183206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5" y="22580"/>
                  <a:pt x="165040" y="32846"/>
                  <a:pt x="165040" y="47819"/>
                </a:cubicBez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8" y="107295"/>
                  <a:pt x="236626" y="109537"/>
                  <a:pt x="233005" y="111121"/>
                </a:cubicBezTo>
                <a:lnTo>
                  <a:pt x="229883" y="106252"/>
                </a:lnTo>
                <a:cubicBezTo>
                  <a:pt x="232256" y="105216"/>
                  <a:pt x="234004" y="103694"/>
                  <a:pt x="235127" y="101685"/>
                </a:cubicBezTo>
                <a:cubicBezTo>
                  <a:pt x="236251" y="99675"/>
                  <a:pt x="236875" y="96786"/>
                  <a:pt x="237000" y="93017"/>
                </a:cubicBezTo>
                <a:lnTo>
                  <a:pt x="230633" y="93017"/>
                </a:lnTo>
                <a:close/>
                <a:moveTo>
                  <a:pt x="302446" y="93017"/>
                </a:moveTo>
                <a:lnTo>
                  <a:pt x="291209" y="93017"/>
                </a:lnTo>
                <a:lnTo>
                  <a:pt x="291209" y="21413"/>
                </a:lnTo>
                <a:cubicBezTo>
                  <a:pt x="288503" y="23993"/>
                  <a:pt x="284956" y="26573"/>
                  <a:pt x="280565" y="29154"/>
                </a:cubicBezTo>
                <a:cubicBezTo>
                  <a:pt x="276174" y="31734"/>
                  <a:pt x="272231" y="33669"/>
                  <a:pt x="268735" y="34959"/>
                </a:cubicBezTo>
                <a:lnTo>
                  <a:pt x="268735" y="24097"/>
                </a:lnTo>
                <a:cubicBezTo>
                  <a:pt x="275019" y="21142"/>
                  <a:pt x="280513" y="17563"/>
                  <a:pt x="285216" y="13359"/>
                </a:cubicBezTo>
                <a:cubicBezTo>
                  <a:pt x="289918" y="9156"/>
                  <a:pt x="293248" y="5077"/>
                  <a:pt x="295204" y="1124"/>
                </a:cubicBezTo>
                <a:lnTo>
                  <a:pt x="302446" y="1124"/>
                </a:lnTo>
                <a:lnTo>
                  <a:pt x="302446" y="93017"/>
                </a:lnTo>
                <a:close/>
                <a:moveTo>
                  <a:pt x="337260" y="93017"/>
                </a:moveTo>
                <a:lnTo>
                  <a:pt x="337260" y="80157"/>
                </a:lnTo>
                <a:lnTo>
                  <a:pt x="350058" y="80157"/>
                </a:lnTo>
                <a:lnTo>
                  <a:pt x="350058" y="92980"/>
                </a:lnTo>
                <a:cubicBezTo>
                  <a:pt x="350058" y="97693"/>
                  <a:pt x="349225" y="101499"/>
                  <a:pt x="347561" y="104396"/>
                </a:cubicBezTo>
                <a:cubicBezTo>
                  <a:pt x="345896" y="107295"/>
                  <a:pt x="343253" y="109537"/>
                  <a:pt x="339632" y="111121"/>
                </a:cubicBezTo>
                <a:lnTo>
                  <a:pt x="336511" y="106252"/>
                </a:lnTo>
                <a:cubicBezTo>
                  <a:pt x="338883" y="105216"/>
                  <a:pt x="340631" y="103694"/>
                  <a:pt x="341755" y="101685"/>
                </a:cubicBezTo>
                <a:cubicBezTo>
                  <a:pt x="342879" y="99675"/>
                  <a:pt x="343503" y="96786"/>
                  <a:pt x="343628" y="93017"/>
                </a:cubicBezTo>
                <a:lnTo>
                  <a:pt x="337260" y="93017"/>
                </a:lnTo>
                <a:close/>
                <a:moveTo>
                  <a:pt x="425804" y="82217"/>
                </a:moveTo>
                <a:lnTo>
                  <a:pt x="425804" y="93017"/>
                </a:lnTo>
                <a:lnTo>
                  <a:pt x="365312" y="93017"/>
                </a:lnTo>
                <a:cubicBezTo>
                  <a:pt x="365229" y="90313"/>
                  <a:pt x="365666" y="87713"/>
                  <a:pt x="366623" y="85217"/>
                </a:cubicBezTo>
                <a:cubicBezTo>
                  <a:pt x="368163" y="81100"/>
                  <a:pt x="370629" y="77045"/>
                  <a:pt x="374020" y="73052"/>
                </a:cubicBezTo>
                <a:cubicBezTo>
                  <a:pt x="377412" y="69059"/>
                  <a:pt x="382313" y="64442"/>
                  <a:pt x="388722" y="59201"/>
                </a:cubicBezTo>
                <a:cubicBezTo>
                  <a:pt x="398669" y="51051"/>
                  <a:pt x="405390" y="44596"/>
                  <a:pt x="408886" y="39835"/>
                </a:cubicBezTo>
                <a:cubicBezTo>
                  <a:pt x="412382" y="35073"/>
                  <a:pt x="414130" y="30572"/>
                  <a:pt x="414130" y="26331"/>
                </a:cubicBezTo>
                <a:cubicBezTo>
                  <a:pt x="414130" y="21881"/>
                  <a:pt x="412538" y="18129"/>
                  <a:pt x="409354" y="15072"/>
                </a:cubicBezTo>
                <a:cubicBezTo>
                  <a:pt x="406171" y="12016"/>
                  <a:pt x="402019" y="10488"/>
                  <a:pt x="396900" y="10488"/>
                </a:cubicBezTo>
                <a:cubicBezTo>
                  <a:pt x="391490" y="10488"/>
                  <a:pt x="387161" y="12111"/>
                  <a:pt x="383915" y="15357"/>
                </a:cubicBezTo>
                <a:cubicBezTo>
                  <a:pt x="380669" y="18603"/>
                  <a:pt x="379025" y="23098"/>
                  <a:pt x="378983" y="28841"/>
                </a:cubicBezTo>
                <a:lnTo>
                  <a:pt x="367434" y="27653"/>
                </a:lnTo>
                <a:cubicBezTo>
                  <a:pt x="368225" y="19019"/>
                  <a:pt x="371201" y="12439"/>
                  <a:pt x="376362" y="7913"/>
                </a:cubicBezTo>
                <a:cubicBezTo>
                  <a:pt x="381522" y="3387"/>
                  <a:pt x="388452" y="1124"/>
                  <a:pt x="397150" y="1124"/>
                </a:cubicBezTo>
                <a:cubicBezTo>
                  <a:pt x="405931" y="1124"/>
                  <a:pt x="412882" y="3559"/>
                  <a:pt x="418001" y="8430"/>
                </a:cubicBezTo>
                <a:cubicBezTo>
                  <a:pt x="423120" y="13300"/>
                  <a:pt x="425679" y="19337"/>
                  <a:pt x="425679" y="26539"/>
                </a:cubicBezTo>
                <a:cubicBezTo>
                  <a:pt x="425679" y="30203"/>
                  <a:pt x="424930" y="33804"/>
                  <a:pt x="423432" y="37343"/>
                </a:cubicBezTo>
                <a:cubicBezTo>
                  <a:pt x="421934" y="40882"/>
                  <a:pt x="419447" y="44608"/>
                  <a:pt x="415972" y="48522"/>
                </a:cubicBezTo>
                <a:cubicBezTo>
                  <a:pt x="412497" y="52434"/>
                  <a:pt x="406722" y="57804"/>
                  <a:pt x="398648" y="64632"/>
                </a:cubicBezTo>
                <a:cubicBezTo>
                  <a:pt x="391906" y="70286"/>
                  <a:pt x="387578" y="74121"/>
                  <a:pt x="385663" y="76138"/>
                </a:cubicBezTo>
                <a:cubicBezTo>
                  <a:pt x="383749" y="78154"/>
                  <a:pt x="382167" y="80180"/>
                  <a:pt x="380919" y="82217"/>
                </a:cubicBezTo>
                <a:lnTo>
                  <a:pt x="425804" y="82217"/>
                </a:lnTo>
                <a:close/>
                <a:moveTo>
                  <a:pt x="471607" y="54811"/>
                </a:moveTo>
                <a:lnTo>
                  <a:pt x="471607" y="65049"/>
                </a:lnTo>
                <a:cubicBezTo>
                  <a:pt x="468402" y="65133"/>
                  <a:pt x="465791" y="66007"/>
                  <a:pt x="463772" y="67671"/>
                </a:cubicBezTo>
                <a:cubicBezTo>
                  <a:pt x="461754" y="69336"/>
                  <a:pt x="460412" y="71594"/>
                  <a:pt x="459746" y="74445"/>
                </a:cubicBezTo>
                <a:cubicBezTo>
                  <a:pt x="459080" y="77296"/>
                  <a:pt x="458726" y="82196"/>
                  <a:pt x="458684" y="89146"/>
                </a:cubicBezTo>
                <a:cubicBezTo>
                  <a:pt x="458643" y="96097"/>
                  <a:pt x="458518" y="100675"/>
                  <a:pt x="458310" y="102880"/>
                </a:cubicBezTo>
                <a:cubicBezTo>
                  <a:pt x="457935" y="106418"/>
                  <a:pt x="457238" y="109238"/>
                  <a:pt x="456219" y="111339"/>
                </a:cubicBezTo>
                <a:cubicBezTo>
                  <a:pt x="455199" y="113441"/>
                  <a:pt x="453940" y="115127"/>
                  <a:pt x="452442" y="116396"/>
                </a:cubicBezTo>
                <a:cubicBezTo>
                  <a:pt x="450943" y="117665"/>
                  <a:pt x="449029" y="118633"/>
                  <a:pt x="446698" y="119299"/>
                </a:cubicBezTo>
                <a:cubicBezTo>
                  <a:pt x="445117" y="119757"/>
                  <a:pt x="442537" y="119986"/>
                  <a:pt x="438957" y="119986"/>
                </a:cubicBezTo>
                <a:lnTo>
                  <a:pt x="435461" y="119986"/>
                </a:lnTo>
                <a:lnTo>
                  <a:pt x="435461" y="110122"/>
                </a:lnTo>
                <a:lnTo>
                  <a:pt x="437397" y="110122"/>
                </a:lnTo>
                <a:cubicBezTo>
                  <a:pt x="441725" y="110122"/>
                  <a:pt x="444597" y="109342"/>
                  <a:pt x="446012" y="107781"/>
                </a:cubicBezTo>
                <a:cubicBezTo>
                  <a:pt x="447427" y="106222"/>
                  <a:pt x="448134" y="102718"/>
                  <a:pt x="448134" y="97270"/>
                </a:cubicBezTo>
                <a:cubicBezTo>
                  <a:pt x="448134" y="86872"/>
                  <a:pt x="448322" y="80279"/>
                  <a:pt x="448696" y="77492"/>
                </a:cubicBezTo>
                <a:cubicBezTo>
                  <a:pt x="449362" y="72876"/>
                  <a:pt x="450694" y="69185"/>
                  <a:pt x="452691" y="66419"/>
                </a:cubicBezTo>
                <a:cubicBezTo>
                  <a:pt x="454689" y="63653"/>
                  <a:pt x="457519" y="61500"/>
                  <a:pt x="461182" y="59962"/>
                </a:cubicBezTo>
                <a:cubicBezTo>
                  <a:pt x="456395" y="57676"/>
                  <a:pt x="453024" y="54655"/>
                  <a:pt x="451068" y="50896"/>
                </a:cubicBezTo>
                <a:cubicBezTo>
                  <a:pt x="449112" y="47136"/>
                  <a:pt x="448134" y="40790"/>
                  <a:pt x="448134" y="31859"/>
                </a:cubicBezTo>
                <a:cubicBezTo>
                  <a:pt x="448134" y="23759"/>
                  <a:pt x="448030" y="18920"/>
                  <a:pt x="447822" y="17341"/>
                </a:cubicBezTo>
                <a:cubicBezTo>
                  <a:pt x="447531" y="14558"/>
                  <a:pt x="446709" y="12616"/>
                  <a:pt x="445356" y="11516"/>
                </a:cubicBezTo>
                <a:cubicBezTo>
                  <a:pt x="444004" y="10414"/>
                  <a:pt x="441350" y="9864"/>
                  <a:pt x="437397" y="9864"/>
                </a:cubicBezTo>
                <a:lnTo>
                  <a:pt x="435461" y="9864"/>
                </a:lnTo>
                <a:lnTo>
                  <a:pt x="435461" y="0"/>
                </a:lnTo>
                <a:lnTo>
                  <a:pt x="438957" y="0"/>
                </a:lnTo>
                <a:cubicBezTo>
                  <a:pt x="443036" y="0"/>
                  <a:pt x="445991" y="332"/>
                  <a:pt x="447822" y="997"/>
                </a:cubicBezTo>
                <a:cubicBezTo>
                  <a:pt x="450486" y="1912"/>
                  <a:pt x="452691" y="3451"/>
                  <a:pt x="454439" y="5613"/>
                </a:cubicBezTo>
                <a:cubicBezTo>
                  <a:pt x="456187" y="7774"/>
                  <a:pt x="457321" y="10497"/>
                  <a:pt x="457842" y="13781"/>
                </a:cubicBezTo>
                <a:cubicBezTo>
                  <a:pt x="458362" y="17065"/>
                  <a:pt x="458643" y="22449"/>
                  <a:pt x="458684" y="29932"/>
                </a:cubicBezTo>
                <a:cubicBezTo>
                  <a:pt x="458726" y="37414"/>
                  <a:pt x="459080" y="42579"/>
                  <a:pt x="459746" y="45428"/>
                </a:cubicBezTo>
                <a:cubicBezTo>
                  <a:pt x="460412" y="48275"/>
                  <a:pt x="461754" y="50530"/>
                  <a:pt x="463772" y="52193"/>
                </a:cubicBezTo>
                <a:cubicBezTo>
                  <a:pt x="465791" y="53855"/>
                  <a:pt x="468402" y="54728"/>
                  <a:pt x="471607" y="54811"/>
                </a:cubicBezTo>
                <a:close/>
                <a:moveTo>
                  <a:pt x="486591" y="93017"/>
                </a:moveTo>
                <a:lnTo>
                  <a:pt x="486591" y="80157"/>
                </a:lnTo>
                <a:lnTo>
                  <a:pt x="499389" y="80157"/>
                </a:lnTo>
                <a:lnTo>
                  <a:pt x="499389" y="92980"/>
                </a:lnTo>
                <a:cubicBezTo>
                  <a:pt x="499389" y="97693"/>
                  <a:pt x="498557" y="101499"/>
                  <a:pt x="496892" y="104396"/>
                </a:cubicBezTo>
                <a:cubicBezTo>
                  <a:pt x="495227" y="107295"/>
                  <a:pt x="492584" y="109537"/>
                  <a:pt x="488964" y="111121"/>
                </a:cubicBezTo>
                <a:lnTo>
                  <a:pt x="485842" y="106252"/>
                </a:lnTo>
                <a:cubicBezTo>
                  <a:pt x="488214" y="105216"/>
                  <a:pt x="489962" y="103694"/>
                  <a:pt x="491086" y="101685"/>
                </a:cubicBezTo>
                <a:cubicBezTo>
                  <a:pt x="492210" y="99675"/>
                  <a:pt x="492834" y="96786"/>
                  <a:pt x="492959" y="93017"/>
                </a:cubicBezTo>
                <a:lnTo>
                  <a:pt x="486591" y="93017"/>
                </a:lnTo>
                <a:close/>
                <a:moveTo>
                  <a:pt x="516141" y="68670"/>
                </a:moveTo>
                <a:lnTo>
                  <a:pt x="527378" y="67172"/>
                </a:lnTo>
                <a:cubicBezTo>
                  <a:pt x="528668" y="73540"/>
                  <a:pt x="530863" y="78128"/>
                  <a:pt x="533964" y="80937"/>
                </a:cubicBezTo>
                <a:cubicBezTo>
                  <a:pt x="537064" y="83746"/>
                  <a:pt x="540841" y="85151"/>
                  <a:pt x="545294" y="85151"/>
                </a:cubicBezTo>
                <a:cubicBezTo>
                  <a:pt x="550580" y="85151"/>
                  <a:pt x="555043" y="83323"/>
                  <a:pt x="558685" y="79667"/>
                </a:cubicBezTo>
                <a:cubicBezTo>
                  <a:pt x="562327" y="76011"/>
                  <a:pt x="564147" y="71483"/>
                  <a:pt x="564147" y="66081"/>
                </a:cubicBezTo>
                <a:cubicBezTo>
                  <a:pt x="564147" y="60929"/>
                  <a:pt x="562462" y="56680"/>
                  <a:pt x="559091" y="53336"/>
                </a:cubicBezTo>
                <a:cubicBezTo>
                  <a:pt x="555720" y="49991"/>
                  <a:pt x="551433" y="48319"/>
                  <a:pt x="546231" y="48319"/>
                </a:cubicBezTo>
                <a:cubicBezTo>
                  <a:pt x="544108" y="48319"/>
                  <a:pt x="541466" y="48735"/>
                  <a:pt x="538303" y="49567"/>
                </a:cubicBezTo>
                <a:lnTo>
                  <a:pt x="539551" y="39704"/>
                </a:lnTo>
                <a:cubicBezTo>
                  <a:pt x="540300" y="39787"/>
                  <a:pt x="540904" y="39829"/>
                  <a:pt x="541361" y="39829"/>
                </a:cubicBezTo>
                <a:cubicBezTo>
                  <a:pt x="546148" y="39829"/>
                  <a:pt x="550455" y="38591"/>
                  <a:pt x="554284" y="36114"/>
                </a:cubicBezTo>
                <a:cubicBezTo>
                  <a:pt x="558113" y="33638"/>
                  <a:pt x="560027" y="29821"/>
                  <a:pt x="560027" y="24663"/>
                </a:cubicBezTo>
                <a:cubicBezTo>
                  <a:pt x="560027" y="20578"/>
                  <a:pt x="558633" y="17194"/>
                  <a:pt x="555845" y="14512"/>
                </a:cubicBezTo>
                <a:cubicBezTo>
                  <a:pt x="553056" y="11829"/>
                  <a:pt x="549456" y="10488"/>
                  <a:pt x="545045" y="10488"/>
                </a:cubicBezTo>
                <a:cubicBezTo>
                  <a:pt x="540675" y="10488"/>
                  <a:pt x="537033" y="11861"/>
                  <a:pt x="534120" y="14608"/>
                </a:cubicBezTo>
                <a:cubicBezTo>
                  <a:pt x="531207" y="17355"/>
                  <a:pt x="529334" y="21475"/>
                  <a:pt x="528501" y="26969"/>
                </a:cubicBezTo>
                <a:lnTo>
                  <a:pt x="517264" y="24971"/>
                </a:lnTo>
                <a:cubicBezTo>
                  <a:pt x="518638" y="17399"/>
                  <a:pt x="521759" y="11532"/>
                  <a:pt x="526629" y="7368"/>
                </a:cubicBezTo>
                <a:cubicBezTo>
                  <a:pt x="531498" y="3205"/>
                  <a:pt x="537553" y="1124"/>
                  <a:pt x="544795" y="1124"/>
                </a:cubicBezTo>
                <a:cubicBezTo>
                  <a:pt x="549789" y="1124"/>
                  <a:pt x="554388" y="2192"/>
                  <a:pt x="558591" y="4329"/>
                </a:cubicBezTo>
                <a:cubicBezTo>
                  <a:pt x="562795" y="6466"/>
                  <a:pt x="566010" y="9381"/>
                  <a:pt x="568236" y="13075"/>
                </a:cubicBezTo>
                <a:cubicBezTo>
                  <a:pt x="570463" y="16767"/>
                  <a:pt x="571576" y="20688"/>
                  <a:pt x="571576" y="24838"/>
                </a:cubicBezTo>
                <a:cubicBezTo>
                  <a:pt x="571576" y="28780"/>
                  <a:pt x="570515" y="32370"/>
                  <a:pt x="568393" y="35607"/>
                </a:cubicBezTo>
                <a:cubicBezTo>
                  <a:pt x="566270" y="38843"/>
                  <a:pt x="563128" y="41415"/>
                  <a:pt x="558966" y="43325"/>
                </a:cubicBezTo>
                <a:cubicBezTo>
                  <a:pt x="564376" y="44573"/>
                  <a:pt x="568580" y="47164"/>
                  <a:pt x="571576" y="51097"/>
                </a:cubicBezTo>
                <a:cubicBezTo>
                  <a:pt x="574573" y="55030"/>
                  <a:pt x="576071" y="59951"/>
                  <a:pt x="576071" y="65861"/>
                </a:cubicBezTo>
                <a:cubicBezTo>
                  <a:pt x="576071" y="73852"/>
                  <a:pt x="573158" y="80625"/>
                  <a:pt x="567331" y="86181"/>
                </a:cubicBezTo>
                <a:cubicBezTo>
                  <a:pt x="561505" y="91737"/>
                  <a:pt x="554138" y="94515"/>
                  <a:pt x="545232" y="94515"/>
                </a:cubicBezTo>
                <a:cubicBezTo>
                  <a:pt x="537200" y="94515"/>
                  <a:pt x="530530" y="92116"/>
                  <a:pt x="525224" y="87318"/>
                </a:cubicBezTo>
                <a:cubicBezTo>
                  <a:pt x="519918" y="82521"/>
                  <a:pt x="516890" y="76305"/>
                  <a:pt x="516141" y="68670"/>
                </a:cubicBezTo>
                <a:close/>
                <a:moveTo>
                  <a:pt x="597652" y="119986"/>
                </a:moveTo>
                <a:lnTo>
                  <a:pt x="589599" y="119986"/>
                </a:lnTo>
                <a:cubicBezTo>
                  <a:pt x="602043" y="100009"/>
                  <a:pt x="608265" y="80011"/>
                  <a:pt x="608265" y="59993"/>
                </a:cubicBezTo>
                <a:cubicBezTo>
                  <a:pt x="608265" y="52169"/>
                  <a:pt x="607370" y="44407"/>
                  <a:pt x="605580" y="36707"/>
                </a:cubicBezTo>
                <a:cubicBezTo>
                  <a:pt x="604165" y="30465"/>
                  <a:pt x="602189" y="24472"/>
                  <a:pt x="599650" y="18728"/>
                </a:cubicBezTo>
                <a:cubicBezTo>
                  <a:pt x="598027" y="14983"/>
                  <a:pt x="594676" y="8740"/>
                  <a:pt x="589599" y="0"/>
                </a:cubicBezTo>
                <a:lnTo>
                  <a:pt x="597652" y="0"/>
                </a:lnTo>
                <a:cubicBezTo>
                  <a:pt x="605476" y="10446"/>
                  <a:pt x="611261" y="20934"/>
                  <a:pt x="615007" y="31463"/>
                </a:cubicBezTo>
                <a:cubicBezTo>
                  <a:pt x="618212" y="40536"/>
                  <a:pt x="619814" y="50025"/>
                  <a:pt x="619814" y="59930"/>
                </a:cubicBezTo>
                <a:cubicBezTo>
                  <a:pt x="619814" y="71167"/>
                  <a:pt x="617660" y="82030"/>
                  <a:pt x="613353" y="92517"/>
                </a:cubicBezTo>
                <a:cubicBezTo>
                  <a:pt x="609045" y="103005"/>
                  <a:pt x="603812" y="112161"/>
                  <a:pt x="59765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261141-CF55-4EB9-89D0-BB712F85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261" y="222535"/>
            <a:ext cx="1046057" cy="220834"/>
          </a:xfrm>
          <a:custGeom xmlns:a="http://schemas.openxmlformats.org/drawingml/2006/main">
            <a:pathLst>
              <a:path w="1046057" h="220834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25BA0-DCB2-4658-A12E-19C677D2E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261" y="222535"/>
            <a:ext cx="1046057" cy="220834"/>
          </a:xfrm>
          <a:custGeom xmlns:a="http://schemas.openxmlformats.org/drawingml/2006/main">
            <a:pathLst>
              <a:path w="1046057" h="220834" fill="none">
                <a:moveTo>
                  <a:pt x="0" y="0"/>
                </a:moveTo>
                <a:lnTo>
                  <a:pt x="1046057" y="0"/>
                </a:lnTo>
                <a:lnTo>
                  <a:pt x="1046057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02" name="Text u({0,1,2,3,4},5)">
            <a:extLst xmlns:a="http://schemas.openxmlformats.org/drawingml/2006/main">
              <a:ext uri="{FF2B5EF4-FFF2-40B4-BE49-F238E27FC236}">
                <a16:creationId xmlns:a16="http://schemas.microsoft.com/office/drawing/2014/main" id="{1B485D04-4DC0-4BCA-9EAF-9ADF7293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272" y="276199"/>
            <a:ext cx="833070" cy="119986"/>
          </a:xfrm>
          <a:custGeom xmlns:a="http://schemas.openxmlformats.org/drawingml/2006/main">
            <a:pathLst>
              <a:path w="833070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1" y="54811"/>
                </a:moveTo>
                <a:cubicBezTo>
                  <a:pt x="112246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4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3" y="13531"/>
                  <a:pt x="123410" y="10725"/>
                  <a:pt x="124430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5" y="2255"/>
                  <a:pt x="131619" y="1289"/>
                  <a:pt x="133950" y="624"/>
                </a:cubicBezTo>
                <a:cubicBezTo>
                  <a:pt x="135531" y="208"/>
                  <a:pt x="138112" y="0"/>
                  <a:pt x="141691" y="0"/>
                </a:cubicBezTo>
                <a:lnTo>
                  <a:pt x="145187" y="0"/>
                </a:lnTo>
                <a:lnTo>
                  <a:pt x="145187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7" y="59962"/>
                </a:cubicBezTo>
                <a:cubicBezTo>
                  <a:pt x="124045" y="61875"/>
                  <a:pt x="127364" y="64796"/>
                  <a:pt x="129424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4" y="102510"/>
                </a:cubicBezTo>
                <a:cubicBezTo>
                  <a:pt x="133097" y="105339"/>
                  <a:pt x="133939" y="107314"/>
                  <a:pt x="135292" y="108436"/>
                </a:cubicBezTo>
                <a:cubicBezTo>
                  <a:pt x="136644" y="109560"/>
                  <a:pt x="139298" y="110122"/>
                  <a:pt x="143251" y="110122"/>
                </a:cubicBezTo>
                <a:lnTo>
                  <a:pt x="145187" y="110122"/>
                </a:lnTo>
                <a:lnTo>
                  <a:pt x="145187" y="119986"/>
                </a:lnTo>
                <a:lnTo>
                  <a:pt x="141691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7" y="116479"/>
                  <a:pt x="126209" y="114336"/>
                </a:cubicBezTo>
                <a:cubicBezTo>
                  <a:pt x="124461" y="112193"/>
                  <a:pt x="123327" y="109477"/>
                  <a:pt x="122806" y="106189"/>
                </a:cubicBezTo>
                <a:cubicBezTo>
                  <a:pt x="122286" y="102901"/>
                  <a:pt x="122005" y="97512"/>
                  <a:pt x="121964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6" y="65133"/>
                  <a:pt x="109041" y="65049"/>
                </a:cubicBezTo>
                <a:lnTo>
                  <a:pt x="109041" y="54811"/>
                </a:lnTo>
                <a:close/>
                <a:moveTo>
                  <a:pt x="153491" y="47851"/>
                </a:moveTo>
                <a:cubicBezTo>
                  <a:pt x="153491" y="37038"/>
                  <a:pt x="154605" y="28335"/>
                  <a:pt x="156831" y="21742"/>
                </a:cubicBezTo>
                <a:cubicBezTo>
                  <a:pt x="159058" y="15150"/>
                  <a:pt x="162366" y="10065"/>
                  <a:pt x="166757" y="6489"/>
                </a:cubicBezTo>
                <a:cubicBezTo>
                  <a:pt x="171148" y="2912"/>
                  <a:pt x="176673" y="1124"/>
                  <a:pt x="183332" y="1124"/>
                </a:cubicBezTo>
                <a:cubicBezTo>
                  <a:pt x="188243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8" y="80427"/>
                  <a:pt x="204359" y="85522"/>
                  <a:pt x="199969" y="89119"/>
                </a:cubicBezTo>
                <a:cubicBezTo>
                  <a:pt x="195578" y="92716"/>
                  <a:pt x="190032" y="94515"/>
                  <a:pt x="183332" y="94515"/>
                </a:cubicBezTo>
                <a:cubicBezTo>
                  <a:pt x="174509" y="94515"/>
                  <a:pt x="167579" y="91354"/>
                  <a:pt x="162543" y="85032"/>
                </a:cubicBezTo>
                <a:cubicBezTo>
                  <a:pt x="156509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9" y="72759"/>
                  <a:pt x="170316" y="77716"/>
                </a:cubicBezTo>
                <a:cubicBezTo>
                  <a:pt x="173832" y="82673"/>
                  <a:pt x="178171" y="85151"/>
                  <a:pt x="183332" y="85151"/>
                </a:cubicBezTo>
                <a:cubicBezTo>
                  <a:pt x="188492" y="85151"/>
                  <a:pt x="192831" y="82662"/>
                  <a:pt x="196348" y="77685"/>
                </a:cubicBezTo>
                <a:cubicBezTo>
                  <a:pt x="199865" y="72708"/>
                  <a:pt x="201623" y="62753"/>
                  <a:pt x="201623" y="47819"/>
                </a:cubicBezTo>
                <a:cubicBezTo>
                  <a:pt x="201623" y="32804"/>
                  <a:pt x="199865" y="22829"/>
                  <a:pt x="196348" y="17893"/>
                </a:cubicBezTo>
                <a:cubicBezTo>
                  <a:pt x="192831" y="12956"/>
                  <a:pt x="188451" y="10488"/>
                  <a:pt x="183207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6" y="22580"/>
                  <a:pt x="165040" y="32846"/>
                  <a:pt x="165040" y="47819"/>
                </a:cubicBez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9" y="107295"/>
                  <a:pt x="236626" y="109537"/>
                  <a:pt x="233005" y="111121"/>
                </a:cubicBezTo>
                <a:lnTo>
                  <a:pt x="229884" y="106252"/>
                </a:lnTo>
                <a:cubicBezTo>
                  <a:pt x="232256" y="105216"/>
                  <a:pt x="234004" y="103694"/>
                  <a:pt x="235128" y="101685"/>
                </a:cubicBezTo>
                <a:cubicBezTo>
                  <a:pt x="236251" y="99675"/>
                  <a:pt x="236876" y="96786"/>
                  <a:pt x="237000" y="93017"/>
                </a:cubicBezTo>
                <a:lnTo>
                  <a:pt x="230633" y="93017"/>
                </a:lnTo>
                <a:close/>
                <a:moveTo>
                  <a:pt x="302446" y="93017"/>
                </a:moveTo>
                <a:lnTo>
                  <a:pt x="291209" y="93017"/>
                </a:lnTo>
                <a:lnTo>
                  <a:pt x="291209" y="21413"/>
                </a:lnTo>
                <a:cubicBezTo>
                  <a:pt x="288503" y="23993"/>
                  <a:pt x="284956" y="26573"/>
                  <a:pt x="280565" y="29154"/>
                </a:cubicBezTo>
                <a:cubicBezTo>
                  <a:pt x="276174" y="31734"/>
                  <a:pt x="272231" y="33669"/>
                  <a:pt x="268735" y="34959"/>
                </a:cubicBezTo>
                <a:lnTo>
                  <a:pt x="268735" y="24097"/>
                </a:lnTo>
                <a:cubicBezTo>
                  <a:pt x="275019" y="21142"/>
                  <a:pt x="280513" y="17563"/>
                  <a:pt x="285216" y="13359"/>
                </a:cubicBezTo>
                <a:cubicBezTo>
                  <a:pt x="289918" y="9156"/>
                  <a:pt x="293248" y="5077"/>
                  <a:pt x="295204" y="1124"/>
                </a:cubicBezTo>
                <a:lnTo>
                  <a:pt x="302446" y="1124"/>
                </a:lnTo>
                <a:lnTo>
                  <a:pt x="302446" y="93017"/>
                </a:lnTo>
                <a:close/>
                <a:moveTo>
                  <a:pt x="337260" y="93017"/>
                </a:moveTo>
                <a:lnTo>
                  <a:pt x="337260" y="80157"/>
                </a:lnTo>
                <a:lnTo>
                  <a:pt x="350058" y="80157"/>
                </a:lnTo>
                <a:lnTo>
                  <a:pt x="350058" y="92980"/>
                </a:lnTo>
                <a:cubicBezTo>
                  <a:pt x="350058" y="97693"/>
                  <a:pt x="349226" y="101499"/>
                  <a:pt x="347561" y="104396"/>
                </a:cubicBezTo>
                <a:cubicBezTo>
                  <a:pt x="345896" y="107295"/>
                  <a:pt x="343253" y="109537"/>
                  <a:pt x="339633" y="111121"/>
                </a:cubicBezTo>
                <a:lnTo>
                  <a:pt x="336511" y="106252"/>
                </a:lnTo>
                <a:cubicBezTo>
                  <a:pt x="338884" y="105216"/>
                  <a:pt x="340631" y="103694"/>
                  <a:pt x="341755" y="101685"/>
                </a:cubicBezTo>
                <a:cubicBezTo>
                  <a:pt x="342879" y="99675"/>
                  <a:pt x="343503" y="96786"/>
                  <a:pt x="343628" y="93017"/>
                </a:cubicBezTo>
                <a:lnTo>
                  <a:pt x="337260" y="93017"/>
                </a:lnTo>
                <a:close/>
                <a:moveTo>
                  <a:pt x="425804" y="82217"/>
                </a:moveTo>
                <a:lnTo>
                  <a:pt x="425804" y="93017"/>
                </a:lnTo>
                <a:lnTo>
                  <a:pt x="365312" y="93017"/>
                </a:lnTo>
                <a:cubicBezTo>
                  <a:pt x="365229" y="90313"/>
                  <a:pt x="365666" y="87713"/>
                  <a:pt x="366623" y="85217"/>
                </a:cubicBezTo>
                <a:cubicBezTo>
                  <a:pt x="368163" y="81100"/>
                  <a:pt x="370629" y="77045"/>
                  <a:pt x="374020" y="73052"/>
                </a:cubicBezTo>
                <a:cubicBezTo>
                  <a:pt x="377412" y="69059"/>
                  <a:pt x="382313" y="64442"/>
                  <a:pt x="388722" y="59201"/>
                </a:cubicBezTo>
                <a:cubicBezTo>
                  <a:pt x="398669" y="51051"/>
                  <a:pt x="405390" y="44596"/>
                  <a:pt x="408886" y="39835"/>
                </a:cubicBezTo>
                <a:cubicBezTo>
                  <a:pt x="412382" y="35073"/>
                  <a:pt x="414130" y="30572"/>
                  <a:pt x="414130" y="26331"/>
                </a:cubicBezTo>
                <a:cubicBezTo>
                  <a:pt x="414130" y="21881"/>
                  <a:pt x="412538" y="18129"/>
                  <a:pt x="409354" y="15072"/>
                </a:cubicBezTo>
                <a:cubicBezTo>
                  <a:pt x="406171" y="12016"/>
                  <a:pt x="402019" y="10488"/>
                  <a:pt x="396900" y="10488"/>
                </a:cubicBezTo>
                <a:cubicBezTo>
                  <a:pt x="391490" y="10488"/>
                  <a:pt x="387161" y="12111"/>
                  <a:pt x="383915" y="15357"/>
                </a:cubicBezTo>
                <a:cubicBezTo>
                  <a:pt x="380669" y="18603"/>
                  <a:pt x="379025" y="23098"/>
                  <a:pt x="378983" y="28841"/>
                </a:cubicBezTo>
                <a:lnTo>
                  <a:pt x="367434" y="27653"/>
                </a:lnTo>
                <a:cubicBezTo>
                  <a:pt x="368225" y="19019"/>
                  <a:pt x="371201" y="12439"/>
                  <a:pt x="376362" y="7913"/>
                </a:cubicBezTo>
                <a:cubicBezTo>
                  <a:pt x="381522" y="3387"/>
                  <a:pt x="388452" y="1124"/>
                  <a:pt x="397150" y="1124"/>
                </a:cubicBezTo>
                <a:cubicBezTo>
                  <a:pt x="405931" y="1124"/>
                  <a:pt x="412882" y="3559"/>
                  <a:pt x="418001" y="8430"/>
                </a:cubicBezTo>
                <a:cubicBezTo>
                  <a:pt x="423120" y="13300"/>
                  <a:pt x="425679" y="19337"/>
                  <a:pt x="425679" y="26539"/>
                </a:cubicBezTo>
                <a:cubicBezTo>
                  <a:pt x="425679" y="30203"/>
                  <a:pt x="424930" y="33804"/>
                  <a:pt x="423432" y="37343"/>
                </a:cubicBezTo>
                <a:cubicBezTo>
                  <a:pt x="421934" y="40882"/>
                  <a:pt x="419447" y="44608"/>
                  <a:pt x="415972" y="48522"/>
                </a:cubicBezTo>
                <a:cubicBezTo>
                  <a:pt x="412497" y="52434"/>
                  <a:pt x="406722" y="57804"/>
                  <a:pt x="398648" y="64632"/>
                </a:cubicBezTo>
                <a:cubicBezTo>
                  <a:pt x="391906" y="70286"/>
                  <a:pt x="387578" y="74121"/>
                  <a:pt x="385663" y="76138"/>
                </a:cubicBezTo>
                <a:cubicBezTo>
                  <a:pt x="383749" y="78154"/>
                  <a:pt x="382167" y="80180"/>
                  <a:pt x="380919" y="82217"/>
                </a:cubicBezTo>
                <a:lnTo>
                  <a:pt x="425804" y="82217"/>
                </a:lnTo>
                <a:close/>
                <a:moveTo>
                  <a:pt x="443889" y="93017"/>
                </a:moveTo>
                <a:lnTo>
                  <a:pt x="443889" y="80157"/>
                </a:lnTo>
                <a:lnTo>
                  <a:pt x="456687" y="80157"/>
                </a:lnTo>
                <a:lnTo>
                  <a:pt x="456687" y="92980"/>
                </a:lnTo>
                <a:cubicBezTo>
                  <a:pt x="456687" y="97693"/>
                  <a:pt x="455854" y="101499"/>
                  <a:pt x="454190" y="104396"/>
                </a:cubicBezTo>
                <a:cubicBezTo>
                  <a:pt x="452525" y="107295"/>
                  <a:pt x="449882" y="109537"/>
                  <a:pt x="446261" y="111121"/>
                </a:cubicBezTo>
                <a:lnTo>
                  <a:pt x="443140" y="106252"/>
                </a:lnTo>
                <a:cubicBezTo>
                  <a:pt x="445512" y="105216"/>
                  <a:pt x="447260" y="103694"/>
                  <a:pt x="448384" y="101685"/>
                </a:cubicBezTo>
                <a:cubicBezTo>
                  <a:pt x="449508" y="99675"/>
                  <a:pt x="450132" y="96786"/>
                  <a:pt x="450257" y="93017"/>
                </a:cubicBezTo>
                <a:lnTo>
                  <a:pt x="443889" y="93017"/>
                </a:lnTo>
                <a:close/>
                <a:moveTo>
                  <a:pt x="473439" y="68670"/>
                </a:moveTo>
                <a:lnTo>
                  <a:pt x="484676" y="67172"/>
                </a:lnTo>
                <a:cubicBezTo>
                  <a:pt x="485966" y="73540"/>
                  <a:pt x="488161" y="78128"/>
                  <a:pt x="491262" y="80937"/>
                </a:cubicBezTo>
                <a:cubicBezTo>
                  <a:pt x="494362" y="83746"/>
                  <a:pt x="498139" y="85151"/>
                  <a:pt x="502592" y="85151"/>
                </a:cubicBezTo>
                <a:cubicBezTo>
                  <a:pt x="507878" y="85151"/>
                  <a:pt x="512342" y="83323"/>
                  <a:pt x="515983" y="79667"/>
                </a:cubicBezTo>
                <a:cubicBezTo>
                  <a:pt x="519625" y="76011"/>
                  <a:pt x="521446" y="71483"/>
                  <a:pt x="521446" y="66081"/>
                </a:cubicBezTo>
                <a:cubicBezTo>
                  <a:pt x="521446" y="60929"/>
                  <a:pt x="519760" y="56680"/>
                  <a:pt x="516389" y="53336"/>
                </a:cubicBezTo>
                <a:cubicBezTo>
                  <a:pt x="513018" y="49991"/>
                  <a:pt x="508731" y="48319"/>
                  <a:pt x="503529" y="48319"/>
                </a:cubicBezTo>
                <a:cubicBezTo>
                  <a:pt x="501406" y="48319"/>
                  <a:pt x="498764" y="48735"/>
                  <a:pt x="495601" y="49567"/>
                </a:cubicBezTo>
                <a:lnTo>
                  <a:pt x="496849" y="39704"/>
                </a:lnTo>
                <a:cubicBezTo>
                  <a:pt x="497598" y="39787"/>
                  <a:pt x="498202" y="39829"/>
                  <a:pt x="498660" y="39829"/>
                </a:cubicBezTo>
                <a:cubicBezTo>
                  <a:pt x="503446" y="39829"/>
                  <a:pt x="507753" y="38591"/>
                  <a:pt x="511582" y="36114"/>
                </a:cubicBezTo>
                <a:cubicBezTo>
                  <a:pt x="515411" y="33638"/>
                  <a:pt x="517325" y="29821"/>
                  <a:pt x="517325" y="24663"/>
                </a:cubicBezTo>
                <a:cubicBezTo>
                  <a:pt x="517325" y="20578"/>
                  <a:pt x="515931" y="17194"/>
                  <a:pt x="513143" y="14512"/>
                </a:cubicBezTo>
                <a:cubicBezTo>
                  <a:pt x="510354" y="11829"/>
                  <a:pt x="506754" y="10488"/>
                  <a:pt x="502343" y="10488"/>
                </a:cubicBezTo>
                <a:cubicBezTo>
                  <a:pt x="497973" y="10488"/>
                  <a:pt x="494331" y="11861"/>
                  <a:pt x="491418" y="14608"/>
                </a:cubicBezTo>
                <a:cubicBezTo>
                  <a:pt x="488505" y="17355"/>
                  <a:pt x="486632" y="21475"/>
                  <a:pt x="485799" y="26969"/>
                </a:cubicBezTo>
                <a:lnTo>
                  <a:pt x="474563" y="24971"/>
                </a:lnTo>
                <a:cubicBezTo>
                  <a:pt x="475936" y="17399"/>
                  <a:pt x="479057" y="11532"/>
                  <a:pt x="483927" y="7368"/>
                </a:cubicBezTo>
                <a:cubicBezTo>
                  <a:pt x="488796" y="3205"/>
                  <a:pt x="494851" y="1124"/>
                  <a:pt x="502093" y="1124"/>
                </a:cubicBezTo>
                <a:cubicBezTo>
                  <a:pt x="507087" y="1124"/>
                  <a:pt x="511686" y="2192"/>
                  <a:pt x="515890" y="4329"/>
                </a:cubicBezTo>
                <a:cubicBezTo>
                  <a:pt x="520093" y="6466"/>
                  <a:pt x="523308" y="9381"/>
                  <a:pt x="525535" y="13075"/>
                </a:cubicBezTo>
                <a:cubicBezTo>
                  <a:pt x="527761" y="16767"/>
                  <a:pt x="528874" y="20688"/>
                  <a:pt x="528874" y="24838"/>
                </a:cubicBezTo>
                <a:cubicBezTo>
                  <a:pt x="528874" y="28780"/>
                  <a:pt x="527813" y="32370"/>
                  <a:pt x="525691" y="35607"/>
                </a:cubicBezTo>
                <a:cubicBezTo>
                  <a:pt x="523568" y="38843"/>
                  <a:pt x="520426" y="41415"/>
                  <a:pt x="516264" y="43325"/>
                </a:cubicBezTo>
                <a:cubicBezTo>
                  <a:pt x="521674" y="44573"/>
                  <a:pt x="525878" y="47164"/>
                  <a:pt x="528874" y="51097"/>
                </a:cubicBezTo>
                <a:cubicBezTo>
                  <a:pt x="531871" y="55030"/>
                  <a:pt x="533369" y="59951"/>
                  <a:pt x="533369" y="65861"/>
                </a:cubicBezTo>
                <a:cubicBezTo>
                  <a:pt x="533369" y="73852"/>
                  <a:pt x="530456" y="80625"/>
                  <a:pt x="524629" y="86181"/>
                </a:cubicBezTo>
                <a:cubicBezTo>
                  <a:pt x="518803" y="91737"/>
                  <a:pt x="511436" y="94515"/>
                  <a:pt x="502530" y="94515"/>
                </a:cubicBezTo>
                <a:cubicBezTo>
                  <a:pt x="494498" y="94515"/>
                  <a:pt x="487828" y="92116"/>
                  <a:pt x="482522" y="87318"/>
                </a:cubicBezTo>
                <a:cubicBezTo>
                  <a:pt x="477216" y="82521"/>
                  <a:pt x="474188" y="76305"/>
                  <a:pt x="473439" y="68670"/>
                </a:cubicBezTo>
                <a:close/>
                <a:moveTo>
                  <a:pt x="550517" y="93017"/>
                </a:moveTo>
                <a:lnTo>
                  <a:pt x="550517" y="80157"/>
                </a:lnTo>
                <a:lnTo>
                  <a:pt x="563314" y="80157"/>
                </a:lnTo>
                <a:lnTo>
                  <a:pt x="563314" y="92980"/>
                </a:lnTo>
                <a:cubicBezTo>
                  <a:pt x="563314" y="97693"/>
                  <a:pt x="562482" y="101499"/>
                  <a:pt x="560817" y="104396"/>
                </a:cubicBezTo>
                <a:cubicBezTo>
                  <a:pt x="559153" y="107295"/>
                  <a:pt x="556510" y="109537"/>
                  <a:pt x="552889" y="111121"/>
                </a:cubicBezTo>
                <a:lnTo>
                  <a:pt x="549768" y="106252"/>
                </a:lnTo>
                <a:cubicBezTo>
                  <a:pt x="552140" y="105216"/>
                  <a:pt x="553888" y="103694"/>
                  <a:pt x="555012" y="101685"/>
                </a:cubicBezTo>
                <a:cubicBezTo>
                  <a:pt x="556135" y="99675"/>
                  <a:pt x="556760" y="96786"/>
                  <a:pt x="556884" y="93017"/>
                </a:cubicBezTo>
                <a:lnTo>
                  <a:pt x="550517" y="93017"/>
                </a:lnTo>
                <a:close/>
                <a:moveTo>
                  <a:pt x="616025" y="93017"/>
                </a:moveTo>
                <a:lnTo>
                  <a:pt x="616025" y="71105"/>
                </a:lnTo>
                <a:lnTo>
                  <a:pt x="576321" y="71105"/>
                </a:lnTo>
                <a:lnTo>
                  <a:pt x="576321" y="60804"/>
                </a:lnTo>
                <a:lnTo>
                  <a:pt x="618085" y="1498"/>
                </a:lnTo>
                <a:lnTo>
                  <a:pt x="627262" y="1498"/>
                </a:lnTo>
                <a:lnTo>
                  <a:pt x="627262" y="60804"/>
                </a:lnTo>
                <a:lnTo>
                  <a:pt x="639622" y="60804"/>
                </a:lnTo>
                <a:lnTo>
                  <a:pt x="639622" y="71105"/>
                </a:lnTo>
                <a:lnTo>
                  <a:pt x="627262" y="71105"/>
                </a:lnTo>
                <a:lnTo>
                  <a:pt x="627262" y="93017"/>
                </a:lnTo>
                <a:lnTo>
                  <a:pt x="616025" y="93017"/>
                </a:lnTo>
                <a:moveTo>
                  <a:pt x="616025" y="60804"/>
                </a:moveTo>
                <a:lnTo>
                  <a:pt x="616025" y="19540"/>
                </a:lnTo>
                <a:lnTo>
                  <a:pt x="587370" y="60804"/>
                </a:lnTo>
                <a:lnTo>
                  <a:pt x="616025" y="60804"/>
                </a:lnTo>
                <a:close/>
                <a:moveTo>
                  <a:pt x="684863" y="54811"/>
                </a:moveTo>
                <a:lnTo>
                  <a:pt x="684863" y="65049"/>
                </a:lnTo>
                <a:cubicBezTo>
                  <a:pt x="681659" y="65133"/>
                  <a:pt x="679047" y="66007"/>
                  <a:pt x="677029" y="67671"/>
                </a:cubicBezTo>
                <a:cubicBezTo>
                  <a:pt x="675010" y="69336"/>
                  <a:pt x="673668" y="71594"/>
                  <a:pt x="673002" y="74445"/>
                </a:cubicBezTo>
                <a:cubicBezTo>
                  <a:pt x="672336" y="77296"/>
                  <a:pt x="671982" y="82196"/>
                  <a:pt x="671941" y="89146"/>
                </a:cubicBezTo>
                <a:cubicBezTo>
                  <a:pt x="671899" y="96097"/>
                  <a:pt x="671774" y="100675"/>
                  <a:pt x="671566" y="102880"/>
                </a:cubicBezTo>
                <a:cubicBezTo>
                  <a:pt x="671192" y="106418"/>
                  <a:pt x="670495" y="109238"/>
                  <a:pt x="669475" y="111339"/>
                </a:cubicBezTo>
                <a:cubicBezTo>
                  <a:pt x="668455" y="113441"/>
                  <a:pt x="667196" y="115127"/>
                  <a:pt x="665698" y="116396"/>
                </a:cubicBezTo>
                <a:cubicBezTo>
                  <a:pt x="664200" y="117665"/>
                  <a:pt x="662285" y="118633"/>
                  <a:pt x="659955" y="119299"/>
                </a:cubicBezTo>
                <a:cubicBezTo>
                  <a:pt x="658373" y="119757"/>
                  <a:pt x="655793" y="119986"/>
                  <a:pt x="652214" y="119986"/>
                </a:cubicBezTo>
                <a:lnTo>
                  <a:pt x="648718" y="119986"/>
                </a:lnTo>
                <a:lnTo>
                  <a:pt x="648718" y="110122"/>
                </a:lnTo>
                <a:lnTo>
                  <a:pt x="650653" y="110122"/>
                </a:lnTo>
                <a:cubicBezTo>
                  <a:pt x="654981" y="110122"/>
                  <a:pt x="657853" y="109342"/>
                  <a:pt x="659268" y="107781"/>
                </a:cubicBezTo>
                <a:cubicBezTo>
                  <a:pt x="660683" y="106222"/>
                  <a:pt x="661391" y="102718"/>
                  <a:pt x="661391" y="97270"/>
                </a:cubicBezTo>
                <a:cubicBezTo>
                  <a:pt x="661391" y="86872"/>
                  <a:pt x="661578" y="80279"/>
                  <a:pt x="661952" y="77492"/>
                </a:cubicBezTo>
                <a:cubicBezTo>
                  <a:pt x="662618" y="72876"/>
                  <a:pt x="663950" y="69185"/>
                  <a:pt x="665948" y="66419"/>
                </a:cubicBezTo>
                <a:cubicBezTo>
                  <a:pt x="667945" y="63653"/>
                  <a:pt x="670776" y="61500"/>
                  <a:pt x="674438" y="59962"/>
                </a:cubicBezTo>
                <a:cubicBezTo>
                  <a:pt x="669652" y="57676"/>
                  <a:pt x="666281" y="54655"/>
                  <a:pt x="664325" y="50896"/>
                </a:cubicBezTo>
                <a:cubicBezTo>
                  <a:pt x="662369" y="47136"/>
                  <a:pt x="661391" y="40790"/>
                  <a:pt x="661391" y="31859"/>
                </a:cubicBezTo>
                <a:cubicBezTo>
                  <a:pt x="661391" y="23759"/>
                  <a:pt x="661287" y="18920"/>
                  <a:pt x="661078" y="17341"/>
                </a:cubicBezTo>
                <a:cubicBezTo>
                  <a:pt x="660787" y="14558"/>
                  <a:pt x="659965" y="12616"/>
                  <a:pt x="658613" y="11516"/>
                </a:cubicBezTo>
                <a:cubicBezTo>
                  <a:pt x="657260" y="10414"/>
                  <a:pt x="654607" y="9864"/>
                  <a:pt x="650653" y="9864"/>
                </a:cubicBezTo>
                <a:lnTo>
                  <a:pt x="648718" y="9864"/>
                </a:lnTo>
                <a:lnTo>
                  <a:pt x="648718" y="0"/>
                </a:lnTo>
                <a:lnTo>
                  <a:pt x="652214" y="0"/>
                </a:lnTo>
                <a:cubicBezTo>
                  <a:pt x="656292" y="0"/>
                  <a:pt x="659247" y="332"/>
                  <a:pt x="661078" y="997"/>
                </a:cubicBezTo>
                <a:cubicBezTo>
                  <a:pt x="663742" y="1912"/>
                  <a:pt x="665948" y="3451"/>
                  <a:pt x="667696" y="5613"/>
                </a:cubicBezTo>
                <a:cubicBezTo>
                  <a:pt x="669444" y="7774"/>
                  <a:pt x="670578" y="10497"/>
                  <a:pt x="671098" y="13781"/>
                </a:cubicBezTo>
                <a:cubicBezTo>
                  <a:pt x="671618" y="17065"/>
                  <a:pt x="671899" y="22449"/>
                  <a:pt x="671941" y="29932"/>
                </a:cubicBezTo>
                <a:cubicBezTo>
                  <a:pt x="671982" y="37414"/>
                  <a:pt x="672336" y="42579"/>
                  <a:pt x="673002" y="45428"/>
                </a:cubicBezTo>
                <a:cubicBezTo>
                  <a:pt x="673668" y="48275"/>
                  <a:pt x="675010" y="50530"/>
                  <a:pt x="677029" y="52193"/>
                </a:cubicBezTo>
                <a:cubicBezTo>
                  <a:pt x="679047" y="53855"/>
                  <a:pt x="681659" y="54728"/>
                  <a:pt x="684863" y="54811"/>
                </a:cubicBezTo>
                <a:close/>
                <a:moveTo>
                  <a:pt x="699848" y="93017"/>
                </a:moveTo>
                <a:lnTo>
                  <a:pt x="699848" y="80157"/>
                </a:lnTo>
                <a:lnTo>
                  <a:pt x="712645" y="80157"/>
                </a:lnTo>
                <a:lnTo>
                  <a:pt x="712645" y="92980"/>
                </a:lnTo>
                <a:cubicBezTo>
                  <a:pt x="712645" y="97693"/>
                  <a:pt x="711813" y="101499"/>
                  <a:pt x="710148" y="104396"/>
                </a:cubicBezTo>
                <a:cubicBezTo>
                  <a:pt x="708484" y="107295"/>
                  <a:pt x="705841" y="109537"/>
                  <a:pt x="702220" y="111121"/>
                </a:cubicBezTo>
                <a:lnTo>
                  <a:pt x="699099" y="106252"/>
                </a:lnTo>
                <a:cubicBezTo>
                  <a:pt x="701471" y="105216"/>
                  <a:pt x="703219" y="103694"/>
                  <a:pt x="704343" y="101685"/>
                </a:cubicBezTo>
                <a:cubicBezTo>
                  <a:pt x="705466" y="99675"/>
                  <a:pt x="706090" y="96786"/>
                  <a:pt x="706215" y="93017"/>
                </a:cubicBezTo>
                <a:lnTo>
                  <a:pt x="699848" y="93017"/>
                </a:lnTo>
                <a:close/>
                <a:moveTo>
                  <a:pt x="729335" y="68920"/>
                </a:moveTo>
                <a:lnTo>
                  <a:pt x="741133" y="67921"/>
                </a:lnTo>
                <a:cubicBezTo>
                  <a:pt x="742007" y="73645"/>
                  <a:pt x="744036" y="77948"/>
                  <a:pt x="747220" y="80830"/>
                </a:cubicBezTo>
                <a:cubicBezTo>
                  <a:pt x="750404" y="83711"/>
                  <a:pt x="754243" y="85151"/>
                  <a:pt x="758738" y="85151"/>
                </a:cubicBezTo>
                <a:cubicBezTo>
                  <a:pt x="764148" y="85151"/>
                  <a:pt x="768726" y="83115"/>
                  <a:pt x="772472" y="79043"/>
                </a:cubicBezTo>
                <a:cubicBezTo>
                  <a:pt x="776218" y="74970"/>
                  <a:pt x="778091" y="69567"/>
                  <a:pt x="778091" y="62835"/>
                </a:cubicBezTo>
                <a:cubicBezTo>
                  <a:pt x="778091" y="56435"/>
                  <a:pt x="776291" y="51386"/>
                  <a:pt x="772691" y="47687"/>
                </a:cubicBezTo>
                <a:cubicBezTo>
                  <a:pt x="769091" y="43988"/>
                  <a:pt x="764377" y="42139"/>
                  <a:pt x="758551" y="42139"/>
                </a:cubicBezTo>
                <a:cubicBezTo>
                  <a:pt x="754930" y="42139"/>
                  <a:pt x="751663" y="42955"/>
                  <a:pt x="748750" y="44587"/>
                </a:cubicBezTo>
                <a:cubicBezTo>
                  <a:pt x="745836" y="46219"/>
                  <a:pt x="743547" y="48337"/>
                  <a:pt x="741883" y="50941"/>
                </a:cubicBezTo>
                <a:lnTo>
                  <a:pt x="731332" y="49567"/>
                </a:lnTo>
                <a:lnTo>
                  <a:pt x="740197" y="2622"/>
                </a:lnTo>
                <a:lnTo>
                  <a:pt x="785707" y="2622"/>
                </a:lnTo>
                <a:lnTo>
                  <a:pt x="785707" y="13235"/>
                </a:lnTo>
                <a:lnTo>
                  <a:pt x="749187" y="13235"/>
                </a:lnTo>
                <a:lnTo>
                  <a:pt x="744255" y="37893"/>
                </a:lnTo>
                <a:cubicBezTo>
                  <a:pt x="749748" y="34106"/>
                  <a:pt x="755513" y="32213"/>
                  <a:pt x="761547" y="32213"/>
                </a:cubicBezTo>
                <a:cubicBezTo>
                  <a:pt x="769538" y="32213"/>
                  <a:pt x="776280" y="34983"/>
                  <a:pt x="781774" y="40525"/>
                </a:cubicBezTo>
                <a:cubicBezTo>
                  <a:pt x="787267" y="46066"/>
                  <a:pt x="790014" y="53189"/>
                  <a:pt x="790014" y="61895"/>
                </a:cubicBezTo>
                <a:cubicBezTo>
                  <a:pt x="790014" y="70186"/>
                  <a:pt x="787600" y="77352"/>
                  <a:pt x="782773" y="83391"/>
                </a:cubicBezTo>
                <a:cubicBezTo>
                  <a:pt x="776904" y="90807"/>
                  <a:pt x="768893" y="94515"/>
                  <a:pt x="758738" y="94515"/>
                </a:cubicBezTo>
                <a:cubicBezTo>
                  <a:pt x="750414" y="94515"/>
                  <a:pt x="743620" y="92179"/>
                  <a:pt x="738355" y="87506"/>
                </a:cubicBezTo>
                <a:cubicBezTo>
                  <a:pt x="733091" y="82833"/>
                  <a:pt x="730084" y="76638"/>
                  <a:pt x="729335" y="68920"/>
                </a:cubicBezTo>
                <a:close/>
                <a:moveTo>
                  <a:pt x="810909" y="119986"/>
                </a:moveTo>
                <a:lnTo>
                  <a:pt x="802855" y="119986"/>
                </a:lnTo>
                <a:cubicBezTo>
                  <a:pt x="815299" y="100009"/>
                  <a:pt x="821521" y="80011"/>
                  <a:pt x="821521" y="59993"/>
                </a:cubicBezTo>
                <a:cubicBezTo>
                  <a:pt x="821521" y="52169"/>
                  <a:pt x="820626" y="44407"/>
                  <a:pt x="818837" y="36707"/>
                </a:cubicBezTo>
                <a:cubicBezTo>
                  <a:pt x="817422" y="30465"/>
                  <a:pt x="815445" y="24472"/>
                  <a:pt x="812906" y="18728"/>
                </a:cubicBezTo>
                <a:cubicBezTo>
                  <a:pt x="811283" y="14983"/>
                  <a:pt x="807933" y="8740"/>
                  <a:pt x="802855" y="0"/>
                </a:cubicBezTo>
                <a:lnTo>
                  <a:pt x="810909" y="0"/>
                </a:lnTo>
                <a:cubicBezTo>
                  <a:pt x="818733" y="10446"/>
                  <a:pt x="824518" y="20934"/>
                  <a:pt x="828263" y="31463"/>
                </a:cubicBezTo>
                <a:cubicBezTo>
                  <a:pt x="831468" y="40536"/>
                  <a:pt x="833070" y="50025"/>
                  <a:pt x="833070" y="59930"/>
                </a:cubicBezTo>
                <a:cubicBezTo>
                  <a:pt x="833070" y="71167"/>
                  <a:pt x="830917" y="82030"/>
                  <a:pt x="826609" y="92517"/>
                </a:cubicBezTo>
                <a:cubicBezTo>
                  <a:pt x="822302" y="103005"/>
                  <a:pt x="817068" y="112161"/>
                  <a:pt x="81090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8E83D-4CA7-4401-8ABE-00E887A55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1980492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32EB5-B3D6-4128-903D-57F02D68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186" y="1980492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05" name="Text u({0,1,2},3)">
            <a:extLst xmlns:a="http://schemas.openxmlformats.org/drawingml/2006/main">
              <a:ext uri="{FF2B5EF4-FFF2-40B4-BE49-F238E27FC236}">
                <a16:creationId xmlns:a16="http://schemas.microsoft.com/office/drawing/2014/main" id="{A6E3C0B6-D65C-407D-BDA2-E4C12EE1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550" y="2042873"/>
            <a:ext cx="619814" cy="119986"/>
          </a:xfrm>
          <a:custGeom xmlns:a="http://schemas.openxmlformats.org/drawingml/2006/main">
            <a:pathLst>
              <a:path w="61981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1" y="54811"/>
                </a:moveTo>
                <a:cubicBezTo>
                  <a:pt x="112245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3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2" y="13531"/>
                  <a:pt x="123410" y="10725"/>
                  <a:pt x="124429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4" y="2255"/>
                  <a:pt x="131619" y="1289"/>
                  <a:pt x="133949" y="624"/>
                </a:cubicBezTo>
                <a:cubicBezTo>
                  <a:pt x="135531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3" y="102510"/>
                </a:cubicBezTo>
                <a:cubicBezTo>
                  <a:pt x="133096" y="105339"/>
                  <a:pt x="133939" y="107314"/>
                  <a:pt x="135292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6" y="102901"/>
                  <a:pt x="122005" y="97512"/>
                  <a:pt x="121963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5" y="65133"/>
                  <a:pt x="109041" y="65049"/>
                </a:cubicBezTo>
                <a:lnTo>
                  <a:pt x="109041" y="54811"/>
                </a:lnTo>
                <a:close/>
                <a:moveTo>
                  <a:pt x="153491" y="47851"/>
                </a:moveTo>
                <a:cubicBezTo>
                  <a:pt x="153491" y="37038"/>
                  <a:pt x="154604" y="28335"/>
                  <a:pt x="156831" y="21742"/>
                </a:cubicBezTo>
                <a:cubicBezTo>
                  <a:pt x="159057" y="15150"/>
                  <a:pt x="162366" y="10065"/>
                  <a:pt x="166757" y="6489"/>
                </a:cubicBezTo>
                <a:cubicBezTo>
                  <a:pt x="171148" y="2912"/>
                  <a:pt x="176672" y="1124"/>
                  <a:pt x="183331" y="1124"/>
                </a:cubicBezTo>
                <a:cubicBezTo>
                  <a:pt x="188242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7" y="80427"/>
                  <a:pt x="204359" y="85522"/>
                  <a:pt x="199968" y="89119"/>
                </a:cubicBezTo>
                <a:cubicBezTo>
                  <a:pt x="195578" y="92716"/>
                  <a:pt x="190032" y="94515"/>
                  <a:pt x="183331" y="94515"/>
                </a:cubicBezTo>
                <a:cubicBezTo>
                  <a:pt x="174508" y="94515"/>
                  <a:pt x="167579" y="91354"/>
                  <a:pt x="162543" y="85032"/>
                </a:cubicBezTo>
                <a:cubicBezTo>
                  <a:pt x="156508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8" y="72759"/>
                  <a:pt x="170315" y="77716"/>
                </a:cubicBezTo>
                <a:cubicBezTo>
                  <a:pt x="173832" y="82673"/>
                  <a:pt x="178171" y="85151"/>
                  <a:pt x="183331" y="85151"/>
                </a:cubicBezTo>
                <a:cubicBezTo>
                  <a:pt x="188492" y="85151"/>
                  <a:pt x="192831" y="82662"/>
                  <a:pt x="196347" y="77685"/>
                </a:cubicBezTo>
                <a:cubicBezTo>
                  <a:pt x="199864" y="72708"/>
                  <a:pt x="201623" y="62753"/>
                  <a:pt x="201623" y="47819"/>
                </a:cubicBezTo>
                <a:cubicBezTo>
                  <a:pt x="201623" y="32804"/>
                  <a:pt x="199864" y="22829"/>
                  <a:pt x="196347" y="17893"/>
                </a:cubicBezTo>
                <a:cubicBezTo>
                  <a:pt x="192831" y="12956"/>
                  <a:pt x="188450" y="10488"/>
                  <a:pt x="183206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5" y="22580"/>
                  <a:pt x="165040" y="32846"/>
                  <a:pt x="165040" y="47819"/>
                </a:cubicBez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8" y="107295"/>
                  <a:pt x="236626" y="109537"/>
                  <a:pt x="233005" y="111121"/>
                </a:cubicBezTo>
                <a:lnTo>
                  <a:pt x="229883" y="106252"/>
                </a:lnTo>
                <a:cubicBezTo>
                  <a:pt x="232256" y="105216"/>
                  <a:pt x="234004" y="103694"/>
                  <a:pt x="235127" y="101685"/>
                </a:cubicBezTo>
                <a:cubicBezTo>
                  <a:pt x="236251" y="99675"/>
                  <a:pt x="236875" y="96786"/>
                  <a:pt x="237000" y="93017"/>
                </a:cubicBezTo>
                <a:lnTo>
                  <a:pt x="230633" y="93017"/>
                </a:lnTo>
                <a:close/>
                <a:moveTo>
                  <a:pt x="302446" y="93017"/>
                </a:moveTo>
                <a:lnTo>
                  <a:pt x="291209" y="93017"/>
                </a:lnTo>
                <a:lnTo>
                  <a:pt x="291209" y="21413"/>
                </a:lnTo>
                <a:cubicBezTo>
                  <a:pt x="288503" y="23993"/>
                  <a:pt x="284956" y="26573"/>
                  <a:pt x="280565" y="29154"/>
                </a:cubicBezTo>
                <a:cubicBezTo>
                  <a:pt x="276174" y="31734"/>
                  <a:pt x="272231" y="33669"/>
                  <a:pt x="268735" y="34959"/>
                </a:cubicBezTo>
                <a:lnTo>
                  <a:pt x="268735" y="24097"/>
                </a:lnTo>
                <a:cubicBezTo>
                  <a:pt x="275019" y="21142"/>
                  <a:pt x="280513" y="17563"/>
                  <a:pt x="285216" y="13359"/>
                </a:cubicBezTo>
                <a:cubicBezTo>
                  <a:pt x="289918" y="9156"/>
                  <a:pt x="293248" y="5077"/>
                  <a:pt x="295204" y="1124"/>
                </a:cubicBezTo>
                <a:lnTo>
                  <a:pt x="302446" y="1124"/>
                </a:lnTo>
                <a:lnTo>
                  <a:pt x="302446" y="93017"/>
                </a:lnTo>
                <a:close/>
                <a:moveTo>
                  <a:pt x="337260" y="93017"/>
                </a:moveTo>
                <a:lnTo>
                  <a:pt x="337260" y="80157"/>
                </a:lnTo>
                <a:lnTo>
                  <a:pt x="350058" y="80157"/>
                </a:lnTo>
                <a:lnTo>
                  <a:pt x="350058" y="92980"/>
                </a:lnTo>
                <a:cubicBezTo>
                  <a:pt x="350058" y="97693"/>
                  <a:pt x="349226" y="101499"/>
                  <a:pt x="347561" y="104396"/>
                </a:cubicBezTo>
                <a:cubicBezTo>
                  <a:pt x="345896" y="107295"/>
                  <a:pt x="343253" y="109537"/>
                  <a:pt x="339633" y="111121"/>
                </a:cubicBezTo>
                <a:lnTo>
                  <a:pt x="336511" y="106252"/>
                </a:lnTo>
                <a:cubicBezTo>
                  <a:pt x="338884" y="105216"/>
                  <a:pt x="340631" y="103694"/>
                  <a:pt x="341755" y="101685"/>
                </a:cubicBezTo>
                <a:cubicBezTo>
                  <a:pt x="342879" y="99675"/>
                  <a:pt x="343503" y="96786"/>
                  <a:pt x="343628" y="93017"/>
                </a:cubicBezTo>
                <a:lnTo>
                  <a:pt x="337260" y="93017"/>
                </a:lnTo>
                <a:close/>
                <a:moveTo>
                  <a:pt x="425804" y="82217"/>
                </a:moveTo>
                <a:lnTo>
                  <a:pt x="425804" y="93017"/>
                </a:lnTo>
                <a:lnTo>
                  <a:pt x="365312" y="93017"/>
                </a:lnTo>
                <a:cubicBezTo>
                  <a:pt x="365229" y="90313"/>
                  <a:pt x="365666" y="87713"/>
                  <a:pt x="366623" y="85217"/>
                </a:cubicBezTo>
                <a:cubicBezTo>
                  <a:pt x="368163" y="81100"/>
                  <a:pt x="370629" y="77045"/>
                  <a:pt x="374020" y="73052"/>
                </a:cubicBezTo>
                <a:cubicBezTo>
                  <a:pt x="377412" y="69059"/>
                  <a:pt x="382313" y="64442"/>
                  <a:pt x="388722" y="59201"/>
                </a:cubicBezTo>
                <a:cubicBezTo>
                  <a:pt x="398669" y="51051"/>
                  <a:pt x="405390" y="44596"/>
                  <a:pt x="408886" y="39835"/>
                </a:cubicBezTo>
                <a:cubicBezTo>
                  <a:pt x="412382" y="35073"/>
                  <a:pt x="414130" y="30572"/>
                  <a:pt x="414130" y="26331"/>
                </a:cubicBezTo>
                <a:cubicBezTo>
                  <a:pt x="414130" y="21881"/>
                  <a:pt x="412538" y="18129"/>
                  <a:pt x="409354" y="15072"/>
                </a:cubicBezTo>
                <a:cubicBezTo>
                  <a:pt x="406171" y="12016"/>
                  <a:pt x="402019" y="10488"/>
                  <a:pt x="396900" y="10488"/>
                </a:cubicBezTo>
                <a:cubicBezTo>
                  <a:pt x="391490" y="10488"/>
                  <a:pt x="387161" y="12111"/>
                  <a:pt x="383915" y="15357"/>
                </a:cubicBezTo>
                <a:cubicBezTo>
                  <a:pt x="380669" y="18603"/>
                  <a:pt x="379025" y="23098"/>
                  <a:pt x="378983" y="28841"/>
                </a:cubicBezTo>
                <a:lnTo>
                  <a:pt x="367434" y="27653"/>
                </a:lnTo>
                <a:cubicBezTo>
                  <a:pt x="368225" y="19019"/>
                  <a:pt x="371201" y="12439"/>
                  <a:pt x="376362" y="7913"/>
                </a:cubicBezTo>
                <a:cubicBezTo>
                  <a:pt x="381522" y="3387"/>
                  <a:pt x="388452" y="1124"/>
                  <a:pt x="397150" y="1124"/>
                </a:cubicBezTo>
                <a:cubicBezTo>
                  <a:pt x="405931" y="1124"/>
                  <a:pt x="412882" y="3559"/>
                  <a:pt x="418001" y="8430"/>
                </a:cubicBezTo>
                <a:cubicBezTo>
                  <a:pt x="423120" y="13300"/>
                  <a:pt x="425679" y="19337"/>
                  <a:pt x="425679" y="26539"/>
                </a:cubicBezTo>
                <a:cubicBezTo>
                  <a:pt x="425679" y="30203"/>
                  <a:pt x="424930" y="33804"/>
                  <a:pt x="423432" y="37343"/>
                </a:cubicBezTo>
                <a:cubicBezTo>
                  <a:pt x="421934" y="40882"/>
                  <a:pt x="419447" y="44608"/>
                  <a:pt x="415972" y="48522"/>
                </a:cubicBezTo>
                <a:cubicBezTo>
                  <a:pt x="412497" y="52434"/>
                  <a:pt x="406722" y="57804"/>
                  <a:pt x="398648" y="64632"/>
                </a:cubicBezTo>
                <a:cubicBezTo>
                  <a:pt x="391906" y="70286"/>
                  <a:pt x="387578" y="74121"/>
                  <a:pt x="385663" y="76138"/>
                </a:cubicBezTo>
                <a:cubicBezTo>
                  <a:pt x="383749" y="78154"/>
                  <a:pt x="382167" y="80180"/>
                  <a:pt x="380919" y="82217"/>
                </a:cubicBezTo>
                <a:lnTo>
                  <a:pt x="425804" y="82217"/>
                </a:lnTo>
                <a:close/>
                <a:moveTo>
                  <a:pt x="471607" y="54811"/>
                </a:moveTo>
                <a:lnTo>
                  <a:pt x="471607" y="65049"/>
                </a:lnTo>
                <a:cubicBezTo>
                  <a:pt x="468402" y="65133"/>
                  <a:pt x="465791" y="66007"/>
                  <a:pt x="463772" y="67671"/>
                </a:cubicBezTo>
                <a:cubicBezTo>
                  <a:pt x="461754" y="69336"/>
                  <a:pt x="460412" y="71594"/>
                  <a:pt x="459746" y="74445"/>
                </a:cubicBezTo>
                <a:cubicBezTo>
                  <a:pt x="459080" y="77296"/>
                  <a:pt x="458726" y="82196"/>
                  <a:pt x="458684" y="89146"/>
                </a:cubicBezTo>
                <a:cubicBezTo>
                  <a:pt x="458643" y="96097"/>
                  <a:pt x="458518" y="100675"/>
                  <a:pt x="458310" y="102880"/>
                </a:cubicBezTo>
                <a:cubicBezTo>
                  <a:pt x="457935" y="106418"/>
                  <a:pt x="457238" y="109238"/>
                  <a:pt x="456219" y="111339"/>
                </a:cubicBezTo>
                <a:cubicBezTo>
                  <a:pt x="455199" y="113441"/>
                  <a:pt x="453940" y="115127"/>
                  <a:pt x="452442" y="116396"/>
                </a:cubicBezTo>
                <a:cubicBezTo>
                  <a:pt x="450943" y="117665"/>
                  <a:pt x="449029" y="118633"/>
                  <a:pt x="446698" y="119299"/>
                </a:cubicBezTo>
                <a:cubicBezTo>
                  <a:pt x="445117" y="119757"/>
                  <a:pt x="442537" y="119986"/>
                  <a:pt x="438957" y="119986"/>
                </a:cubicBezTo>
                <a:lnTo>
                  <a:pt x="435461" y="119986"/>
                </a:lnTo>
                <a:lnTo>
                  <a:pt x="435461" y="110122"/>
                </a:lnTo>
                <a:lnTo>
                  <a:pt x="437397" y="110122"/>
                </a:lnTo>
                <a:cubicBezTo>
                  <a:pt x="441725" y="110122"/>
                  <a:pt x="444597" y="109342"/>
                  <a:pt x="446012" y="107781"/>
                </a:cubicBezTo>
                <a:cubicBezTo>
                  <a:pt x="447427" y="106222"/>
                  <a:pt x="448134" y="102718"/>
                  <a:pt x="448134" y="97270"/>
                </a:cubicBezTo>
                <a:cubicBezTo>
                  <a:pt x="448134" y="86872"/>
                  <a:pt x="448322" y="80279"/>
                  <a:pt x="448696" y="77492"/>
                </a:cubicBezTo>
                <a:cubicBezTo>
                  <a:pt x="449362" y="72876"/>
                  <a:pt x="450694" y="69185"/>
                  <a:pt x="452691" y="66419"/>
                </a:cubicBezTo>
                <a:cubicBezTo>
                  <a:pt x="454689" y="63653"/>
                  <a:pt x="457519" y="61500"/>
                  <a:pt x="461182" y="59962"/>
                </a:cubicBezTo>
                <a:cubicBezTo>
                  <a:pt x="456395" y="57676"/>
                  <a:pt x="453024" y="54655"/>
                  <a:pt x="451068" y="50896"/>
                </a:cubicBezTo>
                <a:cubicBezTo>
                  <a:pt x="449112" y="47136"/>
                  <a:pt x="448134" y="40790"/>
                  <a:pt x="448134" y="31859"/>
                </a:cubicBezTo>
                <a:cubicBezTo>
                  <a:pt x="448134" y="23759"/>
                  <a:pt x="448030" y="18920"/>
                  <a:pt x="447822" y="17341"/>
                </a:cubicBezTo>
                <a:cubicBezTo>
                  <a:pt x="447531" y="14558"/>
                  <a:pt x="446709" y="12616"/>
                  <a:pt x="445356" y="11516"/>
                </a:cubicBezTo>
                <a:cubicBezTo>
                  <a:pt x="444004" y="10414"/>
                  <a:pt x="441350" y="9864"/>
                  <a:pt x="437397" y="9864"/>
                </a:cubicBezTo>
                <a:lnTo>
                  <a:pt x="435461" y="9864"/>
                </a:lnTo>
                <a:lnTo>
                  <a:pt x="435461" y="0"/>
                </a:lnTo>
                <a:lnTo>
                  <a:pt x="438957" y="0"/>
                </a:lnTo>
                <a:cubicBezTo>
                  <a:pt x="443036" y="0"/>
                  <a:pt x="445991" y="332"/>
                  <a:pt x="447822" y="997"/>
                </a:cubicBezTo>
                <a:cubicBezTo>
                  <a:pt x="450486" y="1912"/>
                  <a:pt x="452691" y="3451"/>
                  <a:pt x="454439" y="5613"/>
                </a:cubicBezTo>
                <a:cubicBezTo>
                  <a:pt x="456187" y="7774"/>
                  <a:pt x="457321" y="10497"/>
                  <a:pt x="457842" y="13781"/>
                </a:cubicBezTo>
                <a:cubicBezTo>
                  <a:pt x="458362" y="17065"/>
                  <a:pt x="458643" y="22449"/>
                  <a:pt x="458684" y="29932"/>
                </a:cubicBezTo>
                <a:cubicBezTo>
                  <a:pt x="458726" y="37414"/>
                  <a:pt x="459080" y="42579"/>
                  <a:pt x="459746" y="45428"/>
                </a:cubicBezTo>
                <a:cubicBezTo>
                  <a:pt x="460412" y="48275"/>
                  <a:pt x="461754" y="50530"/>
                  <a:pt x="463772" y="52193"/>
                </a:cubicBezTo>
                <a:cubicBezTo>
                  <a:pt x="465791" y="53855"/>
                  <a:pt x="468402" y="54728"/>
                  <a:pt x="471607" y="54811"/>
                </a:cubicBezTo>
                <a:close/>
                <a:moveTo>
                  <a:pt x="486591" y="93017"/>
                </a:moveTo>
                <a:lnTo>
                  <a:pt x="486591" y="80157"/>
                </a:lnTo>
                <a:lnTo>
                  <a:pt x="499389" y="80157"/>
                </a:lnTo>
                <a:lnTo>
                  <a:pt x="499389" y="92980"/>
                </a:lnTo>
                <a:cubicBezTo>
                  <a:pt x="499389" y="97693"/>
                  <a:pt x="498556" y="101499"/>
                  <a:pt x="496892" y="104396"/>
                </a:cubicBezTo>
                <a:cubicBezTo>
                  <a:pt x="495227" y="107295"/>
                  <a:pt x="492584" y="109537"/>
                  <a:pt x="488963" y="111121"/>
                </a:cubicBezTo>
                <a:lnTo>
                  <a:pt x="485842" y="106252"/>
                </a:lnTo>
                <a:cubicBezTo>
                  <a:pt x="488214" y="105216"/>
                  <a:pt x="489962" y="103694"/>
                  <a:pt x="491086" y="101685"/>
                </a:cubicBezTo>
                <a:cubicBezTo>
                  <a:pt x="492210" y="99675"/>
                  <a:pt x="492834" y="96786"/>
                  <a:pt x="492959" y="93017"/>
                </a:cubicBezTo>
                <a:lnTo>
                  <a:pt x="486591" y="93017"/>
                </a:lnTo>
                <a:close/>
                <a:moveTo>
                  <a:pt x="516141" y="68670"/>
                </a:moveTo>
                <a:lnTo>
                  <a:pt x="527378" y="67172"/>
                </a:lnTo>
                <a:cubicBezTo>
                  <a:pt x="528668" y="73540"/>
                  <a:pt x="530863" y="78128"/>
                  <a:pt x="533964" y="80937"/>
                </a:cubicBezTo>
                <a:cubicBezTo>
                  <a:pt x="537064" y="83746"/>
                  <a:pt x="540841" y="85151"/>
                  <a:pt x="545294" y="85151"/>
                </a:cubicBezTo>
                <a:cubicBezTo>
                  <a:pt x="550580" y="85151"/>
                  <a:pt x="555043" y="83323"/>
                  <a:pt x="558685" y="79667"/>
                </a:cubicBezTo>
                <a:cubicBezTo>
                  <a:pt x="562327" y="76011"/>
                  <a:pt x="564147" y="71483"/>
                  <a:pt x="564147" y="66081"/>
                </a:cubicBezTo>
                <a:cubicBezTo>
                  <a:pt x="564147" y="60929"/>
                  <a:pt x="562462" y="56680"/>
                  <a:pt x="559091" y="53336"/>
                </a:cubicBezTo>
                <a:cubicBezTo>
                  <a:pt x="555720" y="49991"/>
                  <a:pt x="551433" y="48319"/>
                  <a:pt x="546231" y="48319"/>
                </a:cubicBezTo>
                <a:cubicBezTo>
                  <a:pt x="544108" y="48319"/>
                  <a:pt x="541466" y="48735"/>
                  <a:pt x="538303" y="49567"/>
                </a:cubicBezTo>
                <a:lnTo>
                  <a:pt x="539551" y="39704"/>
                </a:lnTo>
                <a:cubicBezTo>
                  <a:pt x="540300" y="39787"/>
                  <a:pt x="540904" y="39829"/>
                  <a:pt x="541361" y="39829"/>
                </a:cubicBezTo>
                <a:cubicBezTo>
                  <a:pt x="546148" y="39829"/>
                  <a:pt x="550455" y="38591"/>
                  <a:pt x="554284" y="36114"/>
                </a:cubicBezTo>
                <a:cubicBezTo>
                  <a:pt x="558113" y="33638"/>
                  <a:pt x="560027" y="29821"/>
                  <a:pt x="560027" y="24663"/>
                </a:cubicBezTo>
                <a:cubicBezTo>
                  <a:pt x="560027" y="20578"/>
                  <a:pt x="558633" y="17194"/>
                  <a:pt x="555845" y="14512"/>
                </a:cubicBezTo>
                <a:cubicBezTo>
                  <a:pt x="553056" y="11829"/>
                  <a:pt x="549456" y="10488"/>
                  <a:pt x="545045" y="10488"/>
                </a:cubicBezTo>
                <a:cubicBezTo>
                  <a:pt x="540675" y="10488"/>
                  <a:pt x="537033" y="11861"/>
                  <a:pt x="534120" y="14608"/>
                </a:cubicBezTo>
                <a:cubicBezTo>
                  <a:pt x="531207" y="17355"/>
                  <a:pt x="529334" y="21475"/>
                  <a:pt x="528501" y="26969"/>
                </a:cubicBezTo>
                <a:lnTo>
                  <a:pt x="517264" y="24971"/>
                </a:lnTo>
                <a:cubicBezTo>
                  <a:pt x="518638" y="17399"/>
                  <a:pt x="521759" y="11532"/>
                  <a:pt x="526629" y="7368"/>
                </a:cubicBezTo>
                <a:cubicBezTo>
                  <a:pt x="531498" y="3205"/>
                  <a:pt x="537553" y="1124"/>
                  <a:pt x="544795" y="1124"/>
                </a:cubicBezTo>
                <a:cubicBezTo>
                  <a:pt x="549789" y="1124"/>
                  <a:pt x="554388" y="2192"/>
                  <a:pt x="558591" y="4329"/>
                </a:cubicBezTo>
                <a:cubicBezTo>
                  <a:pt x="562795" y="6466"/>
                  <a:pt x="566010" y="9381"/>
                  <a:pt x="568236" y="13075"/>
                </a:cubicBezTo>
                <a:cubicBezTo>
                  <a:pt x="570463" y="16767"/>
                  <a:pt x="571576" y="20688"/>
                  <a:pt x="571576" y="24838"/>
                </a:cubicBezTo>
                <a:cubicBezTo>
                  <a:pt x="571576" y="28780"/>
                  <a:pt x="570515" y="32370"/>
                  <a:pt x="568393" y="35607"/>
                </a:cubicBezTo>
                <a:cubicBezTo>
                  <a:pt x="566270" y="38843"/>
                  <a:pt x="563128" y="41415"/>
                  <a:pt x="558966" y="43325"/>
                </a:cubicBezTo>
                <a:cubicBezTo>
                  <a:pt x="564376" y="44573"/>
                  <a:pt x="568580" y="47164"/>
                  <a:pt x="571576" y="51097"/>
                </a:cubicBezTo>
                <a:cubicBezTo>
                  <a:pt x="574573" y="55030"/>
                  <a:pt x="576071" y="59951"/>
                  <a:pt x="576071" y="65861"/>
                </a:cubicBezTo>
                <a:cubicBezTo>
                  <a:pt x="576071" y="73852"/>
                  <a:pt x="573158" y="80625"/>
                  <a:pt x="567331" y="86181"/>
                </a:cubicBezTo>
                <a:cubicBezTo>
                  <a:pt x="561505" y="91737"/>
                  <a:pt x="554138" y="94515"/>
                  <a:pt x="545232" y="94515"/>
                </a:cubicBezTo>
                <a:cubicBezTo>
                  <a:pt x="537200" y="94515"/>
                  <a:pt x="530530" y="92116"/>
                  <a:pt x="525224" y="87318"/>
                </a:cubicBezTo>
                <a:cubicBezTo>
                  <a:pt x="519918" y="82521"/>
                  <a:pt x="516890" y="76305"/>
                  <a:pt x="516141" y="68670"/>
                </a:cubicBezTo>
                <a:close/>
                <a:moveTo>
                  <a:pt x="597652" y="119986"/>
                </a:moveTo>
                <a:lnTo>
                  <a:pt x="589599" y="119986"/>
                </a:lnTo>
                <a:cubicBezTo>
                  <a:pt x="602043" y="100009"/>
                  <a:pt x="608265" y="80011"/>
                  <a:pt x="608265" y="59993"/>
                </a:cubicBezTo>
                <a:cubicBezTo>
                  <a:pt x="608265" y="52169"/>
                  <a:pt x="607370" y="44407"/>
                  <a:pt x="605580" y="36707"/>
                </a:cubicBezTo>
                <a:cubicBezTo>
                  <a:pt x="604165" y="30465"/>
                  <a:pt x="602189" y="24472"/>
                  <a:pt x="599650" y="18728"/>
                </a:cubicBezTo>
                <a:cubicBezTo>
                  <a:pt x="598027" y="14983"/>
                  <a:pt x="594676" y="8740"/>
                  <a:pt x="589599" y="0"/>
                </a:cubicBezTo>
                <a:lnTo>
                  <a:pt x="597652" y="0"/>
                </a:lnTo>
                <a:cubicBezTo>
                  <a:pt x="605476" y="10446"/>
                  <a:pt x="611261" y="20934"/>
                  <a:pt x="615007" y="31463"/>
                </a:cubicBezTo>
                <a:cubicBezTo>
                  <a:pt x="618212" y="40536"/>
                  <a:pt x="619814" y="50025"/>
                  <a:pt x="619814" y="59930"/>
                </a:cubicBezTo>
                <a:cubicBezTo>
                  <a:pt x="619814" y="71167"/>
                  <a:pt x="617660" y="82030"/>
                  <a:pt x="613353" y="92517"/>
                </a:cubicBezTo>
                <a:cubicBezTo>
                  <a:pt x="609045" y="103005"/>
                  <a:pt x="603812" y="112161"/>
                  <a:pt x="59765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94D9C8-4ACA-41A8-986A-041D8BD7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85511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6CB25-1992-406B-B3E1-8CAAF4F0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114" y="285511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08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4CB2FA32-A868-4E9A-B373-AFEA0BF0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2653" y="2914587"/>
            <a:ext cx="513184" cy="119986"/>
          </a:xfrm>
          <a:custGeom xmlns:a="http://schemas.openxmlformats.org/drawingml/2006/main">
            <a:pathLst>
              <a:path w="51318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1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8" y="8605"/>
                </a:cubicBezTo>
                <a:cubicBezTo>
                  <a:pt x="125448" y="6485"/>
                  <a:pt x="126707" y="4791"/>
                  <a:pt x="128205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0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0" y="9864"/>
                </a:lnTo>
                <a:cubicBezTo>
                  <a:pt x="138922" y="9864"/>
                  <a:pt x="136050" y="10643"/>
                  <a:pt x="134635" y="12201"/>
                </a:cubicBezTo>
                <a:cubicBezTo>
                  <a:pt x="133220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6" y="55954"/>
                  <a:pt x="123336" y="58093"/>
                  <a:pt x="119465" y="59962"/>
                </a:cubicBezTo>
                <a:cubicBezTo>
                  <a:pt x="124043" y="61875"/>
                  <a:pt x="127362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2" y="102510"/>
                </a:cubicBezTo>
                <a:cubicBezTo>
                  <a:pt x="133095" y="105339"/>
                  <a:pt x="133938" y="107314"/>
                  <a:pt x="135291" y="108436"/>
                </a:cubicBezTo>
                <a:cubicBezTo>
                  <a:pt x="136643" y="109560"/>
                  <a:pt x="139297" y="110122"/>
                  <a:pt x="143250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1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5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212547" y="82217"/>
                </a:moveTo>
                <a:lnTo>
                  <a:pt x="212547" y="93017"/>
                </a:lnTo>
                <a:lnTo>
                  <a:pt x="152054" y="93017"/>
                </a:lnTo>
                <a:cubicBezTo>
                  <a:pt x="151971" y="90313"/>
                  <a:pt x="152408" y="87713"/>
                  <a:pt x="153365" y="85217"/>
                </a:cubicBezTo>
                <a:cubicBezTo>
                  <a:pt x="154905" y="81100"/>
                  <a:pt x="157371" y="77045"/>
                  <a:pt x="160763" y="73052"/>
                </a:cubicBezTo>
                <a:cubicBezTo>
                  <a:pt x="164155" y="69059"/>
                  <a:pt x="169055" y="64442"/>
                  <a:pt x="175465" y="59201"/>
                </a:cubicBezTo>
                <a:cubicBezTo>
                  <a:pt x="185411" y="51051"/>
                  <a:pt x="192133" y="44596"/>
                  <a:pt x="195629" y="39835"/>
                </a:cubicBezTo>
                <a:cubicBezTo>
                  <a:pt x="199125" y="35073"/>
                  <a:pt x="200873" y="30572"/>
                  <a:pt x="200873" y="26331"/>
                </a:cubicBezTo>
                <a:cubicBezTo>
                  <a:pt x="200873" y="21881"/>
                  <a:pt x="199281" y="18129"/>
                  <a:pt x="196097" y="15072"/>
                </a:cubicBezTo>
                <a:cubicBezTo>
                  <a:pt x="192913" y="12016"/>
                  <a:pt x="188762" y="10488"/>
                  <a:pt x="183643" y="10488"/>
                </a:cubicBezTo>
                <a:cubicBezTo>
                  <a:pt x="178232" y="10488"/>
                  <a:pt x="173904" y="12111"/>
                  <a:pt x="170658" y="15357"/>
                </a:cubicBezTo>
                <a:cubicBezTo>
                  <a:pt x="167412" y="18603"/>
                  <a:pt x="165768" y="23098"/>
                  <a:pt x="165726" y="28841"/>
                </a:cubicBezTo>
                <a:lnTo>
                  <a:pt x="154177" y="27653"/>
                </a:lnTo>
                <a:cubicBezTo>
                  <a:pt x="154968" y="19019"/>
                  <a:pt x="157943" y="12439"/>
                  <a:pt x="163104" y="7913"/>
                </a:cubicBezTo>
                <a:cubicBezTo>
                  <a:pt x="168265" y="3387"/>
                  <a:pt x="175194" y="1124"/>
                  <a:pt x="183892" y="1124"/>
                </a:cubicBezTo>
                <a:cubicBezTo>
                  <a:pt x="192674" y="1124"/>
                  <a:pt x="199624" y="3559"/>
                  <a:pt x="204743" y="8430"/>
                </a:cubicBezTo>
                <a:cubicBezTo>
                  <a:pt x="209862" y="13300"/>
                  <a:pt x="212422" y="19337"/>
                  <a:pt x="212422" y="26539"/>
                </a:cubicBezTo>
                <a:cubicBezTo>
                  <a:pt x="212422" y="30203"/>
                  <a:pt x="211673" y="33804"/>
                  <a:pt x="210174" y="37343"/>
                </a:cubicBezTo>
                <a:cubicBezTo>
                  <a:pt x="208676" y="40882"/>
                  <a:pt x="206189" y="44608"/>
                  <a:pt x="202714" y="48522"/>
                </a:cubicBezTo>
                <a:cubicBezTo>
                  <a:pt x="199239" y="52434"/>
                  <a:pt x="193465" y="57804"/>
                  <a:pt x="185391" y="64632"/>
                </a:cubicBezTo>
                <a:cubicBezTo>
                  <a:pt x="178648" y="70286"/>
                  <a:pt x="174320" y="74121"/>
                  <a:pt x="172406" y="76138"/>
                </a:cubicBezTo>
                <a:cubicBezTo>
                  <a:pt x="170491" y="78154"/>
                  <a:pt x="168910" y="80180"/>
                  <a:pt x="167661" y="82217"/>
                </a:cubicBezTo>
                <a:lnTo>
                  <a:pt x="212547" y="82217"/>
                </a:ln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9" y="80157"/>
                </a:lnTo>
                <a:lnTo>
                  <a:pt x="243429" y="92980"/>
                </a:lnTo>
                <a:cubicBezTo>
                  <a:pt x="243429" y="97693"/>
                  <a:pt x="242596" y="101499"/>
                  <a:pt x="240932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50" y="99675"/>
                  <a:pt x="236874" y="96786"/>
                  <a:pt x="236999" y="93017"/>
                </a:cubicBezTo>
                <a:lnTo>
                  <a:pt x="230631" y="93017"/>
                </a:lnTo>
                <a:close/>
                <a:moveTo>
                  <a:pt x="260118" y="68920"/>
                </a:moveTo>
                <a:lnTo>
                  <a:pt x="271917" y="67921"/>
                </a:lnTo>
                <a:cubicBezTo>
                  <a:pt x="272791" y="73645"/>
                  <a:pt x="274820" y="77948"/>
                  <a:pt x="278004" y="80830"/>
                </a:cubicBezTo>
                <a:cubicBezTo>
                  <a:pt x="281188" y="83711"/>
                  <a:pt x="285027" y="85151"/>
                  <a:pt x="289522" y="85151"/>
                </a:cubicBezTo>
                <a:cubicBezTo>
                  <a:pt x="294932" y="85151"/>
                  <a:pt x="299510" y="83115"/>
                  <a:pt x="303256" y="79043"/>
                </a:cubicBezTo>
                <a:cubicBezTo>
                  <a:pt x="307001" y="74970"/>
                  <a:pt x="308874" y="69567"/>
                  <a:pt x="308874" y="62835"/>
                </a:cubicBezTo>
                <a:cubicBezTo>
                  <a:pt x="308874" y="56435"/>
                  <a:pt x="307074" y="51386"/>
                  <a:pt x="303474" y="47687"/>
                </a:cubicBezTo>
                <a:cubicBezTo>
                  <a:pt x="299874" y="43988"/>
                  <a:pt x="295161" y="42139"/>
                  <a:pt x="289334" y="42139"/>
                </a:cubicBezTo>
                <a:cubicBezTo>
                  <a:pt x="285714" y="42139"/>
                  <a:pt x="282447" y="42955"/>
                  <a:pt x="279533" y="44587"/>
                </a:cubicBezTo>
                <a:cubicBezTo>
                  <a:pt x="276620" y="46219"/>
                  <a:pt x="274331" y="48337"/>
                  <a:pt x="272666" y="50941"/>
                </a:cubicBezTo>
                <a:lnTo>
                  <a:pt x="262116" y="49567"/>
                </a:lnTo>
                <a:lnTo>
                  <a:pt x="270981" y="2622"/>
                </a:lnTo>
                <a:lnTo>
                  <a:pt x="316490" y="2622"/>
                </a:lnTo>
                <a:lnTo>
                  <a:pt x="316490" y="13235"/>
                </a:lnTo>
                <a:lnTo>
                  <a:pt x="279970" y="13235"/>
                </a:lnTo>
                <a:lnTo>
                  <a:pt x="275039" y="37893"/>
                </a:lnTo>
                <a:cubicBezTo>
                  <a:pt x="280532" y="34106"/>
                  <a:pt x="286296" y="32213"/>
                  <a:pt x="292331" y="32213"/>
                </a:cubicBezTo>
                <a:cubicBezTo>
                  <a:pt x="300322" y="32213"/>
                  <a:pt x="307064" y="34983"/>
                  <a:pt x="312557" y="40525"/>
                </a:cubicBezTo>
                <a:cubicBezTo>
                  <a:pt x="318051" y="46066"/>
                  <a:pt x="320798" y="53189"/>
                  <a:pt x="320798" y="61895"/>
                </a:cubicBezTo>
                <a:cubicBezTo>
                  <a:pt x="320798" y="70186"/>
                  <a:pt x="318384" y="77352"/>
                  <a:pt x="313556" y="83391"/>
                </a:cubicBezTo>
                <a:cubicBezTo>
                  <a:pt x="307688" y="90807"/>
                  <a:pt x="299677" y="94515"/>
                  <a:pt x="289522" y="94515"/>
                </a:cubicBezTo>
                <a:cubicBezTo>
                  <a:pt x="281198" y="94515"/>
                  <a:pt x="274404" y="92179"/>
                  <a:pt x="269139" y="87506"/>
                </a:cubicBezTo>
                <a:cubicBezTo>
                  <a:pt x="263874" y="82833"/>
                  <a:pt x="260868" y="76638"/>
                  <a:pt x="260118" y="68920"/>
                </a:cubicBez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2" y="65133"/>
                  <a:pt x="359161" y="66007"/>
                  <a:pt x="357142" y="67671"/>
                </a:cubicBezTo>
                <a:cubicBezTo>
                  <a:pt x="355124" y="69336"/>
                  <a:pt x="353781" y="71594"/>
                  <a:pt x="353116" y="74445"/>
                </a:cubicBezTo>
                <a:cubicBezTo>
                  <a:pt x="352450" y="77296"/>
                  <a:pt x="352096" y="82196"/>
                  <a:pt x="352054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5" y="106418"/>
                  <a:pt x="350608" y="109238"/>
                  <a:pt x="349588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3" y="117665"/>
                  <a:pt x="342399" y="118633"/>
                  <a:pt x="340068" y="119299"/>
                </a:cubicBezTo>
                <a:cubicBezTo>
                  <a:pt x="338487" y="119757"/>
                  <a:pt x="335906" y="119986"/>
                  <a:pt x="332327" y="119986"/>
                </a:cubicBezTo>
                <a:lnTo>
                  <a:pt x="328831" y="119986"/>
                </a:lnTo>
                <a:lnTo>
                  <a:pt x="328831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4" y="102718"/>
                  <a:pt x="341504" y="97270"/>
                </a:cubicBezTo>
                <a:cubicBezTo>
                  <a:pt x="341504" y="86872"/>
                  <a:pt x="341691" y="80279"/>
                  <a:pt x="342066" y="77492"/>
                </a:cubicBezTo>
                <a:cubicBezTo>
                  <a:pt x="342732" y="72876"/>
                  <a:pt x="344064" y="69185"/>
                  <a:pt x="346061" y="66419"/>
                </a:cubicBezTo>
                <a:cubicBezTo>
                  <a:pt x="348059" y="63653"/>
                  <a:pt x="350889" y="61500"/>
                  <a:pt x="354551" y="59962"/>
                </a:cubicBezTo>
                <a:cubicBezTo>
                  <a:pt x="349765" y="57676"/>
                  <a:pt x="346394" y="54655"/>
                  <a:pt x="344438" y="50896"/>
                </a:cubicBezTo>
                <a:cubicBezTo>
                  <a:pt x="342482" y="47136"/>
                  <a:pt x="341504" y="40790"/>
                  <a:pt x="341504" y="31859"/>
                </a:cubicBezTo>
                <a:cubicBezTo>
                  <a:pt x="341504" y="23759"/>
                  <a:pt x="341400" y="18920"/>
                  <a:pt x="341192" y="17341"/>
                </a:cubicBezTo>
                <a:cubicBezTo>
                  <a:pt x="340901" y="14558"/>
                  <a:pt x="340079" y="12616"/>
                  <a:pt x="338726" y="11516"/>
                </a:cubicBezTo>
                <a:cubicBezTo>
                  <a:pt x="337373" y="10414"/>
                  <a:pt x="334720" y="9864"/>
                  <a:pt x="330767" y="9864"/>
                </a:cubicBezTo>
                <a:lnTo>
                  <a:pt x="328831" y="9864"/>
                </a:lnTo>
                <a:lnTo>
                  <a:pt x="328831" y="0"/>
                </a:lnTo>
                <a:lnTo>
                  <a:pt x="332327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1" y="3451"/>
                  <a:pt x="347809" y="5613"/>
                </a:cubicBezTo>
                <a:cubicBezTo>
                  <a:pt x="349557" y="7774"/>
                  <a:pt x="350691" y="10497"/>
                  <a:pt x="351212" y="13781"/>
                </a:cubicBezTo>
                <a:cubicBezTo>
                  <a:pt x="351732" y="17065"/>
                  <a:pt x="352013" y="22449"/>
                  <a:pt x="352054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1" y="48275"/>
                  <a:pt x="355124" y="50530"/>
                  <a:pt x="357142" y="52193"/>
                </a:cubicBezTo>
                <a:cubicBezTo>
                  <a:pt x="359161" y="53855"/>
                  <a:pt x="361772" y="54728"/>
                  <a:pt x="364977" y="54811"/>
                </a:cubicBezTo>
                <a:close/>
                <a:moveTo>
                  <a:pt x="379961" y="93017"/>
                </a:moveTo>
                <a:lnTo>
                  <a:pt x="379961" y="80157"/>
                </a:lnTo>
                <a:lnTo>
                  <a:pt x="392759" y="80157"/>
                </a:lnTo>
                <a:lnTo>
                  <a:pt x="392759" y="92980"/>
                </a:lnTo>
                <a:cubicBezTo>
                  <a:pt x="392759" y="97693"/>
                  <a:pt x="391927" y="101499"/>
                  <a:pt x="390262" y="104396"/>
                </a:cubicBezTo>
                <a:cubicBezTo>
                  <a:pt x="388597" y="107295"/>
                  <a:pt x="385955" y="109537"/>
                  <a:pt x="382334" y="111121"/>
                </a:cubicBezTo>
                <a:lnTo>
                  <a:pt x="379212" y="106252"/>
                </a:lnTo>
                <a:cubicBezTo>
                  <a:pt x="381585" y="105216"/>
                  <a:pt x="383333" y="103694"/>
                  <a:pt x="384456" y="101685"/>
                </a:cubicBezTo>
                <a:cubicBezTo>
                  <a:pt x="385580" y="99675"/>
                  <a:pt x="386204" y="96786"/>
                  <a:pt x="386329" y="93017"/>
                </a:cubicBezTo>
                <a:lnTo>
                  <a:pt x="379961" y="93017"/>
                </a:lnTo>
                <a:close/>
                <a:moveTo>
                  <a:pt x="451775" y="93017"/>
                </a:moveTo>
                <a:lnTo>
                  <a:pt x="440538" y="93017"/>
                </a:lnTo>
                <a:lnTo>
                  <a:pt x="440538" y="21413"/>
                </a:lnTo>
                <a:cubicBezTo>
                  <a:pt x="437833" y="23993"/>
                  <a:pt x="434285" y="26573"/>
                  <a:pt x="429894" y="29154"/>
                </a:cubicBezTo>
                <a:cubicBezTo>
                  <a:pt x="425503" y="31734"/>
                  <a:pt x="421560" y="33669"/>
                  <a:pt x="418064" y="34959"/>
                </a:cubicBezTo>
                <a:lnTo>
                  <a:pt x="418064" y="24097"/>
                </a:lnTo>
                <a:cubicBezTo>
                  <a:pt x="424348" y="21142"/>
                  <a:pt x="429842" y="17563"/>
                  <a:pt x="434545" y="13359"/>
                </a:cubicBezTo>
                <a:cubicBezTo>
                  <a:pt x="439248" y="9156"/>
                  <a:pt x="442577" y="5077"/>
                  <a:pt x="444533" y="1124"/>
                </a:cubicBezTo>
                <a:lnTo>
                  <a:pt x="451775" y="1124"/>
                </a:lnTo>
                <a:lnTo>
                  <a:pt x="451775" y="93017"/>
                </a:lnTo>
                <a:close/>
                <a:moveTo>
                  <a:pt x="491022" y="119986"/>
                </a:moveTo>
                <a:lnTo>
                  <a:pt x="482969" y="119986"/>
                </a:lnTo>
                <a:cubicBezTo>
                  <a:pt x="495413" y="100009"/>
                  <a:pt x="501635" y="80011"/>
                  <a:pt x="501635" y="59993"/>
                </a:cubicBezTo>
                <a:cubicBezTo>
                  <a:pt x="501635" y="52169"/>
                  <a:pt x="500740" y="44407"/>
                  <a:pt x="498951" y="36707"/>
                </a:cubicBezTo>
                <a:cubicBezTo>
                  <a:pt x="497536" y="30465"/>
                  <a:pt x="495559" y="24472"/>
                  <a:pt x="493020" y="18728"/>
                </a:cubicBezTo>
                <a:cubicBezTo>
                  <a:pt x="491397" y="14983"/>
                  <a:pt x="488047" y="8740"/>
                  <a:pt x="482969" y="0"/>
                </a:cubicBezTo>
                <a:lnTo>
                  <a:pt x="491022" y="0"/>
                </a:lnTo>
                <a:cubicBezTo>
                  <a:pt x="498846" y="10446"/>
                  <a:pt x="504631" y="20934"/>
                  <a:pt x="508377" y="31463"/>
                </a:cubicBezTo>
                <a:cubicBezTo>
                  <a:pt x="511582" y="40536"/>
                  <a:pt x="513184" y="50025"/>
                  <a:pt x="513184" y="59930"/>
                </a:cubicBezTo>
                <a:cubicBezTo>
                  <a:pt x="513184" y="71167"/>
                  <a:pt x="511030" y="82030"/>
                  <a:pt x="506723" y="92517"/>
                </a:cubicBezTo>
                <a:cubicBezTo>
                  <a:pt x="502415" y="103005"/>
                  <a:pt x="497182" y="112161"/>
                  <a:pt x="49102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09E27-6F72-41A1-9B70-10F311CC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315518"/>
            <a:ext cx="228970" cy="11623"/>
          </a:xfrm>
          <a:custGeom xmlns:a="http://schemas.openxmlformats.org/drawingml/2006/main">
            <a:pathLst>
              <a:path w="228970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28970" y="0"/>
                </a:lnTo>
                <a:lnTo>
                  <a:pt x="228970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6532C4-DDD9-4CEA-AAE3-3A784B012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757186"/>
            <a:ext cx="228970" cy="11623"/>
          </a:xfrm>
          <a:custGeom xmlns:a="http://schemas.openxmlformats.org/drawingml/2006/main">
            <a:pathLst>
              <a:path w="228970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28970" y="0"/>
                </a:lnTo>
                <a:lnTo>
                  <a:pt x="228970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05257-E969-44AA-A850-E9CA69DE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1198855"/>
            <a:ext cx="228970" cy="11623"/>
          </a:xfrm>
          <a:custGeom xmlns:a="http://schemas.openxmlformats.org/drawingml/2006/main">
            <a:pathLst>
              <a:path w="228970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28970" y="0"/>
                </a:lnTo>
                <a:lnTo>
                  <a:pt x="228970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ACCF0-3D1A-4CEE-B59F-CFF00F8C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25" y="1637618"/>
            <a:ext cx="229118" cy="14528"/>
          </a:xfrm>
          <a:custGeom xmlns:a="http://schemas.openxmlformats.org/drawingml/2006/main">
            <a:pathLst>
              <a:path w="229118" h="14528">
                <a:moveTo>
                  <a:pt x="0" y="2906"/>
                </a:moveTo>
                <a:lnTo>
                  <a:pt x="34866" y="2463"/>
                </a:lnTo>
                <a:lnTo>
                  <a:pt x="35013" y="14085"/>
                </a:lnTo>
                <a:lnTo>
                  <a:pt x="148" y="14528"/>
                </a:lnTo>
                <a:moveTo>
                  <a:pt x="69731" y="2021"/>
                </a:moveTo>
                <a:lnTo>
                  <a:pt x="104597" y="1579"/>
                </a:lnTo>
                <a:lnTo>
                  <a:pt x="104745" y="13200"/>
                </a:lnTo>
                <a:lnTo>
                  <a:pt x="69879" y="13643"/>
                </a:lnTo>
                <a:moveTo>
                  <a:pt x="139463" y="1136"/>
                </a:moveTo>
                <a:lnTo>
                  <a:pt x="174329" y="694"/>
                </a:lnTo>
                <a:lnTo>
                  <a:pt x="174476" y="12315"/>
                </a:lnTo>
                <a:lnTo>
                  <a:pt x="139610" y="12758"/>
                </a:lnTo>
                <a:moveTo>
                  <a:pt x="209195" y="251"/>
                </a:moveTo>
                <a:lnTo>
                  <a:pt x="228970" y="0"/>
                </a:lnTo>
                <a:lnTo>
                  <a:pt x="229118" y="11622"/>
                </a:lnTo>
                <a:lnTo>
                  <a:pt x="209342" y="118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80C095-0579-46FB-A097-F8473DA0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2076380"/>
            <a:ext cx="228970" cy="11623"/>
          </a:xfrm>
          <a:custGeom xmlns:a="http://schemas.openxmlformats.org/drawingml/2006/main">
            <a:pathLst>
              <a:path w="228970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28970" y="0"/>
                </a:lnTo>
                <a:lnTo>
                  <a:pt x="228970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3D71A9-C9AD-40E9-B848-67D35834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2518049"/>
            <a:ext cx="228970" cy="11623"/>
          </a:xfrm>
          <a:custGeom xmlns:a="http://schemas.openxmlformats.org/drawingml/2006/main">
            <a:pathLst>
              <a:path w="228970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28970" y="0"/>
                </a:lnTo>
                <a:lnTo>
                  <a:pt x="228970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8B7C63-D0A9-4F5A-B5C3-D36AB2D9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452" y="2959719"/>
            <a:ext cx="229265" cy="17431"/>
          </a:xfrm>
          <a:custGeom xmlns:a="http://schemas.openxmlformats.org/drawingml/2006/main">
            <a:pathLst>
              <a:path w="229265" h="17431">
                <a:moveTo>
                  <a:pt x="295" y="0"/>
                </a:moveTo>
                <a:lnTo>
                  <a:pt x="35152" y="885"/>
                </a:lnTo>
                <a:lnTo>
                  <a:pt x="34857" y="12504"/>
                </a:lnTo>
                <a:lnTo>
                  <a:pt x="0" y="11619"/>
                </a:lnTo>
                <a:moveTo>
                  <a:pt x="70010" y="1769"/>
                </a:moveTo>
                <a:lnTo>
                  <a:pt x="104867" y="2654"/>
                </a:lnTo>
                <a:lnTo>
                  <a:pt x="104572" y="14274"/>
                </a:lnTo>
                <a:lnTo>
                  <a:pt x="69715" y="13388"/>
                </a:lnTo>
                <a:moveTo>
                  <a:pt x="139724" y="3539"/>
                </a:moveTo>
                <a:lnTo>
                  <a:pt x="174582" y="4423"/>
                </a:lnTo>
                <a:lnTo>
                  <a:pt x="174287" y="16043"/>
                </a:lnTo>
                <a:lnTo>
                  <a:pt x="139429" y="15158"/>
                </a:lnTo>
                <a:moveTo>
                  <a:pt x="209439" y="5308"/>
                </a:moveTo>
                <a:lnTo>
                  <a:pt x="229265" y="5811"/>
                </a:lnTo>
                <a:lnTo>
                  <a:pt x="228970" y="17431"/>
                </a:lnTo>
                <a:lnTo>
                  <a:pt x="209144" y="169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63626E-11F0-46DE-89DC-F3AE40DB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3401386"/>
            <a:ext cx="232457" cy="11623"/>
          </a:xfrm>
          <a:custGeom xmlns:a="http://schemas.openxmlformats.org/drawingml/2006/main">
            <a:pathLst>
              <a:path w="232457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32457" y="0"/>
                </a:lnTo>
                <a:lnTo>
                  <a:pt x="232457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917CC-16E5-40F5-8ACC-82698419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015" y="327141"/>
            <a:ext cx="235363" cy="11623"/>
          </a:xfrm>
          <a:custGeom xmlns:a="http://schemas.openxmlformats.org/drawingml/2006/main">
            <a:pathLst>
              <a:path w="235363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35363" y="0"/>
                </a:lnTo>
                <a:lnTo>
                  <a:pt x="235363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EBCBC-A8BF-45F5-B3CF-32C7D08E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71" y="1204666"/>
            <a:ext cx="238850" cy="11623"/>
          </a:xfrm>
          <a:custGeom xmlns:a="http://schemas.openxmlformats.org/drawingml/2006/main">
            <a:pathLst>
              <a:path w="238850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38850" y="0"/>
                </a:lnTo>
                <a:lnTo>
                  <a:pt x="238850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414C1-2933-4036-8931-536F30B2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966" y="2085098"/>
            <a:ext cx="237204" cy="13598"/>
          </a:xfrm>
          <a:custGeom xmlns:a="http://schemas.openxmlformats.org/drawingml/2006/main">
            <a:pathLst>
              <a:path w="237204" h="13598">
                <a:moveTo>
                  <a:pt x="96" y="0"/>
                </a:moveTo>
                <a:lnTo>
                  <a:pt x="34964" y="291"/>
                </a:lnTo>
                <a:lnTo>
                  <a:pt x="34867" y="11913"/>
                </a:lnTo>
                <a:lnTo>
                  <a:pt x="0" y="11623"/>
                </a:lnTo>
                <a:moveTo>
                  <a:pt x="69832" y="581"/>
                </a:moveTo>
                <a:lnTo>
                  <a:pt x="104699" y="872"/>
                </a:lnTo>
                <a:lnTo>
                  <a:pt x="104602" y="12494"/>
                </a:lnTo>
                <a:lnTo>
                  <a:pt x="69736" y="12204"/>
                </a:lnTo>
                <a:moveTo>
                  <a:pt x="139566" y="1162"/>
                </a:moveTo>
                <a:lnTo>
                  <a:pt x="174433" y="1453"/>
                </a:lnTo>
                <a:lnTo>
                  <a:pt x="174337" y="13075"/>
                </a:lnTo>
                <a:lnTo>
                  <a:pt x="139470" y="12785"/>
                </a:lnTo>
                <a:moveTo>
                  <a:pt x="209301" y="1743"/>
                </a:moveTo>
                <a:lnTo>
                  <a:pt x="237204" y="1976"/>
                </a:lnTo>
                <a:lnTo>
                  <a:pt x="237107" y="13598"/>
                </a:lnTo>
                <a:lnTo>
                  <a:pt x="209204" y="1336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A266F7-957B-4681-98FB-0BA48B38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015" y="2968435"/>
            <a:ext cx="237106" cy="11623"/>
          </a:xfrm>
          <a:custGeom xmlns:a="http://schemas.openxmlformats.org/drawingml/2006/main">
            <a:pathLst>
              <a:path w="237106" h="11623">
                <a:moveTo>
                  <a:pt x="0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0" y="11623"/>
                </a:lnTo>
                <a:moveTo>
                  <a:pt x="69737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69737" y="11623"/>
                </a:lnTo>
                <a:moveTo>
                  <a:pt x="139474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39474" y="11623"/>
                </a:lnTo>
                <a:moveTo>
                  <a:pt x="209211" y="0"/>
                </a:moveTo>
                <a:lnTo>
                  <a:pt x="237106" y="0"/>
                </a:lnTo>
                <a:lnTo>
                  <a:pt x="237106" y="11623"/>
                </a:lnTo>
                <a:lnTo>
                  <a:pt x="209211" y="1162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DBF58C-F854-4975-94CA-65B256C0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3090475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9E2CC-3C14-456D-A01C-AB33CA53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3084663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2"/>
                </a:lnTo>
                <a:lnTo>
                  <a:pt x="0" y="133662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7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7"/>
                </a:lnTo>
                <a:lnTo>
                  <a:pt x="1046056" y="145287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Text u(5,1)">
            <a:extLst xmlns:a="http://schemas.openxmlformats.org/drawingml/2006/main">
              <a:ext uri="{FF2B5EF4-FFF2-40B4-BE49-F238E27FC236}">
                <a16:creationId xmlns:a16="http://schemas.microsoft.com/office/drawing/2014/main" id="{2E5D3222-C3BC-4DE4-BC84-E8625F806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031" y="3147044"/>
            <a:ext cx="321149" cy="119986"/>
          </a:xfrm>
          <a:custGeom xmlns:a="http://schemas.openxmlformats.org/drawingml/2006/main">
            <a:pathLst>
              <a:path w="32114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09" y="119986"/>
                </a:moveTo>
                <a:cubicBezTo>
                  <a:pt x="86608" y="112161"/>
                  <a:pt x="81364" y="103005"/>
                  <a:pt x="77077" y="92517"/>
                </a:cubicBezTo>
                <a:cubicBezTo>
                  <a:pt x="72791" y="82030"/>
                  <a:pt x="70647" y="71167"/>
                  <a:pt x="70647" y="59930"/>
                </a:cubicBezTo>
                <a:cubicBezTo>
                  <a:pt x="70647" y="50025"/>
                  <a:pt x="72250" y="40536"/>
                  <a:pt x="75454" y="31463"/>
                </a:cubicBezTo>
                <a:cubicBezTo>
                  <a:pt x="79200" y="20934"/>
                  <a:pt x="84985" y="10446"/>
                  <a:pt x="92809" y="0"/>
                </a:cubicBezTo>
                <a:lnTo>
                  <a:pt x="100862" y="0"/>
                </a:lnTo>
                <a:cubicBezTo>
                  <a:pt x="95826" y="8657"/>
                  <a:pt x="92497" y="14837"/>
                  <a:pt x="90874" y="18541"/>
                </a:cubicBezTo>
                <a:cubicBezTo>
                  <a:pt x="88335" y="24284"/>
                  <a:pt x="86337" y="30277"/>
                  <a:pt x="84881" y="36520"/>
                </a:cubicBezTo>
                <a:cubicBezTo>
                  <a:pt x="83091" y="44303"/>
                  <a:pt x="82196" y="52127"/>
                  <a:pt x="82196" y="59993"/>
                </a:cubicBezTo>
                <a:cubicBezTo>
                  <a:pt x="82196" y="80011"/>
                  <a:pt x="88418" y="100009"/>
                  <a:pt x="100862" y="119986"/>
                </a:cubicBezTo>
                <a:lnTo>
                  <a:pt x="92809" y="119986"/>
                </a:lnTo>
                <a:close/>
                <a:moveTo>
                  <a:pt x="110787" y="68920"/>
                </a:moveTo>
                <a:lnTo>
                  <a:pt x="122586" y="67921"/>
                </a:lnTo>
                <a:cubicBezTo>
                  <a:pt x="123460" y="73645"/>
                  <a:pt x="125489" y="77948"/>
                  <a:pt x="128673" y="80830"/>
                </a:cubicBezTo>
                <a:cubicBezTo>
                  <a:pt x="131857" y="83711"/>
                  <a:pt x="135696" y="85151"/>
                  <a:pt x="140191" y="85151"/>
                </a:cubicBezTo>
                <a:cubicBezTo>
                  <a:pt x="145601" y="85151"/>
                  <a:pt x="150179" y="83115"/>
                  <a:pt x="153925" y="79043"/>
                </a:cubicBezTo>
                <a:cubicBezTo>
                  <a:pt x="157670" y="74970"/>
                  <a:pt x="159543" y="69567"/>
                  <a:pt x="159543" y="62835"/>
                </a:cubicBezTo>
                <a:cubicBezTo>
                  <a:pt x="159543" y="56435"/>
                  <a:pt x="157743" y="51386"/>
                  <a:pt x="154143" y="47687"/>
                </a:cubicBezTo>
                <a:cubicBezTo>
                  <a:pt x="150543" y="43988"/>
                  <a:pt x="145830" y="42139"/>
                  <a:pt x="140003" y="42139"/>
                </a:cubicBezTo>
                <a:cubicBezTo>
                  <a:pt x="136383" y="42139"/>
                  <a:pt x="133116" y="42955"/>
                  <a:pt x="130202" y="44587"/>
                </a:cubicBezTo>
                <a:cubicBezTo>
                  <a:pt x="127289" y="46219"/>
                  <a:pt x="125000" y="48337"/>
                  <a:pt x="123335" y="50941"/>
                </a:cubicBezTo>
                <a:lnTo>
                  <a:pt x="112785" y="49567"/>
                </a:lnTo>
                <a:lnTo>
                  <a:pt x="121650" y="2622"/>
                </a:lnTo>
                <a:lnTo>
                  <a:pt x="167159" y="2622"/>
                </a:lnTo>
                <a:lnTo>
                  <a:pt x="167159" y="13235"/>
                </a:lnTo>
                <a:lnTo>
                  <a:pt x="130639" y="13235"/>
                </a:lnTo>
                <a:lnTo>
                  <a:pt x="125708" y="37893"/>
                </a:lnTo>
                <a:cubicBezTo>
                  <a:pt x="131201" y="34106"/>
                  <a:pt x="136965" y="32213"/>
                  <a:pt x="143000" y="32213"/>
                </a:cubicBezTo>
                <a:cubicBezTo>
                  <a:pt x="150991" y="32213"/>
                  <a:pt x="157733" y="34983"/>
                  <a:pt x="163226" y="40525"/>
                </a:cubicBezTo>
                <a:cubicBezTo>
                  <a:pt x="168720" y="46066"/>
                  <a:pt x="171467" y="53189"/>
                  <a:pt x="171467" y="61895"/>
                </a:cubicBezTo>
                <a:cubicBezTo>
                  <a:pt x="171467" y="70186"/>
                  <a:pt x="169053" y="77352"/>
                  <a:pt x="164225" y="83391"/>
                </a:cubicBezTo>
                <a:cubicBezTo>
                  <a:pt x="158357" y="90807"/>
                  <a:pt x="150346" y="94515"/>
                  <a:pt x="140191" y="94515"/>
                </a:cubicBezTo>
                <a:cubicBezTo>
                  <a:pt x="131867" y="94515"/>
                  <a:pt x="125073" y="92179"/>
                  <a:pt x="119808" y="87506"/>
                </a:cubicBezTo>
                <a:cubicBezTo>
                  <a:pt x="114543" y="82833"/>
                  <a:pt x="111537" y="76638"/>
                  <a:pt x="110787" y="68920"/>
                </a:cubicBezTo>
                <a:close/>
                <a:moveTo>
                  <a:pt x="187927" y="93017"/>
                </a:moveTo>
                <a:lnTo>
                  <a:pt x="187927" y="80157"/>
                </a:lnTo>
                <a:lnTo>
                  <a:pt x="200725" y="80157"/>
                </a:lnTo>
                <a:lnTo>
                  <a:pt x="200725" y="92980"/>
                </a:lnTo>
                <a:cubicBezTo>
                  <a:pt x="200725" y="97693"/>
                  <a:pt x="199892" y="101499"/>
                  <a:pt x="198228" y="104396"/>
                </a:cubicBezTo>
                <a:cubicBezTo>
                  <a:pt x="196563" y="107295"/>
                  <a:pt x="193920" y="109537"/>
                  <a:pt x="190299" y="111121"/>
                </a:cubicBezTo>
                <a:lnTo>
                  <a:pt x="187178" y="106252"/>
                </a:lnTo>
                <a:cubicBezTo>
                  <a:pt x="189550" y="105216"/>
                  <a:pt x="191298" y="103694"/>
                  <a:pt x="192422" y="101685"/>
                </a:cubicBezTo>
                <a:cubicBezTo>
                  <a:pt x="193546" y="99675"/>
                  <a:pt x="194170" y="96786"/>
                  <a:pt x="194295" y="93017"/>
                </a:cubicBezTo>
                <a:lnTo>
                  <a:pt x="187927" y="93017"/>
                </a:lnTo>
                <a:close/>
                <a:moveTo>
                  <a:pt x="259740" y="93017"/>
                </a:moveTo>
                <a:lnTo>
                  <a:pt x="248503" y="93017"/>
                </a:lnTo>
                <a:lnTo>
                  <a:pt x="248503" y="21413"/>
                </a:lnTo>
                <a:cubicBezTo>
                  <a:pt x="245798" y="23993"/>
                  <a:pt x="242250" y="26573"/>
                  <a:pt x="237859" y="29154"/>
                </a:cubicBezTo>
                <a:cubicBezTo>
                  <a:pt x="233469" y="31734"/>
                  <a:pt x="229525" y="33669"/>
                  <a:pt x="226029" y="34959"/>
                </a:cubicBezTo>
                <a:lnTo>
                  <a:pt x="226029" y="24097"/>
                </a:lnTo>
                <a:cubicBezTo>
                  <a:pt x="232314" y="21142"/>
                  <a:pt x="237807" y="17563"/>
                  <a:pt x="242510" y="13359"/>
                </a:cubicBezTo>
                <a:cubicBezTo>
                  <a:pt x="247213" y="9156"/>
                  <a:pt x="250543" y="5077"/>
                  <a:pt x="252499" y="1124"/>
                </a:cubicBezTo>
                <a:lnTo>
                  <a:pt x="259740" y="1124"/>
                </a:lnTo>
                <a:lnTo>
                  <a:pt x="259740" y="93017"/>
                </a:lnTo>
                <a:close/>
                <a:moveTo>
                  <a:pt x="298987" y="119986"/>
                </a:moveTo>
                <a:lnTo>
                  <a:pt x="290934" y="119986"/>
                </a:lnTo>
                <a:cubicBezTo>
                  <a:pt x="303378" y="100009"/>
                  <a:pt x="309600" y="80011"/>
                  <a:pt x="309600" y="59993"/>
                </a:cubicBezTo>
                <a:cubicBezTo>
                  <a:pt x="309600" y="52169"/>
                  <a:pt x="308705" y="44407"/>
                  <a:pt x="306916" y="36707"/>
                </a:cubicBezTo>
                <a:cubicBezTo>
                  <a:pt x="305501" y="30465"/>
                  <a:pt x="303524" y="24472"/>
                  <a:pt x="300985" y="18728"/>
                </a:cubicBezTo>
                <a:cubicBezTo>
                  <a:pt x="299362" y="14983"/>
                  <a:pt x="296012" y="8740"/>
                  <a:pt x="290934" y="0"/>
                </a:cubicBezTo>
                <a:lnTo>
                  <a:pt x="298987" y="0"/>
                </a:lnTo>
                <a:cubicBezTo>
                  <a:pt x="306812" y="10446"/>
                  <a:pt x="312597" y="20934"/>
                  <a:pt x="316342" y="31463"/>
                </a:cubicBezTo>
                <a:cubicBezTo>
                  <a:pt x="319547" y="40536"/>
                  <a:pt x="321149" y="50025"/>
                  <a:pt x="321149" y="59930"/>
                </a:cubicBezTo>
                <a:cubicBezTo>
                  <a:pt x="321149" y="71167"/>
                  <a:pt x="318995" y="82030"/>
                  <a:pt x="314688" y="92517"/>
                </a:cubicBezTo>
                <a:cubicBezTo>
                  <a:pt x="310380" y="103005"/>
                  <a:pt x="305147" y="112161"/>
                  <a:pt x="2989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AFF0B-DFB5-4A30-AF45-2FC88B20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1097155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CBE9A-E761-442A-9373-47E7AFA4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1091343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1"/>
                </a:lnTo>
                <a:lnTo>
                  <a:pt x="0" y="133661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6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6"/>
                </a:lnTo>
                <a:lnTo>
                  <a:pt x="1046056" y="145286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Text u(4,5)">
            <a:extLst xmlns:a="http://schemas.openxmlformats.org/drawingml/2006/main">
              <a:ext uri="{FF2B5EF4-FFF2-40B4-BE49-F238E27FC236}">
                <a16:creationId xmlns:a16="http://schemas.microsoft.com/office/drawing/2014/main" id="{3E58B520-1CE6-46C7-A2DD-CDD5EF17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031" y="1159536"/>
            <a:ext cx="321149" cy="119986"/>
          </a:xfrm>
          <a:custGeom xmlns:a="http://schemas.openxmlformats.org/drawingml/2006/main">
            <a:pathLst>
              <a:path w="32114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09" y="119986"/>
                </a:moveTo>
                <a:cubicBezTo>
                  <a:pt x="86608" y="112161"/>
                  <a:pt x="81364" y="103005"/>
                  <a:pt x="77077" y="92517"/>
                </a:cubicBezTo>
                <a:cubicBezTo>
                  <a:pt x="72791" y="82030"/>
                  <a:pt x="70647" y="71167"/>
                  <a:pt x="70647" y="59930"/>
                </a:cubicBezTo>
                <a:cubicBezTo>
                  <a:pt x="70647" y="50025"/>
                  <a:pt x="72250" y="40536"/>
                  <a:pt x="75454" y="31463"/>
                </a:cubicBezTo>
                <a:cubicBezTo>
                  <a:pt x="79200" y="20934"/>
                  <a:pt x="84985" y="10446"/>
                  <a:pt x="92809" y="0"/>
                </a:cubicBezTo>
                <a:lnTo>
                  <a:pt x="100862" y="0"/>
                </a:lnTo>
                <a:cubicBezTo>
                  <a:pt x="95826" y="8657"/>
                  <a:pt x="92497" y="14837"/>
                  <a:pt x="90874" y="18541"/>
                </a:cubicBezTo>
                <a:cubicBezTo>
                  <a:pt x="88335" y="24284"/>
                  <a:pt x="86337" y="30277"/>
                  <a:pt x="84881" y="36520"/>
                </a:cubicBezTo>
                <a:cubicBezTo>
                  <a:pt x="83091" y="44303"/>
                  <a:pt x="82196" y="52127"/>
                  <a:pt x="82196" y="59993"/>
                </a:cubicBezTo>
                <a:cubicBezTo>
                  <a:pt x="82196" y="80011"/>
                  <a:pt x="88418" y="100009"/>
                  <a:pt x="100862" y="119986"/>
                </a:cubicBezTo>
                <a:lnTo>
                  <a:pt x="92809" y="119986"/>
                </a:lnTo>
                <a:close/>
                <a:moveTo>
                  <a:pt x="146808" y="93017"/>
                </a:moveTo>
                <a:lnTo>
                  <a:pt x="146808" y="71105"/>
                </a:lnTo>
                <a:lnTo>
                  <a:pt x="107104" y="71105"/>
                </a:lnTo>
                <a:lnTo>
                  <a:pt x="107104" y="60804"/>
                </a:lnTo>
                <a:lnTo>
                  <a:pt x="148868" y="1498"/>
                </a:lnTo>
                <a:lnTo>
                  <a:pt x="158045" y="1498"/>
                </a:lnTo>
                <a:lnTo>
                  <a:pt x="158045" y="60804"/>
                </a:lnTo>
                <a:lnTo>
                  <a:pt x="170406" y="60804"/>
                </a:lnTo>
                <a:lnTo>
                  <a:pt x="170406" y="71105"/>
                </a:lnTo>
                <a:lnTo>
                  <a:pt x="158045" y="71105"/>
                </a:lnTo>
                <a:lnTo>
                  <a:pt x="158045" y="93017"/>
                </a:lnTo>
                <a:lnTo>
                  <a:pt x="146808" y="93017"/>
                </a:lnTo>
                <a:moveTo>
                  <a:pt x="146808" y="60804"/>
                </a:moveTo>
                <a:lnTo>
                  <a:pt x="146808" y="19540"/>
                </a:lnTo>
                <a:lnTo>
                  <a:pt x="118154" y="60804"/>
                </a:lnTo>
                <a:lnTo>
                  <a:pt x="146808" y="60804"/>
                </a:lnTo>
                <a:close/>
                <a:moveTo>
                  <a:pt x="187927" y="93017"/>
                </a:moveTo>
                <a:lnTo>
                  <a:pt x="187927" y="80157"/>
                </a:lnTo>
                <a:lnTo>
                  <a:pt x="200725" y="80157"/>
                </a:lnTo>
                <a:lnTo>
                  <a:pt x="200725" y="92980"/>
                </a:lnTo>
                <a:cubicBezTo>
                  <a:pt x="200725" y="97693"/>
                  <a:pt x="199892" y="101499"/>
                  <a:pt x="198228" y="104396"/>
                </a:cubicBezTo>
                <a:cubicBezTo>
                  <a:pt x="196563" y="107295"/>
                  <a:pt x="193920" y="109537"/>
                  <a:pt x="190299" y="111121"/>
                </a:cubicBezTo>
                <a:lnTo>
                  <a:pt x="187178" y="106252"/>
                </a:lnTo>
                <a:cubicBezTo>
                  <a:pt x="189550" y="105216"/>
                  <a:pt x="191298" y="103694"/>
                  <a:pt x="192422" y="101685"/>
                </a:cubicBezTo>
                <a:cubicBezTo>
                  <a:pt x="193546" y="99675"/>
                  <a:pt x="194170" y="96786"/>
                  <a:pt x="194295" y="93017"/>
                </a:cubicBezTo>
                <a:lnTo>
                  <a:pt x="187927" y="93017"/>
                </a:lnTo>
                <a:close/>
                <a:moveTo>
                  <a:pt x="217414" y="68920"/>
                </a:moveTo>
                <a:lnTo>
                  <a:pt x="229213" y="67921"/>
                </a:lnTo>
                <a:cubicBezTo>
                  <a:pt x="230087" y="73645"/>
                  <a:pt x="232116" y="77948"/>
                  <a:pt x="235300" y="80830"/>
                </a:cubicBezTo>
                <a:cubicBezTo>
                  <a:pt x="238484" y="83711"/>
                  <a:pt x="242323" y="85151"/>
                  <a:pt x="246818" y="85151"/>
                </a:cubicBezTo>
                <a:cubicBezTo>
                  <a:pt x="252228" y="85151"/>
                  <a:pt x="256806" y="83115"/>
                  <a:pt x="260552" y="79043"/>
                </a:cubicBezTo>
                <a:cubicBezTo>
                  <a:pt x="264297" y="74970"/>
                  <a:pt x="266170" y="69567"/>
                  <a:pt x="266170" y="62835"/>
                </a:cubicBezTo>
                <a:cubicBezTo>
                  <a:pt x="266170" y="56435"/>
                  <a:pt x="264370" y="51386"/>
                  <a:pt x="260770" y="47687"/>
                </a:cubicBezTo>
                <a:cubicBezTo>
                  <a:pt x="257170" y="43988"/>
                  <a:pt x="252457" y="42139"/>
                  <a:pt x="246630" y="42139"/>
                </a:cubicBezTo>
                <a:cubicBezTo>
                  <a:pt x="243010" y="42139"/>
                  <a:pt x="239743" y="42955"/>
                  <a:pt x="236829" y="44587"/>
                </a:cubicBezTo>
                <a:cubicBezTo>
                  <a:pt x="233916" y="46219"/>
                  <a:pt x="231627" y="48337"/>
                  <a:pt x="229962" y="50941"/>
                </a:cubicBezTo>
                <a:lnTo>
                  <a:pt x="219412" y="49567"/>
                </a:lnTo>
                <a:lnTo>
                  <a:pt x="228277" y="2622"/>
                </a:lnTo>
                <a:lnTo>
                  <a:pt x="273786" y="2622"/>
                </a:lnTo>
                <a:lnTo>
                  <a:pt x="273786" y="13235"/>
                </a:lnTo>
                <a:lnTo>
                  <a:pt x="237266" y="13235"/>
                </a:lnTo>
                <a:lnTo>
                  <a:pt x="232335" y="37893"/>
                </a:lnTo>
                <a:cubicBezTo>
                  <a:pt x="237828" y="34106"/>
                  <a:pt x="243592" y="32213"/>
                  <a:pt x="249627" y="32213"/>
                </a:cubicBezTo>
                <a:cubicBezTo>
                  <a:pt x="257618" y="32213"/>
                  <a:pt x="264360" y="34983"/>
                  <a:pt x="269854" y="40525"/>
                </a:cubicBezTo>
                <a:cubicBezTo>
                  <a:pt x="275347" y="46066"/>
                  <a:pt x="278094" y="53189"/>
                  <a:pt x="278094" y="61895"/>
                </a:cubicBezTo>
                <a:cubicBezTo>
                  <a:pt x="278094" y="70186"/>
                  <a:pt x="275680" y="77352"/>
                  <a:pt x="270852" y="83391"/>
                </a:cubicBezTo>
                <a:cubicBezTo>
                  <a:pt x="264984" y="90807"/>
                  <a:pt x="256973" y="94515"/>
                  <a:pt x="246818" y="94515"/>
                </a:cubicBezTo>
                <a:cubicBezTo>
                  <a:pt x="238494" y="94515"/>
                  <a:pt x="231700" y="92179"/>
                  <a:pt x="226435" y="87506"/>
                </a:cubicBezTo>
                <a:cubicBezTo>
                  <a:pt x="221170" y="82833"/>
                  <a:pt x="218164" y="76638"/>
                  <a:pt x="217414" y="68920"/>
                </a:cubicBezTo>
                <a:close/>
                <a:moveTo>
                  <a:pt x="298987" y="119986"/>
                </a:moveTo>
                <a:lnTo>
                  <a:pt x="290934" y="119986"/>
                </a:lnTo>
                <a:cubicBezTo>
                  <a:pt x="303378" y="100009"/>
                  <a:pt x="309600" y="80011"/>
                  <a:pt x="309600" y="59993"/>
                </a:cubicBezTo>
                <a:cubicBezTo>
                  <a:pt x="309600" y="52169"/>
                  <a:pt x="308705" y="44407"/>
                  <a:pt x="306916" y="36707"/>
                </a:cubicBezTo>
                <a:cubicBezTo>
                  <a:pt x="305501" y="30465"/>
                  <a:pt x="303524" y="24472"/>
                  <a:pt x="300985" y="18728"/>
                </a:cubicBezTo>
                <a:cubicBezTo>
                  <a:pt x="299362" y="14983"/>
                  <a:pt x="296012" y="8740"/>
                  <a:pt x="290934" y="0"/>
                </a:cubicBezTo>
                <a:lnTo>
                  <a:pt x="298987" y="0"/>
                </a:lnTo>
                <a:cubicBezTo>
                  <a:pt x="306812" y="10446"/>
                  <a:pt x="312597" y="20934"/>
                  <a:pt x="316342" y="31463"/>
                </a:cubicBezTo>
                <a:cubicBezTo>
                  <a:pt x="319547" y="40536"/>
                  <a:pt x="321149" y="50025"/>
                  <a:pt x="321149" y="59930"/>
                </a:cubicBezTo>
                <a:cubicBezTo>
                  <a:pt x="321149" y="71167"/>
                  <a:pt x="318995" y="82030"/>
                  <a:pt x="314688" y="92517"/>
                </a:cubicBezTo>
                <a:cubicBezTo>
                  <a:pt x="310380" y="103005"/>
                  <a:pt x="305147" y="112161"/>
                  <a:pt x="2989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38E948-CCDB-40D7-91B5-A2F71E743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1544635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0B1D2-DF46-42BA-8571-9832835A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1538823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2"/>
                </a:lnTo>
                <a:lnTo>
                  <a:pt x="0" y="133662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7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7"/>
                </a:lnTo>
                <a:lnTo>
                  <a:pt x="1046056" y="145287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3DCD2D82-4615-425E-8FA8-7559FC4B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954" y="1601204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4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0" y="119986"/>
                </a:lnTo>
                <a:close/>
                <a:moveTo>
                  <a:pt x="113245" y="93017"/>
                </a:moveTo>
                <a:lnTo>
                  <a:pt x="113245" y="84714"/>
                </a:lnTo>
                <a:lnTo>
                  <a:pt x="149702" y="84714"/>
                </a:lnTo>
                <a:lnTo>
                  <a:pt x="149702" y="19977"/>
                </a:lnTo>
                <a:lnTo>
                  <a:pt x="158567" y="19977"/>
                </a:lnTo>
                <a:lnTo>
                  <a:pt x="158567" y="84714"/>
                </a:lnTo>
                <a:lnTo>
                  <a:pt x="195025" y="84714"/>
                </a:lnTo>
                <a:lnTo>
                  <a:pt x="195025" y="93017"/>
                </a:lnTo>
                <a:lnTo>
                  <a:pt x="113245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2" y="101499"/>
                  <a:pt x="224427" y="104396"/>
                </a:cubicBezTo>
                <a:cubicBezTo>
                  <a:pt x="222762" y="107295"/>
                  <a:pt x="220119" y="109537"/>
                  <a:pt x="216499" y="111121"/>
                </a:cubicBezTo>
                <a:lnTo>
                  <a:pt x="213377" y="106252"/>
                </a:lnTo>
                <a:cubicBezTo>
                  <a:pt x="215750" y="105216"/>
                  <a:pt x="217498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3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DE272-B74B-4C06-B78C-DF825F6E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2204232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41CE87-4646-422E-A68C-25E913F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2198420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2"/>
                </a:lnTo>
                <a:lnTo>
                  <a:pt x="0" y="133662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7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7"/>
                </a:lnTo>
                <a:lnTo>
                  <a:pt x="1046056" y="145287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u({1,2},3)">
            <a:extLst xmlns:a="http://schemas.openxmlformats.org/drawingml/2006/main">
              <a:ext uri="{FF2B5EF4-FFF2-40B4-BE49-F238E27FC236}">
                <a16:creationId xmlns:a16="http://schemas.microsoft.com/office/drawing/2014/main" id="{85156CE3-63FB-4F37-9221-27271C80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960" y="2263707"/>
            <a:ext cx="513181" cy="119986"/>
          </a:xfrm>
          <a:custGeom xmlns:a="http://schemas.openxmlformats.org/drawingml/2006/main">
            <a:pathLst>
              <a:path w="51318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39" y="54811"/>
                </a:moveTo>
                <a:cubicBezTo>
                  <a:pt x="112244" y="54728"/>
                  <a:pt x="114856" y="53866"/>
                  <a:pt x="116874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0" y="37684"/>
                  <a:pt x="121962" y="30742"/>
                </a:cubicBezTo>
                <a:cubicBezTo>
                  <a:pt x="122004" y="23799"/>
                  <a:pt x="122128" y="19226"/>
                  <a:pt x="122336" y="17023"/>
                </a:cubicBezTo>
                <a:cubicBezTo>
                  <a:pt x="122711" y="13531"/>
                  <a:pt x="123408" y="10725"/>
                  <a:pt x="124428" y="8605"/>
                </a:cubicBezTo>
                <a:cubicBezTo>
                  <a:pt x="125447" y="6485"/>
                  <a:pt x="126706" y="4791"/>
                  <a:pt x="128205" y="3523"/>
                </a:cubicBezTo>
                <a:cubicBezTo>
                  <a:pt x="129703" y="2255"/>
                  <a:pt x="131617" y="1289"/>
                  <a:pt x="133948" y="624"/>
                </a:cubicBezTo>
                <a:cubicBezTo>
                  <a:pt x="135529" y="208"/>
                  <a:pt x="138110" y="0"/>
                  <a:pt x="141689" y="0"/>
                </a:cubicBezTo>
                <a:lnTo>
                  <a:pt x="145185" y="0"/>
                </a:lnTo>
                <a:lnTo>
                  <a:pt x="145185" y="9864"/>
                </a:lnTo>
                <a:lnTo>
                  <a:pt x="143250" y="9864"/>
                </a:lnTo>
                <a:cubicBezTo>
                  <a:pt x="138921" y="9864"/>
                  <a:pt x="136050" y="10643"/>
                  <a:pt x="134635" y="12201"/>
                </a:cubicBezTo>
                <a:cubicBezTo>
                  <a:pt x="133220" y="13759"/>
                  <a:pt x="132512" y="17238"/>
                  <a:pt x="132512" y="22638"/>
                </a:cubicBezTo>
                <a:cubicBezTo>
                  <a:pt x="132512" y="33521"/>
                  <a:pt x="132283" y="40396"/>
                  <a:pt x="131825" y="43262"/>
                </a:cubicBezTo>
                <a:cubicBezTo>
                  <a:pt x="131076" y="47708"/>
                  <a:pt x="129797" y="51135"/>
                  <a:pt x="127986" y="53545"/>
                </a:cubicBezTo>
                <a:cubicBezTo>
                  <a:pt x="126176" y="55954"/>
                  <a:pt x="123335" y="58093"/>
                  <a:pt x="119465" y="59962"/>
                </a:cubicBezTo>
                <a:cubicBezTo>
                  <a:pt x="124043" y="61875"/>
                  <a:pt x="127362" y="64796"/>
                  <a:pt x="129422" y="68727"/>
                </a:cubicBezTo>
                <a:cubicBezTo>
                  <a:pt x="131482" y="72657"/>
                  <a:pt x="132512" y="79094"/>
                  <a:pt x="132512" y="88036"/>
                </a:cubicBezTo>
                <a:cubicBezTo>
                  <a:pt x="132512" y="96147"/>
                  <a:pt x="132595" y="100971"/>
                  <a:pt x="132762" y="102510"/>
                </a:cubicBezTo>
                <a:cubicBezTo>
                  <a:pt x="133095" y="105339"/>
                  <a:pt x="133938" y="107314"/>
                  <a:pt x="135290" y="108436"/>
                </a:cubicBezTo>
                <a:cubicBezTo>
                  <a:pt x="136643" y="109560"/>
                  <a:pt x="139296" y="110122"/>
                  <a:pt x="143250" y="110122"/>
                </a:cubicBezTo>
                <a:lnTo>
                  <a:pt x="145185" y="110122"/>
                </a:lnTo>
                <a:lnTo>
                  <a:pt x="145185" y="119986"/>
                </a:lnTo>
                <a:lnTo>
                  <a:pt x="141689" y="119986"/>
                </a:lnTo>
                <a:cubicBezTo>
                  <a:pt x="137610" y="119986"/>
                  <a:pt x="134655" y="119653"/>
                  <a:pt x="132824" y="118987"/>
                </a:cubicBezTo>
                <a:cubicBezTo>
                  <a:pt x="130161" y="118030"/>
                  <a:pt x="127955" y="116479"/>
                  <a:pt x="126207" y="114336"/>
                </a:cubicBezTo>
                <a:cubicBezTo>
                  <a:pt x="124459" y="112193"/>
                  <a:pt x="123325" y="109477"/>
                  <a:pt x="122805" y="106189"/>
                </a:cubicBezTo>
                <a:cubicBezTo>
                  <a:pt x="122284" y="102901"/>
                  <a:pt x="122004" y="97512"/>
                  <a:pt x="121962" y="90020"/>
                </a:cubicBezTo>
                <a:cubicBezTo>
                  <a:pt x="121920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4" y="67671"/>
                </a:cubicBezTo>
                <a:cubicBezTo>
                  <a:pt x="114856" y="66007"/>
                  <a:pt x="112244" y="65133"/>
                  <a:pt x="109039" y="65049"/>
                </a:cubicBezTo>
                <a:lnTo>
                  <a:pt x="109039" y="54811"/>
                </a:lnTo>
                <a:close/>
                <a:moveTo>
                  <a:pt x="195815" y="93017"/>
                </a:moveTo>
                <a:lnTo>
                  <a:pt x="184578" y="93017"/>
                </a:lnTo>
                <a:lnTo>
                  <a:pt x="184578" y="21413"/>
                </a:lnTo>
                <a:cubicBezTo>
                  <a:pt x="181873" y="23993"/>
                  <a:pt x="178325" y="26573"/>
                  <a:pt x="173935" y="29154"/>
                </a:cubicBezTo>
                <a:cubicBezTo>
                  <a:pt x="169544" y="31734"/>
                  <a:pt x="165601" y="33669"/>
                  <a:pt x="162105" y="34959"/>
                </a:cubicBezTo>
                <a:lnTo>
                  <a:pt x="162105" y="24097"/>
                </a:lnTo>
                <a:cubicBezTo>
                  <a:pt x="168389" y="21142"/>
                  <a:pt x="173883" y="17563"/>
                  <a:pt x="178585" y="13359"/>
                </a:cubicBezTo>
                <a:cubicBezTo>
                  <a:pt x="183288" y="9156"/>
                  <a:pt x="186618" y="5077"/>
                  <a:pt x="188574" y="1124"/>
                </a:cubicBezTo>
                <a:lnTo>
                  <a:pt x="195815" y="1124"/>
                </a:lnTo>
                <a:lnTo>
                  <a:pt x="195815" y="93017"/>
                </a:lnTo>
                <a:close/>
                <a:moveTo>
                  <a:pt x="230630" y="93017"/>
                </a:moveTo>
                <a:lnTo>
                  <a:pt x="230630" y="80157"/>
                </a:lnTo>
                <a:lnTo>
                  <a:pt x="243428" y="80157"/>
                </a:lnTo>
                <a:lnTo>
                  <a:pt x="243428" y="92980"/>
                </a:lnTo>
                <a:cubicBezTo>
                  <a:pt x="243428" y="97693"/>
                  <a:pt x="242595" y="101499"/>
                  <a:pt x="240931" y="104396"/>
                </a:cubicBezTo>
                <a:cubicBezTo>
                  <a:pt x="239266" y="107295"/>
                  <a:pt x="236623" y="109537"/>
                  <a:pt x="233002" y="111121"/>
                </a:cubicBezTo>
                <a:lnTo>
                  <a:pt x="229881" y="106252"/>
                </a:lnTo>
                <a:cubicBezTo>
                  <a:pt x="232253" y="105216"/>
                  <a:pt x="234001" y="103694"/>
                  <a:pt x="235125" y="101685"/>
                </a:cubicBezTo>
                <a:cubicBezTo>
                  <a:pt x="236249" y="99675"/>
                  <a:pt x="236873" y="96786"/>
                  <a:pt x="236998" y="93017"/>
                </a:cubicBezTo>
                <a:lnTo>
                  <a:pt x="230630" y="93017"/>
                </a:lnTo>
                <a:close/>
                <a:moveTo>
                  <a:pt x="319174" y="82217"/>
                </a:moveTo>
                <a:lnTo>
                  <a:pt x="319174" y="93017"/>
                </a:lnTo>
                <a:lnTo>
                  <a:pt x="258681" y="93017"/>
                </a:lnTo>
                <a:cubicBezTo>
                  <a:pt x="258598" y="90313"/>
                  <a:pt x="259035" y="87713"/>
                  <a:pt x="259992" y="85217"/>
                </a:cubicBezTo>
                <a:cubicBezTo>
                  <a:pt x="261532" y="81100"/>
                  <a:pt x="263998" y="77045"/>
                  <a:pt x="267390" y="73052"/>
                </a:cubicBezTo>
                <a:cubicBezTo>
                  <a:pt x="270782" y="69059"/>
                  <a:pt x="275682" y="64442"/>
                  <a:pt x="282092" y="59201"/>
                </a:cubicBezTo>
                <a:cubicBezTo>
                  <a:pt x="292038" y="51051"/>
                  <a:pt x="298760" y="44596"/>
                  <a:pt x="302256" y="39835"/>
                </a:cubicBezTo>
                <a:cubicBezTo>
                  <a:pt x="305752" y="35073"/>
                  <a:pt x="307500" y="30572"/>
                  <a:pt x="307500" y="26331"/>
                </a:cubicBezTo>
                <a:cubicBezTo>
                  <a:pt x="307500" y="21881"/>
                  <a:pt x="305908" y="18129"/>
                  <a:pt x="302724" y="15072"/>
                </a:cubicBezTo>
                <a:cubicBezTo>
                  <a:pt x="299540" y="12016"/>
                  <a:pt x="295389" y="10488"/>
                  <a:pt x="290270" y="10488"/>
                </a:cubicBezTo>
                <a:cubicBezTo>
                  <a:pt x="284859" y="10488"/>
                  <a:pt x="280531" y="12111"/>
                  <a:pt x="277285" y="15357"/>
                </a:cubicBezTo>
                <a:cubicBezTo>
                  <a:pt x="274039" y="18603"/>
                  <a:pt x="272395" y="23098"/>
                  <a:pt x="272353" y="28841"/>
                </a:cubicBezTo>
                <a:lnTo>
                  <a:pt x="260804" y="27653"/>
                </a:lnTo>
                <a:cubicBezTo>
                  <a:pt x="261595" y="19019"/>
                  <a:pt x="264570" y="12439"/>
                  <a:pt x="269731" y="7913"/>
                </a:cubicBezTo>
                <a:cubicBezTo>
                  <a:pt x="274892" y="3387"/>
                  <a:pt x="281821" y="1124"/>
                  <a:pt x="290519" y="1124"/>
                </a:cubicBezTo>
                <a:cubicBezTo>
                  <a:pt x="299301" y="1124"/>
                  <a:pt x="306251" y="3559"/>
                  <a:pt x="311370" y="8430"/>
                </a:cubicBezTo>
                <a:cubicBezTo>
                  <a:pt x="316489" y="13300"/>
                  <a:pt x="319049" y="19337"/>
                  <a:pt x="319049" y="26539"/>
                </a:cubicBezTo>
                <a:cubicBezTo>
                  <a:pt x="319049" y="30203"/>
                  <a:pt x="318300" y="33804"/>
                  <a:pt x="316801" y="37343"/>
                </a:cubicBezTo>
                <a:cubicBezTo>
                  <a:pt x="315303" y="40882"/>
                  <a:pt x="312816" y="44608"/>
                  <a:pt x="309341" y="48522"/>
                </a:cubicBezTo>
                <a:cubicBezTo>
                  <a:pt x="305866" y="52434"/>
                  <a:pt x="300092" y="57804"/>
                  <a:pt x="292018" y="64632"/>
                </a:cubicBezTo>
                <a:cubicBezTo>
                  <a:pt x="285275" y="70286"/>
                  <a:pt x="280947" y="74121"/>
                  <a:pt x="279033" y="76138"/>
                </a:cubicBezTo>
                <a:cubicBezTo>
                  <a:pt x="277118" y="78154"/>
                  <a:pt x="275537" y="80180"/>
                  <a:pt x="274288" y="82217"/>
                </a:cubicBezTo>
                <a:lnTo>
                  <a:pt x="319174" y="82217"/>
                </a:lnTo>
                <a:close/>
                <a:moveTo>
                  <a:pt x="364976" y="54811"/>
                </a:moveTo>
                <a:lnTo>
                  <a:pt x="364976" y="65049"/>
                </a:lnTo>
                <a:cubicBezTo>
                  <a:pt x="361771" y="65133"/>
                  <a:pt x="359159" y="66007"/>
                  <a:pt x="357141" y="67671"/>
                </a:cubicBezTo>
                <a:cubicBezTo>
                  <a:pt x="355122" y="69336"/>
                  <a:pt x="353780" y="71594"/>
                  <a:pt x="353114" y="74445"/>
                </a:cubicBezTo>
                <a:cubicBezTo>
                  <a:pt x="352449" y="77296"/>
                  <a:pt x="352095" y="82196"/>
                  <a:pt x="352053" y="89146"/>
                </a:cubicBezTo>
                <a:cubicBezTo>
                  <a:pt x="352012" y="96097"/>
                  <a:pt x="351887" y="100675"/>
                  <a:pt x="351679" y="102880"/>
                </a:cubicBezTo>
                <a:cubicBezTo>
                  <a:pt x="351304" y="106418"/>
                  <a:pt x="350607" y="109238"/>
                  <a:pt x="349587" y="111339"/>
                </a:cubicBezTo>
                <a:cubicBezTo>
                  <a:pt x="348568" y="113441"/>
                  <a:pt x="347309" y="115127"/>
                  <a:pt x="345810" y="116396"/>
                </a:cubicBezTo>
                <a:cubicBezTo>
                  <a:pt x="344312" y="117665"/>
                  <a:pt x="342398" y="118633"/>
                  <a:pt x="340067" y="119299"/>
                </a:cubicBezTo>
                <a:cubicBezTo>
                  <a:pt x="338486" y="119757"/>
                  <a:pt x="335905" y="119986"/>
                  <a:pt x="332326" y="119986"/>
                </a:cubicBezTo>
                <a:lnTo>
                  <a:pt x="328830" y="119986"/>
                </a:lnTo>
                <a:lnTo>
                  <a:pt x="328830" y="110122"/>
                </a:lnTo>
                <a:lnTo>
                  <a:pt x="330765" y="110122"/>
                </a:lnTo>
                <a:cubicBezTo>
                  <a:pt x="335094" y="110122"/>
                  <a:pt x="337965" y="109342"/>
                  <a:pt x="339380" y="107781"/>
                </a:cubicBezTo>
                <a:cubicBezTo>
                  <a:pt x="340795" y="106222"/>
                  <a:pt x="341503" y="102718"/>
                  <a:pt x="341503" y="97270"/>
                </a:cubicBezTo>
                <a:cubicBezTo>
                  <a:pt x="341503" y="86872"/>
                  <a:pt x="341690" y="80279"/>
                  <a:pt x="342065" y="77492"/>
                </a:cubicBezTo>
                <a:cubicBezTo>
                  <a:pt x="342731" y="72876"/>
                  <a:pt x="344062" y="69185"/>
                  <a:pt x="346060" y="66419"/>
                </a:cubicBezTo>
                <a:cubicBezTo>
                  <a:pt x="348058" y="63653"/>
                  <a:pt x="350888" y="61500"/>
                  <a:pt x="354550" y="59962"/>
                </a:cubicBezTo>
                <a:cubicBezTo>
                  <a:pt x="349764" y="57676"/>
                  <a:pt x="346393" y="54655"/>
                  <a:pt x="344437" y="50896"/>
                </a:cubicBezTo>
                <a:cubicBezTo>
                  <a:pt x="342481" y="47136"/>
                  <a:pt x="341503" y="40790"/>
                  <a:pt x="341503" y="31859"/>
                </a:cubicBezTo>
                <a:cubicBezTo>
                  <a:pt x="341503" y="23759"/>
                  <a:pt x="341399" y="18920"/>
                  <a:pt x="341191" y="17341"/>
                </a:cubicBezTo>
                <a:cubicBezTo>
                  <a:pt x="340899" y="14558"/>
                  <a:pt x="340077" y="12616"/>
                  <a:pt x="338725" y="11516"/>
                </a:cubicBezTo>
                <a:cubicBezTo>
                  <a:pt x="337372" y="10414"/>
                  <a:pt x="334719" y="9864"/>
                  <a:pt x="330765" y="9864"/>
                </a:cubicBezTo>
                <a:lnTo>
                  <a:pt x="328830" y="9864"/>
                </a:lnTo>
                <a:lnTo>
                  <a:pt x="328830" y="0"/>
                </a:lnTo>
                <a:lnTo>
                  <a:pt x="332326" y="0"/>
                </a:lnTo>
                <a:cubicBezTo>
                  <a:pt x="336405" y="0"/>
                  <a:pt x="339360" y="332"/>
                  <a:pt x="341191" y="997"/>
                </a:cubicBezTo>
                <a:cubicBezTo>
                  <a:pt x="343854" y="1912"/>
                  <a:pt x="346060" y="3451"/>
                  <a:pt x="347808" y="5613"/>
                </a:cubicBezTo>
                <a:cubicBezTo>
                  <a:pt x="349556" y="7774"/>
                  <a:pt x="350690" y="10497"/>
                  <a:pt x="351210" y="13781"/>
                </a:cubicBezTo>
                <a:cubicBezTo>
                  <a:pt x="351731" y="17065"/>
                  <a:pt x="352012" y="22449"/>
                  <a:pt x="352053" y="29932"/>
                </a:cubicBezTo>
                <a:cubicBezTo>
                  <a:pt x="352095" y="37414"/>
                  <a:pt x="352449" y="42579"/>
                  <a:pt x="353114" y="45428"/>
                </a:cubicBezTo>
                <a:cubicBezTo>
                  <a:pt x="353780" y="48275"/>
                  <a:pt x="355122" y="50530"/>
                  <a:pt x="357141" y="52193"/>
                </a:cubicBezTo>
                <a:cubicBezTo>
                  <a:pt x="359159" y="53855"/>
                  <a:pt x="361771" y="54728"/>
                  <a:pt x="364976" y="54811"/>
                </a:cubicBezTo>
                <a:close/>
                <a:moveTo>
                  <a:pt x="379959" y="93017"/>
                </a:moveTo>
                <a:lnTo>
                  <a:pt x="379959" y="80157"/>
                </a:lnTo>
                <a:lnTo>
                  <a:pt x="392757" y="80157"/>
                </a:lnTo>
                <a:lnTo>
                  <a:pt x="392757" y="92980"/>
                </a:lnTo>
                <a:cubicBezTo>
                  <a:pt x="392757" y="97693"/>
                  <a:pt x="391924" y="101499"/>
                  <a:pt x="390260" y="104396"/>
                </a:cubicBezTo>
                <a:cubicBezTo>
                  <a:pt x="388595" y="107295"/>
                  <a:pt x="385952" y="109537"/>
                  <a:pt x="382331" y="111121"/>
                </a:cubicBezTo>
                <a:lnTo>
                  <a:pt x="379210" y="106252"/>
                </a:lnTo>
                <a:cubicBezTo>
                  <a:pt x="381582" y="105216"/>
                  <a:pt x="383330" y="103694"/>
                  <a:pt x="384454" y="101685"/>
                </a:cubicBezTo>
                <a:cubicBezTo>
                  <a:pt x="385578" y="99675"/>
                  <a:pt x="386202" y="96786"/>
                  <a:pt x="386327" y="93017"/>
                </a:cubicBezTo>
                <a:lnTo>
                  <a:pt x="379959" y="93017"/>
                </a:lnTo>
                <a:close/>
                <a:moveTo>
                  <a:pt x="409509" y="68670"/>
                </a:moveTo>
                <a:lnTo>
                  <a:pt x="420746" y="67172"/>
                </a:lnTo>
                <a:cubicBezTo>
                  <a:pt x="422036" y="73540"/>
                  <a:pt x="424231" y="78128"/>
                  <a:pt x="427332" y="80937"/>
                </a:cubicBezTo>
                <a:cubicBezTo>
                  <a:pt x="430432" y="83746"/>
                  <a:pt x="434209" y="85151"/>
                  <a:pt x="438662" y="85151"/>
                </a:cubicBezTo>
                <a:cubicBezTo>
                  <a:pt x="443948" y="85151"/>
                  <a:pt x="448412" y="83323"/>
                  <a:pt x="452053" y="79667"/>
                </a:cubicBezTo>
                <a:cubicBezTo>
                  <a:pt x="455695" y="76011"/>
                  <a:pt x="457516" y="71483"/>
                  <a:pt x="457516" y="66081"/>
                </a:cubicBezTo>
                <a:cubicBezTo>
                  <a:pt x="457516" y="60929"/>
                  <a:pt x="455830" y="56680"/>
                  <a:pt x="452459" y="53336"/>
                </a:cubicBezTo>
                <a:cubicBezTo>
                  <a:pt x="449088" y="49991"/>
                  <a:pt x="444801" y="48319"/>
                  <a:pt x="439599" y="48319"/>
                </a:cubicBezTo>
                <a:cubicBezTo>
                  <a:pt x="437476" y="48319"/>
                  <a:pt x="434834" y="48735"/>
                  <a:pt x="431671" y="49567"/>
                </a:cubicBezTo>
                <a:lnTo>
                  <a:pt x="432919" y="39704"/>
                </a:lnTo>
                <a:cubicBezTo>
                  <a:pt x="433668" y="39787"/>
                  <a:pt x="434272" y="39829"/>
                  <a:pt x="434730" y="39829"/>
                </a:cubicBezTo>
                <a:cubicBezTo>
                  <a:pt x="439516" y="39829"/>
                  <a:pt x="443823" y="38591"/>
                  <a:pt x="447652" y="36114"/>
                </a:cubicBezTo>
                <a:cubicBezTo>
                  <a:pt x="451481" y="33638"/>
                  <a:pt x="453395" y="29821"/>
                  <a:pt x="453395" y="24663"/>
                </a:cubicBezTo>
                <a:cubicBezTo>
                  <a:pt x="453395" y="20578"/>
                  <a:pt x="452001" y="17194"/>
                  <a:pt x="449213" y="14512"/>
                </a:cubicBezTo>
                <a:cubicBezTo>
                  <a:pt x="446424" y="11829"/>
                  <a:pt x="442824" y="10488"/>
                  <a:pt x="438413" y="10488"/>
                </a:cubicBezTo>
                <a:cubicBezTo>
                  <a:pt x="434043" y="10488"/>
                  <a:pt x="430401" y="11861"/>
                  <a:pt x="427488" y="14608"/>
                </a:cubicBezTo>
                <a:cubicBezTo>
                  <a:pt x="424575" y="17355"/>
                  <a:pt x="422702" y="21475"/>
                  <a:pt x="421870" y="26969"/>
                </a:cubicBezTo>
                <a:lnTo>
                  <a:pt x="410633" y="24971"/>
                </a:lnTo>
                <a:cubicBezTo>
                  <a:pt x="412006" y="17399"/>
                  <a:pt x="415127" y="11532"/>
                  <a:pt x="419997" y="7368"/>
                </a:cubicBezTo>
                <a:cubicBezTo>
                  <a:pt x="424866" y="3205"/>
                  <a:pt x="430921" y="1124"/>
                  <a:pt x="438163" y="1124"/>
                </a:cubicBezTo>
                <a:cubicBezTo>
                  <a:pt x="443157" y="1124"/>
                  <a:pt x="447756" y="2192"/>
                  <a:pt x="451960" y="4329"/>
                </a:cubicBezTo>
                <a:cubicBezTo>
                  <a:pt x="456163" y="6466"/>
                  <a:pt x="459378" y="9381"/>
                  <a:pt x="461605" y="13075"/>
                </a:cubicBezTo>
                <a:cubicBezTo>
                  <a:pt x="463831" y="16767"/>
                  <a:pt x="464944" y="20688"/>
                  <a:pt x="464944" y="24838"/>
                </a:cubicBezTo>
                <a:cubicBezTo>
                  <a:pt x="464944" y="28780"/>
                  <a:pt x="463883" y="32370"/>
                  <a:pt x="461761" y="35607"/>
                </a:cubicBezTo>
                <a:cubicBezTo>
                  <a:pt x="459638" y="38843"/>
                  <a:pt x="456496" y="41415"/>
                  <a:pt x="452334" y="43325"/>
                </a:cubicBezTo>
                <a:cubicBezTo>
                  <a:pt x="457744" y="44573"/>
                  <a:pt x="461948" y="47164"/>
                  <a:pt x="464944" y="51097"/>
                </a:cubicBezTo>
                <a:cubicBezTo>
                  <a:pt x="467941" y="55030"/>
                  <a:pt x="469439" y="59951"/>
                  <a:pt x="469439" y="65861"/>
                </a:cubicBezTo>
                <a:cubicBezTo>
                  <a:pt x="469439" y="73852"/>
                  <a:pt x="466526" y="80625"/>
                  <a:pt x="460699" y="86181"/>
                </a:cubicBezTo>
                <a:cubicBezTo>
                  <a:pt x="454873" y="91737"/>
                  <a:pt x="447506" y="94515"/>
                  <a:pt x="438600" y="94515"/>
                </a:cubicBezTo>
                <a:cubicBezTo>
                  <a:pt x="430568" y="94515"/>
                  <a:pt x="423898" y="92116"/>
                  <a:pt x="418592" y="87318"/>
                </a:cubicBezTo>
                <a:cubicBezTo>
                  <a:pt x="413286" y="82521"/>
                  <a:pt x="410258" y="76305"/>
                  <a:pt x="409509" y="68670"/>
                </a:cubicBezTo>
                <a:close/>
                <a:moveTo>
                  <a:pt x="491019" y="119986"/>
                </a:moveTo>
                <a:lnTo>
                  <a:pt x="482966" y="119986"/>
                </a:lnTo>
                <a:cubicBezTo>
                  <a:pt x="495410" y="100009"/>
                  <a:pt x="501632" y="80011"/>
                  <a:pt x="501632" y="59993"/>
                </a:cubicBezTo>
                <a:cubicBezTo>
                  <a:pt x="501632" y="52169"/>
                  <a:pt x="500737" y="44407"/>
                  <a:pt x="498948" y="36707"/>
                </a:cubicBezTo>
                <a:cubicBezTo>
                  <a:pt x="497533" y="30465"/>
                  <a:pt x="495556" y="24472"/>
                  <a:pt x="493017" y="18728"/>
                </a:cubicBezTo>
                <a:cubicBezTo>
                  <a:pt x="491394" y="14983"/>
                  <a:pt x="488044" y="8740"/>
                  <a:pt x="482966" y="0"/>
                </a:cubicBezTo>
                <a:lnTo>
                  <a:pt x="491019" y="0"/>
                </a:lnTo>
                <a:cubicBezTo>
                  <a:pt x="498844" y="10446"/>
                  <a:pt x="504629" y="20934"/>
                  <a:pt x="508374" y="31463"/>
                </a:cubicBezTo>
                <a:cubicBezTo>
                  <a:pt x="511579" y="40536"/>
                  <a:pt x="513181" y="50025"/>
                  <a:pt x="513181" y="59930"/>
                </a:cubicBezTo>
                <a:cubicBezTo>
                  <a:pt x="513181" y="71167"/>
                  <a:pt x="511027" y="82030"/>
                  <a:pt x="506720" y="92517"/>
                </a:cubicBezTo>
                <a:cubicBezTo>
                  <a:pt x="502412" y="103005"/>
                  <a:pt x="497179" y="112161"/>
                  <a:pt x="49101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D0C74-449D-4D05-9436-6F3A2B8D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2427972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A0EF9D-3796-4B00-9124-7E90B525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2422160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2"/>
                </a:lnTo>
                <a:lnTo>
                  <a:pt x="0" y="133662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7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7"/>
                </a:lnTo>
                <a:lnTo>
                  <a:pt x="1046056" y="145287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u(2,3)">
            <a:extLst xmlns:a="http://schemas.openxmlformats.org/drawingml/2006/main">
              <a:ext uri="{FF2B5EF4-FFF2-40B4-BE49-F238E27FC236}">
                <a16:creationId xmlns:a16="http://schemas.microsoft.com/office/drawing/2014/main" id="{16AFAD6F-A488-4E00-9936-1F978679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031" y="2484541"/>
            <a:ext cx="321149" cy="119986"/>
          </a:xfrm>
          <a:custGeom xmlns:a="http://schemas.openxmlformats.org/drawingml/2006/main">
            <a:pathLst>
              <a:path w="32114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09" y="119986"/>
                </a:moveTo>
                <a:cubicBezTo>
                  <a:pt x="86608" y="112161"/>
                  <a:pt x="81364" y="103005"/>
                  <a:pt x="77077" y="92517"/>
                </a:cubicBezTo>
                <a:cubicBezTo>
                  <a:pt x="72791" y="82030"/>
                  <a:pt x="70647" y="71167"/>
                  <a:pt x="70647" y="59930"/>
                </a:cubicBezTo>
                <a:cubicBezTo>
                  <a:pt x="70647" y="50025"/>
                  <a:pt x="72250" y="40536"/>
                  <a:pt x="75454" y="31463"/>
                </a:cubicBezTo>
                <a:cubicBezTo>
                  <a:pt x="79200" y="20934"/>
                  <a:pt x="84985" y="10446"/>
                  <a:pt x="92809" y="0"/>
                </a:cubicBezTo>
                <a:lnTo>
                  <a:pt x="100862" y="0"/>
                </a:lnTo>
                <a:cubicBezTo>
                  <a:pt x="95826" y="8657"/>
                  <a:pt x="92497" y="14837"/>
                  <a:pt x="90874" y="18541"/>
                </a:cubicBezTo>
                <a:cubicBezTo>
                  <a:pt x="88335" y="24284"/>
                  <a:pt x="86337" y="30277"/>
                  <a:pt x="84881" y="36520"/>
                </a:cubicBezTo>
                <a:cubicBezTo>
                  <a:pt x="83091" y="44303"/>
                  <a:pt x="82196" y="52127"/>
                  <a:pt x="82196" y="59993"/>
                </a:cubicBezTo>
                <a:cubicBezTo>
                  <a:pt x="82196" y="80011"/>
                  <a:pt x="88418" y="100009"/>
                  <a:pt x="100862" y="119986"/>
                </a:cubicBezTo>
                <a:lnTo>
                  <a:pt x="92809" y="119986"/>
                </a:lnTo>
                <a:close/>
                <a:moveTo>
                  <a:pt x="169844" y="82217"/>
                </a:moveTo>
                <a:lnTo>
                  <a:pt x="169844" y="93017"/>
                </a:lnTo>
                <a:lnTo>
                  <a:pt x="109352" y="93017"/>
                </a:lnTo>
                <a:cubicBezTo>
                  <a:pt x="109268" y="90313"/>
                  <a:pt x="109705" y="87713"/>
                  <a:pt x="110663" y="85217"/>
                </a:cubicBezTo>
                <a:cubicBezTo>
                  <a:pt x="112202" y="81100"/>
                  <a:pt x="114668" y="77045"/>
                  <a:pt x="118060" y="73052"/>
                </a:cubicBezTo>
                <a:cubicBezTo>
                  <a:pt x="121452" y="69059"/>
                  <a:pt x="126353" y="64442"/>
                  <a:pt x="132762" y="59201"/>
                </a:cubicBezTo>
                <a:cubicBezTo>
                  <a:pt x="142709" y="51051"/>
                  <a:pt x="149430" y="44596"/>
                  <a:pt x="152926" y="39835"/>
                </a:cubicBezTo>
                <a:cubicBezTo>
                  <a:pt x="156422" y="35073"/>
                  <a:pt x="158170" y="30572"/>
                  <a:pt x="158170" y="26331"/>
                </a:cubicBezTo>
                <a:cubicBezTo>
                  <a:pt x="158170" y="21881"/>
                  <a:pt x="156578" y="18129"/>
                  <a:pt x="153394" y="15072"/>
                </a:cubicBezTo>
                <a:cubicBezTo>
                  <a:pt x="150210" y="12016"/>
                  <a:pt x="146059" y="10488"/>
                  <a:pt x="140940" y="10488"/>
                </a:cubicBezTo>
                <a:cubicBezTo>
                  <a:pt x="135529" y="10488"/>
                  <a:pt x="131201" y="12111"/>
                  <a:pt x="127955" y="15357"/>
                </a:cubicBezTo>
                <a:cubicBezTo>
                  <a:pt x="124709" y="18603"/>
                  <a:pt x="123065" y="23098"/>
                  <a:pt x="123023" y="28841"/>
                </a:cubicBezTo>
                <a:lnTo>
                  <a:pt x="111474" y="27653"/>
                </a:lnTo>
                <a:cubicBezTo>
                  <a:pt x="112265" y="19019"/>
                  <a:pt x="115241" y="12439"/>
                  <a:pt x="120401" y="7913"/>
                </a:cubicBezTo>
                <a:cubicBezTo>
                  <a:pt x="125562" y="3387"/>
                  <a:pt x="132491" y="1124"/>
                  <a:pt x="141190" y="1124"/>
                </a:cubicBezTo>
                <a:cubicBezTo>
                  <a:pt x="149971" y="1124"/>
                  <a:pt x="156921" y="3559"/>
                  <a:pt x="162040" y="8430"/>
                </a:cubicBezTo>
                <a:cubicBezTo>
                  <a:pt x="167159" y="13300"/>
                  <a:pt x="169719" y="19337"/>
                  <a:pt x="169719" y="26539"/>
                </a:cubicBezTo>
                <a:cubicBezTo>
                  <a:pt x="169719" y="30203"/>
                  <a:pt x="168970" y="33804"/>
                  <a:pt x="167472" y="37343"/>
                </a:cubicBezTo>
                <a:cubicBezTo>
                  <a:pt x="165973" y="40882"/>
                  <a:pt x="163487" y="44608"/>
                  <a:pt x="160011" y="48522"/>
                </a:cubicBezTo>
                <a:cubicBezTo>
                  <a:pt x="156536" y="52434"/>
                  <a:pt x="150762" y="57804"/>
                  <a:pt x="142688" y="64632"/>
                </a:cubicBezTo>
                <a:cubicBezTo>
                  <a:pt x="135946" y="70286"/>
                  <a:pt x="131617" y="74121"/>
                  <a:pt x="129703" y="76138"/>
                </a:cubicBezTo>
                <a:cubicBezTo>
                  <a:pt x="127788" y="78154"/>
                  <a:pt x="126207" y="80180"/>
                  <a:pt x="124958" y="82217"/>
                </a:cubicBezTo>
                <a:lnTo>
                  <a:pt x="169844" y="82217"/>
                </a:lnTo>
                <a:close/>
                <a:moveTo>
                  <a:pt x="187927" y="93017"/>
                </a:moveTo>
                <a:lnTo>
                  <a:pt x="187927" y="80157"/>
                </a:lnTo>
                <a:lnTo>
                  <a:pt x="200725" y="80157"/>
                </a:lnTo>
                <a:lnTo>
                  <a:pt x="200725" y="92980"/>
                </a:lnTo>
                <a:cubicBezTo>
                  <a:pt x="200725" y="97693"/>
                  <a:pt x="199892" y="101499"/>
                  <a:pt x="198228" y="104396"/>
                </a:cubicBezTo>
                <a:cubicBezTo>
                  <a:pt x="196563" y="107295"/>
                  <a:pt x="193920" y="109537"/>
                  <a:pt x="190299" y="111121"/>
                </a:cubicBezTo>
                <a:lnTo>
                  <a:pt x="187178" y="106252"/>
                </a:lnTo>
                <a:cubicBezTo>
                  <a:pt x="189550" y="105216"/>
                  <a:pt x="191298" y="103694"/>
                  <a:pt x="192422" y="101685"/>
                </a:cubicBezTo>
                <a:cubicBezTo>
                  <a:pt x="193546" y="99675"/>
                  <a:pt x="194170" y="96786"/>
                  <a:pt x="194295" y="93017"/>
                </a:cubicBezTo>
                <a:lnTo>
                  <a:pt x="187927" y="93017"/>
                </a:lnTo>
                <a:close/>
                <a:moveTo>
                  <a:pt x="217477" y="68670"/>
                </a:moveTo>
                <a:lnTo>
                  <a:pt x="228714" y="67172"/>
                </a:lnTo>
                <a:cubicBezTo>
                  <a:pt x="230004" y="73540"/>
                  <a:pt x="232199" y="78128"/>
                  <a:pt x="235300" y="80937"/>
                </a:cubicBezTo>
                <a:cubicBezTo>
                  <a:pt x="238400" y="83746"/>
                  <a:pt x="242177" y="85151"/>
                  <a:pt x="246630" y="85151"/>
                </a:cubicBezTo>
                <a:cubicBezTo>
                  <a:pt x="251916" y="85151"/>
                  <a:pt x="256380" y="83323"/>
                  <a:pt x="260021" y="79667"/>
                </a:cubicBezTo>
                <a:cubicBezTo>
                  <a:pt x="263663" y="76011"/>
                  <a:pt x="265484" y="71483"/>
                  <a:pt x="265484" y="66081"/>
                </a:cubicBezTo>
                <a:cubicBezTo>
                  <a:pt x="265484" y="60929"/>
                  <a:pt x="263798" y="56680"/>
                  <a:pt x="260427" y="53336"/>
                </a:cubicBezTo>
                <a:cubicBezTo>
                  <a:pt x="257056" y="49991"/>
                  <a:pt x="252769" y="48319"/>
                  <a:pt x="247567" y="48319"/>
                </a:cubicBezTo>
                <a:cubicBezTo>
                  <a:pt x="245444" y="48319"/>
                  <a:pt x="242802" y="48735"/>
                  <a:pt x="239639" y="49567"/>
                </a:cubicBezTo>
                <a:lnTo>
                  <a:pt x="240887" y="39704"/>
                </a:lnTo>
                <a:cubicBezTo>
                  <a:pt x="241636" y="39787"/>
                  <a:pt x="242240" y="39829"/>
                  <a:pt x="242698" y="39829"/>
                </a:cubicBezTo>
                <a:cubicBezTo>
                  <a:pt x="247484" y="39829"/>
                  <a:pt x="251791" y="38591"/>
                  <a:pt x="255620" y="36114"/>
                </a:cubicBezTo>
                <a:cubicBezTo>
                  <a:pt x="259449" y="33638"/>
                  <a:pt x="261363" y="29821"/>
                  <a:pt x="261363" y="24663"/>
                </a:cubicBezTo>
                <a:cubicBezTo>
                  <a:pt x="261363" y="20578"/>
                  <a:pt x="259969" y="17194"/>
                  <a:pt x="257181" y="14512"/>
                </a:cubicBezTo>
                <a:cubicBezTo>
                  <a:pt x="254392" y="11829"/>
                  <a:pt x="250792" y="10488"/>
                  <a:pt x="246381" y="10488"/>
                </a:cubicBezTo>
                <a:cubicBezTo>
                  <a:pt x="242011" y="10488"/>
                  <a:pt x="238369" y="11861"/>
                  <a:pt x="235456" y="14608"/>
                </a:cubicBezTo>
                <a:cubicBezTo>
                  <a:pt x="232543" y="17355"/>
                  <a:pt x="230670" y="21475"/>
                  <a:pt x="229838" y="26969"/>
                </a:cubicBezTo>
                <a:lnTo>
                  <a:pt x="218601" y="24971"/>
                </a:lnTo>
                <a:cubicBezTo>
                  <a:pt x="219974" y="17399"/>
                  <a:pt x="223095" y="11532"/>
                  <a:pt x="227965" y="7368"/>
                </a:cubicBezTo>
                <a:cubicBezTo>
                  <a:pt x="232834" y="3205"/>
                  <a:pt x="238889" y="1124"/>
                  <a:pt x="246131" y="1124"/>
                </a:cubicBezTo>
                <a:cubicBezTo>
                  <a:pt x="251125" y="1124"/>
                  <a:pt x="255724" y="2192"/>
                  <a:pt x="259928" y="4329"/>
                </a:cubicBezTo>
                <a:cubicBezTo>
                  <a:pt x="264131" y="6466"/>
                  <a:pt x="267346" y="9381"/>
                  <a:pt x="269573" y="13075"/>
                </a:cubicBezTo>
                <a:cubicBezTo>
                  <a:pt x="271799" y="16767"/>
                  <a:pt x="272912" y="20688"/>
                  <a:pt x="272912" y="24838"/>
                </a:cubicBezTo>
                <a:cubicBezTo>
                  <a:pt x="272912" y="28780"/>
                  <a:pt x="271851" y="32370"/>
                  <a:pt x="269729" y="35607"/>
                </a:cubicBezTo>
                <a:cubicBezTo>
                  <a:pt x="267606" y="38843"/>
                  <a:pt x="264464" y="41415"/>
                  <a:pt x="260302" y="43325"/>
                </a:cubicBezTo>
                <a:cubicBezTo>
                  <a:pt x="265712" y="44573"/>
                  <a:pt x="269916" y="47164"/>
                  <a:pt x="272912" y="51097"/>
                </a:cubicBezTo>
                <a:cubicBezTo>
                  <a:pt x="275909" y="55030"/>
                  <a:pt x="277407" y="59951"/>
                  <a:pt x="277407" y="65861"/>
                </a:cubicBezTo>
                <a:cubicBezTo>
                  <a:pt x="277407" y="73852"/>
                  <a:pt x="274494" y="80625"/>
                  <a:pt x="268667" y="86181"/>
                </a:cubicBezTo>
                <a:cubicBezTo>
                  <a:pt x="262841" y="91737"/>
                  <a:pt x="255474" y="94515"/>
                  <a:pt x="246568" y="94515"/>
                </a:cubicBezTo>
                <a:cubicBezTo>
                  <a:pt x="238536" y="94515"/>
                  <a:pt x="231866" y="92116"/>
                  <a:pt x="226560" y="87318"/>
                </a:cubicBezTo>
                <a:cubicBezTo>
                  <a:pt x="221254" y="82521"/>
                  <a:pt x="218226" y="76305"/>
                  <a:pt x="217477" y="68670"/>
                </a:cubicBezTo>
                <a:close/>
                <a:moveTo>
                  <a:pt x="298987" y="119986"/>
                </a:moveTo>
                <a:lnTo>
                  <a:pt x="290934" y="119986"/>
                </a:lnTo>
                <a:cubicBezTo>
                  <a:pt x="303378" y="100009"/>
                  <a:pt x="309600" y="80011"/>
                  <a:pt x="309600" y="59993"/>
                </a:cubicBezTo>
                <a:cubicBezTo>
                  <a:pt x="309600" y="52169"/>
                  <a:pt x="308705" y="44407"/>
                  <a:pt x="306916" y="36707"/>
                </a:cubicBezTo>
                <a:cubicBezTo>
                  <a:pt x="305501" y="30465"/>
                  <a:pt x="303524" y="24472"/>
                  <a:pt x="300985" y="18728"/>
                </a:cubicBezTo>
                <a:cubicBezTo>
                  <a:pt x="299362" y="14983"/>
                  <a:pt x="296012" y="8740"/>
                  <a:pt x="290934" y="0"/>
                </a:cubicBezTo>
                <a:lnTo>
                  <a:pt x="298987" y="0"/>
                </a:lnTo>
                <a:cubicBezTo>
                  <a:pt x="306812" y="10446"/>
                  <a:pt x="312597" y="20934"/>
                  <a:pt x="316342" y="31463"/>
                </a:cubicBezTo>
                <a:cubicBezTo>
                  <a:pt x="319547" y="40536"/>
                  <a:pt x="321149" y="50025"/>
                  <a:pt x="321149" y="59930"/>
                </a:cubicBezTo>
                <a:cubicBezTo>
                  <a:pt x="321149" y="71167"/>
                  <a:pt x="318995" y="82030"/>
                  <a:pt x="314688" y="92517"/>
                </a:cubicBezTo>
                <a:cubicBezTo>
                  <a:pt x="310380" y="103005"/>
                  <a:pt x="305147" y="112161"/>
                  <a:pt x="2989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A49167-E41D-46DB-8E3F-054153D39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2648806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24C816-7241-4511-BCD6-FFBBAF8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2642995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2"/>
                </a:lnTo>
                <a:lnTo>
                  <a:pt x="0" y="133662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7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7"/>
                </a:lnTo>
                <a:lnTo>
                  <a:pt x="1046056" y="145287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Text u(⟂,3)">
            <a:extLst xmlns:a="http://schemas.openxmlformats.org/drawingml/2006/main">
              <a:ext uri="{FF2B5EF4-FFF2-40B4-BE49-F238E27FC236}">
                <a16:creationId xmlns:a16="http://schemas.microsoft.com/office/drawing/2014/main" id="{E4560D21-FF94-4556-BC0E-707F10E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954" y="2705375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4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0" y="119986"/>
                </a:lnTo>
                <a:close/>
                <a:moveTo>
                  <a:pt x="113245" y="93017"/>
                </a:moveTo>
                <a:lnTo>
                  <a:pt x="113245" y="84714"/>
                </a:lnTo>
                <a:lnTo>
                  <a:pt x="149702" y="84714"/>
                </a:lnTo>
                <a:lnTo>
                  <a:pt x="149702" y="19977"/>
                </a:lnTo>
                <a:lnTo>
                  <a:pt x="158567" y="19977"/>
                </a:lnTo>
                <a:lnTo>
                  <a:pt x="158567" y="84714"/>
                </a:lnTo>
                <a:lnTo>
                  <a:pt x="195025" y="84714"/>
                </a:lnTo>
                <a:lnTo>
                  <a:pt x="195025" y="93017"/>
                </a:lnTo>
                <a:lnTo>
                  <a:pt x="113245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2" y="101499"/>
                  <a:pt x="224427" y="104396"/>
                </a:cubicBezTo>
                <a:cubicBezTo>
                  <a:pt x="222762" y="107295"/>
                  <a:pt x="220119" y="109537"/>
                  <a:pt x="216499" y="111121"/>
                </a:cubicBezTo>
                <a:lnTo>
                  <a:pt x="213377" y="106252"/>
                </a:lnTo>
                <a:cubicBezTo>
                  <a:pt x="215750" y="105216"/>
                  <a:pt x="217498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76" y="68670"/>
                </a:moveTo>
                <a:lnTo>
                  <a:pt x="254913" y="67172"/>
                </a:lnTo>
                <a:cubicBezTo>
                  <a:pt x="256203" y="73540"/>
                  <a:pt x="258398" y="78128"/>
                  <a:pt x="261499" y="80937"/>
                </a:cubicBezTo>
                <a:cubicBezTo>
                  <a:pt x="264599" y="83746"/>
                  <a:pt x="268376" y="85151"/>
                  <a:pt x="272829" y="85151"/>
                </a:cubicBezTo>
                <a:cubicBezTo>
                  <a:pt x="278115" y="85151"/>
                  <a:pt x="282579" y="83323"/>
                  <a:pt x="286220" y="79667"/>
                </a:cubicBezTo>
                <a:cubicBezTo>
                  <a:pt x="289862" y="76011"/>
                  <a:pt x="291683" y="71483"/>
                  <a:pt x="291683" y="66081"/>
                </a:cubicBezTo>
                <a:cubicBezTo>
                  <a:pt x="291683" y="60929"/>
                  <a:pt x="289997" y="56680"/>
                  <a:pt x="286626" y="53336"/>
                </a:cubicBezTo>
                <a:cubicBezTo>
                  <a:pt x="283255" y="49991"/>
                  <a:pt x="278968" y="48319"/>
                  <a:pt x="273766" y="48319"/>
                </a:cubicBezTo>
                <a:cubicBezTo>
                  <a:pt x="271643" y="48319"/>
                  <a:pt x="269001" y="48735"/>
                  <a:pt x="265838" y="49567"/>
                </a:cubicBezTo>
                <a:lnTo>
                  <a:pt x="267086" y="39704"/>
                </a:lnTo>
                <a:cubicBezTo>
                  <a:pt x="267835" y="39787"/>
                  <a:pt x="268439" y="39829"/>
                  <a:pt x="268897" y="39829"/>
                </a:cubicBezTo>
                <a:cubicBezTo>
                  <a:pt x="273683" y="39829"/>
                  <a:pt x="277990" y="38591"/>
                  <a:pt x="281819" y="36114"/>
                </a:cubicBezTo>
                <a:cubicBezTo>
                  <a:pt x="285648" y="33638"/>
                  <a:pt x="287562" y="29821"/>
                  <a:pt x="287562" y="24663"/>
                </a:cubicBezTo>
                <a:cubicBezTo>
                  <a:pt x="287562" y="20578"/>
                  <a:pt x="286168" y="17194"/>
                  <a:pt x="283380" y="14512"/>
                </a:cubicBezTo>
                <a:cubicBezTo>
                  <a:pt x="280591" y="11829"/>
                  <a:pt x="276991" y="10488"/>
                  <a:pt x="272580" y="10488"/>
                </a:cubicBezTo>
                <a:cubicBezTo>
                  <a:pt x="268210" y="10488"/>
                  <a:pt x="264568" y="11861"/>
                  <a:pt x="261655" y="14608"/>
                </a:cubicBezTo>
                <a:cubicBezTo>
                  <a:pt x="258742" y="17355"/>
                  <a:pt x="256869" y="21475"/>
                  <a:pt x="256036" y="26969"/>
                </a:cubicBezTo>
                <a:lnTo>
                  <a:pt x="244800" y="24971"/>
                </a:lnTo>
                <a:cubicBezTo>
                  <a:pt x="246173" y="17399"/>
                  <a:pt x="249294" y="11532"/>
                  <a:pt x="254164" y="7368"/>
                </a:cubicBezTo>
                <a:cubicBezTo>
                  <a:pt x="259033" y="3205"/>
                  <a:pt x="265088" y="1124"/>
                  <a:pt x="272330" y="1124"/>
                </a:cubicBezTo>
                <a:cubicBezTo>
                  <a:pt x="277324" y="1124"/>
                  <a:pt x="281923" y="2192"/>
                  <a:pt x="286127" y="4329"/>
                </a:cubicBezTo>
                <a:cubicBezTo>
                  <a:pt x="290330" y="6466"/>
                  <a:pt x="293545" y="9381"/>
                  <a:pt x="295772" y="13075"/>
                </a:cubicBezTo>
                <a:cubicBezTo>
                  <a:pt x="297998" y="16767"/>
                  <a:pt x="299111" y="20688"/>
                  <a:pt x="299111" y="24838"/>
                </a:cubicBezTo>
                <a:cubicBezTo>
                  <a:pt x="299111" y="28780"/>
                  <a:pt x="298050" y="32370"/>
                  <a:pt x="295928" y="35607"/>
                </a:cubicBezTo>
                <a:cubicBezTo>
                  <a:pt x="293805" y="38843"/>
                  <a:pt x="290663" y="41415"/>
                  <a:pt x="286501" y="43325"/>
                </a:cubicBezTo>
                <a:cubicBezTo>
                  <a:pt x="291911" y="44573"/>
                  <a:pt x="296115" y="47164"/>
                  <a:pt x="299111" y="51097"/>
                </a:cubicBezTo>
                <a:cubicBezTo>
                  <a:pt x="302108" y="55030"/>
                  <a:pt x="303606" y="59951"/>
                  <a:pt x="303606" y="65861"/>
                </a:cubicBezTo>
                <a:cubicBezTo>
                  <a:pt x="303606" y="73852"/>
                  <a:pt x="300693" y="80625"/>
                  <a:pt x="294866" y="86181"/>
                </a:cubicBezTo>
                <a:cubicBezTo>
                  <a:pt x="289040" y="91737"/>
                  <a:pt x="281673" y="94515"/>
                  <a:pt x="272767" y="94515"/>
                </a:cubicBezTo>
                <a:cubicBezTo>
                  <a:pt x="264735" y="94515"/>
                  <a:pt x="258065" y="92116"/>
                  <a:pt x="252759" y="87318"/>
                </a:cubicBezTo>
                <a:cubicBezTo>
                  <a:pt x="247453" y="82521"/>
                  <a:pt x="244425" y="76305"/>
                  <a:pt x="243676" y="6867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7F4BC-0DFD-403B-9A3F-6C527ED2B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431746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2C7E56-D85B-425C-9C23-D4350A7D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425935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1"/>
                </a:lnTo>
                <a:lnTo>
                  <a:pt x="0" y="133661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6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6"/>
                </a:lnTo>
                <a:lnTo>
                  <a:pt x="1046056" y="145286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u({1,2},5)">
            <a:extLst xmlns:a="http://schemas.openxmlformats.org/drawingml/2006/main">
              <a:ext uri="{FF2B5EF4-FFF2-40B4-BE49-F238E27FC236}">
                <a16:creationId xmlns:a16="http://schemas.microsoft.com/office/drawing/2014/main" id="{71F0D9E6-7C60-4BDF-8264-88542981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960" y="485410"/>
            <a:ext cx="513181" cy="119986"/>
          </a:xfrm>
          <a:custGeom xmlns:a="http://schemas.openxmlformats.org/drawingml/2006/main">
            <a:pathLst>
              <a:path w="51318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39" y="54811"/>
                </a:moveTo>
                <a:cubicBezTo>
                  <a:pt x="112244" y="54728"/>
                  <a:pt x="114856" y="53866"/>
                  <a:pt x="116874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0" y="37684"/>
                  <a:pt x="121962" y="30742"/>
                </a:cubicBezTo>
                <a:cubicBezTo>
                  <a:pt x="122004" y="23799"/>
                  <a:pt x="122128" y="19226"/>
                  <a:pt x="122336" y="17023"/>
                </a:cubicBezTo>
                <a:cubicBezTo>
                  <a:pt x="122711" y="13531"/>
                  <a:pt x="123408" y="10725"/>
                  <a:pt x="124428" y="8605"/>
                </a:cubicBezTo>
                <a:cubicBezTo>
                  <a:pt x="125447" y="6485"/>
                  <a:pt x="126706" y="4791"/>
                  <a:pt x="128205" y="3523"/>
                </a:cubicBezTo>
                <a:cubicBezTo>
                  <a:pt x="129703" y="2255"/>
                  <a:pt x="131617" y="1289"/>
                  <a:pt x="133948" y="624"/>
                </a:cubicBezTo>
                <a:cubicBezTo>
                  <a:pt x="135529" y="208"/>
                  <a:pt x="138110" y="0"/>
                  <a:pt x="141689" y="0"/>
                </a:cubicBezTo>
                <a:lnTo>
                  <a:pt x="145185" y="0"/>
                </a:lnTo>
                <a:lnTo>
                  <a:pt x="145185" y="9864"/>
                </a:lnTo>
                <a:lnTo>
                  <a:pt x="143250" y="9864"/>
                </a:lnTo>
                <a:cubicBezTo>
                  <a:pt x="138921" y="9864"/>
                  <a:pt x="136050" y="10643"/>
                  <a:pt x="134635" y="12201"/>
                </a:cubicBezTo>
                <a:cubicBezTo>
                  <a:pt x="133220" y="13759"/>
                  <a:pt x="132512" y="17238"/>
                  <a:pt x="132512" y="22638"/>
                </a:cubicBezTo>
                <a:cubicBezTo>
                  <a:pt x="132512" y="33521"/>
                  <a:pt x="132283" y="40396"/>
                  <a:pt x="131825" y="43262"/>
                </a:cubicBezTo>
                <a:cubicBezTo>
                  <a:pt x="131076" y="47708"/>
                  <a:pt x="129797" y="51135"/>
                  <a:pt x="127986" y="53545"/>
                </a:cubicBezTo>
                <a:cubicBezTo>
                  <a:pt x="126176" y="55954"/>
                  <a:pt x="123335" y="58093"/>
                  <a:pt x="119465" y="59962"/>
                </a:cubicBezTo>
                <a:cubicBezTo>
                  <a:pt x="124043" y="61875"/>
                  <a:pt x="127362" y="64796"/>
                  <a:pt x="129422" y="68727"/>
                </a:cubicBezTo>
                <a:cubicBezTo>
                  <a:pt x="131482" y="72657"/>
                  <a:pt x="132512" y="79094"/>
                  <a:pt x="132512" y="88036"/>
                </a:cubicBezTo>
                <a:cubicBezTo>
                  <a:pt x="132512" y="96147"/>
                  <a:pt x="132595" y="100971"/>
                  <a:pt x="132762" y="102510"/>
                </a:cubicBezTo>
                <a:cubicBezTo>
                  <a:pt x="133095" y="105339"/>
                  <a:pt x="133938" y="107314"/>
                  <a:pt x="135290" y="108436"/>
                </a:cubicBezTo>
                <a:cubicBezTo>
                  <a:pt x="136643" y="109560"/>
                  <a:pt x="139296" y="110122"/>
                  <a:pt x="143250" y="110122"/>
                </a:cubicBezTo>
                <a:lnTo>
                  <a:pt x="145185" y="110122"/>
                </a:lnTo>
                <a:lnTo>
                  <a:pt x="145185" y="119986"/>
                </a:lnTo>
                <a:lnTo>
                  <a:pt x="141689" y="119986"/>
                </a:lnTo>
                <a:cubicBezTo>
                  <a:pt x="137610" y="119986"/>
                  <a:pt x="134655" y="119653"/>
                  <a:pt x="132824" y="118987"/>
                </a:cubicBezTo>
                <a:cubicBezTo>
                  <a:pt x="130161" y="118030"/>
                  <a:pt x="127955" y="116479"/>
                  <a:pt x="126207" y="114336"/>
                </a:cubicBezTo>
                <a:cubicBezTo>
                  <a:pt x="124459" y="112193"/>
                  <a:pt x="123325" y="109477"/>
                  <a:pt x="122805" y="106189"/>
                </a:cubicBezTo>
                <a:cubicBezTo>
                  <a:pt x="122284" y="102901"/>
                  <a:pt x="122004" y="97512"/>
                  <a:pt x="121962" y="90020"/>
                </a:cubicBezTo>
                <a:cubicBezTo>
                  <a:pt x="121920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4" y="67671"/>
                </a:cubicBezTo>
                <a:cubicBezTo>
                  <a:pt x="114856" y="66007"/>
                  <a:pt x="112244" y="65133"/>
                  <a:pt x="109039" y="65049"/>
                </a:cubicBezTo>
                <a:lnTo>
                  <a:pt x="109039" y="54811"/>
                </a:lnTo>
                <a:close/>
                <a:moveTo>
                  <a:pt x="195815" y="93017"/>
                </a:moveTo>
                <a:lnTo>
                  <a:pt x="184578" y="93017"/>
                </a:lnTo>
                <a:lnTo>
                  <a:pt x="184578" y="21413"/>
                </a:lnTo>
                <a:cubicBezTo>
                  <a:pt x="181873" y="23993"/>
                  <a:pt x="178325" y="26573"/>
                  <a:pt x="173935" y="29154"/>
                </a:cubicBezTo>
                <a:cubicBezTo>
                  <a:pt x="169544" y="31734"/>
                  <a:pt x="165601" y="33669"/>
                  <a:pt x="162105" y="34959"/>
                </a:cubicBezTo>
                <a:lnTo>
                  <a:pt x="162105" y="24097"/>
                </a:lnTo>
                <a:cubicBezTo>
                  <a:pt x="168389" y="21142"/>
                  <a:pt x="173883" y="17563"/>
                  <a:pt x="178585" y="13359"/>
                </a:cubicBezTo>
                <a:cubicBezTo>
                  <a:pt x="183288" y="9156"/>
                  <a:pt x="186618" y="5077"/>
                  <a:pt x="188574" y="1124"/>
                </a:cubicBezTo>
                <a:lnTo>
                  <a:pt x="195815" y="1124"/>
                </a:lnTo>
                <a:lnTo>
                  <a:pt x="195815" y="93017"/>
                </a:lnTo>
                <a:close/>
                <a:moveTo>
                  <a:pt x="230630" y="93017"/>
                </a:moveTo>
                <a:lnTo>
                  <a:pt x="230630" y="80157"/>
                </a:lnTo>
                <a:lnTo>
                  <a:pt x="243428" y="80157"/>
                </a:lnTo>
                <a:lnTo>
                  <a:pt x="243428" y="92980"/>
                </a:lnTo>
                <a:cubicBezTo>
                  <a:pt x="243428" y="97693"/>
                  <a:pt x="242595" y="101499"/>
                  <a:pt x="240931" y="104396"/>
                </a:cubicBezTo>
                <a:cubicBezTo>
                  <a:pt x="239266" y="107295"/>
                  <a:pt x="236623" y="109537"/>
                  <a:pt x="233002" y="111121"/>
                </a:cubicBezTo>
                <a:lnTo>
                  <a:pt x="229881" y="106252"/>
                </a:lnTo>
                <a:cubicBezTo>
                  <a:pt x="232253" y="105216"/>
                  <a:pt x="234001" y="103694"/>
                  <a:pt x="235125" y="101685"/>
                </a:cubicBezTo>
                <a:cubicBezTo>
                  <a:pt x="236249" y="99675"/>
                  <a:pt x="236873" y="96786"/>
                  <a:pt x="236998" y="93017"/>
                </a:cubicBezTo>
                <a:lnTo>
                  <a:pt x="230630" y="93017"/>
                </a:lnTo>
                <a:close/>
                <a:moveTo>
                  <a:pt x="319174" y="82217"/>
                </a:moveTo>
                <a:lnTo>
                  <a:pt x="319174" y="93017"/>
                </a:lnTo>
                <a:lnTo>
                  <a:pt x="258681" y="93017"/>
                </a:lnTo>
                <a:cubicBezTo>
                  <a:pt x="258598" y="90313"/>
                  <a:pt x="259035" y="87713"/>
                  <a:pt x="259992" y="85217"/>
                </a:cubicBezTo>
                <a:cubicBezTo>
                  <a:pt x="261532" y="81100"/>
                  <a:pt x="263998" y="77045"/>
                  <a:pt x="267390" y="73052"/>
                </a:cubicBezTo>
                <a:cubicBezTo>
                  <a:pt x="270782" y="69059"/>
                  <a:pt x="275682" y="64442"/>
                  <a:pt x="282092" y="59201"/>
                </a:cubicBezTo>
                <a:cubicBezTo>
                  <a:pt x="292038" y="51051"/>
                  <a:pt x="298760" y="44596"/>
                  <a:pt x="302256" y="39835"/>
                </a:cubicBezTo>
                <a:cubicBezTo>
                  <a:pt x="305752" y="35073"/>
                  <a:pt x="307500" y="30572"/>
                  <a:pt x="307500" y="26331"/>
                </a:cubicBezTo>
                <a:cubicBezTo>
                  <a:pt x="307500" y="21881"/>
                  <a:pt x="305908" y="18129"/>
                  <a:pt x="302724" y="15072"/>
                </a:cubicBezTo>
                <a:cubicBezTo>
                  <a:pt x="299540" y="12016"/>
                  <a:pt x="295389" y="10488"/>
                  <a:pt x="290270" y="10488"/>
                </a:cubicBezTo>
                <a:cubicBezTo>
                  <a:pt x="284859" y="10488"/>
                  <a:pt x="280531" y="12111"/>
                  <a:pt x="277285" y="15357"/>
                </a:cubicBezTo>
                <a:cubicBezTo>
                  <a:pt x="274039" y="18603"/>
                  <a:pt x="272395" y="23098"/>
                  <a:pt x="272353" y="28841"/>
                </a:cubicBezTo>
                <a:lnTo>
                  <a:pt x="260804" y="27653"/>
                </a:lnTo>
                <a:cubicBezTo>
                  <a:pt x="261595" y="19019"/>
                  <a:pt x="264570" y="12439"/>
                  <a:pt x="269731" y="7913"/>
                </a:cubicBezTo>
                <a:cubicBezTo>
                  <a:pt x="274892" y="3387"/>
                  <a:pt x="281821" y="1124"/>
                  <a:pt x="290519" y="1124"/>
                </a:cubicBezTo>
                <a:cubicBezTo>
                  <a:pt x="299301" y="1124"/>
                  <a:pt x="306251" y="3559"/>
                  <a:pt x="311370" y="8430"/>
                </a:cubicBezTo>
                <a:cubicBezTo>
                  <a:pt x="316489" y="13300"/>
                  <a:pt x="319049" y="19337"/>
                  <a:pt x="319049" y="26539"/>
                </a:cubicBezTo>
                <a:cubicBezTo>
                  <a:pt x="319049" y="30203"/>
                  <a:pt x="318300" y="33804"/>
                  <a:pt x="316801" y="37343"/>
                </a:cubicBezTo>
                <a:cubicBezTo>
                  <a:pt x="315303" y="40882"/>
                  <a:pt x="312816" y="44608"/>
                  <a:pt x="309341" y="48522"/>
                </a:cubicBezTo>
                <a:cubicBezTo>
                  <a:pt x="305866" y="52434"/>
                  <a:pt x="300092" y="57804"/>
                  <a:pt x="292018" y="64632"/>
                </a:cubicBezTo>
                <a:cubicBezTo>
                  <a:pt x="285275" y="70286"/>
                  <a:pt x="280947" y="74121"/>
                  <a:pt x="279033" y="76138"/>
                </a:cubicBezTo>
                <a:cubicBezTo>
                  <a:pt x="277118" y="78154"/>
                  <a:pt x="275537" y="80180"/>
                  <a:pt x="274288" y="82217"/>
                </a:cubicBezTo>
                <a:lnTo>
                  <a:pt x="319174" y="82217"/>
                </a:lnTo>
                <a:close/>
                <a:moveTo>
                  <a:pt x="364976" y="54811"/>
                </a:moveTo>
                <a:lnTo>
                  <a:pt x="364976" y="65049"/>
                </a:lnTo>
                <a:cubicBezTo>
                  <a:pt x="361771" y="65133"/>
                  <a:pt x="359159" y="66007"/>
                  <a:pt x="357141" y="67671"/>
                </a:cubicBezTo>
                <a:cubicBezTo>
                  <a:pt x="355122" y="69336"/>
                  <a:pt x="353780" y="71594"/>
                  <a:pt x="353114" y="74445"/>
                </a:cubicBezTo>
                <a:cubicBezTo>
                  <a:pt x="352449" y="77296"/>
                  <a:pt x="352095" y="82196"/>
                  <a:pt x="352053" y="89146"/>
                </a:cubicBezTo>
                <a:cubicBezTo>
                  <a:pt x="352012" y="96097"/>
                  <a:pt x="351887" y="100675"/>
                  <a:pt x="351679" y="102880"/>
                </a:cubicBezTo>
                <a:cubicBezTo>
                  <a:pt x="351304" y="106418"/>
                  <a:pt x="350607" y="109238"/>
                  <a:pt x="349587" y="111339"/>
                </a:cubicBezTo>
                <a:cubicBezTo>
                  <a:pt x="348568" y="113441"/>
                  <a:pt x="347309" y="115127"/>
                  <a:pt x="345810" y="116396"/>
                </a:cubicBezTo>
                <a:cubicBezTo>
                  <a:pt x="344312" y="117665"/>
                  <a:pt x="342398" y="118633"/>
                  <a:pt x="340067" y="119299"/>
                </a:cubicBezTo>
                <a:cubicBezTo>
                  <a:pt x="338486" y="119757"/>
                  <a:pt x="335905" y="119986"/>
                  <a:pt x="332326" y="119986"/>
                </a:cubicBezTo>
                <a:lnTo>
                  <a:pt x="328830" y="119986"/>
                </a:lnTo>
                <a:lnTo>
                  <a:pt x="328830" y="110122"/>
                </a:lnTo>
                <a:lnTo>
                  <a:pt x="330765" y="110122"/>
                </a:lnTo>
                <a:cubicBezTo>
                  <a:pt x="335094" y="110122"/>
                  <a:pt x="337965" y="109342"/>
                  <a:pt x="339380" y="107781"/>
                </a:cubicBezTo>
                <a:cubicBezTo>
                  <a:pt x="340795" y="106222"/>
                  <a:pt x="341503" y="102718"/>
                  <a:pt x="341503" y="97270"/>
                </a:cubicBezTo>
                <a:cubicBezTo>
                  <a:pt x="341503" y="86872"/>
                  <a:pt x="341690" y="80279"/>
                  <a:pt x="342065" y="77492"/>
                </a:cubicBezTo>
                <a:cubicBezTo>
                  <a:pt x="342731" y="72876"/>
                  <a:pt x="344062" y="69185"/>
                  <a:pt x="346060" y="66419"/>
                </a:cubicBezTo>
                <a:cubicBezTo>
                  <a:pt x="348058" y="63653"/>
                  <a:pt x="350888" y="61500"/>
                  <a:pt x="354550" y="59962"/>
                </a:cubicBezTo>
                <a:cubicBezTo>
                  <a:pt x="349764" y="57676"/>
                  <a:pt x="346393" y="54655"/>
                  <a:pt x="344437" y="50896"/>
                </a:cubicBezTo>
                <a:cubicBezTo>
                  <a:pt x="342481" y="47136"/>
                  <a:pt x="341503" y="40790"/>
                  <a:pt x="341503" y="31859"/>
                </a:cubicBezTo>
                <a:cubicBezTo>
                  <a:pt x="341503" y="23759"/>
                  <a:pt x="341399" y="18920"/>
                  <a:pt x="341191" y="17341"/>
                </a:cubicBezTo>
                <a:cubicBezTo>
                  <a:pt x="340899" y="14558"/>
                  <a:pt x="340077" y="12616"/>
                  <a:pt x="338725" y="11516"/>
                </a:cubicBezTo>
                <a:cubicBezTo>
                  <a:pt x="337372" y="10414"/>
                  <a:pt x="334719" y="9864"/>
                  <a:pt x="330765" y="9864"/>
                </a:cubicBezTo>
                <a:lnTo>
                  <a:pt x="328830" y="9864"/>
                </a:lnTo>
                <a:lnTo>
                  <a:pt x="328830" y="0"/>
                </a:lnTo>
                <a:lnTo>
                  <a:pt x="332326" y="0"/>
                </a:lnTo>
                <a:cubicBezTo>
                  <a:pt x="336405" y="0"/>
                  <a:pt x="339360" y="332"/>
                  <a:pt x="341191" y="997"/>
                </a:cubicBezTo>
                <a:cubicBezTo>
                  <a:pt x="343854" y="1912"/>
                  <a:pt x="346060" y="3451"/>
                  <a:pt x="347808" y="5613"/>
                </a:cubicBezTo>
                <a:cubicBezTo>
                  <a:pt x="349556" y="7774"/>
                  <a:pt x="350690" y="10497"/>
                  <a:pt x="351210" y="13781"/>
                </a:cubicBezTo>
                <a:cubicBezTo>
                  <a:pt x="351731" y="17065"/>
                  <a:pt x="352012" y="22449"/>
                  <a:pt x="352053" y="29932"/>
                </a:cubicBezTo>
                <a:cubicBezTo>
                  <a:pt x="352095" y="37414"/>
                  <a:pt x="352449" y="42579"/>
                  <a:pt x="353114" y="45428"/>
                </a:cubicBezTo>
                <a:cubicBezTo>
                  <a:pt x="353780" y="48275"/>
                  <a:pt x="355122" y="50530"/>
                  <a:pt x="357141" y="52193"/>
                </a:cubicBezTo>
                <a:cubicBezTo>
                  <a:pt x="359159" y="53855"/>
                  <a:pt x="361771" y="54728"/>
                  <a:pt x="364976" y="54811"/>
                </a:cubicBezTo>
                <a:close/>
                <a:moveTo>
                  <a:pt x="379959" y="93017"/>
                </a:moveTo>
                <a:lnTo>
                  <a:pt x="379959" y="80157"/>
                </a:lnTo>
                <a:lnTo>
                  <a:pt x="392757" y="80157"/>
                </a:lnTo>
                <a:lnTo>
                  <a:pt x="392757" y="92980"/>
                </a:lnTo>
                <a:cubicBezTo>
                  <a:pt x="392757" y="97693"/>
                  <a:pt x="391924" y="101499"/>
                  <a:pt x="390260" y="104396"/>
                </a:cubicBezTo>
                <a:cubicBezTo>
                  <a:pt x="388595" y="107295"/>
                  <a:pt x="385952" y="109537"/>
                  <a:pt x="382331" y="111121"/>
                </a:cubicBezTo>
                <a:lnTo>
                  <a:pt x="379210" y="106252"/>
                </a:lnTo>
                <a:cubicBezTo>
                  <a:pt x="381582" y="105216"/>
                  <a:pt x="383330" y="103694"/>
                  <a:pt x="384454" y="101685"/>
                </a:cubicBezTo>
                <a:cubicBezTo>
                  <a:pt x="385578" y="99675"/>
                  <a:pt x="386202" y="96786"/>
                  <a:pt x="386327" y="93017"/>
                </a:cubicBezTo>
                <a:lnTo>
                  <a:pt x="379959" y="93017"/>
                </a:lnTo>
                <a:close/>
                <a:moveTo>
                  <a:pt x="409446" y="68920"/>
                </a:moveTo>
                <a:lnTo>
                  <a:pt x="421245" y="67921"/>
                </a:lnTo>
                <a:cubicBezTo>
                  <a:pt x="422119" y="73645"/>
                  <a:pt x="424148" y="77948"/>
                  <a:pt x="427332" y="80830"/>
                </a:cubicBezTo>
                <a:cubicBezTo>
                  <a:pt x="430516" y="83711"/>
                  <a:pt x="434355" y="85151"/>
                  <a:pt x="438850" y="85151"/>
                </a:cubicBezTo>
                <a:cubicBezTo>
                  <a:pt x="444260" y="85151"/>
                  <a:pt x="448838" y="83115"/>
                  <a:pt x="452584" y="79043"/>
                </a:cubicBezTo>
                <a:cubicBezTo>
                  <a:pt x="456329" y="74970"/>
                  <a:pt x="458202" y="69567"/>
                  <a:pt x="458202" y="62835"/>
                </a:cubicBezTo>
                <a:cubicBezTo>
                  <a:pt x="458202" y="56435"/>
                  <a:pt x="456402" y="51386"/>
                  <a:pt x="452802" y="47687"/>
                </a:cubicBezTo>
                <a:cubicBezTo>
                  <a:pt x="449202" y="43988"/>
                  <a:pt x="444489" y="42139"/>
                  <a:pt x="438662" y="42139"/>
                </a:cubicBezTo>
                <a:cubicBezTo>
                  <a:pt x="435042" y="42139"/>
                  <a:pt x="431775" y="42955"/>
                  <a:pt x="428861" y="44587"/>
                </a:cubicBezTo>
                <a:cubicBezTo>
                  <a:pt x="425948" y="46219"/>
                  <a:pt x="423659" y="48337"/>
                  <a:pt x="421994" y="50941"/>
                </a:cubicBezTo>
                <a:lnTo>
                  <a:pt x="411444" y="49567"/>
                </a:lnTo>
                <a:lnTo>
                  <a:pt x="420309" y="2622"/>
                </a:lnTo>
                <a:lnTo>
                  <a:pt x="465818" y="2622"/>
                </a:lnTo>
                <a:lnTo>
                  <a:pt x="465818" y="13235"/>
                </a:lnTo>
                <a:lnTo>
                  <a:pt x="429298" y="13235"/>
                </a:lnTo>
                <a:lnTo>
                  <a:pt x="424367" y="37893"/>
                </a:lnTo>
                <a:cubicBezTo>
                  <a:pt x="429860" y="34106"/>
                  <a:pt x="435624" y="32213"/>
                  <a:pt x="441659" y="32213"/>
                </a:cubicBezTo>
                <a:cubicBezTo>
                  <a:pt x="449650" y="32213"/>
                  <a:pt x="456392" y="34983"/>
                  <a:pt x="461886" y="40525"/>
                </a:cubicBezTo>
                <a:cubicBezTo>
                  <a:pt x="467379" y="46066"/>
                  <a:pt x="470126" y="53189"/>
                  <a:pt x="470126" y="61895"/>
                </a:cubicBezTo>
                <a:cubicBezTo>
                  <a:pt x="470126" y="70186"/>
                  <a:pt x="467712" y="77352"/>
                  <a:pt x="462884" y="83391"/>
                </a:cubicBezTo>
                <a:cubicBezTo>
                  <a:pt x="457016" y="90807"/>
                  <a:pt x="449005" y="94515"/>
                  <a:pt x="438850" y="94515"/>
                </a:cubicBezTo>
                <a:cubicBezTo>
                  <a:pt x="430526" y="94515"/>
                  <a:pt x="423732" y="92179"/>
                  <a:pt x="418467" y="87506"/>
                </a:cubicBezTo>
                <a:cubicBezTo>
                  <a:pt x="413202" y="82833"/>
                  <a:pt x="410196" y="76638"/>
                  <a:pt x="409446" y="68920"/>
                </a:cubicBezTo>
                <a:close/>
                <a:moveTo>
                  <a:pt x="491019" y="119986"/>
                </a:moveTo>
                <a:lnTo>
                  <a:pt x="482966" y="119986"/>
                </a:lnTo>
                <a:cubicBezTo>
                  <a:pt x="495410" y="100009"/>
                  <a:pt x="501632" y="80011"/>
                  <a:pt x="501632" y="59993"/>
                </a:cubicBezTo>
                <a:cubicBezTo>
                  <a:pt x="501632" y="52169"/>
                  <a:pt x="500737" y="44407"/>
                  <a:pt x="498948" y="36707"/>
                </a:cubicBezTo>
                <a:cubicBezTo>
                  <a:pt x="497533" y="30465"/>
                  <a:pt x="495556" y="24472"/>
                  <a:pt x="493017" y="18728"/>
                </a:cubicBezTo>
                <a:cubicBezTo>
                  <a:pt x="491394" y="14983"/>
                  <a:pt x="488044" y="8740"/>
                  <a:pt x="482966" y="0"/>
                </a:cubicBezTo>
                <a:lnTo>
                  <a:pt x="491019" y="0"/>
                </a:lnTo>
                <a:cubicBezTo>
                  <a:pt x="498844" y="10446"/>
                  <a:pt x="504629" y="20934"/>
                  <a:pt x="508374" y="31463"/>
                </a:cubicBezTo>
                <a:cubicBezTo>
                  <a:pt x="511579" y="40536"/>
                  <a:pt x="513181" y="50025"/>
                  <a:pt x="513181" y="59930"/>
                </a:cubicBezTo>
                <a:cubicBezTo>
                  <a:pt x="513181" y="71167"/>
                  <a:pt x="511027" y="82030"/>
                  <a:pt x="506720" y="92517"/>
                </a:cubicBezTo>
                <a:cubicBezTo>
                  <a:pt x="502412" y="103005"/>
                  <a:pt x="497179" y="112161"/>
                  <a:pt x="49101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49735A-A417-40E5-B5C3-ED9BD36D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873415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03B6D-917E-47EE-838E-C30E29A7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867604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1"/>
                </a:lnTo>
                <a:lnTo>
                  <a:pt x="0" y="133661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6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6"/>
                </a:lnTo>
                <a:lnTo>
                  <a:pt x="1046056" y="145286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u({3,4},5)">
            <a:extLst xmlns:a="http://schemas.openxmlformats.org/drawingml/2006/main">
              <a:ext uri="{FF2B5EF4-FFF2-40B4-BE49-F238E27FC236}">
                <a16:creationId xmlns:a16="http://schemas.microsoft.com/office/drawing/2014/main" id="{8B8B905B-F091-42ED-9714-49B19230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960" y="927079"/>
            <a:ext cx="513181" cy="119986"/>
          </a:xfrm>
          <a:custGeom xmlns:a="http://schemas.openxmlformats.org/drawingml/2006/main">
            <a:pathLst>
              <a:path w="51318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39" y="54811"/>
                </a:moveTo>
                <a:cubicBezTo>
                  <a:pt x="112244" y="54728"/>
                  <a:pt x="114856" y="53866"/>
                  <a:pt x="116874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0" y="37684"/>
                  <a:pt x="121962" y="30742"/>
                </a:cubicBezTo>
                <a:cubicBezTo>
                  <a:pt x="122004" y="23799"/>
                  <a:pt x="122128" y="19226"/>
                  <a:pt x="122336" y="17023"/>
                </a:cubicBezTo>
                <a:cubicBezTo>
                  <a:pt x="122711" y="13531"/>
                  <a:pt x="123408" y="10725"/>
                  <a:pt x="124428" y="8605"/>
                </a:cubicBezTo>
                <a:cubicBezTo>
                  <a:pt x="125447" y="6485"/>
                  <a:pt x="126706" y="4791"/>
                  <a:pt x="128205" y="3523"/>
                </a:cubicBezTo>
                <a:cubicBezTo>
                  <a:pt x="129703" y="2255"/>
                  <a:pt x="131617" y="1289"/>
                  <a:pt x="133948" y="624"/>
                </a:cubicBezTo>
                <a:cubicBezTo>
                  <a:pt x="135529" y="208"/>
                  <a:pt x="138110" y="0"/>
                  <a:pt x="141689" y="0"/>
                </a:cubicBezTo>
                <a:lnTo>
                  <a:pt x="145185" y="0"/>
                </a:lnTo>
                <a:lnTo>
                  <a:pt x="145185" y="9864"/>
                </a:lnTo>
                <a:lnTo>
                  <a:pt x="143250" y="9864"/>
                </a:lnTo>
                <a:cubicBezTo>
                  <a:pt x="138921" y="9864"/>
                  <a:pt x="136050" y="10643"/>
                  <a:pt x="134635" y="12201"/>
                </a:cubicBezTo>
                <a:cubicBezTo>
                  <a:pt x="133220" y="13759"/>
                  <a:pt x="132512" y="17238"/>
                  <a:pt x="132512" y="22638"/>
                </a:cubicBezTo>
                <a:cubicBezTo>
                  <a:pt x="132512" y="33521"/>
                  <a:pt x="132283" y="40396"/>
                  <a:pt x="131825" y="43262"/>
                </a:cubicBezTo>
                <a:cubicBezTo>
                  <a:pt x="131076" y="47708"/>
                  <a:pt x="129797" y="51135"/>
                  <a:pt x="127986" y="53545"/>
                </a:cubicBezTo>
                <a:cubicBezTo>
                  <a:pt x="126176" y="55954"/>
                  <a:pt x="123335" y="58093"/>
                  <a:pt x="119465" y="59962"/>
                </a:cubicBezTo>
                <a:cubicBezTo>
                  <a:pt x="124043" y="61875"/>
                  <a:pt x="127362" y="64796"/>
                  <a:pt x="129422" y="68727"/>
                </a:cubicBezTo>
                <a:cubicBezTo>
                  <a:pt x="131482" y="72657"/>
                  <a:pt x="132512" y="79094"/>
                  <a:pt x="132512" y="88036"/>
                </a:cubicBezTo>
                <a:cubicBezTo>
                  <a:pt x="132512" y="96147"/>
                  <a:pt x="132595" y="100971"/>
                  <a:pt x="132762" y="102510"/>
                </a:cubicBezTo>
                <a:cubicBezTo>
                  <a:pt x="133095" y="105339"/>
                  <a:pt x="133938" y="107314"/>
                  <a:pt x="135290" y="108436"/>
                </a:cubicBezTo>
                <a:cubicBezTo>
                  <a:pt x="136643" y="109560"/>
                  <a:pt x="139296" y="110122"/>
                  <a:pt x="143250" y="110122"/>
                </a:cubicBezTo>
                <a:lnTo>
                  <a:pt x="145185" y="110122"/>
                </a:lnTo>
                <a:lnTo>
                  <a:pt x="145185" y="119986"/>
                </a:lnTo>
                <a:lnTo>
                  <a:pt x="141689" y="119986"/>
                </a:lnTo>
                <a:cubicBezTo>
                  <a:pt x="137610" y="119986"/>
                  <a:pt x="134655" y="119653"/>
                  <a:pt x="132824" y="118987"/>
                </a:cubicBezTo>
                <a:cubicBezTo>
                  <a:pt x="130161" y="118030"/>
                  <a:pt x="127955" y="116479"/>
                  <a:pt x="126207" y="114336"/>
                </a:cubicBezTo>
                <a:cubicBezTo>
                  <a:pt x="124459" y="112193"/>
                  <a:pt x="123325" y="109477"/>
                  <a:pt x="122805" y="106189"/>
                </a:cubicBezTo>
                <a:cubicBezTo>
                  <a:pt x="122284" y="102901"/>
                  <a:pt x="122004" y="97512"/>
                  <a:pt x="121962" y="90020"/>
                </a:cubicBezTo>
                <a:cubicBezTo>
                  <a:pt x="121920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4" y="67671"/>
                </a:cubicBezTo>
                <a:cubicBezTo>
                  <a:pt x="114856" y="66007"/>
                  <a:pt x="112244" y="65133"/>
                  <a:pt x="109039" y="65049"/>
                </a:cubicBezTo>
                <a:lnTo>
                  <a:pt x="109039" y="54811"/>
                </a:lnTo>
                <a:close/>
                <a:moveTo>
                  <a:pt x="153552" y="68670"/>
                </a:moveTo>
                <a:lnTo>
                  <a:pt x="164789" y="67172"/>
                </a:lnTo>
                <a:cubicBezTo>
                  <a:pt x="166079" y="73540"/>
                  <a:pt x="168274" y="78128"/>
                  <a:pt x="171375" y="80937"/>
                </a:cubicBezTo>
                <a:cubicBezTo>
                  <a:pt x="174476" y="83746"/>
                  <a:pt x="178252" y="85151"/>
                  <a:pt x="182706" y="85151"/>
                </a:cubicBezTo>
                <a:cubicBezTo>
                  <a:pt x="187991" y="85151"/>
                  <a:pt x="192455" y="83323"/>
                  <a:pt x="196096" y="79667"/>
                </a:cubicBezTo>
                <a:cubicBezTo>
                  <a:pt x="199738" y="76011"/>
                  <a:pt x="201559" y="71483"/>
                  <a:pt x="201559" y="66081"/>
                </a:cubicBezTo>
                <a:cubicBezTo>
                  <a:pt x="201559" y="60929"/>
                  <a:pt x="199873" y="56680"/>
                  <a:pt x="196502" y="53336"/>
                </a:cubicBezTo>
                <a:cubicBezTo>
                  <a:pt x="193131" y="49991"/>
                  <a:pt x="188844" y="48319"/>
                  <a:pt x="183642" y="48319"/>
                </a:cubicBezTo>
                <a:cubicBezTo>
                  <a:pt x="181520" y="48319"/>
                  <a:pt x="178877" y="48735"/>
                  <a:pt x="175714" y="49567"/>
                </a:cubicBezTo>
                <a:lnTo>
                  <a:pt x="176962" y="39704"/>
                </a:lnTo>
                <a:cubicBezTo>
                  <a:pt x="177711" y="39787"/>
                  <a:pt x="178315" y="39829"/>
                  <a:pt x="178773" y="39829"/>
                </a:cubicBezTo>
                <a:cubicBezTo>
                  <a:pt x="183559" y="39829"/>
                  <a:pt x="187866" y="38591"/>
                  <a:pt x="191695" y="36114"/>
                </a:cubicBezTo>
                <a:cubicBezTo>
                  <a:pt x="195524" y="33638"/>
                  <a:pt x="197439" y="29821"/>
                  <a:pt x="197439" y="24663"/>
                </a:cubicBezTo>
                <a:cubicBezTo>
                  <a:pt x="197439" y="20578"/>
                  <a:pt x="196044" y="17194"/>
                  <a:pt x="193256" y="14512"/>
                </a:cubicBezTo>
                <a:cubicBezTo>
                  <a:pt x="190467" y="11829"/>
                  <a:pt x="186867" y="10488"/>
                  <a:pt x="182456" y="10488"/>
                </a:cubicBezTo>
                <a:cubicBezTo>
                  <a:pt x="178086" y="10488"/>
                  <a:pt x="174444" y="11861"/>
                  <a:pt x="171531" y="14608"/>
                </a:cubicBezTo>
                <a:cubicBezTo>
                  <a:pt x="168618" y="17355"/>
                  <a:pt x="166745" y="21475"/>
                  <a:pt x="165913" y="26969"/>
                </a:cubicBezTo>
                <a:lnTo>
                  <a:pt x="154676" y="24971"/>
                </a:lnTo>
                <a:cubicBezTo>
                  <a:pt x="156049" y="17399"/>
                  <a:pt x="159170" y="11532"/>
                  <a:pt x="164040" y="7368"/>
                </a:cubicBezTo>
                <a:cubicBezTo>
                  <a:pt x="168909" y="3205"/>
                  <a:pt x="174965" y="1124"/>
                  <a:pt x="182206" y="1124"/>
                </a:cubicBezTo>
                <a:cubicBezTo>
                  <a:pt x="187200" y="1124"/>
                  <a:pt x="191799" y="2192"/>
                  <a:pt x="196003" y="4329"/>
                </a:cubicBezTo>
                <a:cubicBezTo>
                  <a:pt x="200206" y="6466"/>
                  <a:pt x="203421" y="9381"/>
                  <a:pt x="205648" y="13075"/>
                </a:cubicBezTo>
                <a:cubicBezTo>
                  <a:pt x="207874" y="16767"/>
                  <a:pt x="208988" y="20688"/>
                  <a:pt x="208988" y="24838"/>
                </a:cubicBezTo>
                <a:cubicBezTo>
                  <a:pt x="208988" y="28780"/>
                  <a:pt x="207926" y="32370"/>
                  <a:pt x="205804" y="35607"/>
                </a:cubicBezTo>
                <a:cubicBezTo>
                  <a:pt x="203681" y="38843"/>
                  <a:pt x="200539" y="41415"/>
                  <a:pt x="196377" y="43325"/>
                </a:cubicBezTo>
                <a:cubicBezTo>
                  <a:pt x="201788" y="44573"/>
                  <a:pt x="205991" y="47164"/>
                  <a:pt x="208988" y="51097"/>
                </a:cubicBezTo>
                <a:cubicBezTo>
                  <a:pt x="211984" y="55030"/>
                  <a:pt x="213482" y="59951"/>
                  <a:pt x="213482" y="65861"/>
                </a:cubicBezTo>
                <a:cubicBezTo>
                  <a:pt x="213482" y="73852"/>
                  <a:pt x="210569" y="80625"/>
                  <a:pt x="204743" y="86181"/>
                </a:cubicBezTo>
                <a:cubicBezTo>
                  <a:pt x="198916" y="91737"/>
                  <a:pt x="191550" y="94515"/>
                  <a:pt x="182643" y="94515"/>
                </a:cubicBezTo>
                <a:cubicBezTo>
                  <a:pt x="174611" y="94515"/>
                  <a:pt x="167942" y="92116"/>
                  <a:pt x="162635" y="87318"/>
                </a:cubicBezTo>
                <a:cubicBezTo>
                  <a:pt x="157329" y="82521"/>
                  <a:pt x="154301" y="76305"/>
                  <a:pt x="153552" y="68670"/>
                </a:cubicBezTo>
                <a:close/>
                <a:moveTo>
                  <a:pt x="230630" y="93017"/>
                </a:moveTo>
                <a:lnTo>
                  <a:pt x="230630" y="80157"/>
                </a:lnTo>
                <a:lnTo>
                  <a:pt x="243428" y="80157"/>
                </a:lnTo>
                <a:lnTo>
                  <a:pt x="243428" y="92980"/>
                </a:lnTo>
                <a:cubicBezTo>
                  <a:pt x="243428" y="97693"/>
                  <a:pt x="242595" y="101499"/>
                  <a:pt x="240931" y="104396"/>
                </a:cubicBezTo>
                <a:cubicBezTo>
                  <a:pt x="239266" y="107295"/>
                  <a:pt x="236623" y="109537"/>
                  <a:pt x="233002" y="111121"/>
                </a:cubicBezTo>
                <a:lnTo>
                  <a:pt x="229881" y="106252"/>
                </a:lnTo>
                <a:cubicBezTo>
                  <a:pt x="232253" y="105216"/>
                  <a:pt x="234001" y="103694"/>
                  <a:pt x="235125" y="101685"/>
                </a:cubicBezTo>
                <a:cubicBezTo>
                  <a:pt x="236249" y="99675"/>
                  <a:pt x="236873" y="96786"/>
                  <a:pt x="236998" y="93017"/>
                </a:cubicBezTo>
                <a:lnTo>
                  <a:pt x="230630" y="93017"/>
                </a:lnTo>
                <a:close/>
                <a:moveTo>
                  <a:pt x="296138" y="93017"/>
                </a:moveTo>
                <a:lnTo>
                  <a:pt x="296138" y="71105"/>
                </a:lnTo>
                <a:lnTo>
                  <a:pt x="256434" y="71105"/>
                </a:lnTo>
                <a:lnTo>
                  <a:pt x="256434" y="60804"/>
                </a:lnTo>
                <a:lnTo>
                  <a:pt x="298198" y="1498"/>
                </a:lnTo>
                <a:lnTo>
                  <a:pt x="307375" y="1498"/>
                </a:lnTo>
                <a:lnTo>
                  <a:pt x="307375" y="60804"/>
                </a:lnTo>
                <a:lnTo>
                  <a:pt x="319735" y="60804"/>
                </a:lnTo>
                <a:lnTo>
                  <a:pt x="319735" y="71105"/>
                </a:lnTo>
                <a:lnTo>
                  <a:pt x="307375" y="71105"/>
                </a:lnTo>
                <a:lnTo>
                  <a:pt x="307375" y="93017"/>
                </a:lnTo>
                <a:lnTo>
                  <a:pt x="296138" y="93017"/>
                </a:lnTo>
                <a:moveTo>
                  <a:pt x="296138" y="60804"/>
                </a:moveTo>
                <a:lnTo>
                  <a:pt x="296138" y="19540"/>
                </a:lnTo>
                <a:lnTo>
                  <a:pt x="267484" y="60804"/>
                </a:lnTo>
                <a:lnTo>
                  <a:pt x="296138" y="60804"/>
                </a:lnTo>
                <a:close/>
                <a:moveTo>
                  <a:pt x="364976" y="54811"/>
                </a:moveTo>
                <a:lnTo>
                  <a:pt x="364976" y="65049"/>
                </a:lnTo>
                <a:cubicBezTo>
                  <a:pt x="361771" y="65133"/>
                  <a:pt x="359159" y="66007"/>
                  <a:pt x="357141" y="67671"/>
                </a:cubicBezTo>
                <a:cubicBezTo>
                  <a:pt x="355122" y="69336"/>
                  <a:pt x="353780" y="71594"/>
                  <a:pt x="353114" y="74445"/>
                </a:cubicBezTo>
                <a:cubicBezTo>
                  <a:pt x="352449" y="77296"/>
                  <a:pt x="352095" y="82196"/>
                  <a:pt x="352053" y="89146"/>
                </a:cubicBezTo>
                <a:cubicBezTo>
                  <a:pt x="352012" y="96097"/>
                  <a:pt x="351887" y="100675"/>
                  <a:pt x="351679" y="102880"/>
                </a:cubicBezTo>
                <a:cubicBezTo>
                  <a:pt x="351304" y="106418"/>
                  <a:pt x="350607" y="109238"/>
                  <a:pt x="349587" y="111339"/>
                </a:cubicBezTo>
                <a:cubicBezTo>
                  <a:pt x="348568" y="113441"/>
                  <a:pt x="347309" y="115127"/>
                  <a:pt x="345810" y="116396"/>
                </a:cubicBezTo>
                <a:cubicBezTo>
                  <a:pt x="344312" y="117665"/>
                  <a:pt x="342398" y="118633"/>
                  <a:pt x="340067" y="119299"/>
                </a:cubicBezTo>
                <a:cubicBezTo>
                  <a:pt x="338486" y="119757"/>
                  <a:pt x="335905" y="119986"/>
                  <a:pt x="332326" y="119986"/>
                </a:cubicBezTo>
                <a:lnTo>
                  <a:pt x="328830" y="119986"/>
                </a:lnTo>
                <a:lnTo>
                  <a:pt x="328830" y="110122"/>
                </a:lnTo>
                <a:lnTo>
                  <a:pt x="330765" y="110122"/>
                </a:lnTo>
                <a:cubicBezTo>
                  <a:pt x="335094" y="110122"/>
                  <a:pt x="337965" y="109342"/>
                  <a:pt x="339380" y="107781"/>
                </a:cubicBezTo>
                <a:cubicBezTo>
                  <a:pt x="340795" y="106222"/>
                  <a:pt x="341503" y="102718"/>
                  <a:pt x="341503" y="97270"/>
                </a:cubicBezTo>
                <a:cubicBezTo>
                  <a:pt x="341503" y="86872"/>
                  <a:pt x="341690" y="80279"/>
                  <a:pt x="342065" y="77492"/>
                </a:cubicBezTo>
                <a:cubicBezTo>
                  <a:pt x="342731" y="72876"/>
                  <a:pt x="344062" y="69185"/>
                  <a:pt x="346060" y="66419"/>
                </a:cubicBezTo>
                <a:cubicBezTo>
                  <a:pt x="348058" y="63653"/>
                  <a:pt x="350888" y="61500"/>
                  <a:pt x="354550" y="59962"/>
                </a:cubicBezTo>
                <a:cubicBezTo>
                  <a:pt x="349764" y="57676"/>
                  <a:pt x="346393" y="54655"/>
                  <a:pt x="344437" y="50896"/>
                </a:cubicBezTo>
                <a:cubicBezTo>
                  <a:pt x="342481" y="47136"/>
                  <a:pt x="341503" y="40790"/>
                  <a:pt x="341503" y="31859"/>
                </a:cubicBezTo>
                <a:cubicBezTo>
                  <a:pt x="341503" y="23759"/>
                  <a:pt x="341399" y="18920"/>
                  <a:pt x="341191" y="17341"/>
                </a:cubicBezTo>
                <a:cubicBezTo>
                  <a:pt x="340899" y="14558"/>
                  <a:pt x="340077" y="12616"/>
                  <a:pt x="338725" y="11516"/>
                </a:cubicBezTo>
                <a:cubicBezTo>
                  <a:pt x="337372" y="10414"/>
                  <a:pt x="334719" y="9864"/>
                  <a:pt x="330765" y="9864"/>
                </a:cubicBezTo>
                <a:lnTo>
                  <a:pt x="328830" y="9864"/>
                </a:lnTo>
                <a:lnTo>
                  <a:pt x="328830" y="0"/>
                </a:lnTo>
                <a:lnTo>
                  <a:pt x="332326" y="0"/>
                </a:lnTo>
                <a:cubicBezTo>
                  <a:pt x="336405" y="0"/>
                  <a:pt x="339360" y="332"/>
                  <a:pt x="341191" y="997"/>
                </a:cubicBezTo>
                <a:cubicBezTo>
                  <a:pt x="343854" y="1912"/>
                  <a:pt x="346060" y="3451"/>
                  <a:pt x="347808" y="5613"/>
                </a:cubicBezTo>
                <a:cubicBezTo>
                  <a:pt x="349556" y="7774"/>
                  <a:pt x="350690" y="10497"/>
                  <a:pt x="351210" y="13781"/>
                </a:cubicBezTo>
                <a:cubicBezTo>
                  <a:pt x="351731" y="17065"/>
                  <a:pt x="352012" y="22449"/>
                  <a:pt x="352053" y="29932"/>
                </a:cubicBezTo>
                <a:cubicBezTo>
                  <a:pt x="352095" y="37414"/>
                  <a:pt x="352449" y="42579"/>
                  <a:pt x="353114" y="45428"/>
                </a:cubicBezTo>
                <a:cubicBezTo>
                  <a:pt x="353780" y="48275"/>
                  <a:pt x="355122" y="50530"/>
                  <a:pt x="357141" y="52193"/>
                </a:cubicBezTo>
                <a:cubicBezTo>
                  <a:pt x="359159" y="53855"/>
                  <a:pt x="361771" y="54728"/>
                  <a:pt x="364976" y="54811"/>
                </a:cubicBezTo>
                <a:close/>
                <a:moveTo>
                  <a:pt x="379959" y="93017"/>
                </a:moveTo>
                <a:lnTo>
                  <a:pt x="379959" y="80157"/>
                </a:lnTo>
                <a:lnTo>
                  <a:pt x="392757" y="80157"/>
                </a:lnTo>
                <a:lnTo>
                  <a:pt x="392757" y="92980"/>
                </a:lnTo>
                <a:cubicBezTo>
                  <a:pt x="392757" y="97693"/>
                  <a:pt x="391924" y="101499"/>
                  <a:pt x="390260" y="104396"/>
                </a:cubicBezTo>
                <a:cubicBezTo>
                  <a:pt x="388595" y="107295"/>
                  <a:pt x="385952" y="109537"/>
                  <a:pt x="382331" y="111121"/>
                </a:cubicBezTo>
                <a:lnTo>
                  <a:pt x="379210" y="106252"/>
                </a:lnTo>
                <a:cubicBezTo>
                  <a:pt x="381582" y="105216"/>
                  <a:pt x="383330" y="103694"/>
                  <a:pt x="384454" y="101685"/>
                </a:cubicBezTo>
                <a:cubicBezTo>
                  <a:pt x="385578" y="99675"/>
                  <a:pt x="386202" y="96786"/>
                  <a:pt x="386327" y="93017"/>
                </a:cubicBezTo>
                <a:lnTo>
                  <a:pt x="379959" y="93017"/>
                </a:lnTo>
                <a:close/>
                <a:moveTo>
                  <a:pt x="409446" y="68920"/>
                </a:moveTo>
                <a:lnTo>
                  <a:pt x="421245" y="67921"/>
                </a:lnTo>
                <a:cubicBezTo>
                  <a:pt x="422119" y="73645"/>
                  <a:pt x="424148" y="77948"/>
                  <a:pt x="427332" y="80830"/>
                </a:cubicBezTo>
                <a:cubicBezTo>
                  <a:pt x="430516" y="83711"/>
                  <a:pt x="434355" y="85151"/>
                  <a:pt x="438850" y="85151"/>
                </a:cubicBezTo>
                <a:cubicBezTo>
                  <a:pt x="444260" y="85151"/>
                  <a:pt x="448838" y="83115"/>
                  <a:pt x="452584" y="79043"/>
                </a:cubicBezTo>
                <a:cubicBezTo>
                  <a:pt x="456329" y="74970"/>
                  <a:pt x="458202" y="69567"/>
                  <a:pt x="458202" y="62835"/>
                </a:cubicBezTo>
                <a:cubicBezTo>
                  <a:pt x="458202" y="56435"/>
                  <a:pt x="456402" y="51386"/>
                  <a:pt x="452802" y="47687"/>
                </a:cubicBezTo>
                <a:cubicBezTo>
                  <a:pt x="449202" y="43988"/>
                  <a:pt x="444489" y="42139"/>
                  <a:pt x="438662" y="42139"/>
                </a:cubicBezTo>
                <a:cubicBezTo>
                  <a:pt x="435042" y="42139"/>
                  <a:pt x="431775" y="42955"/>
                  <a:pt x="428861" y="44587"/>
                </a:cubicBezTo>
                <a:cubicBezTo>
                  <a:pt x="425948" y="46219"/>
                  <a:pt x="423659" y="48337"/>
                  <a:pt x="421994" y="50941"/>
                </a:cubicBezTo>
                <a:lnTo>
                  <a:pt x="411444" y="49567"/>
                </a:lnTo>
                <a:lnTo>
                  <a:pt x="420309" y="2622"/>
                </a:lnTo>
                <a:lnTo>
                  <a:pt x="465818" y="2622"/>
                </a:lnTo>
                <a:lnTo>
                  <a:pt x="465818" y="13235"/>
                </a:lnTo>
                <a:lnTo>
                  <a:pt x="429298" y="13235"/>
                </a:lnTo>
                <a:lnTo>
                  <a:pt x="424367" y="37893"/>
                </a:lnTo>
                <a:cubicBezTo>
                  <a:pt x="429860" y="34106"/>
                  <a:pt x="435624" y="32213"/>
                  <a:pt x="441659" y="32213"/>
                </a:cubicBezTo>
                <a:cubicBezTo>
                  <a:pt x="449650" y="32213"/>
                  <a:pt x="456392" y="34983"/>
                  <a:pt x="461886" y="40525"/>
                </a:cubicBezTo>
                <a:cubicBezTo>
                  <a:pt x="467379" y="46066"/>
                  <a:pt x="470126" y="53189"/>
                  <a:pt x="470126" y="61895"/>
                </a:cubicBezTo>
                <a:cubicBezTo>
                  <a:pt x="470126" y="70186"/>
                  <a:pt x="467712" y="77352"/>
                  <a:pt x="462884" y="83391"/>
                </a:cubicBezTo>
                <a:cubicBezTo>
                  <a:pt x="457016" y="90807"/>
                  <a:pt x="449005" y="94515"/>
                  <a:pt x="438850" y="94515"/>
                </a:cubicBezTo>
                <a:cubicBezTo>
                  <a:pt x="430526" y="94515"/>
                  <a:pt x="423732" y="92179"/>
                  <a:pt x="418467" y="87506"/>
                </a:cubicBezTo>
                <a:cubicBezTo>
                  <a:pt x="413202" y="82833"/>
                  <a:pt x="410196" y="76638"/>
                  <a:pt x="409446" y="68920"/>
                </a:cubicBezTo>
                <a:close/>
                <a:moveTo>
                  <a:pt x="491019" y="119986"/>
                </a:moveTo>
                <a:lnTo>
                  <a:pt x="482966" y="119986"/>
                </a:lnTo>
                <a:cubicBezTo>
                  <a:pt x="495410" y="100009"/>
                  <a:pt x="501632" y="80011"/>
                  <a:pt x="501632" y="59993"/>
                </a:cubicBezTo>
                <a:cubicBezTo>
                  <a:pt x="501632" y="52169"/>
                  <a:pt x="500737" y="44407"/>
                  <a:pt x="498948" y="36707"/>
                </a:cubicBezTo>
                <a:cubicBezTo>
                  <a:pt x="497533" y="30465"/>
                  <a:pt x="495556" y="24472"/>
                  <a:pt x="493017" y="18728"/>
                </a:cubicBezTo>
                <a:cubicBezTo>
                  <a:pt x="491394" y="14983"/>
                  <a:pt x="488044" y="8740"/>
                  <a:pt x="482966" y="0"/>
                </a:cubicBezTo>
                <a:lnTo>
                  <a:pt x="491019" y="0"/>
                </a:lnTo>
                <a:cubicBezTo>
                  <a:pt x="498844" y="10446"/>
                  <a:pt x="504629" y="20934"/>
                  <a:pt x="508374" y="31463"/>
                </a:cubicBezTo>
                <a:cubicBezTo>
                  <a:pt x="511579" y="40536"/>
                  <a:pt x="513181" y="50025"/>
                  <a:pt x="513181" y="59930"/>
                </a:cubicBezTo>
                <a:cubicBezTo>
                  <a:pt x="513181" y="71167"/>
                  <a:pt x="511027" y="82030"/>
                  <a:pt x="506720" y="92517"/>
                </a:cubicBezTo>
                <a:cubicBezTo>
                  <a:pt x="502412" y="103005"/>
                  <a:pt x="497179" y="112161"/>
                  <a:pt x="49101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99F40B-0124-42A3-9550-B3F7494B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1320895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76C9E-A41C-461D-886F-0F903ACB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1315083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1"/>
                </a:lnTo>
                <a:lnTo>
                  <a:pt x="0" y="133661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7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7"/>
                </a:lnTo>
                <a:lnTo>
                  <a:pt x="1046056" y="145287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896D7B0F-DFBC-45E9-B85A-6104B6C9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954" y="1380370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4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0" y="119986"/>
                </a:lnTo>
                <a:close/>
                <a:moveTo>
                  <a:pt x="113245" y="93017"/>
                </a:moveTo>
                <a:lnTo>
                  <a:pt x="113245" y="84714"/>
                </a:lnTo>
                <a:lnTo>
                  <a:pt x="149702" y="84714"/>
                </a:lnTo>
                <a:lnTo>
                  <a:pt x="149702" y="19977"/>
                </a:lnTo>
                <a:lnTo>
                  <a:pt x="158567" y="19977"/>
                </a:lnTo>
                <a:lnTo>
                  <a:pt x="158567" y="84714"/>
                </a:lnTo>
                <a:lnTo>
                  <a:pt x="195025" y="84714"/>
                </a:lnTo>
                <a:lnTo>
                  <a:pt x="195025" y="93017"/>
                </a:lnTo>
                <a:lnTo>
                  <a:pt x="113245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2" y="101499"/>
                  <a:pt x="224427" y="104396"/>
                </a:cubicBezTo>
                <a:cubicBezTo>
                  <a:pt x="222762" y="107295"/>
                  <a:pt x="220119" y="109537"/>
                  <a:pt x="216499" y="111121"/>
                </a:cubicBezTo>
                <a:lnTo>
                  <a:pt x="213377" y="106252"/>
                </a:lnTo>
                <a:cubicBezTo>
                  <a:pt x="215750" y="105216"/>
                  <a:pt x="217498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3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65EEF-E861-4853-B23F-B18F752B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1762563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78932-F7D2-4194-AB11-FE8D7DAB1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1756752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2"/>
                </a:lnTo>
                <a:lnTo>
                  <a:pt x="0" y="133662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7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7"/>
                </a:lnTo>
                <a:lnTo>
                  <a:pt x="1046056" y="145287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3283D38E-EA93-454C-8FF0-577D7D22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8954" y="1822038"/>
            <a:ext cx="347348" cy="119986"/>
          </a:xfrm>
          <a:custGeom xmlns:a="http://schemas.openxmlformats.org/drawingml/2006/main">
            <a:pathLst>
              <a:path w="347348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4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0" y="119986"/>
                </a:lnTo>
                <a:close/>
                <a:moveTo>
                  <a:pt x="113245" y="93017"/>
                </a:moveTo>
                <a:lnTo>
                  <a:pt x="113245" y="84714"/>
                </a:lnTo>
                <a:lnTo>
                  <a:pt x="149702" y="84714"/>
                </a:lnTo>
                <a:lnTo>
                  <a:pt x="149702" y="19977"/>
                </a:lnTo>
                <a:lnTo>
                  <a:pt x="158567" y="19977"/>
                </a:lnTo>
                <a:lnTo>
                  <a:pt x="158567" y="84714"/>
                </a:lnTo>
                <a:lnTo>
                  <a:pt x="195025" y="84714"/>
                </a:lnTo>
                <a:lnTo>
                  <a:pt x="195025" y="93017"/>
                </a:lnTo>
                <a:lnTo>
                  <a:pt x="113245" y="93017"/>
                </a:lnTo>
                <a:close/>
                <a:moveTo>
                  <a:pt x="214126" y="93017"/>
                </a:moveTo>
                <a:lnTo>
                  <a:pt x="214126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2" y="101499"/>
                  <a:pt x="224427" y="104396"/>
                </a:cubicBezTo>
                <a:cubicBezTo>
                  <a:pt x="222762" y="107295"/>
                  <a:pt x="220119" y="109537"/>
                  <a:pt x="216499" y="111121"/>
                </a:cubicBezTo>
                <a:lnTo>
                  <a:pt x="213377" y="106252"/>
                </a:lnTo>
                <a:cubicBezTo>
                  <a:pt x="215750" y="105216"/>
                  <a:pt x="217498" y="103694"/>
                  <a:pt x="218621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6" y="93017"/>
                </a:lnTo>
                <a:close/>
                <a:moveTo>
                  <a:pt x="243613" y="68920"/>
                </a:moveTo>
                <a:lnTo>
                  <a:pt x="255412" y="67921"/>
                </a:lnTo>
                <a:cubicBezTo>
                  <a:pt x="256286" y="73645"/>
                  <a:pt x="258315" y="77948"/>
                  <a:pt x="261499" y="80830"/>
                </a:cubicBezTo>
                <a:cubicBezTo>
                  <a:pt x="264683" y="83711"/>
                  <a:pt x="268522" y="85151"/>
                  <a:pt x="273017" y="85151"/>
                </a:cubicBezTo>
                <a:cubicBezTo>
                  <a:pt x="278427" y="85151"/>
                  <a:pt x="283005" y="83115"/>
                  <a:pt x="286751" y="79043"/>
                </a:cubicBezTo>
                <a:cubicBezTo>
                  <a:pt x="290496" y="74970"/>
                  <a:pt x="292369" y="69567"/>
                  <a:pt x="292369" y="62835"/>
                </a:cubicBezTo>
                <a:cubicBezTo>
                  <a:pt x="292369" y="56435"/>
                  <a:pt x="290569" y="51386"/>
                  <a:pt x="286969" y="47687"/>
                </a:cubicBezTo>
                <a:cubicBezTo>
                  <a:pt x="283369" y="43988"/>
                  <a:pt x="278656" y="42139"/>
                  <a:pt x="272829" y="42139"/>
                </a:cubicBezTo>
                <a:cubicBezTo>
                  <a:pt x="269209" y="42139"/>
                  <a:pt x="265942" y="42955"/>
                  <a:pt x="263028" y="44587"/>
                </a:cubicBezTo>
                <a:cubicBezTo>
                  <a:pt x="260115" y="46219"/>
                  <a:pt x="257826" y="48337"/>
                  <a:pt x="256161" y="50941"/>
                </a:cubicBezTo>
                <a:lnTo>
                  <a:pt x="245611" y="49567"/>
                </a:lnTo>
                <a:lnTo>
                  <a:pt x="254476" y="2622"/>
                </a:lnTo>
                <a:lnTo>
                  <a:pt x="299985" y="2622"/>
                </a:lnTo>
                <a:lnTo>
                  <a:pt x="299985" y="13235"/>
                </a:lnTo>
                <a:lnTo>
                  <a:pt x="263465" y="13235"/>
                </a:lnTo>
                <a:lnTo>
                  <a:pt x="258534" y="37893"/>
                </a:lnTo>
                <a:cubicBezTo>
                  <a:pt x="264027" y="34106"/>
                  <a:pt x="269791" y="32213"/>
                  <a:pt x="275826" y="32213"/>
                </a:cubicBezTo>
                <a:cubicBezTo>
                  <a:pt x="283817" y="32213"/>
                  <a:pt x="290559" y="34983"/>
                  <a:pt x="296052" y="40525"/>
                </a:cubicBezTo>
                <a:cubicBezTo>
                  <a:pt x="301546" y="46066"/>
                  <a:pt x="304293" y="53189"/>
                  <a:pt x="304293" y="61895"/>
                </a:cubicBezTo>
                <a:cubicBezTo>
                  <a:pt x="304293" y="70186"/>
                  <a:pt x="301879" y="77352"/>
                  <a:pt x="297051" y="83391"/>
                </a:cubicBezTo>
                <a:cubicBezTo>
                  <a:pt x="291183" y="90807"/>
                  <a:pt x="283172" y="94515"/>
                  <a:pt x="273017" y="94515"/>
                </a:cubicBezTo>
                <a:cubicBezTo>
                  <a:pt x="264693" y="94515"/>
                  <a:pt x="257899" y="92179"/>
                  <a:pt x="252634" y="87506"/>
                </a:cubicBezTo>
                <a:cubicBezTo>
                  <a:pt x="247369" y="82833"/>
                  <a:pt x="244363" y="76638"/>
                  <a:pt x="243613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7" y="100009"/>
                  <a:pt x="335799" y="80011"/>
                  <a:pt x="335799" y="59993"/>
                </a:cubicBezTo>
                <a:cubicBezTo>
                  <a:pt x="335799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4" y="18728"/>
                </a:cubicBezTo>
                <a:cubicBezTo>
                  <a:pt x="325561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8" y="50025"/>
                  <a:pt x="347348" y="59930"/>
                </a:cubicBezTo>
                <a:cubicBezTo>
                  <a:pt x="347348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12A74-A3CB-4303-9F1D-56E4BB45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2869640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B016B3-53CB-411D-A3A5-CE50DB15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2869640"/>
            <a:ext cx="1046056" cy="220834"/>
          </a:xfrm>
          <a:custGeom xmlns:a="http://schemas.openxmlformats.org/drawingml/2006/main">
            <a:pathLst>
              <a:path w="1046056" h="220834" fill="none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53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1AD18857-30AB-4B96-8513-F1C9BA9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960" y="2926210"/>
            <a:ext cx="513181" cy="119986"/>
          </a:xfrm>
          <a:custGeom xmlns:a="http://schemas.openxmlformats.org/drawingml/2006/main">
            <a:pathLst>
              <a:path w="51318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39" y="54811"/>
                </a:moveTo>
                <a:cubicBezTo>
                  <a:pt x="112244" y="54728"/>
                  <a:pt x="114856" y="53866"/>
                  <a:pt x="116874" y="52224"/>
                </a:cubicBezTo>
                <a:cubicBezTo>
                  <a:pt x="118893" y="50582"/>
                  <a:pt x="120235" y="48327"/>
                  <a:pt x="120901" y="45459"/>
                </a:cubicBezTo>
                <a:cubicBezTo>
                  <a:pt x="121567" y="42590"/>
                  <a:pt x="121920" y="37684"/>
                  <a:pt x="121962" y="30742"/>
                </a:cubicBezTo>
                <a:cubicBezTo>
                  <a:pt x="122004" y="23799"/>
                  <a:pt x="122128" y="19226"/>
                  <a:pt x="122336" y="17023"/>
                </a:cubicBezTo>
                <a:cubicBezTo>
                  <a:pt x="122711" y="13531"/>
                  <a:pt x="123408" y="10725"/>
                  <a:pt x="124428" y="8605"/>
                </a:cubicBezTo>
                <a:cubicBezTo>
                  <a:pt x="125447" y="6485"/>
                  <a:pt x="126706" y="4791"/>
                  <a:pt x="128205" y="3523"/>
                </a:cubicBezTo>
                <a:cubicBezTo>
                  <a:pt x="129703" y="2255"/>
                  <a:pt x="131617" y="1289"/>
                  <a:pt x="133948" y="624"/>
                </a:cubicBezTo>
                <a:cubicBezTo>
                  <a:pt x="135529" y="208"/>
                  <a:pt x="138110" y="0"/>
                  <a:pt x="141689" y="0"/>
                </a:cubicBezTo>
                <a:lnTo>
                  <a:pt x="145185" y="0"/>
                </a:lnTo>
                <a:lnTo>
                  <a:pt x="145185" y="9864"/>
                </a:lnTo>
                <a:lnTo>
                  <a:pt x="143250" y="9864"/>
                </a:lnTo>
                <a:cubicBezTo>
                  <a:pt x="138921" y="9864"/>
                  <a:pt x="136050" y="10643"/>
                  <a:pt x="134635" y="12201"/>
                </a:cubicBezTo>
                <a:cubicBezTo>
                  <a:pt x="133220" y="13759"/>
                  <a:pt x="132512" y="17238"/>
                  <a:pt x="132512" y="22638"/>
                </a:cubicBezTo>
                <a:cubicBezTo>
                  <a:pt x="132512" y="33521"/>
                  <a:pt x="132283" y="40396"/>
                  <a:pt x="131825" y="43262"/>
                </a:cubicBezTo>
                <a:cubicBezTo>
                  <a:pt x="131076" y="47708"/>
                  <a:pt x="129797" y="51135"/>
                  <a:pt x="127986" y="53545"/>
                </a:cubicBezTo>
                <a:cubicBezTo>
                  <a:pt x="126176" y="55954"/>
                  <a:pt x="123335" y="58093"/>
                  <a:pt x="119465" y="59962"/>
                </a:cubicBezTo>
                <a:cubicBezTo>
                  <a:pt x="124043" y="61875"/>
                  <a:pt x="127362" y="64796"/>
                  <a:pt x="129422" y="68727"/>
                </a:cubicBezTo>
                <a:cubicBezTo>
                  <a:pt x="131482" y="72657"/>
                  <a:pt x="132512" y="79094"/>
                  <a:pt x="132512" y="88036"/>
                </a:cubicBezTo>
                <a:cubicBezTo>
                  <a:pt x="132512" y="96147"/>
                  <a:pt x="132595" y="100971"/>
                  <a:pt x="132762" y="102510"/>
                </a:cubicBezTo>
                <a:cubicBezTo>
                  <a:pt x="133095" y="105339"/>
                  <a:pt x="133938" y="107314"/>
                  <a:pt x="135290" y="108436"/>
                </a:cubicBezTo>
                <a:cubicBezTo>
                  <a:pt x="136643" y="109560"/>
                  <a:pt x="139296" y="110122"/>
                  <a:pt x="143250" y="110122"/>
                </a:cubicBezTo>
                <a:lnTo>
                  <a:pt x="145185" y="110122"/>
                </a:lnTo>
                <a:lnTo>
                  <a:pt x="145185" y="119986"/>
                </a:lnTo>
                <a:lnTo>
                  <a:pt x="141689" y="119986"/>
                </a:lnTo>
                <a:cubicBezTo>
                  <a:pt x="137610" y="119986"/>
                  <a:pt x="134655" y="119653"/>
                  <a:pt x="132824" y="118987"/>
                </a:cubicBezTo>
                <a:cubicBezTo>
                  <a:pt x="130161" y="118030"/>
                  <a:pt x="127955" y="116479"/>
                  <a:pt x="126207" y="114336"/>
                </a:cubicBezTo>
                <a:cubicBezTo>
                  <a:pt x="124459" y="112193"/>
                  <a:pt x="123325" y="109477"/>
                  <a:pt x="122805" y="106189"/>
                </a:cubicBezTo>
                <a:cubicBezTo>
                  <a:pt x="122284" y="102901"/>
                  <a:pt x="122004" y="97512"/>
                  <a:pt x="121962" y="90020"/>
                </a:cubicBezTo>
                <a:cubicBezTo>
                  <a:pt x="121920" y="82529"/>
                  <a:pt x="121567" y="77348"/>
                  <a:pt x="120901" y="74476"/>
                </a:cubicBezTo>
                <a:cubicBezTo>
                  <a:pt x="120235" y="71604"/>
                  <a:pt x="118893" y="69336"/>
                  <a:pt x="116874" y="67671"/>
                </a:cubicBezTo>
                <a:cubicBezTo>
                  <a:pt x="114856" y="66007"/>
                  <a:pt x="112244" y="65133"/>
                  <a:pt x="109039" y="65049"/>
                </a:cubicBezTo>
                <a:lnTo>
                  <a:pt x="109039" y="54811"/>
                </a:lnTo>
                <a:close/>
                <a:moveTo>
                  <a:pt x="212546" y="82217"/>
                </a:moveTo>
                <a:lnTo>
                  <a:pt x="212546" y="93017"/>
                </a:lnTo>
                <a:lnTo>
                  <a:pt x="152054" y="93017"/>
                </a:lnTo>
                <a:cubicBezTo>
                  <a:pt x="151971" y="90313"/>
                  <a:pt x="152408" y="87713"/>
                  <a:pt x="153365" y="85217"/>
                </a:cubicBezTo>
                <a:cubicBezTo>
                  <a:pt x="154905" y="81100"/>
                  <a:pt x="157371" y="77045"/>
                  <a:pt x="160762" y="73052"/>
                </a:cubicBezTo>
                <a:cubicBezTo>
                  <a:pt x="164154" y="69059"/>
                  <a:pt x="169055" y="64442"/>
                  <a:pt x="175464" y="59201"/>
                </a:cubicBezTo>
                <a:cubicBezTo>
                  <a:pt x="185411" y="51051"/>
                  <a:pt x="192132" y="44596"/>
                  <a:pt x="195628" y="39835"/>
                </a:cubicBezTo>
                <a:cubicBezTo>
                  <a:pt x="199124" y="35073"/>
                  <a:pt x="200872" y="30572"/>
                  <a:pt x="200872" y="26331"/>
                </a:cubicBezTo>
                <a:cubicBezTo>
                  <a:pt x="200872" y="21881"/>
                  <a:pt x="199280" y="18129"/>
                  <a:pt x="196096" y="15072"/>
                </a:cubicBezTo>
                <a:cubicBezTo>
                  <a:pt x="192913" y="12016"/>
                  <a:pt x="188761" y="10488"/>
                  <a:pt x="183642" y="10488"/>
                </a:cubicBezTo>
                <a:cubicBezTo>
                  <a:pt x="178232" y="10488"/>
                  <a:pt x="173903" y="12111"/>
                  <a:pt x="170657" y="15357"/>
                </a:cubicBezTo>
                <a:cubicBezTo>
                  <a:pt x="167411" y="18603"/>
                  <a:pt x="165767" y="23098"/>
                  <a:pt x="165725" y="28841"/>
                </a:cubicBezTo>
                <a:lnTo>
                  <a:pt x="154176" y="27653"/>
                </a:lnTo>
                <a:cubicBezTo>
                  <a:pt x="154967" y="19019"/>
                  <a:pt x="157943" y="12439"/>
                  <a:pt x="163103" y="7913"/>
                </a:cubicBezTo>
                <a:cubicBezTo>
                  <a:pt x="168264" y="3387"/>
                  <a:pt x="175194" y="1124"/>
                  <a:pt x="183892" y="1124"/>
                </a:cubicBezTo>
                <a:cubicBezTo>
                  <a:pt x="192673" y="1124"/>
                  <a:pt x="199623" y="3559"/>
                  <a:pt x="204743" y="8430"/>
                </a:cubicBezTo>
                <a:cubicBezTo>
                  <a:pt x="209862" y="13300"/>
                  <a:pt x="212421" y="19337"/>
                  <a:pt x="212421" y="26539"/>
                </a:cubicBezTo>
                <a:cubicBezTo>
                  <a:pt x="212421" y="30203"/>
                  <a:pt x="211672" y="33804"/>
                  <a:pt x="210174" y="37343"/>
                </a:cubicBezTo>
                <a:cubicBezTo>
                  <a:pt x="208675" y="40882"/>
                  <a:pt x="206189" y="44608"/>
                  <a:pt x="202714" y="48522"/>
                </a:cubicBezTo>
                <a:cubicBezTo>
                  <a:pt x="199239" y="52434"/>
                  <a:pt x="193464" y="57804"/>
                  <a:pt x="185390" y="64632"/>
                </a:cubicBezTo>
                <a:cubicBezTo>
                  <a:pt x="178648" y="70286"/>
                  <a:pt x="174320" y="74121"/>
                  <a:pt x="172405" y="76138"/>
                </a:cubicBezTo>
                <a:cubicBezTo>
                  <a:pt x="170491" y="78154"/>
                  <a:pt x="168909" y="80180"/>
                  <a:pt x="167661" y="82217"/>
                </a:cubicBezTo>
                <a:lnTo>
                  <a:pt x="212546" y="82217"/>
                </a:lnTo>
                <a:close/>
                <a:moveTo>
                  <a:pt x="230630" y="93017"/>
                </a:moveTo>
                <a:lnTo>
                  <a:pt x="230630" y="80157"/>
                </a:lnTo>
                <a:lnTo>
                  <a:pt x="243428" y="80157"/>
                </a:lnTo>
                <a:lnTo>
                  <a:pt x="243428" y="92980"/>
                </a:lnTo>
                <a:cubicBezTo>
                  <a:pt x="243428" y="97693"/>
                  <a:pt x="242595" y="101499"/>
                  <a:pt x="240931" y="104396"/>
                </a:cubicBezTo>
                <a:cubicBezTo>
                  <a:pt x="239266" y="107295"/>
                  <a:pt x="236623" y="109537"/>
                  <a:pt x="233002" y="111121"/>
                </a:cubicBezTo>
                <a:lnTo>
                  <a:pt x="229881" y="106252"/>
                </a:lnTo>
                <a:cubicBezTo>
                  <a:pt x="232253" y="105216"/>
                  <a:pt x="234001" y="103694"/>
                  <a:pt x="235125" y="101685"/>
                </a:cubicBezTo>
                <a:cubicBezTo>
                  <a:pt x="236249" y="99675"/>
                  <a:pt x="236873" y="96786"/>
                  <a:pt x="236998" y="93017"/>
                </a:cubicBezTo>
                <a:lnTo>
                  <a:pt x="230630" y="93017"/>
                </a:lnTo>
                <a:close/>
                <a:moveTo>
                  <a:pt x="260117" y="68920"/>
                </a:moveTo>
                <a:lnTo>
                  <a:pt x="271916" y="67921"/>
                </a:lnTo>
                <a:cubicBezTo>
                  <a:pt x="272790" y="73645"/>
                  <a:pt x="274819" y="77948"/>
                  <a:pt x="278003" y="80830"/>
                </a:cubicBezTo>
                <a:cubicBezTo>
                  <a:pt x="281186" y="83711"/>
                  <a:pt x="285026" y="85151"/>
                  <a:pt x="289521" y="85151"/>
                </a:cubicBezTo>
                <a:cubicBezTo>
                  <a:pt x="294931" y="85151"/>
                  <a:pt x="299509" y="83115"/>
                  <a:pt x="303255" y="79043"/>
                </a:cubicBezTo>
                <a:cubicBezTo>
                  <a:pt x="307000" y="74970"/>
                  <a:pt x="308873" y="69567"/>
                  <a:pt x="308873" y="62835"/>
                </a:cubicBezTo>
                <a:cubicBezTo>
                  <a:pt x="308873" y="56435"/>
                  <a:pt x="307073" y="51386"/>
                  <a:pt x="303473" y="47687"/>
                </a:cubicBezTo>
                <a:cubicBezTo>
                  <a:pt x="299873" y="43988"/>
                  <a:pt x="295160" y="42139"/>
                  <a:pt x="289333" y="42139"/>
                </a:cubicBezTo>
                <a:cubicBezTo>
                  <a:pt x="285712" y="42139"/>
                  <a:pt x="282445" y="42955"/>
                  <a:pt x="279532" y="44587"/>
                </a:cubicBezTo>
                <a:cubicBezTo>
                  <a:pt x="276619" y="46219"/>
                  <a:pt x="274330" y="48337"/>
                  <a:pt x="272665" y="50941"/>
                </a:cubicBezTo>
                <a:lnTo>
                  <a:pt x="262115" y="49567"/>
                </a:lnTo>
                <a:lnTo>
                  <a:pt x="270980" y="2622"/>
                </a:lnTo>
                <a:lnTo>
                  <a:pt x="316489" y="2622"/>
                </a:lnTo>
                <a:lnTo>
                  <a:pt x="316489" y="13235"/>
                </a:lnTo>
                <a:lnTo>
                  <a:pt x="279969" y="13235"/>
                </a:lnTo>
                <a:lnTo>
                  <a:pt x="275037" y="37893"/>
                </a:lnTo>
                <a:cubicBezTo>
                  <a:pt x="280531" y="34106"/>
                  <a:pt x="286295" y="32213"/>
                  <a:pt x="292330" y="32213"/>
                </a:cubicBezTo>
                <a:cubicBezTo>
                  <a:pt x="300320" y="32213"/>
                  <a:pt x="307063" y="34983"/>
                  <a:pt x="312556" y="40525"/>
                </a:cubicBezTo>
                <a:cubicBezTo>
                  <a:pt x="318050" y="46066"/>
                  <a:pt x="320797" y="53189"/>
                  <a:pt x="320797" y="61895"/>
                </a:cubicBezTo>
                <a:cubicBezTo>
                  <a:pt x="320797" y="70186"/>
                  <a:pt x="318383" y="77352"/>
                  <a:pt x="313555" y="83391"/>
                </a:cubicBezTo>
                <a:cubicBezTo>
                  <a:pt x="307687" y="90807"/>
                  <a:pt x="299675" y="94515"/>
                  <a:pt x="289521" y="94515"/>
                </a:cubicBezTo>
                <a:cubicBezTo>
                  <a:pt x="281197" y="94515"/>
                  <a:pt x="274403" y="92179"/>
                  <a:pt x="269138" y="87506"/>
                </a:cubicBezTo>
                <a:cubicBezTo>
                  <a:pt x="263873" y="82833"/>
                  <a:pt x="260866" y="76638"/>
                  <a:pt x="260117" y="68920"/>
                </a:cubicBezTo>
                <a:close/>
                <a:moveTo>
                  <a:pt x="364976" y="54811"/>
                </a:moveTo>
                <a:lnTo>
                  <a:pt x="364976" y="65049"/>
                </a:lnTo>
                <a:cubicBezTo>
                  <a:pt x="361771" y="65133"/>
                  <a:pt x="359159" y="66007"/>
                  <a:pt x="357141" y="67671"/>
                </a:cubicBezTo>
                <a:cubicBezTo>
                  <a:pt x="355122" y="69336"/>
                  <a:pt x="353780" y="71594"/>
                  <a:pt x="353114" y="74445"/>
                </a:cubicBezTo>
                <a:cubicBezTo>
                  <a:pt x="352449" y="77296"/>
                  <a:pt x="352095" y="82196"/>
                  <a:pt x="352053" y="89146"/>
                </a:cubicBezTo>
                <a:cubicBezTo>
                  <a:pt x="352012" y="96097"/>
                  <a:pt x="351887" y="100675"/>
                  <a:pt x="351679" y="102880"/>
                </a:cubicBezTo>
                <a:cubicBezTo>
                  <a:pt x="351304" y="106418"/>
                  <a:pt x="350607" y="109238"/>
                  <a:pt x="349587" y="111339"/>
                </a:cubicBezTo>
                <a:cubicBezTo>
                  <a:pt x="348568" y="113441"/>
                  <a:pt x="347309" y="115127"/>
                  <a:pt x="345810" y="116396"/>
                </a:cubicBezTo>
                <a:cubicBezTo>
                  <a:pt x="344312" y="117665"/>
                  <a:pt x="342398" y="118633"/>
                  <a:pt x="340067" y="119299"/>
                </a:cubicBezTo>
                <a:cubicBezTo>
                  <a:pt x="338486" y="119757"/>
                  <a:pt x="335905" y="119986"/>
                  <a:pt x="332326" y="119986"/>
                </a:cubicBezTo>
                <a:lnTo>
                  <a:pt x="328830" y="119986"/>
                </a:lnTo>
                <a:lnTo>
                  <a:pt x="328830" y="110122"/>
                </a:lnTo>
                <a:lnTo>
                  <a:pt x="330765" y="110122"/>
                </a:lnTo>
                <a:cubicBezTo>
                  <a:pt x="335094" y="110122"/>
                  <a:pt x="337965" y="109342"/>
                  <a:pt x="339380" y="107781"/>
                </a:cubicBezTo>
                <a:cubicBezTo>
                  <a:pt x="340795" y="106222"/>
                  <a:pt x="341503" y="102718"/>
                  <a:pt x="341503" y="97270"/>
                </a:cubicBezTo>
                <a:cubicBezTo>
                  <a:pt x="341503" y="86872"/>
                  <a:pt x="341690" y="80279"/>
                  <a:pt x="342065" y="77492"/>
                </a:cubicBezTo>
                <a:cubicBezTo>
                  <a:pt x="342731" y="72876"/>
                  <a:pt x="344062" y="69185"/>
                  <a:pt x="346060" y="66419"/>
                </a:cubicBezTo>
                <a:cubicBezTo>
                  <a:pt x="348058" y="63653"/>
                  <a:pt x="350888" y="61500"/>
                  <a:pt x="354550" y="59962"/>
                </a:cubicBezTo>
                <a:cubicBezTo>
                  <a:pt x="349764" y="57676"/>
                  <a:pt x="346393" y="54655"/>
                  <a:pt x="344437" y="50896"/>
                </a:cubicBezTo>
                <a:cubicBezTo>
                  <a:pt x="342481" y="47136"/>
                  <a:pt x="341503" y="40790"/>
                  <a:pt x="341503" y="31859"/>
                </a:cubicBezTo>
                <a:cubicBezTo>
                  <a:pt x="341503" y="23759"/>
                  <a:pt x="341399" y="18920"/>
                  <a:pt x="341191" y="17341"/>
                </a:cubicBezTo>
                <a:cubicBezTo>
                  <a:pt x="340899" y="14558"/>
                  <a:pt x="340077" y="12616"/>
                  <a:pt x="338725" y="11516"/>
                </a:cubicBezTo>
                <a:cubicBezTo>
                  <a:pt x="337372" y="10414"/>
                  <a:pt x="334719" y="9864"/>
                  <a:pt x="330765" y="9864"/>
                </a:cubicBezTo>
                <a:lnTo>
                  <a:pt x="328830" y="9864"/>
                </a:lnTo>
                <a:lnTo>
                  <a:pt x="328830" y="0"/>
                </a:lnTo>
                <a:lnTo>
                  <a:pt x="332326" y="0"/>
                </a:lnTo>
                <a:cubicBezTo>
                  <a:pt x="336405" y="0"/>
                  <a:pt x="339360" y="332"/>
                  <a:pt x="341191" y="997"/>
                </a:cubicBezTo>
                <a:cubicBezTo>
                  <a:pt x="343854" y="1912"/>
                  <a:pt x="346060" y="3451"/>
                  <a:pt x="347808" y="5613"/>
                </a:cubicBezTo>
                <a:cubicBezTo>
                  <a:pt x="349556" y="7774"/>
                  <a:pt x="350690" y="10497"/>
                  <a:pt x="351210" y="13781"/>
                </a:cubicBezTo>
                <a:cubicBezTo>
                  <a:pt x="351731" y="17065"/>
                  <a:pt x="352012" y="22449"/>
                  <a:pt x="352053" y="29932"/>
                </a:cubicBezTo>
                <a:cubicBezTo>
                  <a:pt x="352095" y="37414"/>
                  <a:pt x="352449" y="42579"/>
                  <a:pt x="353114" y="45428"/>
                </a:cubicBezTo>
                <a:cubicBezTo>
                  <a:pt x="353780" y="48275"/>
                  <a:pt x="355122" y="50530"/>
                  <a:pt x="357141" y="52193"/>
                </a:cubicBezTo>
                <a:cubicBezTo>
                  <a:pt x="359159" y="53855"/>
                  <a:pt x="361771" y="54728"/>
                  <a:pt x="364976" y="54811"/>
                </a:cubicBezTo>
                <a:close/>
                <a:moveTo>
                  <a:pt x="379959" y="93017"/>
                </a:moveTo>
                <a:lnTo>
                  <a:pt x="379959" y="80157"/>
                </a:lnTo>
                <a:lnTo>
                  <a:pt x="392757" y="80157"/>
                </a:lnTo>
                <a:lnTo>
                  <a:pt x="392757" y="92980"/>
                </a:lnTo>
                <a:cubicBezTo>
                  <a:pt x="392757" y="97693"/>
                  <a:pt x="391924" y="101499"/>
                  <a:pt x="390260" y="104396"/>
                </a:cubicBezTo>
                <a:cubicBezTo>
                  <a:pt x="388595" y="107295"/>
                  <a:pt x="385952" y="109537"/>
                  <a:pt x="382331" y="111121"/>
                </a:cubicBezTo>
                <a:lnTo>
                  <a:pt x="379210" y="106252"/>
                </a:lnTo>
                <a:cubicBezTo>
                  <a:pt x="381582" y="105216"/>
                  <a:pt x="383330" y="103694"/>
                  <a:pt x="384454" y="101685"/>
                </a:cubicBezTo>
                <a:cubicBezTo>
                  <a:pt x="385578" y="99675"/>
                  <a:pt x="386202" y="96786"/>
                  <a:pt x="386327" y="93017"/>
                </a:cubicBezTo>
                <a:lnTo>
                  <a:pt x="379959" y="93017"/>
                </a:lnTo>
                <a:close/>
                <a:moveTo>
                  <a:pt x="451772" y="93017"/>
                </a:moveTo>
                <a:lnTo>
                  <a:pt x="440535" y="93017"/>
                </a:lnTo>
                <a:lnTo>
                  <a:pt x="440535" y="21413"/>
                </a:lnTo>
                <a:cubicBezTo>
                  <a:pt x="437830" y="23993"/>
                  <a:pt x="434282" y="26573"/>
                  <a:pt x="429891" y="29154"/>
                </a:cubicBezTo>
                <a:cubicBezTo>
                  <a:pt x="425501" y="31734"/>
                  <a:pt x="421557" y="33669"/>
                  <a:pt x="418061" y="34959"/>
                </a:cubicBezTo>
                <a:lnTo>
                  <a:pt x="418061" y="24097"/>
                </a:lnTo>
                <a:cubicBezTo>
                  <a:pt x="424346" y="21142"/>
                  <a:pt x="429839" y="17563"/>
                  <a:pt x="434542" y="13359"/>
                </a:cubicBezTo>
                <a:cubicBezTo>
                  <a:pt x="439245" y="9156"/>
                  <a:pt x="442575" y="5077"/>
                  <a:pt x="444531" y="1124"/>
                </a:cubicBezTo>
                <a:lnTo>
                  <a:pt x="451772" y="1124"/>
                </a:lnTo>
                <a:lnTo>
                  <a:pt x="451772" y="93017"/>
                </a:lnTo>
                <a:close/>
                <a:moveTo>
                  <a:pt x="491019" y="119986"/>
                </a:moveTo>
                <a:lnTo>
                  <a:pt x="482966" y="119986"/>
                </a:lnTo>
                <a:cubicBezTo>
                  <a:pt x="495410" y="100009"/>
                  <a:pt x="501632" y="80011"/>
                  <a:pt x="501632" y="59993"/>
                </a:cubicBezTo>
                <a:cubicBezTo>
                  <a:pt x="501632" y="52169"/>
                  <a:pt x="500737" y="44407"/>
                  <a:pt x="498948" y="36707"/>
                </a:cubicBezTo>
                <a:cubicBezTo>
                  <a:pt x="497533" y="30465"/>
                  <a:pt x="495556" y="24472"/>
                  <a:pt x="493017" y="18728"/>
                </a:cubicBezTo>
                <a:cubicBezTo>
                  <a:pt x="491394" y="14983"/>
                  <a:pt x="488044" y="8740"/>
                  <a:pt x="482966" y="0"/>
                </a:cubicBezTo>
                <a:lnTo>
                  <a:pt x="491019" y="0"/>
                </a:lnTo>
                <a:cubicBezTo>
                  <a:pt x="498844" y="10446"/>
                  <a:pt x="504629" y="20934"/>
                  <a:pt x="508374" y="31463"/>
                </a:cubicBezTo>
                <a:cubicBezTo>
                  <a:pt x="511579" y="40536"/>
                  <a:pt x="513181" y="50025"/>
                  <a:pt x="513181" y="59930"/>
                </a:cubicBezTo>
                <a:cubicBezTo>
                  <a:pt x="513181" y="71167"/>
                  <a:pt x="511027" y="82030"/>
                  <a:pt x="506720" y="92517"/>
                </a:cubicBezTo>
                <a:cubicBezTo>
                  <a:pt x="502412" y="103005"/>
                  <a:pt x="497179" y="112161"/>
                  <a:pt x="49101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07B84C-EC3C-4AC2-889D-B973B263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456" y="2863829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159C0-24B2-43FB-8C70-459B4667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456" y="2863829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56" name="Text u(3,4)">
            <a:extLst xmlns:a="http://schemas.openxmlformats.org/drawingml/2006/main">
              <a:ext uri="{FF2B5EF4-FFF2-40B4-BE49-F238E27FC236}">
                <a16:creationId xmlns:a16="http://schemas.microsoft.com/office/drawing/2014/main" id="{F8177BAD-D66E-40A1-B252-D32BE36C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7066" y="2926210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0851" y="68670"/>
                </a:moveTo>
                <a:lnTo>
                  <a:pt x="122088" y="67172"/>
                </a:lnTo>
                <a:cubicBezTo>
                  <a:pt x="123378" y="73540"/>
                  <a:pt x="125573" y="78128"/>
                  <a:pt x="128674" y="80937"/>
                </a:cubicBezTo>
                <a:cubicBezTo>
                  <a:pt x="131774" y="83746"/>
                  <a:pt x="135551" y="85151"/>
                  <a:pt x="140004" y="85151"/>
                </a:cubicBezTo>
                <a:cubicBezTo>
                  <a:pt x="145290" y="85151"/>
                  <a:pt x="149753" y="83323"/>
                  <a:pt x="153395" y="79667"/>
                </a:cubicBezTo>
                <a:cubicBezTo>
                  <a:pt x="157037" y="76011"/>
                  <a:pt x="158857" y="71483"/>
                  <a:pt x="158857" y="66081"/>
                </a:cubicBezTo>
                <a:cubicBezTo>
                  <a:pt x="158857" y="60929"/>
                  <a:pt x="157172" y="56680"/>
                  <a:pt x="153801" y="53336"/>
                </a:cubicBezTo>
                <a:cubicBezTo>
                  <a:pt x="150430" y="49991"/>
                  <a:pt x="146143" y="48319"/>
                  <a:pt x="140941" y="48319"/>
                </a:cubicBezTo>
                <a:cubicBezTo>
                  <a:pt x="138818" y="48319"/>
                  <a:pt x="136175" y="48735"/>
                  <a:pt x="133012" y="49567"/>
                </a:cubicBezTo>
                <a:lnTo>
                  <a:pt x="134261" y="39704"/>
                </a:lnTo>
                <a:cubicBezTo>
                  <a:pt x="135010" y="39787"/>
                  <a:pt x="135614" y="39829"/>
                  <a:pt x="136071" y="39829"/>
                </a:cubicBezTo>
                <a:cubicBezTo>
                  <a:pt x="140857" y="39829"/>
                  <a:pt x="145165" y="38591"/>
                  <a:pt x="148994" y="36114"/>
                </a:cubicBezTo>
                <a:cubicBezTo>
                  <a:pt x="152823" y="33638"/>
                  <a:pt x="154737" y="29821"/>
                  <a:pt x="154737" y="24663"/>
                </a:cubicBezTo>
                <a:cubicBezTo>
                  <a:pt x="154737" y="20578"/>
                  <a:pt x="153343" y="17194"/>
                  <a:pt x="150555" y="14512"/>
                </a:cubicBezTo>
                <a:cubicBezTo>
                  <a:pt x="147766" y="11829"/>
                  <a:pt x="144166" y="10488"/>
                  <a:pt x="139755" y="10488"/>
                </a:cubicBezTo>
                <a:cubicBezTo>
                  <a:pt x="135385" y="10488"/>
                  <a:pt x="131743" y="11861"/>
                  <a:pt x="128830" y="14608"/>
                </a:cubicBezTo>
                <a:cubicBezTo>
                  <a:pt x="125917" y="17355"/>
                  <a:pt x="124044" y="21475"/>
                  <a:pt x="123211" y="26969"/>
                </a:cubicBezTo>
                <a:lnTo>
                  <a:pt x="111974" y="24971"/>
                </a:lnTo>
                <a:cubicBezTo>
                  <a:pt x="113348" y="17399"/>
                  <a:pt x="116469" y="11532"/>
                  <a:pt x="121338" y="7368"/>
                </a:cubicBezTo>
                <a:cubicBezTo>
                  <a:pt x="126208" y="3205"/>
                  <a:pt x="132263" y="1124"/>
                  <a:pt x="139505" y="1124"/>
                </a:cubicBezTo>
                <a:cubicBezTo>
                  <a:pt x="144499" y="1124"/>
                  <a:pt x="149098" y="2192"/>
                  <a:pt x="153301" y="4329"/>
                </a:cubicBezTo>
                <a:cubicBezTo>
                  <a:pt x="157505" y="6466"/>
                  <a:pt x="160720" y="9381"/>
                  <a:pt x="162946" y="13075"/>
                </a:cubicBezTo>
                <a:cubicBezTo>
                  <a:pt x="165173" y="16767"/>
                  <a:pt x="166286" y="20688"/>
                  <a:pt x="166286" y="24838"/>
                </a:cubicBezTo>
                <a:cubicBezTo>
                  <a:pt x="166286" y="28780"/>
                  <a:pt x="165225" y="32370"/>
                  <a:pt x="163102" y="35607"/>
                </a:cubicBezTo>
                <a:cubicBezTo>
                  <a:pt x="160980" y="38843"/>
                  <a:pt x="157838" y="41415"/>
                  <a:pt x="153676" y="43325"/>
                </a:cubicBezTo>
                <a:cubicBezTo>
                  <a:pt x="159086" y="44573"/>
                  <a:pt x="163290" y="47164"/>
                  <a:pt x="166286" y="51097"/>
                </a:cubicBezTo>
                <a:cubicBezTo>
                  <a:pt x="169283" y="55030"/>
                  <a:pt x="170781" y="59951"/>
                  <a:pt x="170781" y="65861"/>
                </a:cubicBezTo>
                <a:cubicBezTo>
                  <a:pt x="170781" y="73852"/>
                  <a:pt x="167868" y="80625"/>
                  <a:pt x="162041" y="86181"/>
                </a:cubicBezTo>
                <a:cubicBezTo>
                  <a:pt x="156215" y="91737"/>
                  <a:pt x="148848" y="94515"/>
                  <a:pt x="139942" y="94515"/>
                </a:cubicBezTo>
                <a:cubicBezTo>
                  <a:pt x="131910" y="94515"/>
                  <a:pt x="125240" y="92116"/>
                  <a:pt x="119934" y="87318"/>
                </a:cubicBezTo>
                <a:cubicBezTo>
                  <a:pt x="114628" y="82521"/>
                  <a:pt x="111600" y="76305"/>
                  <a:pt x="110851" y="68670"/>
                </a:cubicBez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29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7" y="99675"/>
                  <a:pt x="194172" y="96786"/>
                  <a:pt x="194296" y="93017"/>
                </a:cubicBezTo>
                <a:lnTo>
                  <a:pt x="187929" y="93017"/>
                </a:lnTo>
                <a:close/>
                <a:moveTo>
                  <a:pt x="253437" y="93017"/>
                </a:moveTo>
                <a:lnTo>
                  <a:pt x="253437" y="71105"/>
                </a:lnTo>
                <a:lnTo>
                  <a:pt x="213733" y="71105"/>
                </a:lnTo>
                <a:lnTo>
                  <a:pt x="213733" y="60804"/>
                </a:lnTo>
                <a:lnTo>
                  <a:pt x="255497" y="1498"/>
                </a:lnTo>
                <a:lnTo>
                  <a:pt x="264674" y="1498"/>
                </a:lnTo>
                <a:lnTo>
                  <a:pt x="264674" y="60804"/>
                </a:lnTo>
                <a:lnTo>
                  <a:pt x="277034" y="60804"/>
                </a:lnTo>
                <a:lnTo>
                  <a:pt x="277034" y="71105"/>
                </a:lnTo>
                <a:lnTo>
                  <a:pt x="264674" y="71105"/>
                </a:lnTo>
                <a:lnTo>
                  <a:pt x="264674" y="93017"/>
                </a:lnTo>
                <a:lnTo>
                  <a:pt x="253437" y="93017"/>
                </a:lnTo>
                <a:moveTo>
                  <a:pt x="253437" y="60804"/>
                </a:moveTo>
                <a:lnTo>
                  <a:pt x="253437" y="19540"/>
                </a:lnTo>
                <a:lnTo>
                  <a:pt x="224783" y="60804"/>
                </a:lnTo>
                <a:lnTo>
                  <a:pt x="253437" y="60804"/>
                </a:ln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7" y="36707"/>
                </a:cubicBezTo>
                <a:cubicBezTo>
                  <a:pt x="305502" y="30465"/>
                  <a:pt x="303526" y="24472"/>
                  <a:pt x="300987" y="18728"/>
                </a:cubicBezTo>
                <a:cubicBezTo>
                  <a:pt x="299364" y="14983"/>
                  <a:pt x="296013" y="8740"/>
                  <a:pt x="290936" y="0"/>
                </a:cubicBezTo>
                <a:lnTo>
                  <a:pt x="298989" y="0"/>
                </a:lnTo>
                <a:cubicBezTo>
                  <a:pt x="306813" y="10446"/>
                  <a:pt x="312598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3213DE-BC62-4FD9-BDF6-4C650C44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242797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C6E579-CC9B-4452-A452-23A21F6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242797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59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0FB991C1-ADF9-4811-99F2-DC17A2E5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372" y="2484541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212548" y="82217"/>
                </a:moveTo>
                <a:lnTo>
                  <a:pt x="212548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7" y="64442"/>
                  <a:pt x="175466" y="59201"/>
                </a:cubicBezTo>
                <a:cubicBezTo>
                  <a:pt x="185413" y="51051"/>
                  <a:pt x="192134" y="44596"/>
                  <a:pt x="195630" y="39835"/>
                </a:cubicBezTo>
                <a:cubicBezTo>
                  <a:pt x="199126" y="35073"/>
                  <a:pt x="200874" y="30572"/>
                  <a:pt x="200874" y="26331"/>
                </a:cubicBezTo>
                <a:cubicBezTo>
                  <a:pt x="200874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4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3" y="18603"/>
                  <a:pt x="165769" y="23098"/>
                  <a:pt x="165727" y="28841"/>
                </a:cubicBezTo>
                <a:lnTo>
                  <a:pt x="154178" y="27653"/>
                </a:lnTo>
                <a:cubicBezTo>
                  <a:pt x="154969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4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6" y="57804"/>
                  <a:pt x="185392" y="64632"/>
                </a:cubicBezTo>
                <a:cubicBezTo>
                  <a:pt x="178650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8" y="82217"/>
                </a:ln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260119" y="68920"/>
                </a:moveTo>
                <a:lnTo>
                  <a:pt x="271918" y="67921"/>
                </a:lnTo>
                <a:cubicBezTo>
                  <a:pt x="272792" y="73645"/>
                  <a:pt x="274821" y="77948"/>
                  <a:pt x="278004" y="80830"/>
                </a:cubicBezTo>
                <a:cubicBezTo>
                  <a:pt x="281188" y="83711"/>
                  <a:pt x="285027" y="85151"/>
                  <a:pt x="289522" y="85151"/>
                </a:cubicBezTo>
                <a:cubicBezTo>
                  <a:pt x="294933" y="85151"/>
                  <a:pt x="299511" y="83115"/>
                  <a:pt x="303256" y="79043"/>
                </a:cubicBezTo>
                <a:cubicBezTo>
                  <a:pt x="307002" y="74970"/>
                  <a:pt x="308875" y="69567"/>
                  <a:pt x="308875" y="62835"/>
                </a:cubicBezTo>
                <a:cubicBezTo>
                  <a:pt x="308875" y="56435"/>
                  <a:pt x="307075" y="51386"/>
                  <a:pt x="303475" y="47687"/>
                </a:cubicBezTo>
                <a:cubicBezTo>
                  <a:pt x="299875" y="43988"/>
                  <a:pt x="295162" y="42139"/>
                  <a:pt x="289335" y="42139"/>
                </a:cubicBezTo>
                <a:cubicBezTo>
                  <a:pt x="285714" y="42139"/>
                  <a:pt x="282447" y="42955"/>
                  <a:pt x="279534" y="44587"/>
                </a:cubicBezTo>
                <a:cubicBezTo>
                  <a:pt x="276621" y="46219"/>
                  <a:pt x="274332" y="48337"/>
                  <a:pt x="272667" y="50941"/>
                </a:cubicBezTo>
                <a:lnTo>
                  <a:pt x="262117" y="49567"/>
                </a:lnTo>
                <a:lnTo>
                  <a:pt x="270981" y="2622"/>
                </a:lnTo>
                <a:lnTo>
                  <a:pt x="316491" y="2622"/>
                </a:lnTo>
                <a:lnTo>
                  <a:pt x="316491" y="13235"/>
                </a:lnTo>
                <a:lnTo>
                  <a:pt x="279971" y="13235"/>
                </a:lnTo>
                <a:lnTo>
                  <a:pt x="275039" y="37893"/>
                </a:lnTo>
                <a:cubicBezTo>
                  <a:pt x="280533" y="34106"/>
                  <a:pt x="286297" y="32213"/>
                  <a:pt x="292331" y="32213"/>
                </a:cubicBezTo>
                <a:cubicBezTo>
                  <a:pt x="300322" y="32213"/>
                  <a:pt x="307064" y="34983"/>
                  <a:pt x="312558" y="40525"/>
                </a:cubicBezTo>
                <a:cubicBezTo>
                  <a:pt x="318052" y="46066"/>
                  <a:pt x="320798" y="53189"/>
                  <a:pt x="320798" y="61895"/>
                </a:cubicBezTo>
                <a:cubicBezTo>
                  <a:pt x="320798" y="70186"/>
                  <a:pt x="318385" y="77352"/>
                  <a:pt x="313557" y="83391"/>
                </a:cubicBezTo>
                <a:cubicBezTo>
                  <a:pt x="307689" y="90807"/>
                  <a:pt x="299677" y="94515"/>
                  <a:pt x="289522" y="94515"/>
                </a:cubicBezTo>
                <a:cubicBezTo>
                  <a:pt x="281199" y="94515"/>
                  <a:pt x="274404" y="92179"/>
                  <a:pt x="269140" y="87506"/>
                </a:cubicBezTo>
                <a:cubicBezTo>
                  <a:pt x="263875" y="82833"/>
                  <a:pt x="260868" y="76638"/>
                  <a:pt x="260119" y="68920"/>
                </a:cubicBez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3" y="65133"/>
                  <a:pt x="359161" y="66007"/>
                  <a:pt x="357143" y="67671"/>
                </a:cubicBezTo>
                <a:cubicBezTo>
                  <a:pt x="355124" y="69336"/>
                  <a:pt x="353782" y="71594"/>
                  <a:pt x="353116" y="74445"/>
                </a:cubicBezTo>
                <a:cubicBezTo>
                  <a:pt x="352450" y="77296"/>
                  <a:pt x="352096" y="82196"/>
                  <a:pt x="352055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6" y="106418"/>
                  <a:pt x="350609" y="109238"/>
                  <a:pt x="349589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4" y="117665"/>
                  <a:pt x="342399" y="118633"/>
                  <a:pt x="340069" y="119299"/>
                </a:cubicBezTo>
                <a:cubicBezTo>
                  <a:pt x="338487" y="119757"/>
                  <a:pt x="335907" y="119986"/>
                  <a:pt x="332328" y="119986"/>
                </a:cubicBezTo>
                <a:lnTo>
                  <a:pt x="328832" y="119986"/>
                </a:lnTo>
                <a:lnTo>
                  <a:pt x="328832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5" y="102718"/>
                  <a:pt x="341505" y="97270"/>
                </a:cubicBezTo>
                <a:cubicBezTo>
                  <a:pt x="341505" y="86872"/>
                  <a:pt x="341692" y="80279"/>
                  <a:pt x="342066" y="77492"/>
                </a:cubicBezTo>
                <a:cubicBezTo>
                  <a:pt x="342732" y="72876"/>
                  <a:pt x="344064" y="69185"/>
                  <a:pt x="346062" y="66419"/>
                </a:cubicBezTo>
                <a:cubicBezTo>
                  <a:pt x="348060" y="63653"/>
                  <a:pt x="350890" y="61500"/>
                  <a:pt x="354552" y="59962"/>
                </a:cubicBezTo>
                <a:cubicBezTo>
                  <a:pt x="349766" y="57676"/>
                  <a:pt x="346395" y="54655"/>
                  <a:pt x="344439" y="50896"/>
                </a:cubicBezTo>
                <a:cubicBezTo>
                  <a:pt x="342483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2" y="17341"/>
                </a:cubicBezTo>
                <a:cubicBezTo>
                  <a:pt x="340901" y="14558"/>
                  <a:pt x="340079" y="12616"/>
                  <a:pt x="338727" y="11516"/>
                </a:cubicBezTo>
                <a:cubicBezTo>
                  <a:pt x="337374" y="10414"/>
                  <a:pt x="334721" y="9864"/>
                  <a:pt x="330767" y="9864"/>
                </a:cubicBezTo>
                <a:lnTo>
                  <a:pt x="328832" y="9864"/>
                </a:lnTo>
                <a:lnTo>
                  <a:pt x="328832" y="0"/>
                </a:lnTo>
                <a:lnTo>
                  <a:pt x="332328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2" y="3451"/>
                  <a:pt x="347810" y="5613"/>
                </a:cubicBezTo>
                <a:cubicBezTo>
                  <a:pt x="349558" y="7774"/>
                  <a:pt x="350692" y="10497"/>
                  <a:pt x="351212" y="13781"/>
                </a:cubicBezTo>
                <a:cubicBezTo>
                  <a:pt x="351732" y="17065"/>
                  <a:pt x="352013" y="22449"/>
                  <a:pt x="352055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2" y="48275"/>
                  <a:pt x="355124" y="50530"/>
                  <a:pt x="357143" y="52193"/>
                </a:cubicBezTo>
                <a:cubicBezTo>
                  <a:pt x="359161" y="53855"/>
                  <a:pt x="361773" y="54728"/>
                  <a:pt x="364977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0" y="80157"/>
                </a:lnTo>
                <a:lnTo>
                  <a:pt x="392760" y="92980"/>
                </a:lnTo>
                <a:cubicBezTo>
                  <a:pt x="392760" y="97693"/>
                  <a:pt x="391928" y="101499"/>
                  <a:pt x="390263" y="104396"/>
                </a:cubicBezTo>
                <a:cubicBezTo>
                  <a:pt x="388598" y="107295"/>
                  <a:pt x="385956" y="109537"/>
                  <a:pt x="382335" y="111121"/>
                </a:cubicBezTo>
                <a:lnTo>
                  <a:pt x="379213" y="106252"/>
                </a:lnTo>
                <a:cubicBezTo>
                  <a:pt x="381586" y="105216"/>
                  <a:pt x="383334" y="103694"/>
                  <a:pt x="384457" y="101685"/>
                </a:cubicBezTo>
                <a:cubicBezTo>
                  <a:pt x="385581" y="99675"/>
                  <a:pt x="386205" y="96786"/>
                  <a:pt x="386330" y="93017"/>
                </a:cubicBezTo>
                <a:lnTo>
                  <a:pt x="379963" y="93017"/>
                </a:lnTo>
                <a:close/>
                <a:moveTo>
                  <a:pt x="451776" y="93017"/>
                </a:moveTo>
                <a:lnTo>
                  <a:pt x="440539" y="93017"/>
                </a:lnTo>
                <a:lnTo>
                  <a:pt x="440539" y="21413"/>
                </a:lnTo>
                <a:cubicBezTo>
                  <a:pt x="437834" y="23993"/>
                  <a:pt x="434286" y="26573"/>
                  <a:pt x="429895" y="29154"/>
                </a:cubicBezTo>
                <a:cubicBezTo>
                  <a:pt x="425504" y="31734"/>
                  <a:pt x="421561" y="33669"/>
                  <a:pt x="418065" y="34959"/>
                </a:cubicBezTo>
                <a:lnTo>
                  <a:pt x="418065" y="24097"/>
                </a:lnTo>
                <a:cubicBezTo>
                  <a:pt x="424349" y="21142"/>
                  <a:pt x="429843" y="17563"/>
                  <a:pt x="434546" y="13359"/>
                </a:cubicBezTo>
                <a:cubicBezTo>
                  <a:pt x="439249" y="9156"/>
                  <a:pt x="442578" y="5077"/>
                  <a:pt x="444534" y="1124"/>
                </a:cubicBezTo>
                <a:lnTo>
                  <a:pt x="451776" y="1124"/>
                </a:lnTo>
                <a:lnTo>
                  <a:pt x="451776" y="93017"/>
                </a:ln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647C40-BC26-47CD-B7F7-D5C980FE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219629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109E7-7950-4541-8763-94699F7A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219629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62" name="Text u({2,3},5)">
            <a:extLst xmlns:a="http://schemas.openxmlformats.org/drawingml/2006/main">
              <a:ext uri="{FF2B5EF4-FFF2-40B4-BE49-F238E27FC236}">
                <a16:creationId xmlns:a16="http://schemas.microsoft.com/office/drawing/2014/main" id="{6F2EA8ED-3FB0-462F-B744-36A13B48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372" y="276199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212548" y="82217"/>
                </a:moveTo>
                <a:lnTo>
                  <a:pt x="212548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7" y="64442"/>
                  <a:pt x="175466" y="59201"/>
                </a:cubicBezTo>
                <a:cubicBezTo>
                  <a:pt x="185413" y="51051"/>
                  <a:pt x="192134" y="44596"/>
                  <a:pt x="195630" y="39835"/>
                </a:cubicBezTo>
                <a:cubicBezTo>
                  <a:pt x="199126" y="35073"/>
                  <a:pt x="200874" y="30572"/>
                  <a:pt x="200874" y="26331"/>
                </a:cubicBezTo>
                <a:cubicBezTo>
                  <a:pt x="200874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4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3" y="18603"/>
                  <a:pt x="165769" y="23098"/>
                  <a:pt x="165727" y="28841"/>
                </a:cubicBezTo>
                <a:lnTo>
                  <a:pt x="154178" y="27653"/>
                </a:lnTo>
                <a:cubicBezTo>
                  <a:pt x="154969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4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6" y="57804"/>
                  <a:pt x="185392" y="64632"/>
                </a:cubicBezTo>
                <a:cubicBezTo>
                  <a:pt x="178650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8" y="82217"/>
                </a:ln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260181" y="68670"/>
                </a:moveTo>
                <a:lnTo>
                  <a:pt x="271418" y="67172"/>
                </a:lnTo>
                <a:cubicBezTo>
                  <a:pt x="272708" y="73540"/>
                  <a:pt x="274904" y="78128"/>
                  <a:pt x="278004" y="80937"/>
                </a:cubicBezTo>
                <a:cubicBezTo>
                  <a:pt x="281105" y="83746"/>
                  <a:pt x="284882" y="85151"/>
                  <a:pt x="289335" y="85151"/>
                </a:cubicBezTo>
                <a:cubicBezTo>
                  <a:pt x="294620" y="85151"/>
                  <a:pt x="299084" y="83323"/>
                  <a:pt x="302726" y="79667"/>
                </a:cubicBezTo>
                <a:cubicBezTo>
                  <a:pt x="306367" y="76011"/>
                  <a:pt x="308188" y="71483"/>
                  <a:pt x="308188" y="66081"/>
                </a:cubicBezTo>
                <a:cubicBezTo>
                  <a:pt x="308188" y="60929"/>
                  <a:pt x="306503" y="56680"/>
                  <a:pt x="303131" y="53336"/>
                </a:cubicBezTo>
                <a:cubicBezTo>
                  <a:pt x="299760" y="49991"/>
                  <a:pt x="295474" y="48319"/>
                  <a:pt x="290271" y="48319"/>
                </a:cubicBezTo>
                <a:cubicBezTo>
                  <a:pt x="288149" y="48319"/>
                  <a:pt x="285506" y="48735"/>
                  <a:pt x="282343" y="49567"/>
                </a:cubicBezTo>
                <a:lnTo>
                  <a:pt x="283592" y="39704"/>
                </a:lnTo>
                <a:cubicBezTo>
                  <a:pt x="284341" y="39787"/>
                  <a:pt x="284944" y="39829"/>
                  <a:pt x="285402" y="39829"/>
                </a:cubicBezTo>
                <a:cubicBezTo>
                  <a:pt x="290188" y="39829"/>
                  <a:pt x="294496" y="38591"/>
                  <a:pt x="298325" y="36114"/>
                </a:cubicBezTo>
                <a:cubicBezTo>
                  <a:pt x="302153" y="33638"/>
                  <a:pt x="304068" y="29821"/>
                  <a:pt x="304068" y="24663"/>
                </a:cubicBezTo>
                <a:cubicBezTo>
                  <a:pt x="304068" y="20578"/>
                  <a:pt x="302674" y="17194"/>
                  <a:pt x="299885" y="14512"/>
                </a:cubicBezTo>
                <a:cubicBezTo>
                  <a:pt x="297097" y="11829"/>
                  <a:pt x="293497" y="10488"/>
                  <a:pt x="289085" y="10488"/>
                </a:cubicBezTo>
                <a:cubicBezTo>
                  <a:pt x="284715" y="10488"/>
                  <a:pt x="281074" y="11861"/>
                  <a:pt x="278160" y="14608"/>
                </a:cubicBezTo>
                <a:cubicBezTo>
                  <a:pt x="275247" y="17355"/>
                  <a:pt x="273374" y="21475"/>
                  <a:pt x="272542" y="26969"/>
                </a:cubicBezTo>
                <a:lnTo>
                  <a:pt x="261305" y="24971"/>
                </a:lnTo>
                <a:cubicBezTo>
                  <a:pt x="262678" y="17399"/>
                  <a:pt x="265800" y="11532"/>
                  <a:pt x="270669" y="7368"/>
                </a:cubicBezTo>
                <a:cubicBezTo>
                  <a:pt x="275539" y="3205"/>
                  <a:pt x="281594" y="1124"/>
                  <a:pt x="288836" y="1124"/>
                </a:cubicBezTo>
                <a:cubicBezTo>
                  <a:pt x="293830" y="1124"/>
                  <a:pt x="298429" y="2192"/>
                  <a:pt x="302632" y="4329"/>
                </a:cubicBezTo>
                <a:cubicBezTo>
                  <a:pt x="306835" y="6466"/>
                  <a:pt x="310050" y="9381"/>
                  <a:pt x="312277" y="13075"/>
                </a:cubicBezTo>
                <a:cubicBezTo>
                  <a:pt x="314504" y="16767"/>
                  <a:pt x="315617" y="20688"/>
                  <a:pt x="315617" y="24838"/>
                </a:cubicBezTo>
                <a:cubicBezTo>
                  <a:pt x="315617" y="28780"/>
                  <a:pt x="314556" y="32370"/>
                  <a:pt x="312433" y="35607"/>
                </a:cubicBezTo>
                <a:cubicBezTo>
                  <a:pt x="310311" y="38843"/>
                  <a:pt x="307168" y="41415"/>
                  <a:pt x="303007" y="43325"/>
                </a:cubicBezTo>
                <a:cubicBezTo>
                  <a:pt x="308417" y="44573"/>
                  <a:pt x="312620" y="47164"/>
                  <a:pt x="315617" y="51097"/>
                </a:cubicBezTo>
                <a:cubicBezTo>
                  <a:pt x="318613" y="55030"/>
                  <a:pt x="320112" y="59951"/>
                  <a:pt x="320112" y="65861"/>
                </a:cubicBezTo>
                <a:cubicBezTo>
                  <a:pt x="320112" y="73852"/>
                  <a:pt x="317198" y="80625"/>
                  <a:pt x="311372" y="86181"/>
                </a:cubicBezTo>
                <a:cubicBezTo>
                  <a:pt x="305545" y="91737"/>
                  <a:pt x="298179" y="94515"/>
                  <a:pt x="289273" y="94515"/>
                </a:cubicBezTo>
                <a:cubicBezTo>
                  <a:pt x="281240" y="94515"/>
                  <a:pt x="274571" y="92116"/>
                  <a:pt x="269265" y="87318"/>
                </a:cubicBezTo>
                <a:cubicBezTo>
                  <a:pt x="263958" y="82521"/>
                  <a:pt x="260930" y="76305"/>
                  <a:pt x="260181" y="68670"/>
                </a:cubicBez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3" y="65133"/>
                  <a:pt x="359161" y="66007"/>
                  <a:pt x="357143" y="67671"/>
                </a:cubicBezTo>
                <a:cubicBezTo>
                  <a:pt x="355124" y="69336"/>
                  <a:pt x="353782" y="71594"/>
                  <a:pt x="353116" y="74445"/>
                </a:cubicBezTo>
                <a:cubicBezTo>
                  <a:pt x="352450" y="77296"/>
                  <a:pt x="352096" y="82196"/>
                  <a:pt x="352055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6" y="106418"/>
                  <a:pt x="350609" y="109238"/>
                  <a:pt x="349589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4" y="117665"/>
                  <a:pt x="342399" y="118633"/>
                  <a:pt x="340069" y="119299"/>
                </a:cubicBezTo>
                <a:cubicBezTo>
                  <a:pt x="338487" y="119757"/>
                  <a:pt x="335907" y="119986"/>
                  <a:pt x="332328" y="119986"/>
                </a:cubicBezTo>
                <a:lnTo>
                  <a:pt x="328832" y="119986"/>
                </a:lnTo>
                <a:lnTo>
                  <a:pt x="328832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5" y="102718"/>
                  <a:pt x="341505" y="97270"/>
                </a:cubicBezTo>
                <a:cubicBezTo>
                  <a:pt x="341505" y="86872"/>
                  <a:pt x="341692" y="80279"/>
                  <a:pt x="342066" y="77492"/>
                </a:cubicBezTo>
                <a:cubicBezTo>
                  <a:pt x="342732" y="72876"/>
                  <a:pt x="344064" y="69185"/>
                  <a:pt x="346062" y="66419"/>
                </a:cubicBezTo>
                <a:cubicBezTo>
                  <a:pt x="348060" y="63653"/>
                  <a:pt x="350890" y="61500"/>
                  <a:pt x="354552" y="59962"/>
                </a:cubicBezTo>
                <a:cubicBezTo>
                  <a:pt x="349766" y="57676"/>
                  <a:pt x="346395" y="54655"/>
                  <a:pt x="344439" y="50896"/>
                </a:cubicBezTo>
                <a:cubicBezTo>
                  <a:pt x="342483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2" y="17341"/>
                </a:cubicBezTo>
                <a:cubicBezTo>
                  <a:pt x="340901" y="14558"/>
                  <a:pt x="340079" y="12616"/>
                  <a:pt x="338727" y="11516"/>
                </a:cubicBezTo>
                <a:cubicBezTo>
                  <a:pt x="337374" y="10414"/>
                  <a:pt x="334721" y="9864"/>
                  <a:pt x="330767" y="9864"/>
                </a:cubicBezTo>
                <a:lnTo>
                  <a:pt x="328832" y="9864"/>
                </a:lnTo>
                <a:lnTo>
                  <a:pt x="328832" y="0"/>
                </a:lnTo>
                <a:lnTo>
                  <a:pt x="332328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2" y="3451"/>
                  <a:pt x="347810" y="5613"/>
                </a:cubicBezTo>
                <a:cubicBezTo>
                  <a:pt x="349558" y="7774"/>
                  <a:pt x="350692" y="10497"/>
                  <a:pt x="351212" y="13781"/>
                </a:cubicBezTo>
                <a:cubicBezTo>
                  <a:pt x="351732" y="17065"/>
                  <a:pt x="352013" y="22449"/>
                  <a:pt x="352055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2" y="48275"/>
                  <a:pt x="355124" y="50530"/>
                  <a:pt x="357143" y="52193"/>
                </a:cubicBezTo>
                <a:cubicBezTo>
                  <a:pt x="359161" y="53855"/>
                  <a:pt x="361773" y="54728"/>
                  <a:pt x="364977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0" y="80157"/>
                </a:lnTo>
                <a:lnTo>
                  <a:pt x="392760" y="92980"/>
                </a:lnTo>
                <a:cubicBezTo>
                  <a:pt x="392760" y="97693"/>
                  <a:pt x="391928" y="101499"/>
                  <a:pt x="390263" y="104396"/>
                </a:cubicBezTo>
                <a:cubicBezTo>
                  <a:pt x="388598" y="107295"/>
                  <a:pt x="385956" y="109537"/>
                  <a:pt x="382335" y="111121"/>
                </a:cubicBezTo>
                <a:lnTo>
                  <a:pt x="379213" y="106252"/>
                </a:lnTo>
                <a:cubicBezTo>
                  <a:pt x="381586" y="105216"/>
                  <a:pt x="383334" y="103694"/>
                  <a:pt x="384457" y="101685"/>
                </a:cubicBezTo>
                <a:cubicBezTo>
                  <a:pt x="385581" y="99675"/>
                  <a:pt x="386205" y="96786"/>
                  <a:pt x="386330" y="93017"/>
                </a:cubicBezTo>
                <a:lnTo>
                  <a:pt x="379963" y="93017"/>
                </a:lnTo>
                <a:close/>
                <a:moveTo>
                  <a:pt x="409450" y="68920"/>
                </a:moveTo>
                <a:lnTo>
                  <a:pt x="421249" y="67921"/>
                </a:lnTo>
                <a:cubicBezTo>
                  <a:pt x="422123" y="73645"/>
                  <a:pt x="424152" y="77948"/>
                  <a:pt x="427335" y="80830"/>
                </a:cubicBezTo>
                <a:cubicBezTo>
                  <a:pt x="430519" y="83711"/>
                  <a:pt x="434358" y="85151"/>
                  <a:pt x="438853" y="85151"/>
                </a:cubicBezTo>
                <a:cubicBezTo>
                  <a:pt x="444264" y="85151"/>
                  <a:pt x="448842" y="83115"/>
                  <a:pt x="452587" y="79043"/>
                </a:cubicBezTo>
                <a:cubicBezTo>
                  <a:pt x="456333" y="74970"/>
                  <a:pt x="458206" y="69567"/>
                  <a:pt x="458206" y="62835"/>
                </a:cubicBezTo>
                <a:cubicBezTo>
                  <a:pt x="458206" y="56435"/>
                  <a:pt x="456406" y="51386"/>
                  <a:pt x="452806" y="47687"/>
                </a:cubicBezTo>
                <a:cubicBezTo>
                  <a:pt x="449206" y="43988"/>
                  <a:pt x="444492" y="42139"/>
                  <a:pt x="438666" y="42139"/>
                </a:cubicBezTo>
                <a:cubicBezTo>
                  <a:pt x="435045" y="42139"/>
                  <a:pt x="431778" y="42955"/>
                  <a:pt x="428865" y="44587"/>
                </a:cubicBezTo>
                <a:cubicBezTo>
                  <a:pt x="425952" y="46219"/>
                  <a:pt x="423663" y="48337"/>
                  <a:pt x="421998" y="50941"/>
                </a:cubicBezTo>
                <a:lnTo>
                  <a:pt x="411448" y="49567"/>
                </a:lnTo>
                <a:lnTo>
                  <a:pt x="420312" y="2622"/>
                </a:lnTo>
                <a:lnTo>
                  <a:pt x="465822" y="2622"/>
                </a:lnTo>
                <a:lnTo>
                  <a:pt x="465822" y="13235"/>
                </a:lnTo>
                <a:lnTo>
                  <a:pt x="429302" y="13235"/>
                </a:lnTo>
                <a:lnTo>
                  <a:pt x="424370" y="37893"/>
                </a:lnTo>
                <a:cubicBezTo>
                  <a:pt x="429864" y="34106"/>
                  <a:pt x="435628" y="32213"/>
                  <a:pt x="441662" y="32213"/>
                </a:cubicBezTo>
                <a:cubicBezTo>
                  <a:pt x="449653" y="32213"/>
                  <a:pt x="456395" y="34983"/>
                  <a:pt x="461889" y="40525"/>
                </a:cubicBezTo>
                <a:cubicBezTo>
                  <a:pt x="467383" y="46066"/>
                  <a:pt x="470129" y="53189"/>
                  <a:pt x="470129" y="61895"/>
                </a:cubicBezTo>
                <a:cubicBezTo>
                  <a:pt x="470129" y="70186"/>
                  <a:pt x="467715" y="77352"/>
                  <a:pt x="462888" y="83391"/>
                </a:cubicBezTo>
                <a:cubicBezTo>
                  <a:pt x="457020" y="90807"/>
                  <a:pt x="449008" y="94515"/>
                  <a:pt x="438853" y="94515"/>
                </a:cubicBezTo>
                <a:cubicBezTo>
                  <a:pt x="430530" y="94515"/>
                  <a:pt x="423735" y="92179"/>
                  <a:pt x="418471" y="87506"/>
                </a:cubicBezTo>
                <a:cubicBezTo>
                  <a:pt x="413206" y="82833"/>
                  <a:pt x="410199" y="76638"/>
                  <a:pt x="409450" y="68920"/>
                </a:cubicBez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7FC22B-3551-4A68-AA9D-711C88A9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661298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15AF3-C025-4EDC-977D-4FCCFBFE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661298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65" name="Text u(4,5)">
            <a:extLst xmlns:a="http://schemas.openxmlformats.org/drawingml/2006/main">
              <a:ext uri="{FF2B5EF4-FFF2-40B4-BE49-F238E27FC236}">
                <a16:creationId xmlns:a16="http://schemas.microsoft.com/office/drawing/2014/main" id="{6C3BE91C-0CF2-4952-80B7-31C05B06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443" y="717867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46808" y="93017"/>
                </a:moveTo>
                <a:lnTo>
                  <a:pt x="146808" y="71105"/>
                </a:lnTo>
                <a:lnTo>
                  <a:pt x="107104" y="71105"/>
                </a:lnTo>
                <a:lnTo>
                  <a:pt x="107104" y="60804"/>
                </a:lnTo>
                <a:lnTo>
                  <a:pt x="148868" y="1498"/>
                </a:lnTo>
                <a:lnTo>
                  <a:pt x="158045" y="1498"/>
                </a:lnTo>
                <a:lnTo>
                  <a:pt x="158045" y="60804"/>
                </a:lnTo>
                <a:lnTo>
                  <a:pt x="170406" y="60804"/>
                </a:lnTo>
                <a:lnTo>
                  <a:pt x="170406" y="71105"/>
                </a:lnTo>
                <a:lnTo>
                  <a:pt x="158045" y="71105"/>
                </a:lnTo>
                <a:lnTo>
                  <a:pt x="158045" y="93017"/>
                </a:lnTo>
                <a:lnTo>
                  <a:pt x="146808" y="93017"/>
                </a:lnTo>
                <a:moveTo>
                  <a:pt x="146808" y="60804"/>
                </a:moveTo>
                <a:lnTo>
                  <a:pt x="146808" y="19540"/>
                </a:lnTo>
                <a:lnTo>
                  <a:pt x="118154" y="60804"/>
                </a:lnTo>
                <a:lnTo>
                  <a:pt x="146808" y="60804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29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7" y="99675"/>
                  <a:pt x="194172" y="96786"/>
                  <a:pt x="194296" y="93017"/>
                </a:cubicBezTo>
                <a:lnTo>
                  <a:pt x="187929" y="93017"/>
                </a:lnTo>
                <a:close/>
                <a:moveTo>
                  <a:pt x="217416" y="68920"/>
                </a:moveTo>
                <a:lnTo>
                  <a:pt x="229215" y="67921"/>
                </a:lnTo>
                <a:cubicBezTo>
                  <a:pt x="230089" y="73645"/>
                  <a:pt x="232118" y="77948"/>
                  <a:pt x="235302" y="80830"/>
                </a:cubicBezTo>
                <a:cubicBezTo>
                  <a:pt x="238485" y="83711"/>
                  <a:pt x="242325" y="85151"/>
                  <a:pt x="246819" y="85151"/>
                </a:cubicBezTo>
                <a:cubicBezTo>
                  <a:pt x="252230" y="85151"/>
                  <a:pt x="256808" y="83115"/>
                  <a:pt x="260554" y="79043"/>
                </a:cubicBezTo>
                <a:cubicBezTo>
                  <a:pt x="264299" y="74970"/>
                  <a:pt x="266172" y="69567"/>
                  <a:pt x="266172" y="62835"/>
                </a:cubicBezTo>
                <a:cubicBezTo>
                  <a:pt x="266172" y="56435"/>
                  <a:pt x="264372" y="51386"/>
                  <a:pt x="260772" y="47687"/>
                </a:cubicBezTo>
                <a:cubicBezTo>
                  <a:pt x="257172" y="43988"/>
                  <a:pt x="252459" y="42139"/>
                  <a:pt x="246632" y="42139"/>
                </a:cubicBezTo>
                <a:cubicBezTo>
                  <a:pt x="243011" y="42139"/>
                  <a:pt x="239744" y="42955"/>
                  <a:pt x="236831" y="44587"/>
                </a:cubicBezTo>
                <a:cubicBezTo>
                  <a:pt x="233918" y="46219"/>
                  <a:pt x="231629" y="48337"/>
                  <a:pt x="229964" y="50941"/>
                </a:cubicBezTo>
                <a:lnTo>
                  <a:pt x="219414" y="49567"/>
                </a:lnTo>
                <a:lnTo>
                  <a:pt x="228279" y="2622"/>
                </a:lnTo>
                <a:lnTo>
                  <a:pt x="273788" y="2622"/>
                </a:lnTo>
                <a:lnTo>
                  <a:pt x="273788" y="13235"/>
                </a:lnTo>
                <a:lnTo>
                  <a:pt x="237268" y="13235"/>
                </a:lnTo>
                <a:lnTo>
                  <a:pt x="232336" y="37893"/>
                </a:lnTo>
                <a:cubicBezTo>
                  <a:pt x="237830" y="34106"/>
                  <a:pt x="243594" y="32213"/>
                  <a:pt x="249629" y="32213"/>
                </a:cubicBezTo>
                <a:cubicBezTo>
                  <a:pt x="257619" y="32213"/>
                  <a:pt x="264362" y="34983"/>
                  <a:pt x="269855" y="40525"/>
                </a:cubicBezTo>
                <a:cubicBezTo>
                  <a:pt x="275349" y="46066"/>
                  <a:pt x="278096" y="53189"/>
                  <a:pt x="278096" y="61895"/>
                </a:cubicBezTo>
                <a:cubicBezTo>
                  <a:pt x="278096" y="70186"/>
                  <a:pt x="275682" y="77352"/>
                  <a:pt x="270854" y="83391"/>
                </a:cubicBezTo>
                <a:cubicBezTo>
                  <a:pt x="264986" y="90807"/>
                  <a:pt x="256974" y="94515"/>
                  <a:pt x="246819" y="94515"/>
                </a:cubicBezTo>
                <a:cubicBezTo>
                  <a:pt x="238496" y="94515"/>
                  <a:pt x="231702" y="92179"/>
                  <a:pt x="226437" y="87506"/>
                </a:cubicBezTo>
                <a:cubicBezTo>
                  <a:pt x="221172" y="82833"/>
                  <a:pt x="218165" y="76638"/>
                  <a:pt x="217416" y="68920"/>
                </a:cubicBez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7" y="36707"/>
                </a:cubicBezTo>
                <a:cubicBezTo>
                  <a:pt x="305502" y="30465"/>
                  <a:pt x="303526" y="24472"/>
                  <a:pt x="300987" y="18728"/>
                </a:cubicBezTo>
                <a:cubicBezTo>
                  <a:pt x="299364" y="14983"/>
                  <a:pt x="296013" y="8740"/>
                  <a:pt x="290936" y="0"/>
                </a:cubicBezTo>
                <a:lnTo>
                  <a:pt x="298989" y="0"/>
                </a:lnTo>
                <a:cubicBezTo>
                  <a:pt x="306813" y="10446"/>
                  <a:pt x="312598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71250-26E0-4DB8-9644-0568F121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1100061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EFE82-7E15-41E5-9E2B-F7113A2E3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1100061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68" name="Text u(⟂,5)">
            <a:extLst xmlns:a="http://schemas.openxmlformats.org/drawingml/2006/main">
              <a:ext uri="{FF2B5EF4-FFF2-40B4-BE49-F238E27FC236}">
                <a16:creationId xmlns:a16="http://schemas.microsoft.com/office/drawing/2014/main" id="{B7F08791-B9E3-4C32-9898-80D4A0C8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367" y="1159536"/>
            <a:ext cx="347349" cy="119986"/>
          </a:xfrm>
          <a:custGeom xmlns:a="http://schemas.openxmlformats.org/drawingml/2006/main">
            <a:pathLst>
              <a:path w="34734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13244" y="93017"/>
                </a:moveTo>
                <a:lnTo>
                  <a:pt x="113244" y="84714"/>
                </a:lnTo>
                <a:lnTo>
                  <a:pt x="149701" y="84714"/>
                </a:lnTo>
                <a:lnTo>
                  <a:pt x="149701" y="19977"/>
                </a:lnTo>
                <a:lnTo>
                  <a:pt x="158566" y="19977"/>
                </a:lnTo>
                <a:lnTo>
                  <a:pt x="158566" y="84714"/>
                </a:lnTo>
                <a:lnTo>
                  <a:pt x="195024" y="84714"/>
                </a:lnTo>
                <a:lnTo>
                  <a:pt x="195024" y="93017"/>
                </a:lnTo>
                <a:lnTo>
                  <a:pt x="113244" y="93017"/>
                </a:lnTo>
                <a:close/>
                <a:moveTo>
                  <a:pt x="214127" y="93017"/>
                </a:moveTo>
                <a:lnTo>
                  <a:pt x="214127" y="80157"/>
                </a:lnTo>
                <a:lnTo>
                  <a:pt x="226924" y="80157"/>
                </a:lnTo>
                <a:lnTo>
                  <a:pt x="226924" y="92980"/>
                </a:lnTo>
                <a:cubicBezTo>
                  <a:pt x="226924" y="97693"/>
                  <a:pt x="226092" y="101499"/>
                  <a:pt x="224427" y="104396"/>
                </a:cubicBezTo>
                <a:cubicBezTo>
                  <a:pt x="222763" y="107295"/>
                  <a:pt x="220120" y="109537"/>
                  <a:pt x="216499" y="111121"/>
                </a:cubicBezTo>
                <a:lnTo>
                  <a:pt x="213378" y="106252"/>
                </a:lnTo>
                <a:cubicBezTo>
                  <a:pt x="215750" y="105216"/>
                  <a:pt x="217498" y="103694"/>
                  <a:pt x="218622" y="101685"/>
                </a:cubicBezTo>
                <a:cubicBezTo>
                  <a:pt x="219745" y="99675"/>
                  <a:pt x="220369" y="96786"/>
                  <a:pt x="220494" y="93017"/>
                </a:cubicBezTo>
                <a:lnTo>
                  <a:pt x="214127" y="93017"/>
                </a:lnTo>
                <a:close/>
                <a:moveTo>
                  <a:pt x="243614" y="68920"/>
                </a:moveTo>
                <a:lnTo>
                  <a:pt x="255413" y="67921"/>
                </a:lnTo>
                <a:cubicBezTo>
                  <a:pt x="256287" y="73645"/>
                  <a:pt x="258316" y="77948"/>
                  <a:pt x="261499" y="80830"/>
                </a:cubicBezTo>
                <a:cubicBezTo>
                  <a:pt x="264683" y="83711"/>
                  <a:pt x="268523" y="85151"/>
                  <a:pt x="273017" y="85151"/>
                </a:cubicBezTo>
                <a:cubicBezTo>
                  <a:pt x="278428" y="85151"/>
                  <a:pt x="283006" y="83115"/>
                  <a:pt x="286751" y="79043"/>
                </a:cubicBezTo>
                <a:cubicBezTo>
                  <a:pt x="290497" y="74970"/>
                  <a:pt x="292370" y="69567"/>
                  <a:pt x="292370" y="62835"/>
                </a:cubicBezTo>
                <a:cubicBezTo>
                  <a:pt x="292370" y="56435"/>
                  <a:pt x="290570" y="51386"/>
                  <a:pt x="286970" y="47687"/>
                </a:cubicBezTo>
                <a:cubicBezTo>
                  <a:pt x="283370" y="43988"/>
                  <a:pt x="278657" y="42139"/>
                  <a:pt x="272830" y="42139"/>
                </a:cubicBezTo>
                <a:cubicBezTo>
                  <a:pt x="269209" y="42139"/>
                  <a:pt x="265942" y="42955"/>
                  <a:pt x="263029" y="44587"/>
                </a:cubicBezTo>
                <a:cubicBezTo>
                  <a:pt x="260116" y="46219"/>
                  <a:pt x="257827" y="48337"/>
                  <a:pt x="256162" y="50941"/>
                </a:cubicBezTo>
                <a:lnTo>
                  <a:pt x="245612" y="49567"/>
                </a:lnTo>
                <a:lnTo>
                  <a:pt x="254476" y="2622"/>
                </a:lnTo>
                <a:lnTo>
                  <a:pt x="299986" y="2622"/>
                </a:lnTo>
                <a:lnTo>
                  <a:pt x="299986" y="13235"/>
                </a:lnTo>
                <a:lnTo>
                  <a:pt x="263466" y="13235"/>
                </a:lnTo>
                <a:lnTo>
                  <a:pt x="258534" y="37893"/>
                </a:lnTo>
                <a:cubicBezTo>
                  <a:pt x="264028" y="34106"/>
                  <a:pt x="269792" y="32213"/>
                  <a:pt x="275827" y="32213"/>
                </a:cubicBezTo>
                <a:cubicBezTo>
                  <a:pt x="283817" y="32213"/>
                  <a:pt x="290559" y="34983"/>
                  <a:pt x="296053" y="40525"/>
                </a:cubicBezTo>
                <a:cubicBezTo>
                  <a:pt x="301547" y="46066"/>
                  <a:pt x="304293" y="53189"/>
                  <a:pt x="304293" y="61895"/>
                </a:cubicBezTo>
                <a:cubicBezTo>
                  <a:pt x="304293" y="70186"/>
                  <a:pt x="301880" y="77352"/>
                  <a:pt x="297052" y="83391"/>
                </a:cubicBezTo>
                <a:cubicBezTo>
                  <a:pt x="291184" y="90807"/>
                  <a:pt x="283172" y="94515"/>
                  <a:pt x="273017" y="94515"/>
                </a:cubicBezTo>
                <a:cubicBezTo>
                  <a:pt x="264694" y="94515"/>
                  <a:pt x="257899" y="92179"/>
                  <a:pt x="252635" y="87506"/>
                </a:cubicBezTo>
                <a:cubicBezTo>
                  <a:pt x="247370" y="82833"/>
                  <a:pt x="244363" y="76638"/>
                  <a:pt x="243614" y="68920"/>
                </a:cubicBezTo>
                <a:close/>
                <a:moveTo>
                  <a:pt x="325187" y="119986"/>
                </a:moveTo>
                <a:lnTo>
                  <a:pt x="317134" y="119986"/>
                </a:lnTo>
                <a:cubicBezTo>
                  <a:pt x="329578" y="100009"/>
                  <a:pt x="335800" y="80011"/>
                  <a:pt x="335800" y="59993"/>
                </a:cubicBezTo>
                <a:cubicBezTo>
                  <a:pt x="335800" y="52169"/>
                  <a:pt x="334905" y="44407"/>
                  <a:pt x="333115" y="36707"/>
                </a:cubicBezTo>
                <a:cubicBezTo>
                  <a:pt x="331700" y="30465"/>
                  <a:pt x="329723" y="24472"/>
                  <a:pt x="327185" y="18728"/>
                </a:cubicBezTo>
                <a:cubicBezTo>
                  <a:pt x="325562" y="14983"/>
                  <a:pt x="322211" y="8740"/>
                  <a:pt x="317134" y="0"/>
                </a:cubicBezTo>
                <a:lnTo>
                  <a:pt x="325187" y="0"/>
                </a:lnTo>
                <a:cubicBezTo>
                  <a:pt x="333011" y="10446"/>
                  <a:pt x="338796" y="20934"/>
                  <a:pt x="342542" y="31463"/>
                </a:cubicBezTo>
                <a:cubicBezTo>
                  <a:pt x="345746" y="40536"/>
                  <a:pt x="347349" y="50025"/>
                  <a:pt x="347349" y="59930"/>
                </a:cubicBezTo>
                <a:cubicBezTo>
                  <a:pt x="347349" y="71167"/>
                  <a:pt x="345195" y="82030"/>
                  <a:pt x="340887" y="92517"/>
                </a:cubicBezTo>
                <a:cubicBezTo>
                  <a:pt x="336580" y="103005"/>
                  <a:pt x="331346" y="112161"/>
                  <a:pt x="3251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1F17F-305D-4E56-80F2-714DA7C9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1538823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32854-245A-4E41-8ACC-4971EEF1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1538823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71" name="Text u({0,1},3)">
            <a:extLst xmlns:a="http://schemas.openxmlformats.org/drawingml/2006/main">
              <a:ext uri="{FF2B5EF4-FFF2-40B4-BE49-F238E27FC236}">
                <a16:creationId xmlns:a16="http://schemas.microsoft.com/office/drawing/2014/main" id="{D0CA1E55-B319-4120-9972-3BFF8C35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9372" y="1601204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91" y="47851"/>
                </a:moveTo>
                <a:cubicBezTo>
                  <a:pt x="153491" y="37038"/>
                  <a:pt x="154605" y="28335"/>
                  <a:pt x="156831" y="21742"/>
                </a:cubicBezTo>
                <a:cubicBezTo>
                  <a:pt x="159058" y="15150"/>
                  <a:pt x="162366" y="10065"/>
                  <a:pt x="166757" y="6489"/>
                </a:cubicBezTo>
                <a:cubicBezTo>
                  <a:pt x="171148" y="2912"/>
                  <a:pt x="176673" y="1124"/>
                  <a:pt x="183332" y="1124"/>
                </a:cubicBezTo>
                <a:cubicBezTo>
                  <a:pt x="188243" y="1124"/>
                  <a:pt x="192550" y="2111"/>
                  <a:pt x="196254" y="4087"/>
                </a:cubicBezTo>
                <a:cubicBezTo>
                  <a:pt x="199958" y="6063"/>
                  <a:pt x="203017" y="8912"/>
                  <a:pt x="205431" y="12634"/>
                </a:cubicBezTo>
                <a:cubicBezTo>
                  <a:pt x="207845" y="16356"/>
                  <a:pt x="209738" y="20890"/>
                  <a:pt x="211112" y="26235"/>
                </a:cubicBezTo>
                <a:cubicBezTo>
                  <a:pt x="212485" y="31579"/>
                  <a:pt x="213172" y="38784"/>
                  <a:pt x="213172" y="47851"/>
                </a:cubicBezTo>
                <a:cubicBezTo>
                  <a:pt x="213172" y="58580"/>
                  <a:pt x="212069" y="67242"/>
                  <a:pt x="209863" y="73834"/>
                </a:cubicBezTo>
                <a:cubicBezTo>
                  <a:pt x="207658" y="80427"/>
                  <a:pt x="204359" y="85522"/>
                  <a:pt x="199969" y="89119"/>
                </a:cubicBezTo>
                <a:cubicBezTo>
                  <a:pt x="195578" y="92716"/>
                  <a:pt x="190032" y="94515"/>
                  <a:pt x="183332" y="94515"/>
                </a:cubicBezTo>
                <a:cubicBezTo>
                  <a:pt x="174509" y="94515"/>
                  <a:pt x="167579" y="91354"/>
                  <a:pt x="162543" y="85032"/>
                </a:cubicBezTo>
                <a:cubicBezTo>
                  <a:pt x="156509" y="77421"/>
                  <a:pt x="153491" y="65027"/>
                  <a:pt x="153491" y="47851"/>
                </a:cubicBezTo>
                <a:moveTo>
                  <a:pt x="165040" y="47819"/>
                </a:moveTo>
                <a:cubicBezTo>
                  <a:pt x="165040" y="62793"/>
                  <a:pt x="166799" y="72759"/>
                  <a:pt x="170316" y="77716"/>
                </a:cubicBezTo>
                <a:cubicBezTo>
                  <a:pt x="173832" y="82673"/>
                  <a:pt x="178171" y="85151"/>
                  <a:pt x="183332" y="85151"/>
                </a:cubicBezTo>
                <a:cubicBezTo>
                  <a:pt x="188492" y="85151"/>
                  <a:pt x="192831" y="82662"/>
                  <a:pt x="196348" y="77685"/>
                </a:cubicBezTo>
                <a:cubicBezTo>
                  <a:pt x="199865" y="72708"/>
                  <a:pt x="201623" y="62753"/>
                  <a:pt x="201623" y="47819"/>
                </a:cubicBezTo>
                <a:cubicBezTo>
                  <a:pt x="201623" y="32804"/>
                  <a:pt x="199865" y="22829"/>
                  <a:pt x="196348" y="17893"/>
                </a:cubicBezTo>
                <a:cubicBezTo>
                  <a:pt x="192831" y="12956"/>
                  <a:pt x="188451" y="10488"/>
                  <a:pt x="183207" y="10488"/>
                </a:cubicBezTo>
                <a:cubicBezTo>
                  <a:pt x="178046" y="10488"/>
                  <a:pt x="173926" y="12666"/>
                  <a:pt x="170846" y="17021"/>
                </a:cubicBezTo>
                <a:cubicBezTo>
                  <a:pt x="166976" y="22580"/>
                  <a:pt x="165040" y="32846"/>
                  <a:pt x="165040" y="47819"/>
                </a:cubicBezTo>
                <a:close/>
                <a:moveTo>
                  <a:pt x="230632" y="93017"/>
                </a:moveTo>
                <a:lnTo>
                  <a:pt x="230632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7" y="101499"/>
                  <a:pt x="240932" y="104396"/>
                </a:cubicBezTo>
                <a:cubicBezTo>
                  <a:pt x="239268" y="107295"/>
                  <a:pt x="236625" y="109537"/>
                  <a:pt x="233004" y="111121"/>
                </a:cubicBezTo>
                <a:lnTo>
                  <a:pt x="229883" y="106252"/>
                </a:lnTo>
                <a:cubicBezTo>
                  <a:pt x="232255" y="105216"/>
                  <a:pt x="234003" y="103694"/>
                  <a:pt x="235127" y="101685"/>
                </a:cubicBezTo>
                <a:cubicBezTo>
                  <a:pt x="236250" y="99675"/>
                  <a:pt x="236875" y="96786"/>
                  <a:pt x="237000" y="93017"/>
                </a:cubicBezTo>
                <a:lnTo>
                  <a:pt x="230632" y="93017"/>
                </a:lnTo>
                <a:close/>
                <a:moveTo>
                  <a:pt x="302445" y="93017"/>
                </a:moveTo>
                <a:lnTo>
                  <a:pt x="291208" y="93017"/>
                </a:lnTo>
                <a:lnTo>
                  <a:pt x="291208" y="21413"/>
                </a:lnTo>
                <a:cubicBezTo>
                  <a:pt x="288503" y="23993"/>
                  <a:pt x="284955" y="26573"/>
                  <a:pt x="280564" y="29154"/>
                </a:cubicBezTo>
                <a:cubicBezTo>
                  <a:pt x="276173" y="31734"/>
                  <a:pt x="272230" y="33669"/>
                  <a:pt x="268734" y="34959"/>
                </a:cubicBezTo>
                <a:lnTo>
                  <a:pt x="268734" y="24097"/>
                </a:lnTo>
                <a:cubicBezTo>
                  <a:pt x="275018" y="21142"/>
                  <a:pt x="280512" y="17563"/>
                  <a:pt x="285215" y="13359"/>
                </a:cubicBezTo>
                <a:cubicBezTo>
                  <a:pt x="289918" y="9156"/>
                  <a:pt x="293247" y="5077"/>
                  <a:pt x="295203" y="1124"/>
                </a:cubicBezTo>
                <a:lnTo>
                  <a:pt x="302445" y="1124"/>
                </a:lnTo>
                <a:lnTo>
                  <a:pt x="302445" y="93017"/>
                </a:lnTo>
                <a:close/>
                <a:moveTo>
                  <a:pt x="364977" y="54811"/>
                </a:moveTo>
                <a:lnTo>
                  <a:pt x="364977" y="65049"/>
                </a:lnTo>
                <a:cubicBezTo>
                  <a:pt x="361773" y="65133"/>
                  <a:pt x="359161" y="66007"/>
                  <a:pt x="357143" y="67671"/>
                </a:cubicBezTo>
                <a:cubicBezTo>
                  <a:pt x="355124" y="69336"/>
                  <a:pt x="353782" y="71594"/>
                  <a:pt x="353116" y="74445"/>
                </a:cubicBezTo>
                <a:cubicBezTo>
                  <a:pt x="352450" y="77296"/>
                  <a:pt x="352096" y="82196"/>
                  <a:pt x="352055" y="89146"/>
                </a:cubicBezTo>
                <a:cubicBezTo>
                  <a:pt x="352013" y="96097"/>
                  <a:pt x="351888" y="100675"/>
                  <a:pt x="351680" y="102880"/>
                </a:cubicBezTo>
                <a:cubicBezTo>
                  <a:pt x="351306" y="106418"/>
                  <a:pt x="350609" y="109238"/>
                  <a:pt x="349589" y="111339"/>
                </a:cubicBezTo>
                <a:cubicBezTo>
                  <a:pt x="348569" y="113441"/>
                  <a:pt x="347310" y="115127"/>
                  <a:pt x="345812" y="116396"/>
                </a:cubicBezTo>
                <a:cubicBezTo>
                  <a:pt x="344314" y="117665"/>
                  <a:pt x="342399" y="118633"/>
                  <a:pt x="340069" y="119299"/>
                </a:cubicBezTo>
                <a:cubicBezTo>
                  <a:pt x="338487" y="119757"/>
                  <a:pt x="335907" y="119986"/>
                  <a:pt x="332328" y="119986"/>
                </a:cubicBezTo>
                <a:lnTo>
                  <a:pt x="328832" y="119986"/>
                </a:lnTo>
                <a:lnTo>
                  <a:pt x="328832" y="110122"/>
                </a:lnTo>
                <a:lnTo>
                  <a:pt x="330767" y="110122"/>
                </a:lnTo>
                <a:cubicBezTo>
                  <a:pt x="335095" y="110122"/>
                  <a:pt x="337967" y="109342"/>
                  <a:pt x="339382" y="107781"/>
                </a:cubicBezTo>
                <a:cubicBezTo>
                  <a:pt x="340797" y="106222"/>
                  <a:pt x="341505" y="102718"/>
                  <a:pt x="341505" y="97270"/>
                </a:cubicBezTo>
                <a:cubicBezTo>
                  <a:pt x="341505" y="86872"/>
                  <a:pt x="341692" y="80279"/>
                  <a:pt x="342066" y="77492"/>
                </a:cubicBezTo>
                <a:cubicBezTo>
                  <a:pt x="342732" y="72876"/>
                  <a:pt x="344064" y="69185"/>
                  <a:pt x="346062" y="66419"/>
                </a:cubicBezTo>
                <a:cubicBezTo>
                  <a:pt x="348060" y="63653"/>
                  <a:pt x="350890" y="61500"/>
                  <a:pt x="354552" y="59962"/>
                </a:cubicBezTo>
                <a:cubicBezTo>
                  <a:pt x="349766" y="57676"/>
                  <a:pt x="346395" y="54655"/>
                  <a:pt x="344439" y="50896"/>
                </a:cubicBezTo>
                <a:cubicBezTo>
                  <a:pt x="342483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2" y="17341"/>
                </a:cubicBezTo>
                <a:cubicBezTo>
                  <a:pt x="340901" y="14558"/>
                  <a:pt x="340079" y="12616"/>
                  <a:pt x="338727" y="11516"/>
                </a:cubicBezTo>
                <a:cubicBezTo>
                  <a:pt x="337374" y="10414"/>
                  <a:pt x="334721" y="9864"/>
                  <a:pt x="330767" y="9864"/>
                </a:cubicBezTo>
                <a:lnTo>
                  <a:pt x="328832" y="9864"/>
                </a:lnTo>
                <a:lnTo>
                  <a:pt x="328832" y="0"/>
                </a:lnTo>
                <a:lnTo>
                  <a:pt x="332328" y="0"/>
                </a:lnTo>
                <a:cubicBezTo>
                  <a:pt x="336406" y="0"/>
                  <a:pt x="339361" y="332"/>
                  <a:pt x="341192" y="997"/>
                </a:cubicBezTo>
                <a:cubicBezTo>
                  <a:pt x="343856" y="1912"/>
                  <a:pt x="346062" y="3451"/>
                  <a:pt x="347810" y="5613"/>
                </a:cubicBezTo>
                <a:cubicBezTo>
                  <a:pt x="349558" y="7774"/>
                  <a:pt x="350692" y="10497"/>
                  <a:pt x="351212" y="13781"/>
                </a:cubicBezTo>
                <a:cubicBezTo>
                  <a:pt x="351732" y="17065"/>
                  <a:pt x="352013" y="22449"/>
                  <a:pt x="352055" y="29932"/>
                </a:cubicBezTo>
                <a:cubicBezTo>
                  <a:pt x="352096" y="37414"/>
                  <a:pt x="352450" y="42579"/>
                  <a:pt x="353116" y="45428"/>
                </a:cubicBezTo>
                <a:cubicBezTo>
                  <a:pt x="353782" y="48275"/>
                  <a:pt x="355124" y="50530"/>
                  <a:pt x="357143" y="52193"/>
                </a:cubicBezTo>
                <a:cubicBezTo>
                  <a:pt x="359161" y="53855"/>
                  <a:pt x="361773" y="54728"/>
                  <a:pt x="364977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0" y="80157"/>
                </a:lnTo>
                <a:lnTo>
                  <a:pt x="392760" y="92980"/>
                </a:lnTo>
                <a:cubicBezTo>
                  <a:pt x="392760" y="97693"/>
                  <a:pt x="391928" y="101499"/>
                  <a:pt x="390263" y="104396"/>
                </a:cubicBezTo>
                <a:cubicBezTo>
                  <a:pt x="388598" y="107295"/>
                  <a:pt x="385956" y="109537"/>
                  <a:pt x="382335" y="111121"/>
                </a:cubicBezTo>
                <a:lnTo>
                  <a:pt x="379213" y="106252"/>
                </a:lnTo>
                <a:cubicBezTo>
                  <a:pt x="381586" y="105216"/>
                  <a:pt x="383334" y="103694"/>
                  <a:pt x="384457" y="101685"/>
                </a:cubicBezTo>
                <a:cubicBezTo>
                  <a:pt x="385581" y="99675"/>
                  <a:pt x="386205" y="96786"/>
                  <a:pt x="386330" y="93017"/>
                </a:cubicBezTo>
                <a:lnTo>
                  <a:pt x="379963" y="93017"/>
                </a:lnTo>
                <a:close/>
                <a:moveTo>
                  <a:pt x="409512" y="68670"/>
                </a:moveTo>
                <a:lnTo>
                  <a:pt x="420749" y="67172"/>
                </a:lnTo>
                <a:cubicBezTo>
                  <a:pt x="422039" y="73540"/>
                  <a:pt x="424235" y="78128"/>
                  <a:pt x="427335" y="80937"/>
                </a:cubicBezTo>
                <a:cubicBezTo>
                  <a:pt x="430436" y="83746"/>
                  <a:pt x="434213" y="85151"/>
                  <a:pt x="438666" y="85151"/>
                </a:cubicBezTo>
                <a:cubicBezTo>
                  <a:pt x="443951" y="85151"/>
                  <a:pt x="448415" y="83323"/>
                  <a:pt x="452057" y="79667"/>
                </a:cubicBezTo>
                <a:cubicBezTo>
                  <a:pt x="455698" y="76011"/>
                  <a:pt x="457519" y="71483"/>
                  <a:pt x="457519" y="66081"/>
                </a:cubicBezTo>
                <a:cubicBezTo>
                  <a:pt x="457519" y="60929"/>
                  <a:pt x="455833" y="56680"/>
                  <a:pt x="452462" y="53336"/>
                </a:cubicBezTo>
                <a:cubicBezTo>
                  <a:pt x="449091" y="49991"/>
                  <a:pt x="444805" y="48319"/>
                  <a:pt x="439602" y="48319"/>
                </a:cubicBezTo>
                <a:cubicBezTo>
                  <a:pt x="437480" y="48319"/>
                  <a:pt x="434837" y="48735"/>
                  <a:pt x="431674" y="49567"/>
                </a:cubicBezTo>
                <a:lnTo>
                  <a:pt x="432923" y="39704"/>
                </a:lnTo>
                <a:cubicBezTo>
                  <a:pt x="433672" y="39787"/>
                  <a:pt x="434275" y="39829"/>
                  <a:pt x="434733" y="39829"/>
                </a:cubicBezTo>
                <a:cubicBezTo>
                  <a:pt x="439519" y="39829"/>
                  <a:pt x="443827" y="38591"/>
                  <a:pt x="447655" y="36114"/>
                </a:cubicBezTo>
                <a:cubicBezTo>
                  <a:pt x="451484" y="33638"/>
                  <a:pt x="453399" y="29821"/>
                  <a:pt x="453399" y="24663"/>
                </a:cubicBezTo>
                <a:cubicBezTo>
                  <a:pt x="453399" y="20578"/>
                  <a:pt x="452005" y="17194"/>
                  <a:pt x="449216" y="14512"/>
                </a:cubicBezTo>
                <a:cubicBezTo>
                  <a:pt x="446428" y="11829"/>
                  <a:pt x="442828" y="10488"/>
                  <a:pt x="438416" y="10488"/>
                </a:cubicBezTo>
                <a:cubicBezTo>
                  <a:pt x="434046" y="10488"/>
                  <a:pt x="430405" y="11861"/>
                  <a:pt x="427491" y="14608"/>
                </a:cubicBezTo>
                <a:cubicBezTo>
                  <a:pt x="424578" y="17355"/>
                  <a:pt x="422705" y="21475"/>
                  <a:pt x="421873" y="26969"/>
                </a:cubicBezTo>
                <a:lnTo>
                  <a:pt x="410636" y="24971"/>
                </a:lnTo>
                <a:cubicBezTo>
                  <a:pt x="412009" y="17399"/>
                  <a:pt x="415131" y="11532"/>
                  <a:pt x="420000" y="7368"/>
                </a:cubicBezTo>
                <a:cubicBezTo>
                  <a:pt x="424869" y="3205"/>
                  <a:pt x="430925" y="1124"/>
                  <a:pt x="438166" y="1124"/>
                </a:cubicBezTo>
                <a:cubicBezTo>
                  <a:pt x="443161" y="1124"/>
                  <a:pt x="447760" y="2192"/>
                  <a:pt x="451963" y="4329"/>
                </a:cubicBezTo>
                <a:cubicBezTo>
                  <a:pt x="456166" y="6466"/>
                  <a:pt x="459381" y="9381"/>
                  <a:pt x="461608" y="13075"/>
                </a:cubicBezTo>
                <a:cubicBezTo>
                  <a:pt x="463835" y="16767"/>
                  <a:pt x="464948" y="20688"/>
                  <a:pt x="464948" y="24838"/>
                </a:cubicBezTo>
                <a:cubicBezTo>
                  <a:pt x="464948" y="28780"/>
                  <a:pt x="463887" y="32370"/>
                  <a:pt x="461764" y="35607"/>
                </a:cubicBezTo>
                <a:cubicBezTo>
                  <a:pt x="459642" y="38843"/>
                  <a:pt x="456499" y="41415"/>
                  <a:pt x="452338" y="43325"/>
                </a:cubicBezTo>
                <a:cubicBezTo>
                  <a:pt x="457748" y="44573"/>
                  <a:pt x="461951" y="47164"/>
                  <a:pt x="464948" y="51097"/>
                </a:cubicBezTo>
                <a:cubicBezTo>
                  <a:pt x="467944" y="55030"/>
                  <a:pt x="469443" y="59951"/>
                  <a:pt x="469443" y="65861"/>
                </a:cubicBezTo>
                <a:cubicBezTo>
                  <a:pt x="469443" y="73852"/>
                  <a:pt x="466529" y="80625"/>
                  <a:pt x="460703" y="86181"/>
                </a:cubicBezTo>
                <a:cubicBezTo>
                  <a:pt x="454876" y="91737"/>
                  <a:pt x="447510" y="94515"/>
                  <a:pt x="438603" y="94515"/>
                </a:cubicBezTo>
                <a:cubicBezTo>
                  <a:pt x="430571" y="94515"/>
                  <a:pt x="423902" y="92116"/>
                  <a:pt x="418595" y="87318"/>
                </a:cubicBezTo>
                <a:cubicBezTo>
                  <a:pt x="413289" y="82521"/>
                  <a:pt x="410261" y="76305"/>
                  <a:pt x="409512" y="68670"/>
                </a:cubicBez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9C8A9-FEC4-4D46-B71D-2F3C0FE9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1980492"/>
            <a:ext cx="755486" cy="220834"/>
          </a:xfrm>
          <a:custGeom xmlns:a="http://schemas.openxmlformats.org/drawingml/2006/main">
            <a:pathLst>
              <a:path w="755486" h="220834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99523F-1FEA-455C-B02E-48125384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4969" y="1980492"/>
            <a:ext cx="755486" cy="220834"/>
          </a:xfrm>
          <a:custGeom xmlns:a="http://schemas.openxmlformats.org/drawingml/2006/main">
            <a:pathLst>
              <a:path w="755486" h="220834" fill="none">
                <a:moveTo>
                  <a:pt x="0" y="0"/>
                </a:moveTo>
                <a:lnTo>
                  <a:pt x="755486" y="0"/>
                </a:lnTo>
                <a:lnTo>
                  <a:pt x="75548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74" name="Text u(2,3)">
            <a:extLst xmlns:a="http://schemas.openxmlformats.org/drawingml/2006/main">
              <a:ext uri="{FF2B5EF4-FFF2-40B4-BE49-F238E27FC236}">
                <a16:creationId xmlns:a16="http://schemas.microsoft.com/office/drawing/2014/main" id="{5A185FDE-FE5A-4C22-9E3F-B6CEEF2F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5443" y="2042873"/>
            <a:ext cx="321151" cy="119986"/>
          </a:xfrm>
          <a:custGeom xmlns:a="http://schemas.openxmlformats.org/drawingml/2006/main">
            <a:pathLst>
              <a:path w="321151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69844" y="82217"/>
                </a:moveTo>
                <a:lnTo>
                  <a:pt x="169844" y="93017"/>
                </a:lnTo>
                <a:lnTo>
                  <a:pt x="109352" y="93017"/>
                </a:lnTo>
                <a:cubicBezTo>
                  <a:pt x="109268" y="90313"/>
                  <a:pt x="109705" y="87713"/>
                  <a:pt x="110663" y="85217"/>
                </a:cubicBezTo>
                <a:cubicBezTo>
                  <a:pt x="112202" y="81100"/>
                  <a:pt x="114668" y="77045"/>
                  <a:pt x="118060" y="73052"/>
                </a:cubicBezTo>
                <a:cubicBezTo>
                  <a:pt x="121452" y="69059"/>
                  <a:pt x="126353" y="64442"/>
                  <a:pt x="132762" y="59201"/>
                </a:cubicBezTo>
                <a:cubicBezTo>
                  <a:pt x="142709" y="51051"/>
                  <a:pt x="149430" y="44596"/>
                  <a:pt x="152926" y="39835"/>
                </a:cubicBezTo>
                <a:cubicBezTo>
                  <a:pt x="156422" y="35073"/>
                  <a:pt x="158170" y="30572"/>
                  <a:pt x="158170" y="26331"/>
                </a:cubicBezTo>
                <a:cubicBezTo>
                  <a:pt x="158170" y="21881"/>
                  <a:pt x="156578" y="18129"/>
                  <a:pt x="153394" y="15072"/>
                </a:cubicBezTo>
                <a:cubicBezTo>
                  <a:pt x="150210" y="12016"/>
                  <a:pt x="146059" y="10488"/>
                  <a:pt x="140940" y="10488"/>
                </a:cubicBezTo>
                <a:cubicBezTo>
                  <a:pt x="135529" y="10488"/>
                  <a:pt x="131201" y="12111"/>
                  <a:pt x="127955" y="15357"/>
                </a:cubicBezTo>
                <a:cubicBezTo>
                  <a:pt x="124709" y="18603"/>
                  <a:pt x="123065" y="23098"/>
                  <a:pt x="123023" y="28841"/>
                </a:cubicBezTo>
                <a:lnTo>
                  <a:pt x="111474" y="27653"/>
                </a:lnTo>
                <a:cubicBezTo>
                  <a:pt x="112265" y="19019"/>
                  <a:pt x="115241" y="12439"/>
                  <a:pt x="120401" y="7913"/>
                </a:cubicBezTo>
                <a:cubicBezTo>
                  <a:pt x="125562" y="3387"/>
                  <a:pt x="132491" y="1124"/>
                  <a:pt x="141190" y="1124"/>
                </a:cubicBezTo>
                <a:cubicBezTo>
                  <a:pt x="149971" y="1124"/>
                  <a:pt x="156921" y="3559"/>
                  <a:pt x="162040" y="8430"/>
                </a:cubicBezTo>
                <a:cubicBezTo>
                  <a:pt x="167159" y="13300"/>
                  <a:pt x="169719" y="19337"/>
                  <a:pt x="169719" y="26539"/>
                </a:cubicBezTo>
                <a:cubicBezTo>
                  <a:pt x="169719" y="30203"/>
                  <a:pt x="168970" y="33804"/>
                  <a:pt x="167472" y="37343"/>
                </a:cubicBezTo>
                <a:cubicBezTo>
                  <a:pt x="165973" y="40882"/>
                  <a:pt x="163487" y="44608"/>
                  <a:pt x="160011" y="48522"/>
                </a:cubicBezTo>
                <a:cubicBezTo>
                  <a:pt x="156536" y="52434"/>
                  <a:pt x="150762" y="57804"/>
                  <a:pt x="142688" y="64632"/>
                </a:cubicBezTo>
                <a:cubicBezTo>
                  <a:pt x="135946" y="70286"/>
                  <a:pt x="131617" y="74121"/>
                  <a:pt x="129703" y="76138"/>
                </a:cubicBezTo>
                <a:cubicBezTo>
                  <a:pt x="127788" y="78154"/>
                  <a:pt x="126207" y="80180"/>
                  <a:pt x="124958" y="82217"/>
                </a:cubicBezTo>
                <a:lnTo>
                  <a:pt x="169844" y="82217"/>
                </a:lnTo>
                <a:close/>
                <a:moveTo>
                  <a:pt x="187929" y="93017"/>
                </a:moveTo>
                <a:lnTo>
                  <a:pt x="187929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4" y="101499"/>
                  <a:pt x="198229" y="104396"/>
                </a:cubicBezTo>
                <a:cubicBezTo>
                  <a:pt x="196565" y="107295"/>
                  <a:pt x="193922" y="109537"/>
                  <a:pt x="190301" y="111121"/>
                </a:cubicBezTo>
                <a:lnTo>
                  <a:pt x="187180" y="106252"/>
                </a:lnTo>
                <a:cubicBezTo>
                  <a:pt x="189552" y="105216"/>
                  <a:pt x="191300" y="103694"/>
                  <a:pt x="192424" y="101685"/>
                </a:cubicBezTo>
                <a:cubicBezTo>
                  <a:pt x="193547" y="99675"/>
                  <a:pt x="194172" y="96786"/>
                  <a:pt x="194296" y="93017"/>
                </a:cubicBezTo>
                <a:lnTo>
                  <a:pt x="187929" y="93017"/>
                </a:lnTo>
                <a:close/>
                <a:moveTo>
                  <a:pt x="217479" y="68670"/>
                </a:moveTo>
                <a:lnTo>
                  <a:pt x="228716" y="67172"/>
                </a:lnTo>
                <a:cubicBezTo>
                  <a:pt x="230006" y="73540"/>
                  <a:pt x="232201" y="78128"/>
                  <a:pt x="235302" y="80937"/>
                </a:cubicBezTo>
                <a:cubicBezTo>
                  <a:pt x="238402" y="83746"/>
                  <a:pt x="242179" y="85151"/>
                  <a:pt x="246632" y="85151"/>
                </a:cubicBezTo>
                <a:cubicBezTo>
                  <a:pt x="251918" y="85151"/>
                  <a:pt x="256381" y="83323"/>
                  <a:pt x="260023" y="79667"/>
                </a:cubicBezTo>
                <a:cubicBezTo>
                  <a:pt x="263664" y="76011"/>
                  <a:pt x="265485" y="71483"/>
                  <a:pt x="265485" y="66081"/>
                </a:cubicBezTo>
                <a:cubicBezTo>
                  <a:pt x="265485" y="60929"/>
                  <a:pt x="263800" y="56680"/>
                  <a:pt x="260429" y="53336"/>
                </a:cubicBezTo>
                <a:cubicBezTo>
                  <a:pt x="257058" y="49991"/>
                  <a:pt x="252771" y="48319"/>
                  <a:pt x="247569" y="48319"/>
                </a:cubicBezTo>
                <a:cubicBezTo>
                  <a:pt x="245446" y="48319"/>
                  <a:pt x="242803" y="48735"/>
                  <a:pt x="239640" y="49567"/>
                </a:cubicBezTo>
                <a:lnTo>
                  <a:pt x="240889" y="39704"/>
                </a:lnTo>
                <a:cubicBezTo>
                  <a:pt x="241638" y="39787"/>
                  <a:pt x="242241" y="39829"/>
                  <a:pt x="242699" y="39829"/>
                </a:cubicBezTo>
                <a:cubicBezTo>
                  <a:pt x="247485" y="39829"/>
                  <a:pt x="251793" y="38591"/>
                  <a:pt x="255622" y="36114"/>
                </a:cubicBezTo>
                <a:cubicBezTo>
                  <a:pt x="259451" y="33638"/>
                  <a:pt x="261365" y="29821"/>
                  <a:pt x="261365" y="24663"/>
                </a:cubicBezTo>
                <a:cubicBezTo>
                  <a:pt x="261365" y="20578"/>
                  <a:pt x="259971" y="17194"/>
                  <a:pt x="257182" y="14512"/>
                </a:cubicBezTo>
                <a:cubicBezTo>
                  <a:pt x="254394" y="11829"/>
                  <a:pt x="250794" y="10488"/>
                  <a:pt x="246382" y="10488"/>
                </a:cubicBezTo>
                <a:cubicBezTo>
                  <a:pt x="242013" y="10488"/>
                  <a:pt x="238371" y="11861"/>
                  <a:pt x="235458" y="14608"/>
                </a:cubicBezTo>
                <a:cubicBezTo>
                  <a:pt x="232544" y="17355"/>
                  <a:pt x="230672" y="21475"/>
                  <a:pt x="229839" y="26969"/>
                </a:cubicBezTo>
                <a:lnTo>
                  <a:pt x="218602" y="24971"/>
                </a:lnTo>
                <a:cubicBezTo>
                  <a:pt x="219976" y="17399"/>
                  <a:pt x="223097" y="11532"/>
                  <a:pt x="227966" y="7368"/>
                </a:cubicBezTo>
                <a:cubicBezTo>
                  <a:pt x="232836" y="3205"/>
                  <a:pt x="238891" y="1124"/>
                  <a:pt x="246133" y="1124"/>
                </a:cubicBezTo>
                <a:cubicBezTo>
                  <a:pt x="251127" y="1124"/>
                  <a:pt x="255726" y="2192"/>
                  <a:pt x="259929" y="4329"/>
                </a:cubicBezTo>
                <a:cubicBezTo>
                  <a:pt x="264133" y="6466"/>
                  <a:pt x="267348" y="9381"/>
                  <a:pt x="269574" y="13075"/>
                </a:cubicBezTo>
                <a:cubicBezTo>
                  <a:pt x="271801" y="16767"/>
                  <a:pt x="272914" y="20688"/>
                  <a:pt x="272914" y="24838"/>
                </a:cubicBezTo>
                <a:cubicBezTo>
                  <a:pt x="272914" y="28780"/>
                  <a:pt x="271853" y="32370"/>
                  <a:pt x="269730" y="35607"/>
                </a:cubicBezTo>
                <a:cubicBezTo>
                  <a:pt x="267608" y="38843"/>
                  <a:pt x="264466" y="41415"/>
                  <a:pt x="260304" y="43325"/>
                </a:cubicBezTo>
                <a:cubicBezTo>
                  <a:pt x="265714" y="44573"/>
                  <a:pt x="269918" y="47164"/>
                  <a:pt x="272914" y="51097"/>
                </a:cubicBezTo>
                <a:cubicBezTo>
                  <a:pt x="275911" y="55030"/>
                  <a:pt x="277409" y="59951"/>
                  <a:pt x="277409" y="65861"/>
                </a:cubicBezTo>
                <a:cubicBezTo>
                  <a:pt x="277409" y="73852"/>
                  <a:pt x="274496" y="80625"/>
                  <a:pt x="268669" y="86181"/>
                </a:cubicBezTo>
                <a:cubicBezTo>
                  <a:pt x="262843" y="91737"/>
                  <a:pt x="255476" y="94515"/>
                  <a:pt x="246570" y="94515"/>
                </a:cubicBezTo>
                <a:cubicBezTo>
                  <a:pt x="238537" y="94515"/>
                  <a:pt x="231868" y="92116"/>
                  <a:pt x="226562" y="87318"/>
                </a:cubicBezTo>
                <a:cubicBezTo>
                  <a:pt x="221255" y="82521"/>
                  <a:pt x="218228" y="76305"/>
                  <a:pt x="217479" y="68670"/>
                </a:cubicBezTo>
                <a:close/>
                <a:moveTo>
                  <a:pt x="298989" y="119986"/>
                </a:moveTo>
                <a:lnTo>
                  <a:pt x="290936" y="119986"/>
                </a:lnTo>
                <a:cubicBezTo>
                  <a:pt x="303380" y="100009"/>
                  <a:pt x="309602" y="80011"/>
                  <a:pt x="309602" y="59993"/>
                </a:cubicBezTo>
                <a:cubicBezTo>
                  <a:pt x="309602" y="52169"/>
                  <a:pt x="308707" y="44407"/>
                  <a:pt x="306917" y="36707"/>
                </a:cubicBezTo>
                <a:cubicBezTo>
                  <a:pt x="305502" y="30465"/>
                  <a:pt x="303526" y="24472"/>
                  <a:pt x="300987" y="18728"/>
                </a:cubicBezTo>
                <a:cubicBezTo>
                  <a:pt x="299364" y="14983"/>
                  <a:pt x="296013" y="8740"/>
                  <a:pt x="290936" y="0"/>
                </a:cubicBezTo>
                <a:lnTo>
                  <a:pt x="298989" y="0"/>
                </a:lnTo>
                <a:cubicBezTo>
                  <a:pt x="306813" y="10446"/>
                  <a:pt x="312598" y="20934"/>
                  <a:pt x="316344" y="31463"/>
                </a:cubicBezTo>
                <a:cubicBezTo>
                  <a:pt x="319549" y="40536"/>
                  <a:pt x="321151" y="50025"/>
                  <a:pt x="321151" y="59930"/>
                </a:cubicBezTo>
                <a:cubicBezTo>
                  <a:pt x="321151" y="71167"/>
                  <a:pt x="318997" y="82030"/>
                  <a:pt x="314690" y="92517"/>
                </a:cubicBezTo>
                <a:cubicBezTo>
                  <a:pt x="310382" y="103005"/>
                  <a:pt x="305149" y="112161"/>
                  <a:pt x="298989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546CB6-CB8E-4225-B149-4C7C9C53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445" y="1986420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7CA31-D765-4ACA-AE1E-2E98B2F4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445" y="1986420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77" name="Text u({2,5},1)">
            <a:extLst xmlns:a="http://schemas.openxmlformats.org/drawingml/2006/main">
              <a:ext uri="{FF2B5EF4-FFF2-40B4-BE49-F238E27FC236}">
                <a16:creationId xmlns:a16="http://schemas.microsoft.com/office/drawing/2014/main" id="{611B773D-ED38-47C5-BB02-90BF8DA9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12" y="2042873"/>
            <a:ext cx="513185" cy="119986"/>
          </a:xfrm>
          <a:custGeom xmlns:a="http://schemas.openxmlformats.org/drawingml/2006/main">
            <a:pathLst>
              <a:path w="513185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09041" y="54811"/>
                </a:moveTo>
                <a:cubicBezTo>
                  <a:pt x="112245" y="54728"/>
                  <a:pt x="114857" y="53866"/>
                  <a:pt x="116876" y="52224"/>
                </a:cubicBezTo>
                <a:cubicBezTo>
                  <a:pt x="118894" y="50582"/>
                  <a:pt x="120236" y="48327"/>
                  <a:pt x="120902" y="45459"/>
                </a:cubicBezTo>
                <a:cubicBezTo>
                  <a:pt x="121568" y="42590"/>
                  <a:pt x="121922" y="37684"/>
                  <a:pt x="121963" y="30742"/>
                </a:cubicBezTo>
                <a:cubicBezTo>
                  <a:pt x="122005" y="23799"/>
                  <a:pt x="122130" y="19226"/>
                  <a:pt x="122338" y="17023"/>
                </a:cubicBezTo>
                <a:cubicBezTo>
                  <a:pt x="122712" y="13531"/>
                  <a:pt x="123410" y="10725"/>
                  <a:pt x="124429" y="8605"/>
                </a:cubicBezTo>
                <a:cubicBezTo>
                  <a:pt x="125449" y="6485"/>
                  <a:pt x="126708" y="4791"/>
                  <a:pt x="128206" y="3523"/>
                </a:cubicBezTo>
                <a:cubicBezTo>
                  <a:pt x="129704" y="2255"/>
                  <a:pt x="131619" y="1289"/>
                  <a:pt x="133949" y="624"/>
                </a:cubicBezTo>
                <a:cubicBezTo>
                  <a:pt x="135531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3" y="9864"/>
                  <a:pt x="136051" y="10643"/>
                  <a:pt x="134636" y="12201"/>
                </a:cubicBezTo>
                <a:cubicBezTo>
                  <a:pt x="133221" y="13759"/>
                  <a:pt x="132514" y="17238"/>
                  <a:pt x="132514" y="22638"/>
                </a:cubicBezTo>
                <a:cubicBezTo>
                  <a:pt x="132514" y="33521"/>
                  <a:pt x="132285" y="40396"/>
                  <a:pt x="131827" y="43262"/>
                </a:cubicBezTo>
                <a:cubicBezTo>
                  <a:pt x="131078" y="47708"/>
                  <a:pt x="129798" y="51135"/>
                  <a:pt x="127988" y="53545"/>
                </a:cubicBezTo>
                <a:cubicBezTo>
                  <a:pt x="126177" y="55954"/>
                  <a:pt x="123337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4" y="72657"/>
                  <a:pt x="132514" y="79094"/>
                  <a:pt x="132514" y="88036"/>
                </a:cubicBezTo>
                <a:cubicBezTo>
                  <a:pt x="132514" y="96147"/>
                  <a:pt x="132597" y="100971"/>
                  <a:pt x="132763" y="102510"/>
                </a:cubicBezTo>
                <a:cubicBezTo>
                  <a:pt x="133096" y="105339"/>
                  <a:pt x="133939" y="107314"/>
                  <a:pt x="135292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2" y="119986"/>
                  <a:pt x="134657" y="119653"/>
                  <a:pt x="132826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6" y="102901"/>
                  <a:pt x="122005" y="97512"/>
                  <a:pt x="121963" y="90020"/>
                </a:cubicBezTo>
                <a:cubicBezTo>
                  <a:pt x="121922" y="82529"/>
                  <a:pt x="121568" y="77348"/>
                  <a:pt x="120902" y="74476"/>
                </a:cubicBezTo>
                <a:cubicBezTo>
                  <a:pt x="120236" y="71604"/>
                  <a:pt x="118894" y="69336"/>
                  <a:pt x="116876" y="67671"/>
                </a:cubicBezTo>
                <a:cubicBezTo>
                  <a:pt x="114857" y="66007"/>
                  <a:pt x="112245" y="65133"/>
                  <a:pt x="109041" y="65049"/>
                </a:cubicBezTo>
                <a:lnTo>
                  <a:pt x="109041" y="54811"/>
                </a:lnTo>
                <a:close/>
                <a:moveTo>
                  <a:pt x="212547" y="82217"/>
                </a:moveTo>
                <a:lnTo>
                  <a:pt x="212547" y="93017"/>
                </a:lnTo>
                <a:lnTo>
                  <a:pt x="152055" y="93017"/>
                </a:lnTo>
                <a:cubicBezTo>
                  <a:pt x="151972" y="90313"/>
                  <a:pt x="152409" y="87713"/>
                  <a:pt x="153366" y="85217"/>
                </a:cubicBezTo>
                <a:cubicBezTo>
                  <a:pt x="154906" y="81100"/>
                  <a:pt x="157372" y="77045"/>
                  <a:pt x="160764" y="73052"/>
                </a:cubicBezTo>
                <a:cubicBezTo>
                  <a:pt x="164156" y="69059"/>
                  <a:pt x="169056" y="64442"/>
                  <a:pt x="175465" y="59201"/>
                </a:cubicBezTo>
                <a:cubicBezTo>
                  <a:pt x="185412" y="51051"/>
                  <a:pt x="192134" y="44596"/>
                  <a:pt x="195630" y="39835"/>
                </a:cubicBezTo>
                <a:cubicBezTo>
                  <a:pt x="199125" y="35073"/>
                  <a:pt x="200873" y="30572"/>
                  <a:pt x="200873" y="26331"/>
                </a:cubicBezTo>
                <a:cubicBezTo>
                  <a:pt x="200873" y="21881"/>
                  <a:pt x="199282" y="18129"/>
                  <a:pt x="196098" y="15072"/>
                </a:cubicBezTo>
                <a:cubicBezTo>
                  <a:pt x="192914" y="12016"/>
                  <a:pt x="188763" y="10488"/>
                  <a:pt x="183643" y="10488"/>
                </a:cubicBezTo>
                <a:cubicBezTo>
                  <a:pt x="178233" y="10488"/>
                  <a:pt x="173905" y="12111"/>
                  <a:pt x="170659" y="15357"/>
                </a:cubicBezTo>
                <a:cubicBezTo>
                  <a:pt x="167412" y="18603"/>
                  <a:pt x="165768" y="23098"/>
                  <a:pt x="165727" y="28841"/>
                </a:cubicBezTo>
                <a:lnTo>
                  <a:pt x="154178" y="27653"/>
                </a:lnTo>
                <a:cubicBezTo>
                  <a:pt x="154968" y="19019"/>
                  <a:pt x="157944" y="12439"/>
                  <a:pt x="163105" y="7913"/>
                </a:cubicBezTo>
                <a:cubicBezTo>
                  <a:pt x="168266" y="3387"/>
                  <a:pt x="175195" y="1124"/>
                  <a:pt x="183893" y="1124"/>
                </a:cubicBezTo>
                <a:cubicBezTo>
                  <a:pt x="192675" y="1124"/>
                  <a:pt x="199625" y="3559"/>
                  <a:pt x="204744" y="8430"/>
                </a:cubicBezTo>
                <a:cubicBezTo>
                  <a:pt x="209863" y="13300"/>
                  <a:pt x="212423" y="19337"/>
                  <a:pt x="212423" y="26539"/>
                </a:cubicBezTo>
                <a:cubicBezTo>
                  <a:pt x="212423" y="30203"/>
                  <a:pt x="211673" y="33804"/>
                  <a:pt x="210175" y="37343"/>
                </a:cubicBezTo>
                <a:cubicBezTo>
                  <a:pt x="208677" y="40882"/>
                  <a:pt x="206190" y="44608"/>
                  <a:pt x="202715" y="48522"/>
                </a:cubicBezTo>
                <a:cubicBezTo>
                  <a:pt x="199240" y="52434"/>
                  <a:pt x="193465" y="57804"/>
                  <a:pt x="185391" y="64632"/>
                </a:cubicBezTo>
                <a:cubicBezTo>
                  <a:pt x="178649" y="70286"/>
                  <a:pt x="174321" y="74121"/>
                  <a:pt x="172407" y="76138"/>
                </a:cubicBezTo>
                <a:cubicBezTo>
                  <a:pt x="170492" y="78154"/>
                  <a:pt x="168911" y="80180"/>
                  <a:pt x="167662" y="82217"/>
                </a:cubicBezTo>
                <a:lnTo>
                  <a:pt x="212547" y="82217"/>
                </a:ln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0" y="80157"/>
                </a:lnTo>
                <a:lnTo>
                  <a:pt x="243430" y="92980"/>
                </a:lnTo>
                <a:cubicBezTo>
                  <a:pt x="243430" y="97693"/>
                  <a:pt x="242598" y="101499"/>
                  <a:pt x="240933" y="104396"/>
                </a:cubicBezTo>
                <a:cubicBezTo>
                  <a:pt x="239268" y="107295"/>
                  <a:pt x="236626" y="109537"/>
                  <a:pt x="233005" y="111121"/>
                </a:cubicBezTo>
                <a:lnTo>
                  <a:pt x="229883" y="106252"/>
                </a:lnTo>
                <a:cubicBezTo>
                  <a:pt x="232256" y="105216"/>
                  <a:pt x="234004" y="103694"/>
                  <a:pt x="235127" y="101685"/>
                </a:cubicBezTo>
                <a:cubicBezTo>
                  <a:pt x="236251" y="99675"/>
                  <a:pt x="236875" y="96786"/>
                  <a:pt x="237000" y="93017"/>
                </a:cubicBezTo>
                <a:lnTo>
                  <a:pt x="230633" y="93017"/>
                </a:lnTo>
                <a:close/>
                <a:moveTo>
                  <a:pt x="260120" y="68920"/>
                </a:moveTo>
                <a:lnTo>
                  <a:pt x="271919" y="67921"/>
                </a:lnTo>
                <a:cubicBezTo>
                  <a:pt x="272793" y="73645"/>
                  <a:pt x="274821" y="77948"/>
                  <a:pt x="278005" y="80830"/>
                </a:cubicBezTo>
                <a:cubicBezTo>
                  <a:pt x="281189" y="83711"/>
                  <a:pt x="285028" y="85151"/>
                  <a:pt x="289523" y="85151"/>
                </a:cubicBezTo>
                <a:cubicBezTo>
                  <a:pt x="294933" y="85151"/>
                  <a:pt x="299512" y="83115"/>
                  <a:pt x="303257" y="79043"/>
                </a:cubicBezTo>
                <a:cubicBezTo>
                  <a:pt x="307003" y="74970"/>
                  <a:pt x="308876" y="69567"/>
                  <a:pt x="308876" y="62835"/>
                </a:cubicBezTo>
                <a:cubicBezTo>
                  <a:pt x="308876" y="56435"/>
                  <a:pt x="307076" y="51386"/>
                  <a:pt x="303476" y="47687"/>
                </a:cubicBezTo>
                <a:cubicBezTo>
                  <a:pt x="299876" y="43988"/>
                  <a:pt x="295162" y="42139"/>
                  <a:pt x="289336" y="42139"/>
                </a:cubicBezTo>
                <a:cubicBezTo>
                  <a:pt x="285715" y="42139"/>
                  <a:pt x="282448" y="42955"/>
                  <a:pt x="279535" y="44587"/>
                </a:cubicBezTo>
                <a:cubicBezTo>
                  <a:pt x="276621" y="46219"/>
                  <a:pt x="274332" y="48337"/>
                  <a:pt x="272668" y="50941"/>
                </a:cubicBezTo>
                <a:lnTo>
                  <a:pt x="262117" y="49567"/>
                </a:lnTo>
                <a:lnTo>
                  <a:pt x="270982" y="2622"/>
                </a:lnTo>
                <a:lnTo>
                  <a:pt x="316492" y="2622"/>
                </a:lnTo>
                <a:lnTo>
                  <a:pt x="316492" y="13235"/>
                </a:lnTo>
                <a:lnTo>
                  <a:pt x="279972" y="13235"/>
                </a:lnTo>
                <a:lnTo>
                  <a:pt x="275040" y="37893"/>
                </a:lnTo>
                <a:cubicBezTo>
                  <a:pt x="280534" y="34106"/>
                  <a:pt x="286298" y="32213"/>
                  <a:pt x="292332" y="32213"/>
                </a:cubicBezTo>
                <a:cubicBezTo>
                  <a:pt x="300323" y="32213"/>
                  <a:pt x="307065" y="34983"/>
                  <a:pt x="312559" y="40525"/>
                </a:cubicBezTo>
                <a:cubicBezTo>
                  <a:pt x="318052" y="46066"/>
                  <a:pt x="320799" y="53189"/>
                  <a:pt x="320799" y="61895"/>
                </a:cubicBezTo>
                <a:cubicBezTo>
                  <a:pt x="320799" y="70186"/>
                  <a:pt x="318385" y="77352"/>
                  <a:pt x="313558" y="83391"/>
                </a:cubicBezTo>
                <a:cubicBezTo>
                  <a:pt x="307689" y="90807"/>
                  <a:pt x="299678" y="94515"/>
                  <a:pt x="289523" y="94515"/>
                </a:cubicBezTo>
                <a:cubicBezTo>
                  <a:pt x="281199" y="94515"/>
                  <a:pt x="274405" y="92179"/>
                  <a:pt x="269141" y="87506"/>
                </a:cubicBezTo>
                <a:cubicBezTo>
                  <a:pt x="263876" y="82833"/>
                  <a:pt x="260869" y="76638"/>
                  <a:pt x="260120" y="68920"/>
                </a:cubicBezTo>
                <a:close/>
                <a:moveTo>
                  <a:pt x="364978" y="54811"/>
                </a:moveTo>
                <a:lnTo>
                  <a:pt x="364978" y="65049"/>
                </a:lnTo>
                <a:cubicBezTo>
                  <a:pt x="361774" y="65133"/>
                  <a:pt x="359162" y="66007"/>
                  <a:pt x="357144" y="67671"/>
                </a:cubicBezTo>
                <a:cubicBezTo>
                  <a:pt x="355125" y="69336"/>
                  <a:pt x="353783" y="71594"/>
                  <a:pt x="353117" y="74445"/>
                </a:cubicBezTo>
                <a:cubicBezTo>
                  <a:pt x="352451" y="77296"/>
                  <a:pt x="352097" y="82196"/>
                  <a:pt x="352056" y="89146"/>
                </a:cubicBezTo>
                <a:cubicBezTo>
                  <a:pt x="352014" y="96097"/>
                  <a:pt x="351889" y="100675"/>
                  <a:pt x="351681" y="102880"/>
                </a:cubicBezTo>
                <a:cubicBezTo>
                  <a:pt x="351307" y="106418"/>
                  <a:pt x="350609" y="109238"/>
                  <a:pt x="349590" y="111339"/>
                </a:cubicBezTo>
                <a:cubicBezTo>
                  <a:pt x="348570" y="113441"/>
                  <a:pt x="347311" y="115127"/>
                  <a:pt x="345813" y="116396"/>
                </a:cubicBezTo>
                <a:cubicBezTo>
                  <a:pt x="344315" y="117665"/>
                  <a:pt x="342400" y="118633"/>
                  <a:pt x="340070" y="119299"/>
                </a:cubicBezTo>
                <a:cubicBezTo>
                  <a:pt x="338488" y="119757"/>
                  <a:pt x="335908" y="119986"/>
                  <a:pt x="332329" y="119986"/>
                </a:cubicBezTo>
                <a:lnTo>
                  <a:pt x="328833" y="119986"/>
                </a:lnTo>
                <a:lnTo>
                  <a:pt x="328833" y="110122"/>
                </a:lnTo>
                <a:lnTo>
                  <a:pt x="330768" y="110122"/>
                </a:lnTo>
                <a:cubicBezTo>
                  <a:pt x="335096" y="110122"/>
                  <a:pt x="337968" y="109342"/>
                  <a:pt x="339383" y="107781"/>
                </a:cubicBezTo>
                <a:cubicBezTo>
                  <a:pt x="340798" y="106222"/>
                  <a:pt x="341505" y="102718"/>
                  <a:pt x="341505" y="97270"/>
                </a:cubicBezTo>
                <a:cubicBezTo>
                  <a:pt x="341505" y="86872"/>
                  <a:pt x="341693" y="80279"/>
                  <a:pt x="342067" y="77492"/>
                </a:cubicBezTo>
                <a:cubicBezTo>
                  <a:pt x="342733" y="72876"/>
                  <a:pt x="344065" y="69185"/>
                  <a:pt x="346063" y="66419"/>
                </a:cubicBezTo>
                <a:cubicBezTo>
                  <a:pt x="348060" y="63653"/>
                  <a:pt x="350890" y="61500"/>
                  <a:pt x="354553" y="59962"/>
                </a:cubicBezTo>
                <a:cubicBezTo>
                  <a:pt x="349767" y="57676"/>
                  <a:pt x="346396" y="54655"/>
                  <a:pt x="344440" y="50896"/>
                </a:cubicBezTo>
                <a:cubicBezTo>
                  <a:pt x="342484" y="47136"/>
                  <a:pt x="341505" y="40790"/>
                  <a:pt x="341505" y="31859"/>
                </a:cubicBezTo>
                <a:cubicBezTo>
                  <a:pt x="341505" y="23759"/>
                  <a:pt x="341401" y="18920"/>
                  <a:pt x="341193" y="17341"/>
                </a:cubicBezTo>
                <a:cubicBezTo>
                  <a:pt x="340902" y="14558"/>
                  <a:pt x="340080" y="12616"/>
                  <a:pt x="338727" y="11516"/>
                </a:cubicBezTo>
                <a:cubicBezTo>
                  <a:pt x="337375" y="10414"/>
                  <a:pt x="334722" y="9864"/>
                  <a:pt x="330768" y="9864"/>
                </a:cubicBezTo>
                <a:lnTo>
                  <a:pt x="328833" y="9864"/>
                </a:lnTo>
                <a:lnTo>
                  <a:pt x="328833" y="0"/>
                </a:lnTo>
                <a:lnTo>
                  <a:pt x="332329" y="0"/>
                </a:lnTo>
                <a:cubicBezTo>
                  <a:pt x="336407" y="0"/>
                  <a:pt x="339362" y="332"/>
                  <a:pt x="341193" y="997"/>
                </a:cubicBezTo>
                <a:cubicBezTo>
                  <a:pt x="343857" y="1912"/>
                  <a:pt x="346063" y="3451"/>
                  <a:pt x="347811" y="5613"/>
                </a:cubicBezTo>
                <a:cubicBezTo>
                  <a:pt x="349559" y="7774"/>
                  <a:pt x="350693" y="10497"/>
                  <a:pt x="351213" y="13781"/>
                </a:cubicBezTo>
                <a:cubicBezTo>
                  <a:pt x="351733" y="17065"/>
                  <a:pt x="352014" y="22449"/>
                  <a:pt x="352056" y="29932"/>
                </a:cubicBezTo>
                <a:cubicBezTo>
                  <a:pt x="352097" y="37414"/>
                  <a:pt x="352451" y="42579"/>
                  <a:pt x="353117" y="45428"/>
                </a:cubicBezTo>
                <a:cubicBezTo>
                  <a:pt x="353783" y="48275"/>
                  <a:pt x="355125" y="50530"/>
                  <a:pt x="357144" y="52193"/>
                </a:cubicBezTo>
                <a:cubicBezTo>
                  <a:pt x="359162" y="53855"/>
                  <a:pt x="361774" y="54728"/>
                  <a:pt x="364978" y="54811"/>
                </a:cubicBezTo>
                <a:close/>
                <a:moveTo>
                  <a:pt x="379963" y="93017"/>
                </a:moveTo>
                <a:lnTo>
                  <a:pt x="379963" y="80157"/>
                </a:lnTo>
                <a:lnTo>
                  <a:pt x="392761" y="80157"/>
                </a:lnTo>
                <a:lnTo>
                  <a:pt x="392761" y="92980"/>
                </a:lnTo>
                <a:cubicBezTo>
                  <a:pt x="392761" y="97693"/>
                  <a:pt x="391928" y="101499"/>
                  <a:pt x="390263" y="104396"/>
                </a:cubicBezTo>
                <a:cubicBezTo>
                  <a:pt x="388599" y="107295"/>
                  <a:pt x="385956" y="109537"/>
                  <a:pt x="382335" y="111121"/>
                </a:cubicBezTo>
                <a:lnTo>
                  <a:pt x="379214" y="106252"/>
                </a:lnTo>
                <a:cubicBezTo>
                  <a:pt x="381586" y="105216"/>
                  <a:pt x="383334" y="103694"/>
                  <a:pt x="384458" y="101685"/>
                </a:cubicBezTo>
                <a:cubicBezTo>
                  <a:pt x="385581" y="99675"/>
                  <a:pt x="386206" y="96786"/>
                  <a:pt x="386330" y="93017"/>
                </a:cubicBezTo>
                <a:lnTo>
                  <a:pt x="379963" y="93017"/>
                </a:lnTo>
                <a:close/>
                <a:moveTo>
                  <a:pt x="451776" y="93017"/>
                </a:moveTo>
                <a:lnTo>
                  <a:pt x="440539" y="93017"/>
                </a:lnTo>
                <a:lnTo>
                  <a:pt x="440539" y="21413"/>
                </a:lnTo>
                <a:cubicBezTo>
                  <a:pt x="437834" y="23993"/>
                  <a:pt x="434286" y="26573"/>
                  <a:pt x="429895" y="29154"/>
                </a:cubicBezTo>
                <a:cubicBezTo>
                  <a:pt x="425505" y="31734"/>
                  <a:pt x="421561" y="33669"/>
                  <a:pt x="418065" y="34959"/>
                </a:cubicBezTo>
                <a:lnTo>
                  <a:pt x="418065" y="24097"/>
                </a:lnTo>
                <a:cubicBezTo>
                  <a:pt x="424350" y="21142"/>
                  <a:pt x="429843" y="17563"/>
                  <a:pt x="434546" y="13359"/>
                </a:cubicBezTo>
                <a:cubicBezTo>
                  <a:pt x="439249" y="9156"/>
                  <a:pt x="442579" y="5077"/>
                  <a:pt x="444535" y="1124"/>
                </a:cubicBezTo>
                <a:lnTo>
                  <a:pt x="451776" y="1124"/>
                </a:lnTo>
                <a:lnTo>
                  <a:pt x="451776" y="93017"/>
                </a:lnTo>
                <a:close/>
                <a:moveTo>
                  <a:pt x="491023" y="119986"/>
                </a:moveTo>
                <a:lnTo>
                  <a:pt x="482970" y="119986"/>
                </a:lnTo>
                <a:cubicBezTo>
                  <a:pt x="495414" y="100009"/>
                  <a:pt x="501636" y="80011"/>
                  <a:pt x="501636" y="59993"/>
                </a:cubicBezTo>
                <a:cubicBezTo>
                  <a:pt x="501636" y="52169"/>
                  <a:pt x="500741" y="44407"/>
                  <a:pt x="498951" y="36707"/>
                </a:cubicBezTo>
                <a:cubicBezTo>
                  <a:pt x="497536" y="30465"/>
                  <a:pt x="495559" y="24472"/>
                  <a:pt x="493021" y="18728"/>
                </a:cubicBezTo>
                <a:cubicBezTo>
                  <a:pt x="491397" y="14983"/>
                  <a:pt x="488047" y="8740"/>
                  <a:pt x="482970" y="0"/>
                </a:cubicBezTo>
                <a:lnTo>
                  <a:pt x="491023" y="0"/>
                </a:lnTo>
                <a:cubicBezTo>
                  <a:pt x="498847" y="10446"/>
                  <a:pt x="504632" y="20934"/>
                  <a:pt x="508378" y="31463"/>
                </a:cubicBezTo>
                <a:cubicBezTo>
                  <a:pt x="511582" y="40536"/>
                  <a:pt x="513185" y="50025"/>
                  <a:pt x="513185" y="59930"/>
                </a:cubicBezTo>
                <a:cubicBezTo>
                  <a:pt x="513185" y="71167"/>
                  <a:pt x="511031" y="82030"/>
                  <a:pt x="506723" y="92517"/>
                </a:cubicBezTo>
                <a:cubicBezTo>
                  <a:pt x="502416" y="103005"/>
                  <a:pt x="497182" y="112161"/>
                  <a:pt x="49102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575FF-90D5-4BDD-81D5-C8F395E6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445" y="218118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3EEAA-B1EC-4BD2-BC90-28D1782C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445" y="218118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80" name="Text u(4,5)">
            <a:extLst xmlns:a="http://schemas.openxmlformats.org/drawingml/2006/main">
              <a:ext uri="{FF2B5EF4-FFF2-40B4-BE49-F238E27FC236}">
                <a16:creationId xmlns:a16="http://schemas.microsoft.com/office/drawing/2014/main" id="{D0A4B530-8C58-4BB4-9B22-CD4D4DB7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5482" y="276199"/>
            <a:ext cx="321153" cy="119986"/>
          </a:xfrm>
          <a:custGeom xmlns:a="http://schemas.openxmlformats.org/drawingml/2006/main">
            <a:pathLst>
              <a:path w="321153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1" y="119986"/>
                </a:moveTo>
                <a:cubicBezTo>
                  <a:pt x="86610" y="112161"/>
                  <a:pt x="81366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2" y="20934"/>
                  <a:pt x="84987" y="10446"/>
                  <a:pt x="92811" y="0"/>
                </a:cubicBezTo>
                <a:lnTo>
                  <a:pt x="100864" y="0"/>
                </a:lnTo>
                <a:cubicBezTo>
                  <a:pt x="95828" y="8657"/>
                  <a:pt x="92499" y="14837"/>
                  <a:pt x="90876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1" y="119986"/>
                </a:lnTo>
                <a:close/>
                <a:moveTo>
                  <a:pt x="146810" y="93017"/>
                </a:moveTo>
                <a:lnTo>
                  <a:pt x="146810" y="71105"/>
                </a:lnTo>
                <a:lnTo>
                  <a:pt x="107106" y="71105"/>
                </a:lnTo>
                <a:lnTo>
                  <a:pt x="107106" y="60804"/>
                </a:lnTo>
                <a:lnTo>
                  <a:pt x="148870" y="1498"/>
                </a:lnTo>
                <a:lnTo>
                  <a:pt x="158047" y="1498"/>
                </a:lnTo>
                <a:lnTo>
                  <a:pt x="158047" y="60804"/>
                </a:lnTo>
                <a:lnTo>
                  <a:pt x="170408" y="60804"/>
                </a:lnTo>
                <a:lnTo>
                  <a:pt x="170408" y="71105"/>
                </a:lnTo>
                <a:lnTo>
                  <a:pt x="158047" y="71105"/>
                </a:lnTo>
                <a:lnTo>
                  <a:pt x="158047" y="93017"/>
                </a:lnTo>
                <a:lnTo>
                  <a:pt x="146810" y="93017"/>
                </a:lnTo>
                <a:moveTo>
                  <a:pt x="146810" y="60804"/>
                </a:moveTo>
                <a:lnTo>
                  <a:pt x="146810" y="19540"/>
                </a:lnTo>
                <a:lnTo>
                  <a:pt x="118156" y="60804"/>
                </a:lnTo>
                <a:lnTo>
                  <a:pt x="146810" y="60804"/>
                </a:lnTo>
                <a:close/>
                <a:moveTo>
                  <a:pt x="187930" y="93017"/>
                </a:moveTo>
                <a:lnTo>
                  <a:pt x="187930" y="80157"/>
                </a:lnTo>
                <a:lnTo>
                  <a:pt x="200727" y="80157"/>
                </a:lnTo>
                <a:lnTo>
                  <a:pt x="200727" y="92980"/>
                </a:lnTo>
                <a:cubicBezTo>
                  <a:pt x="200727" y="97693"/>
                  <a:pt x="199895" y="101499"/>
                  <a:pt x="198230" y="104396"/>
                </a:cubicBezTo>
                <a:cubicBezTo>
                  <a:pt x="196566" y="107295"/>
                  <a:pt x="193923" y="109537"/>
                  <a:pt x="190302" y="111121"/>
                </a:cubicBezTo>
                <a:lnTo>
                  <a:pt x="187181" y="106252"/>
                </a:lnTo>
                <a:cubicBezTo>
                  <a:pt x="189553" y="105216"/>
                  <a:pt x="191301" y="103694"/>
                  <a:pt x="192425" y="101685"/>
                </a:cubicBezTo>
                <a:cubicBezTo>
                  <a:pt x="193548" y="99675"/>
                  <a:pt x="194172" y="96786"/>
                  <a:pt x="194297" y="93017"/>
                </a:cubicBezTo>
                <a:lnTo>
                  <a:pt x="187930" y="93017"/>
                </a:lnTo>
                <a:close/>
                <a:moveTo>
                  <a:pt x="217417" y="68920"/>
                </a:moveTo>
                <a:lnTo>
                  <a:pt x="229216" y="67921"/>
                </a:lnTo>
                <a:cubicBezTo>
                  <a:pt x="230090" y="73645"/>
                  <a:pt x="232119" y="77948"/>
                  <a:pt x="235302" y="80830"/>
                </a:cubicBezTo>
                <a:cubicBezTo>
                  <a:pt x="238486" y="83711"/>
                  <a:pt x="242326" y="85151"/>
                  <a:pt x="246820" y="85151"/>
                </a:cubicBezTo>
                <a:cubicBezTo>
                  <a:pt x="252231" y="85151"/>
                  <a:pt x="256809" y="83115"/>
                  <a:pt x="260554" y="79043"/>
                </a:cubicBezTo>
                <a:cubicBezTo>
                  <a:pt x="264300" y="74970"/>
                  <a:pt x="266173" y="69567"/>
                  <a:pt x="266173" y="62835"/>
                </a:cubicBezTo>
                <a:cubicBezTo>
                  <a:pt x="266173" y="56435"/>
                  <a:pt x="264373" y="51386"/>
                  <a:pt x="260773" y="47687"/>
                </a:cubicBezTo>
                <a:cubicBezTo>
                  <a:pt x="257173" y="43988"/>
                  <a:pt x="252460" y="42139"/>
                  <a:pt x="246633" y="42139"/>
                </a:cubicBezTo>
                <a:cubicBezTo>
                  <a:pt x="243012" y="42139"/>
                  <a:pt x="239745" y="42955"/>
                  <a:pt x="236832" y="44587"/>
                </a:cubicBezTo>
                <a:cubicBezTo>
                  <a:pt x="233919" y="46219"/>
                  <a:pt x="231630" y="48337"/>
                  <a:pt x="229965" y="50941"/>
                </a:cubicBezTo>
                <a:lnTo>
                  <a:pt x="219415" y="49567"/>
                </a:lnTo>
                <a:lnTo>
                  <a:pt x="228279" y="2622"/>
                </a:lnTo>
                <a:lnTo>
                  <a:pt x="273789" y="2622"/>
                </a:lnTo>
                <a:lnTo>
                  <a:pt x="273789" y="13235"/>
                </a:lnTo>
                <a:lnTo>
                  <a:pt x="237269" y="13235"/>
                </a:lnTo>
                <a:lnTo>
                  <a:pt x="232337" y="37893"/>
                </a:lnTo>
                <a:cubicBezTo>
                  <a:pt x="237831" y="34106"/>
                  <a:pt x="243595" y="32213"/>
                  <a:pt x="249630" y="32213"/>
                </a:cubicBezTo>
                <a:cubicBezTo>
                  <a:pt x="257620" y="32213"/>
                  <a:pt x="264362" y="34983"/>
                  <a:pt x="269856" y="40525"/>
                </a:cubicBezTo>
                <a:cubicBezTo>
                  <a:pt x="275350" y="46066"/>
                  <a:pt x="278096" y="53189"/>
                  <a:pt x="278096" y="61895"/>
                </a:cubicBezTo>
                <a:cubicBezTo>
                  <a:pt x="278096" y="70186"/>
                  <a:pt x="275683" y="77352"/>
                  <a:pt x="270855" y="83391"/>
                </a:cubicBezTo>
                <a:cubicBezTo>
                  <a:pt x="264987" y="90807"/>
                  <a:pt x="256975" y="94515"/>
                  <a:pt x="246820" y="94515"/>
                </a:cubicBezTo>
                <a:cubicBezTo>
                  <a:pt x="238497" y="94515"/>
                  <a:pt x="231702" y="92179"/>
                  <a:pt x="226438" y="87506"/>
                </a:cubicBezTo>
                <a:cubicBezTo>
                  <a:pt x="221173" y="82833"/>
                  <a:pt x="218166" y="76638"/>
                  <a:pt x="217417" y="68920"/>
                </a:cubicBezTo>
                <a:close/>
                <a:moveTo>
                  <a:pt x="298991" y="119986"/>
                </a:moveTo>
                <a:lnTo>
                  <a:pt x="290938" y="119986"/>
                </a:lnTo>
                <a:cubicBezTo>
                  <a:pt x="303382" y="100009"/>
                  <a:pt x="309604" y="80011"/>
                  <a:pt x="309604" y="59993"/>
                </a:cubicBezTo>
                <a:cubicBezTo>
                  <a:pt x="309604" y="52169"/>
                  <a:pt x="308709" y="44407"/>
                  <a:pt x="306919" y="36707"/>
                </a:cubicBezTo>
                <a:cubicBezTo>
                  <a:pt x="305504" y="30465"/>
                  <a:pt x="303528" y="24472"/>
                  <a:pt x="300989" y="18728"/>
                </a:cubicBezTo>
                <a:cubicBezTo>
                  <a:pt x="299366" y="14983"/>
                  <a:pt x="296015" y="8740"/>
                  <a:pt x="290938" y="0"/>
                </a:cubicBezTo>
                <a:lnTo>
                  <a:pt x="298991" y="0"/>
                </a:lnTo>
                <a:cubicBezTo>
                  <a:pt x="306815" y="10446"/>
                  <a:pt x="312600" y="20934"/>
                  <a:pt x="316346" y="31463"/>
                </a:cubicBezTo>
                <a:cubicBezTo>
                  <a:pt x="319551" y="40536"/>
                  <a:pt x="321153" y="50025"/>
                  <a:pt x="321153" y="59930"/>
                </a:cubicBezTo>
                <a:cubicBezTo>
                  <a:pt x="321153" y="71167"/>
                  <a:pt x="318999" y="82030"/>
                  <a:pt x="314692" y="92517"/>
                </a:cubicBezTo>
                <a:cubicBezTo>
                  <a:pt x="310384" y="103005"/>
                  <a:pt x="305151" y="112161"/>
                  <a:pt x="298991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E52F3-31AB-4FD0-BC6F-3BBACFEC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445" y="1100061"/>
            <a:ext cx="929828" cy="220834"/>
          </a:xfrm>
          <a:custGeom xmlns:a="http://schemas.openxmlformats.org/drawingml/2006/main">
            <a:pathLst>
              <a:path w="929828" h="220834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61E823-D465-42D7-A939-E2DEA443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445" y="1100061"/>
            <a:ext cx="929828" cy="220834"/>
          </a:xfrm>
          <a:custGeom xmlns:a="http://schemas.openxmlformats.org/drawingml/2006/main">
            <a:pathLst>
              <a:path w="929828" h="220834" fill="none">
                <a:moveTo>
                  <a:pt x="0" y="0"/>
                </a:moveTo>
                <a:lnTo>
                  <a:pt x="929828" y="0"/>
                </a:lnTo>
                <a:lnTo>
                  <a:pt x="929828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83" name="Text u({0,1,2},3)">
            <a:extLst xmlns:a="http://schemas.openxmlformats.org/drawingml/2006/main">
              <a:ext uri="{FF2B5EF4-FFF2-40B4-BE49-F238E27FC236}">
                <a16:creationId xmlns:a16="http://schemas.microsoft.com/office/drawing/2014/main" id="{8B83AC0F-A320-4E9B-B19A-CAAD20F8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6201" y="1159536"/>
            <a:ext cx="619814" cy="119986"/>
          </a:xfrm>
          <a:custGeom xmlns:a="http://schemas.openxmlformats.org/drawingml/2006/main">
            <a:pathLst>
              <a:path w="619814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2" y="119986"/>
                </a:moveTo>
                <a:cubicBezTo>
                  <a:pt x="86611" y="112161"/>
                  <a:pt x="81367" y="103005"/>
                  <a:pt x="77080" y="92517"/>
                </a:cubicBezTo>
                <a:cubicBezTo>
                  <a:pt x="72793" y="82030"/>
                  <a:pt x="70650" y="71167"/>
                  <a:pt x="70650" y="59930"/>
                </a:cubicBezTo>
                <a:cubicBezTo>
                  <a:pt x="70650" y="50025"/>
                  <a:pt x="72252" y="40536"/>
                  <a:pt x="75457" y="31463"/>
                </a:cubicBezTo>
                <a:cubicBezTo>
                  <a:pt x="79202" y="20934"/>
                  <a:pt x="84987" y="10446"/>
                  <a:pt x="92812" y="0"/>
                </a:cubicBezTo>
                <a:lnTo>
                  <a:pt x="100865" y="0"/>
                </a:lnTo>
                <a:cubicBezTo>
                  <a:pt x="95829" y="8657"/>
                  <a:pt x="92500" y="14837"/>
                  <a:pt x="90876" y="18541"/>
                </a:cubicBezTo>
                <a:cubicBezTo>
                  <a:pt x="88338" y="24284"/>
                  <a:pt x="86340" y="30277"/>
                  <a:pt x="84883" y="36520"/>
                </a:cubicBezTo>
                <a:cubicBezTo>
                  <a:pt x="83094" y="44303"/>
                  <a:pt x="82199" y="52127"/>
                  <a:pt x="82199" y="59993"/>
                </a:cubicBezTo>
                <a:cubicBezTo>
                  <a:pt x="82199" y="80011"/>
                  <a:pt x="88421" y="100009"/>
                  <a:pt x="100865" y="119986"/>
                </a:cubicBezTo>
                <a:lnTo>
                  <a:pt x="92812" y="119986"/>
                </a:lnTo>
                <a:close/>
                <a:moveTo>
                  <a:pt x="109042" y="54811"/>
                </a:moveTo>
                <a:cubicBezTo>
                  <a:pt x="112247" y="54728"/>
                  <a:pt x="114858" y="53866"/>
                  <a:pt x="116877" y="52224"/>
                </a:cubicBezTo>
                <a:cubicBezTo>
                  <a:pt x="118895" y="50582"/>
                  <a:pt x="120237" y="48327"/>
                  <a:pt x="120903" y="45459"/>
                </a:cubicBezTo>
                <a:cubicBezTo>
                  <a:pt x="121569" y="42590"/>
                  <a:pt x="121923" y="37684"/>
                  <a:pt x="121964" y="30742"/>
                </a:cubicBezTo>
                <a:cubicBezTo>
                  <a:pt x="122006" y="23799"/>
                  <a:pt x="122131" y="19226"/>
                  <a:pt x="122339" y="17023"/>
                </a:cubicBezTo>
                <a:cubicBezTo>
                  <a:pt x="122714" y="13531"/>
                  <a:pt x="123411" y="10725"/>
                  <a:pt x="124430" y="8605"/>
                </a:cubicBezTo>
                <a:cubicBezTo>
                  <a:pt x="125450" y="6485"/>
                  <a:pt x="126709" y="4791"/>
                  <a:pt x="128207" y="3523"/>
                </a:cubicBezTo>
                <a:cubicBezTo>
                  <a:pt x="129705" y="2255"/>
                  <a:pt x="131620" y="1289"/>
                  <a:pt x="133951" y="624"/>
                </a:cubicBezTo>
                <a:cubicBezTo>
                  <a:pt x="135532" y="208"/>
                  <a:pt x="138112" y="0"/>
                  <a:pt x="141692" y="0"/>
                </a:cubicBezTo>
                <a:lnTo>
                  <a:pt x="145187" y="0"/>
                </a:lnTo>
                <a:lnTo>
                  <a:pt x="145187" y="9864"/>
                </a:lnTo>
                <a:lnTo>
                  <a:pt x="143252" y="9864"/>
                </a:lnTo>
                <a:cubicBezTo>
                  <a:pt x="138924" y="9864"/>
                  <a:pt x="136052" y="10643"/>
                  <a:pt x="134637" y="12201"/>
                </a:cubicBezTo>
                <a:cubicBezTo>
                  <a:pt x="133222" y="13759"/>
                  <a:pt x="132515" y="17238"/>
                  <a:pt x="132515" y="22638"/>
                </a:cubicBezTo>
                <a:cubicBezTo>
                  <a:pt x="132515" y="33521"/>
                  <a:pt x="132286" y="40396"/>
                  <a:pt x="131828" y="43262"/>
                </a:cubicBezTo>
                <a:cubicBezTo>
                  <a:pt x="131079" y="47708"/>
                  <a:pt x="129799" y="51135"/>
                  <a:pt x="127989" y="53545"/>
                </a:cubicBezTo>
                <a:cubicBezTo>
                  <a:pt x="126178" y="55954"/>
                  <a:pt x="123338" y="58093"/>
                  <a:pt x="119467" y="59962"/>
                </a:cubicBezTo>
                <a:cubicBezTo>
                  <a:pt x="124045" y="61875"/>
                  <a:pt x="127364" y="64796"/>
                  <a:pt x="129425" y="68727"/>
                </a:cubicBezTo>
                <a:cubicBezTo>
                  <a:pt x="131485" y="72657"/>
                  <a:pt x="132515" y="79094"/>
                  <a:pt x="132515" y="88036"/>
                </a:cubicBezTo>
                <a:cubicBezTo>
                  <a:pt x="132515" y="96147"/>
                  <a:pt x="132598" y="100971"/>
                  <a:pt x="132764" y="102510"/>
                </a:cubicBezTo>
                <a:cubicBezTo>
                  <a:pt x="133097" y="105339"/>
                  <a:pt x="133940" y="107314"/>
                  <a:pt x="135293" y="108436"/>
                </a:cubicBezTo>
                <a:cubicBezTo>
                  <a:pt x="136645" y="109560"/>
                  <a:pt x="139299" y="110122"/>
                  <a:pt x="143252" y="110122"/>
                </a:cubicBezTo>
                <a:lnTo>
                  <a:pt x="145187" y="110122"/>
                </a:lnTo>
                <a:lnTo>
                  <a:pt x="145187" y="119986"/>
                </a:lnTo>
                <a:lnTo>
                  <a:pt x="141692" y="119986"/>
                </a:lnTo>
                <a:cubicBezTo>
                  <a:pt x="137613" y="119986"/>
                  <a:pt x="134658" y="119653"/>
                  <a:pt x="132827" y="118987"/>
                </a:cubicBezTo>
                <a:cubicBezTo>
                  <a:pt x="130163" y="118030"/>
                  <a:pt x="127958" y="116479"/>
                  <a:pt x="126210" y="114336"/>
                </a:cubicBezTo>
                <a:cubicBezTo>
                  <a:pt x="124462" y="112193"/>
                  <a:pt x="123327" y="109477"/>
                  <a:pt x="122807" y="106189"/>
                </a:cubicBezTo>
                <a:cubicBezTo>
                  <a:pt x="122287" y="102901"/>
                  <a:pt x="122006" y="97512"/>
                  <a:pt x="121964" y="90020"/>
                </a:cubicBezTo>
                <a:cubicBezTo>
                  <a:pt x="121923" y="82529"/>
                  <a:pt x="121569" y="77348"/>
                  <a:pt x="120903" y="74476"/>
                </a:cubicBezTo>
                <a:cubicBezTo>
                  <a:pt x="120237" y="71604"/>
                  <a:pt x="118895" y="69336"/>
                  <a:pt x="116877" y="67671"/>
                </a:cubicBezTo>
                <a:cubicBezTo>
                  <a:pt x="114858" y="66007"/>
                  <a:pt x="112247" y="65133"/>
                  <a:pt x="109042" y="65049"/>
                </a:cubicBezTo>
                <a:lnTo>
                  <a:pt x="109042" y="54811"/>
                </a:lnTo>
                <a:close/>
                <a:moveTo>
                  <a:pt x="153492" y="47851"/>
                </a:moveTo>
                <a:cubicBezTo>
                  <a:pt x="153492" y="37038"/>
                  <a:pt x="154605" y="28335"/>
                  <a:pt x="156832" y="21742"/>
                </a:cubicBezTo>
                <a:cubicBezTo>
                  <a:pt x="159058" y="15150"/>
                  <a:pt x="162367" y="10065"/>
                  <a:pt x="166758" y="6489"/>
                </a:cubicBezTo>
                <a:cubicBezTo>
                  <a:pt x="171148" y="2912"/>
                  <a:pt x="176673" y="1124"/>
                  <a:pt x="183332" y="1124"/>
                </a:cubicBezTo>
                <a:cubicBezTo>
                  <a:pt x="188243" y="1124"/>
                  <a:pt x="192551" y="2111"/>
                  <a:pt x="196255" y="4087"/>
                </a:cubicBezTo>
                <a:cubicBezTo>
                  <a:pt x="199959" y="6063"/>
                  <a:pt x="203018" y="8912"/>
                  <a:pt x="205432" y="12634"/>
                </a:cubicBezTo>
                <a:cubicBezTo>
                  <a:pt x="207845" y="16356"/>
                  <a:pt x="209739" y="20890"/>
                  <a:pt x="211112" y="26235"/>
                </a:cubicBezTo>
                <a:cubicBezTo>
                  <a:pt x="212486" y="31579"/>
                  <a:pt x="213173" y="38784"/>
                  <a:pt x="213173" y="47851"/>
                </a:cubicBezTo>
                <a:cubicBezTo>
                  <a:pt x="213173" y="58580"/>
                  <a:pt x="212070" y="67242"/>
                  <a:pt x="209864" y="73834"/>
                </a:cubicBezTo>
                <a:cubicBezTo>
                  <a:pt x="207658" y="80427"/>
                  <a:pt x="204360" y="85522"/>
                  <a:pt x="199969" y="89119"/>
                </a:cubicBezTo>
                <a:cubicBezTo>
                  <a:pt x="195578" y="92716"/>
                  <a:pt x="190033" y="94515"/>
                  <a:pt x="183332" y="94515"/>
                </a:cubicBezTo>
                <a:cubicBezTo>
                  <a:pt x="174509" y="94515"/>
                  <a:pt x="167580" y="91354"/>
                  <a:pt x="162544" y="85032"/>
                </a:cubicBezTo>
                <a:cubicBezTo>
                  <a:pt x="156509" y="77421"/>
                  <a:pt x="153492" y="65027"/>
                  <a:pt x="153492" y="47851"/>
                </a:cubicBezTo>
                <a:moveTo>
                  <a:pt x="165041" y="47819"/>
                </a:moveTo>
                <a:cubicBezTo>
                  <a:pt x="165041" y="62793"/>
                  <a:pt x="166799" y="72759"/>
                  <a:pt x="170316" y="77716"/>
                </a:cubicBezTo>
                <a:cubicBezTo>
                  <a:pt x="173833" y="82673"/>
                  <a:pt x="178172" y="85151"/>
                  <a:pt x="183332" y="85151"/>
                </a:cubicBezTo>
                <a:cubicBezTo>
                  <a:pt x="188493" y="85151"/>
                  <a:pt x="192832" y="82662"/>
                  <a:pt x="196348" y="77685"/>
                </a:cubicBezTo>
                <a:cubicBezTo>
                  <a:pt x="199865" y="72708"/>
                  <a:pt x="201623" y="62753"/>
                  <a:pt x="201623" y="47819"/>
                </a:cubicBezTo>
                <a:cubicBezTo>
                  <a:pt x="201623" y="32804"/>
                  <a:pt x="199865" y="22829"/>
                  <a:pt x="196348" y="17893"/>
                </a:cubicBezTo>
                <a:cubicBezTo>
                  <a:pt x="192832" y="12956"/>
                  <a:pt x="188451" y="10488"/>
                  <a:pt x="183207" y="10488"/>
                </a:cubicBezTo>
                <a:cubicBezTo>
                  <a:pt x="178047" y="10488"/>
                  <a:pt x="173926" y="12666"/>
                  <a:pt x="170847" y="17021"/>
                </a:cubicBezTo>
                <a:cubicBezTo>
                  <a:pt x="166976" y="22580"/>
                  <a:pt x="165041" y="32846"/>
                  <a:pt x="165041" y="47819"/>
                </a:cubicBezTo>
                <a:close/>
                <a:moveTo>
                  <a:pt x="230633" y="93017"/>
                </a:moveTo>
                <a:lnTo>
                  <a:pt x="230633" y="80157"/>
                </a:lnTo>
                <a:lnTo>
                  <a:pt x="243431" y="80157"/>
                </a:lnTo>
                <a:lnTo>
                  <a:pt x="243431" y="92980"/>
                </a:lnTo>
                <a:cubicBezTo>
                  <a:pt x="243431" y="97693"/>
                  <a:pt x="242599" y="101499"/>
                  <a:pt x="240934" y="104396"/>
                </a:cubicBezTo>
                <a:cubicBezTo>
                  <a:pt x="239269" y="107295"/>
                  <a:pt x="236626" y="109537"/>
                  <a:pt x="233006" y="111121"/>
                </a:cubicBezTo>
                <a:lnTo>
                  <a:pt x="229884" y="106252"/>
                </a:lnTo>
                <a:cubicBezTo>
                  <a:pt x="232256" y="105216"/>
                  <a:pt x="234004" y="103694"/>
                  <a:pt x="235128" y="101685"/>
                </a:cubicBezTo>
                <a:cubicBezTo>
                  <a:pt x="236252" y="99675"/>
                  <a:pt x="236876" y="96786"/>
                  <a:pt x="237001" y="93017"/>
                </a:cubicBezTo>
                <a:lnTo>
                  <a:pt x="230633" y="93017"/>
                </a:lnTo>
                <a:close/>
                <a:moveTo>
                  <a:pt x="302446" y="93017"/>
                </a:moveTo>
                <a:lnTo>
                  <a:pt x="291210" y="93017"/>
                </a:lnTo>
                <a:lnTo>
                  <a:pt x="291210" y="21413"/>
                </a:lnTo>
                <a:cubicBezTo>
                  <a:pt x="288504" y="23993"/>
                  <a:pt x="284956" y="26573"/>
                  <a:pt x="280566" y="29154"/>
                </a:cubicBezTo>
                <a:cubicBezTo>
                  <a:pt x="276175" y="31734"/>
                  <a:pt x="272232" y="33669"/>
                  <a:pt x="268736" y="34959"/>
                </a:cubicBezTo>
                <a:lnTo>
                  <a:pt x="268736" y="24097"/>
                </a:lnTo>
                <a:cubicBezTo>
                  <a:pt x="275020" y="21142"/>
                  <a:pt x="280514" y="17563"/>
                  <a:pt x="285216" y="13359"/>
                </a:cubicBezTo>
                <a:cubicBezTo>
                  <a:pt x="289919" y="9156"/>
                  <a:pt x="293249" y="5077"/>
                  <a:pt x="295205" y="1124"/>
                </a:cubicBezTo>
                <a:lnTo>
                  <a:pt x="302446" y="1124"/>
                </a:lnTo>
                <a:lnTo>
                  <a:pt x="302446" y="93017"/>
                </a:lnTo>
                <a:close/>
                <a:moveTo>
                  <a:pt x="337261" y="93017"/>
                </a:moveTo>
                <a:lnTo>
                  <a:pt x="337261" y="80157"/>
                </a:lnTo>
                <a:lnTo>
                  <a:pt x="350059" y="80157"/>
                </a:lnTo>
                <a:lnTo>
                  <a:pt x="350059" y="92980"/>
                </a:lnTo>
                <a:cubicBezTo>
                  <a:pt x="350059" y="97693"/>
                  <a:pt x="349227" y="101499"/>
                  <a:pt x="347562" y="104396"/>
                </a:cubicBezTo>
                <a:cubicBezTo>
                  <a:pt x="345897" y="107295"/>
                  <a:pt x="343254" y="109537"/>
                  <a:pt x="339634" y="111121"/>
                </a:cubicBezTo>
                <a:lnTo>
                  <a:pt x="336512" y="106252"/>
                </a:lnTo>
                <a:cubicBezTo>
                  <a:pt x="338884" y="105216"/>
                  <a:pt x="340632" y="103694"/>
                  <a:pt x="341756" y="101685"/>
                </a:cubicBezTo>
                <a:cubicBezTo>
                  <a:pt x="342880" y="99675"/>
                  <a:pt x="343504" y="96786"/>
                  <a:pt x="343629" y="93017"/>
                </a:cubicBezTo>
                <a:lnTo>
                  <a:pt x="337261" y="93017"/>
                </a:lnTo>
                <a:close/>
                <a:moveTo>
                  <a:pt x="425805" y="82217"/>
                </a:moveTo>
                <a:lnTo>
                  <a:pt x="425805" y="93017"/>
                </a:lnTo>
                <a:lnTo>
                  <a:pt x="365312" y="93017"/>
                </a:lnTo>
                <a:cubicBezTo>
                  <a:pt x="365229" y="90313"/>
                  <a:pt x="365666" y="87713"/>
                  <a:pt x="366623" y="85217"/>
                </a:cubicBezTo>
                <a:cubicBezTo>
                  <a:pt x="368163" y="81100"/>
                  <a:pt x="370629" y="77045"/>
                  <a:pt x="374021" y="73052"/>
                </a:cubicBezTo>
                <a:cubicBezTo>
                  <a:pt x="377413" y="69059"/>
                  <a:pt x="382313" y="64442"/>
                  <a:pt x="388723" y="59201"/>
                </a:cubicBezTo>
                <a:cubicBezTo>
                  <a:pt x="398669" y="51051"/>
                  <a:pt x="405391" y="44596"/>
                  <a:pt x="408887" y="39835"/>
                </a:cubicBezTo>
                <a:cubicBezTo>
                  <a:pt x="412383" y="35073"/>
                  <a:pt x="414131" y="30572"/>
                  <a:pt x="414131" y="26331"/>
                </a:cubicBezTo>
                <a:cubicBezTo>
                  <a:pt x="414131" y="21881"/>
                  <a:pt x="412539" y="18129"/>
                  <a:pt x="409355" y="15072"/>
                </a:cubicBezTo>
                <a:cubicBezTo>
                  <a:pt x="406171" y="12016"/>
                  <a:pt x="402020" y="10488"/>
                  <a:pt x="396901" y="10488"/>
                </a:cubicBezTo>
                <a:cubicBezTo>
                  <a:pt x="391490" y="10488"/>
                  <a:pt x="387162" y="12111"/>
                  <a:pt x="383916" y="15357"/>
                </a:cubicBezTo>
                <a:cubicBezTo>
                  <a:pt x="380670" y="18603"/>
                  <a:pt x="379026" y="23098"/>
                  <a:pt x="378984" y="28841"/>
                </a:cubicBezTo>
                <a:lnTo>
                  <a:pt x="367435" y="27653"/>
                </a:lnTo>
                <a:cubicBezTo>
                  <a:pt x="368226" y="19019"/>
                  <a:pt x="371201" y="12439"/>
                  <a:pt x="376362" y="7913"/>
                </a:cubicBezTo>
                <a:cubicBezTo>
                  <a:pt x="381523" y="3387"/>
                  <a:pt x="388452" y="1124"/>
                  <a:pt x="397150" y="1124"/>
                </a:cubicBezTo>
                <a:cubicBezTo>
                  <a:pt x="405932" y="1124"/>
                  <a:pt x="412882" y="3559"/>
                  <a:pt x="418001" y="8430"/>
                </a:cubicBezTo>
                <a:cubicBezTo>
                  <a:pt x="423120" y="13300"/>
                  <a:pt x="425680" y="19337"/>
                  <a:pt x="425680" y="26539"/>
                </a:cubicBezTo>
                <a:cubicBezTo>
                  <a:pt x="425680" y="30203"/>
                  <a:pt x="424931" y="33804"/>
                  <a:pt x="423432" y="37343"/>
                </a:cubicBezTo>
                <a:cubicBezTo>
                  <a:pt x="421934" y="40882"/>
                  <a:pt x="419447" y="44608"/>
                  <a:pt x="415972" y="48522"/>
                </a:cubicBezTo>
                <a:cubicBezTo>
                  <a:pt x="412497" y="52434"/>
                  <a:pt x="406723" y="57804"/>
                  <a:pt x="398649" y="64632"/>
                </a:cubicBezTo>
                <a:cubicBezTo>
                  <a:pt x="391907" y="70286"/>
                  <a:pt x="387578" y="74121"/>
                  <a:pt x="385664" y="76138"/>
                </a:cubicBezTo>
                <a:cubicBezTo>
                  <a:pt x="383749" y="78154"/>
                  <a:pt x="382168" y="80180"/>
                  <a:pt x="380919" y="82217"/>
                </a:cubicBezTo>
                <a:lnTo>
                  <a:pt x="425805" y="82217"/>
                </a:lnTo>
                <a:close/>
                <a:moveTo>
                  <a:pt x="471608" y="54811"/>
                </a:moveTo>
                <a:lnTo>
                  <a:pt x="471608" y="65049"/>
                </a:lnTo>
                <a:cubicBezTo>
                  <a:pt x="468403" y="65133"/>
                  <a:pt x="465791" y="66007"/>
                  <a:pt x="463773" y="67671"/>
                </a:cubicBezTo>
                <a:cubicBezTo>
                  <a:pt x="461754" y="69336"/>
                  <a:pt x="460412" y="71594"/>
                  <a:pt x="459746" y="74445"/>
                </a:cubicBezTo>
                <a:cubicBezTo>
                  <a:pt x="459080" y="77296"/>
                  <a:pt x="458727" y="82196"/>
                  <a:pt x="458685" y="89146"/>
                </a:cubicBezTo>
                <a:cubicBezTo>
                  <a:pt x="458643" y="96097"/>
                  <a:pt x="458519" y="100675"/>
                  <a:pt x="458310" y="102880"/>
                </a:cubicBezTo>
                <a:cubicBezTo>
                  <a:pt x="457936" y="106418"/>
                  <a:pt x="457239" y="109238"/>
                  <a:pt x="456219" y="111339"/>
                </a:cubicBezTo>
                <a:cubicBezTo>
                  <a:pt x="455200" y="113441"/>
                  <a:pt x="453941" y="115127"/>
                  <a:pt x="452442" y="116396"/>
                </a:cubicBezTo>
                <a:cubicBezTo>
                  <a:pt x="450944" y="117665"/>
                  <a:pt x="449030" y="118633"/>
                  <a:pt x="446699" y="119299"/>
                </a:cubicBezTo>
                <a:cubicBezTo>
                  <a:pt x="445117" y="119757"/>
                  <a:pt x="442537" y="119986"/>
                  <a:pt x="438958" y="119986"/>
                </a:cubicBezTo>
                <a:lnTo>
                  <a:pt x="435462" y="119986"/>
                </a:lnTo>
                <a:lnTo>
                  <a:pt x="435462" y="110122"/>
                </a:lnTo>
                <a:lnTo>
                  <a:pt x="437397" y="110122"/>
                </a:lnTo>
                <a:cubicBezTo>
                  <a:pt x="441726" y="110122"/>
                  <a:pt x="444597" y="109342"/>
                  <a:pt x="446012" y="107781"/>
                </a:cubicBezTo>
                <a:cubicBezTo>
                  <a:pt x="447427" y="106222"/>
                  <a:pt x="448135" y="102718"/>
                  <a:pt x="448135" y="97270"/>
                </a:cubicBezTo>
                <a:cubicBezTo>
                  <a:pt x="448135" y="86872"/>
                  <a:pt x="448322" y="80279"/>
                  <a:pt x="448697" y="77492"/>
                </a:cubicBezTo>
                <a:cubicBezTo>
                  <a:pt x="449363" y="72876"/>
                  <a:pt x="450694" y="69185"/>
                  <a:pt x="452692" y="66419"/>
                </a:cubicBezTo>
                <a:cubicBezTo>
                  <a:pt x="454690" y="63653"/>
                  <a:pt x="457520" y="61500"/>
                  <a:pt x="461182" y="59962"/>
                </a:cubicBezTo>
                <a:cubicBezTo>
                  <a:pt x="456396" y="57676"/>
                  <a:pt x="453025" y="54655"/>
                  <a:pt x="451069" y="50896"/>
                </a:cubicBezTo>
                <a:cubicBezTo>
                  <a:pt x="449113" y="47136"/>
                  <a:pt x="448135" y="40790"/>
                  <a:pt x="448135" y="31859"/>
                </a:cubicBezTo>
                <a:cubicBezTo>
                  <a:pt x="448135" y="23759"/>
                  <a:pt x="448031" y="18920"/>
                  <a:pt x="447823" y="17341"/>
                </a:cubicBezTo>
                <a:cubicBezTo>
                  <a:pt x="447531" y="14558"/>
                  <a:pt x="446709" y="12616"/>
                  <a:pt x="445357" y="11516"/>
                </a:cubicBezTo>
                <a:cubicBezTo>
                  <a:pt x="444004" y="10414"/>
                  <a:pt x="441351" y="9864"/>
                  <a:pt x="437397" y="9864"/>
                </a:cubicBezTo>
                <a:lnTo>
                  <a:pt x="435462" y="9864"/>
                </a:lnTo>
                <a:lnTo>
                  <a:pt x="435462" y="0"/>
                </a:lnTo>
                <a:lnTo>
                  <a:pt x="438958" y="0"/>
                </a:lnTo>
                <a:cubicBezTo>
                  <a:pt x="443037" y="0"/>
                  <a:pt x="445991" y="332"/>
                  <a:pt x="447823" y="997"/>
                </a:cubicBezTo>
                <a:cubicBezTo>
                  <a:pt x="450486" y="1912"/>
                  <a:pt x="452692" y="3451"/>
                  <a:pt x="454440" y="5613"/>
                </a:cubicBezTo>
                <a:cubicBezTo>
                  <a:pt x="456188" y="7774"/>
                  <a:pt x="457322" y="10497"/>
                  <a:pt x="457842" y="13781"/>
                </a:cubicBezTo>
                <a:cubicBezTo>
                  <a:pt x="458363" y="17065"/>
                  <a:pt x="458643" y="22449"/>
                  <a:pt x="458685" y="29932"/>
                </a:cubicBezTo>
                <a:cubicBezTo>
                  <a:pt x="458727" y="37414"/>
                  <a:pt x="459080" y="42579"/>
                  <a:pt x="459746" y="45428"/>
                </a:cubicBezTo>
                <a:cubicBezTo>
                  <a:pt x="460412" y="48275"/>
                  <a:pt x="461754" y="50530"/>
                  <a:pt x="463773" y="52193"/>
                </a:cubicBezTo>
                <a:cubicBezTo>
                  <a:pt x="465791" y="53855"/>
                  <a:pt x="468403" y="54728"/>
                  <a:pt x="471608" y="54811"/>
                </a:cubicBezTo>
                <a:close/>
                <a:moveTo>
                  <a:pt x="486592" y="93017"/>
                </a:moveTo>
                <a:lnTo>
                  <a:pt x="486592" y="80157"/>
                </a:lnTo>
                <a:lnTo>
                  <a:pt x="499390" y="80157"/>
                </a:lnTo>
                <a:lnTo>
                  <a:pt x="499390" y="92980"/>
                </a:lnTo>
                <a:cubicBezTo>
                  <a:pt x="499390" y="97693"/>
                  <a:pt x="498557" y="101499"/>
                  <a:pt x="496892" y="104396"/>
                </a:cubicBezTo>
                <a:cubicBezTo>
                  <a:pt x="495228" y="107295"/>
                  <a:pt x="492585" y="109537"/>
                  <a:pt x="488964" y="111121"/>
                </a:cubicBezTo>
                <a:lnTo>
                  <a:pt x="485843" y="106252"/>
                </a:lnTo>
                <a:cubicBezTo>
                  <a:pt x="488215" y="105216"/>
                  <a:pt x="489963" y="103694"/>
                  <a:pt x="491087" y="101685"/>
                </a:cubicBezTo>
                <a:cubicBezTo>
                  <a:pt x="492210" y="99675"/>
                  <a:pt x="492835" y="96786"/>
                  <a:pt x="492960" y="93017"/>
                </a:cubicBezTo>
                <a:lnTo>
                  <a:pt x="486592" y="93017"/>
                </a:lnTo>
                <a:close/>
                <a:moveTo>
                  <a:pt x="516141" y="68670"/>
                </a:moveTo>
                <a:lnTo>
                  <a:pt x="527378" y="67172"/>
                </a:lnTo>
                <a:cubicBezTo>
                  <a:pt x="528668" y="73540"/>
                  <a:pt x="530864" y="78128"/>
                  <a:pt x="533964" y="80937"/>
                </a:cubicBezTo>
                <a:cubicBezTo>
                  <a:pt x="537065" y="83746"/>
                  <a:pt x="540842" y="85151"/>
                  <a:pt x="545295" y="85151"/>
                </a:cubicBezTo>
                <a:cubicBezTo>
                  <a:pt x="550580" y="85151"/>
                  <a:pt x="555044" y="83323"/>
                  <a:pt x="558686" y="79667"/>
                </a:cubicBezTo>
                <a:cubicBezTo>
                  <a:pt x="562327" y="76011"/>
                  <a:pt x="564148" y="71483"/>
                  <a:pt x="564148" y="66081"/>
                </a:cubicBezTo>
                <a:cubicBezTo>
                  <a:pt x="564148" y="60929"/>
                  <a:pt x="562463" y="56680"/>
                  <a:pt x="559091" y="53336"/>
                </a:cubicBezTo>
                <a:cubicBezTo>
                  <a:pt x="555720" y="49991"/>
                  <a:pt x="551434" y="48319"/>
                  <a:pt x="546231" y="48319"/>
                </a:cubicBezTo>
                <a:cubicBezTo>
                  <a:pt x="544109" y="48319"/>
                  <a:pt x="541466" y="48735"/>
                  <a:pt x="538303" y="49567"/>
                </a:cubicBezTo>
                <a:lnTo>
                  <a:pt x="539552" y="39704"/>
                </a:lnTo>
                <a:cubicBezTo>
                  <a:pt x="540301" y="39787"/>
                  <a:pt x="540904" y="39829"/>
                  <a:pt x="541362" y="39829"/>
                </a:cubicBezTo>
                <a:cubicBezTo>
                  <a:pt x="546148" y="39829"/>
                  <a:pt x="550456" y="38591"/>
                  <a:pt x="554285" y="36114"/>
                </a:cubicBezTo>
                <a:cubicBezTo>
                  <a:pt x="558113" y="33638"/>
                  <a:pt x="560028" y="29821"/>
                  <a:pt x="560028" y="24663"/>
                </a:cubicBezTo>
                <a:cubicBezTo>
                  <a:pt x="560028" y="20578"/>
                  <a:pt x="558634" y="17194"/>
                  <a:pt x="555845" y="14512"/>
                </a:cubicBezTo>
                <a:cubicBezTo>
                  <a:pt x="553057" y="11829"/>
                  <a:pt x="549457" y="10488"/>
                  <a:pt x="545045" y="10488"/>
                </a:cubicBezTo>
                <a:cubicBezTo>
                  <a:pt x="540675" y="10488"/>
                  <a:pt x="537034" y="11861"/>
                  <a:pt x="534120" y="14608"/>
                </a:cubicBezTo>
                <a:cubicBezTo>
                  <a:pt x="531207" y="17355"/>
                  <a:pt x="529334" y="21475"/>
                  <a:pt x="528502" y="26969"/>
                </a:cubicBezTo>
                <a:lnTo>
                  <a:pt x="517265" y="24971"/>
                </a:lnTo>
                <a:cubicBezTo>
                  <a:pt x="518638" y="17399"/>
                  <a:pt x="521760" y="11532"/>
                  <a:pt x="526629" y="7368"/>
                </a:cubicBezTo>
                <a:cubicBezTo>
                  <a:pt x="531498" y="3205"/>
                  <a:pt x="537554" y="1124"/>
                  <a:pt x="544796" y="1124"/>
                </a:cubicBezTo>
                <a:cubicBezTo>
                  <a:pt x="549790" y="1124"/>
                  <a:pt x="554389" y="2192"/>
                  <a:pt x="558592" y="4329"/>
                </a:cubicBezTo>
                <a:cubicBezTo>
                  <a:pt x="562795" y="6466"/>
                  <a:pt x="566010" y="9381"/>
                  <a:pt x="568237" y="13075"/>
                </a:cubicBezTo>
                <a:cubicBezTo>
                  <a:pt x="570464" y="16767"/>
                  <a:pt x="571577" y="20688"/>
                  <a:pt x="571577" y="24838"/>
                </a:cubicBezTo>
                <a:cubicBezTo>
                  <a:pt x="571577" y="28780"/>
                  <a:pt x="570516" y="32370"/>
                  <a:pt x="568393" y="35607"/>
                </a:cubicBezTo>
                <a:cubicBezTo>
                  <a:pt x="566271" y="38843"/>
                  <a:pt x="563128" y="41415"/>
                  <a:pt x="558967" y="43325"/>
                </a:cubicBezTo>
                <a:cubicBezTo>
                  <a:pt x="564377" y="44573"/>
                  <a:pt x="568580" y="47164"/>
                  <a:pt x="571577" y="51097"/>
                </a:cubicBezTo>
                <a:cubicBezTo>
                  <a:pt x="574573" y="55030"/>
                  <a:pt x="576072" y="59951"/>
                  <a:pt x="576072" y="65861"/>
                </a:cubicBezTo>
                <a:cubicBezTo>
                  <a:pt x="576072" y="73852"/>
                  <a:pt x="573158" y="80625"/>
                  <a:pt x="567332" y="86181"/>
                </a:cubicBezTo>
                <a:cubicBezTo>
                  <a:pt x="561505" y="91737"/>
                  <a:pt x="554139" y="94515"/>
                  <a:pt x="545233" y="94515"/>
                </a:cubicBezTo>
                <a:cubicBezTo>
                  <a:pt x="537200" y="94515"/>
                  <a:pt x="530531" y="92116"/>
                  <a:pt x="525225" y="87318"/>
                </a:cubicBezTo>
                <a:cubicBezTo>
                  <a:pt x="519918" y="82521"/>
                  <a:pt x="516890" y="76305"/>
                  <a:pt x="516141" y="68670"/>
                </a:cubicBezTo>
                <a:close/>
                <a:moveTo>
                  <a:pt x="597653" y="119986"/>
                </a:moveTo>
                <a:lnTo>
                  <a:pt x="589600" y="119986"/>
                </a:lnTo>
                <a:cubicBezTo>
                  <a:pt x="602043" y="100009"/>
                  <a:pt x="608265" y="80011"/>
                  <a:pt x="608265" y="59993"/>
                </a:cubicBezTo>
                <a:cubicBezTo>
                  <a:pt x="608265" y="52169"/>
                  <a:pt x="607371" y="44407"/>
                  <a:pt x="605581" y="36707"/>
                </a:cubicBezTo>
                <a:cubicBezTo>
                  <a:pt x="604166" y="30465"/>
                  <a:pt x="602189" y="24472"/>
                  <a:pt x="599650" y="18728"/>
                </a:cubicBezTo>
                <a:cubicBezTo>
                  <a:pt x="598027" y="14983"/>
                  <a:pt x="594677" y="8740"/>
                  <a:pt x="589600" y="0"/>
                </a:cubicBezTo>
                <a:lnTo>
                  <a:pt x="597653" y="0"/>
                </a:lnTo>
                <a:cubicBezTo>
                  <a:pt x="605477" y="10446"/>
                  <a:pt x="611262" y="20934"/>
                  <a:pt x="615008" y="31463"/>
                </a:cubicBezTo>
                <a:cubicBezTo>
                  <a:pt x="618212" y="40536"/>
                  <a:pt x="619814" y="50025"/>
                  <a:pt x="619814" y="59930"/>
                </a:cubicBezTo>
                <a:cubicBezTo>
                  <a:pt x="619814" y="71167"/>
                  <a:pt x="617661" y="82030"/>
                  <a:pt x="613353" y="92517"/>
                </a:cubicBezTo>
                <a:cubicBezTo>
                  <a:pt x="609046" y="103005"/>
                  <a:pt x="603812" y="112161"/>
                  <a:pt x="597653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F6DA94-0F4D-4383-8321-7F0D6375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652581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37C42-1C6D-46D4-BFC0-67099F11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183" y="646769"/>
            <a:ext cx="1057679" cy="232457"/>
          </a:xfrm>
          <a:custGeom xmlns:a="http://schemas.openxmlformats.org/drawingml/2006/main">
            <a:pathLst>
              <a:path w="1057679" h="232457">
                <a:moveTo>
                  <a:pt x="75549" y="11623"/>
                </a:moveTo>
                <a:lnTo>
                  <a:pt x="110416" y="11623"/>
                </a:lnTo>
                <a:lnTo>
                  <a:pt x="110416" y="0"/>
                </a:lnTo>
                <a:lnTo>
                  <a:pt x="75549" y="0"/>
                </a:lnTo>
                <a:lnTo>
                  <a:pt x="75549" y="11623"/>
                </a:lnTo>
                <a:close/>
                <a:moveTo>
                  <a:pt x="145286" y="11623"/>
                </a:moveTo>
                <a:lnTo>
                  <a:pt x="180153" y="11623"/>
                </a:lnTo>
                <a:lnTo>
                  <a:pt x="180153" y="0"/>
                </a:lnTo>
                <a:lnTo>
                  <a:pt x="145286" y="0"/>
                </a:lnTo>
                <a:lnTo>
                  <a:pt x="145286" y="11623"/>
                </a:lnTo>
                <a:close/>
                <a:moveTo>
                  <a:pt x="215022" y="11623"/>
                </a:moveTo>
                <a:lnTo>
                  <a:pt x="249890" y="11623"/>
                </a:lnTo>
                <a:lnTo>
                  <a:pt x="249890" y="0"/>
                </a:lnTo>
                <a:lnTo>
                  <a:pt x="215022" y="0"/>
                </a:lnTo>
                <a:lnTo>
                  <a:pt x="215022" y="11623"/>
                </a:lnTo>
                <a:close/>
                <a:moveTo>
                  <a:pt x="284760" y="11623"/>
                </a:moveTo>
                <a:lnTo>
                  <a:pt x="319627" y="11623"/>
                </a:lnTo>
                <a:lnTo>
                  <a:pt x="319627" y="0"/>
                </a:lnTo>
                <a:lnTo>
                  <a:pt x="284760" y="0"/>
                </a:lnTo>
                <a:lnTo>
                  <a:pt x="284760" y="11623"/>
                </a:lnTo>
                <a:close/>
                <a:moveTo>
                  <a:pt x="354496" y="11623"/>
                </a:moveTo>
                <a:lnTo>
                  <a:pt x="389364" y="11623"/>
                </a:lnTo>
                <a:lnTo>
                  <a:pt x="389364" y="0"/>
                </a:lnTo>
                <a:lnTo>
                  <a:pt x="354496" y="0"/>
                </a:lnTo>
                <a:lnTo>
                  <a:pt x="354496" y="11623"/>
                </a:lnTo>
                <a:close/>
                <a:moveTo>
                  <a:pt x="424233" y="11623"/>
                </a:moveTo>
                <a:lnTo>
                  <a:pt x="459102" y="11623"/>
                </a:lnTo>
                <a:lnTo>
                  <a:pt x="459102" y="0"/>
                </a:lnTo>
                <a:lnTo>
                  <a:pt x="424233" y="0"/>
                </a:lnTo>
                <a:lnTo>
                  <a:pt x="424233" y="11623"/>
                </a:lnTo>
                <a:close/>
                <a:moveTo>
                  <a:pt x="493970" y="11623"/>
                </a:moveTo>
                <a:lnTo>
                  <a:pt x="528839" y="11623"/>
                </a:lnTo>
                <a:lnTo>
                  <a:pt x="528839" y="0"/>
                </a:lnTo>
                <a:lnTo>
                  <a:pt x="493970" y="0"/>
                </a:lnTo>
                <a:lnTo>
                  <a:pt x="493970" y="11623"/>
                </a:lnTo>
                <a:close/>
                <a:moveTo>
                  <a:pt x="11623" y="11623"/>
                </a:moveTo>
                <a:lnTo>
                  <a:pt x="40680" y="11623"/>
                </a:lnTo>
                <a:lnTo>
                  <a:pt x="40680" y="0"/>
                </a:lnTo>
                <a:lnTo>
                  <a:pt x="0" y="0"/>
                </a:lnTo>
                <a:lnTo>
                  <a:pt x="0" y="29056"/>
                </a:lnTo>
                <a:lnTo>
                  <a:pt x="11623" y="29056"/>
                </a:lnTo>
                <a:lnTo>
                  <a:pt x="11623" y="11623"/>
                </a:lnTo>
                <a:close/>
                <a:moveTo>
                  <a:pt x="11623" y="98793"/>
                </a:moveTo>
                <a:lnTo>
                  <a:pt x="11623" y="63924"/>
                </a:lnTo>
                <a:lnTo>
                  <a:pt x="0" y="63924"/>
                </a:lnTo>
                <a:lnTo>
                  <a:pt x="0" y="98793"/>
                </a:lnTo>
                <a:lnTo>
                  <a:pt x="11623" y="98793"/>
                </a:lnTo>
                <a:close/>
                <a:moveTo>
                  <a:pt x="11623" y="168530"/>
                </a:moveTo>
                <a:lnTo>
                  <a:pt x="11623" y="133661"/>
                </a:lnTo>
                <a:lnTo>
                  <a:pt x="0" y="133661"/>
                </a:lnTo>
                <a:lnTo>
                  <a:pt x="0" y="168530"/>
                </a:lnTo>
                <a:lnTo>
                  <a:pt x="11623" y="168530"/>
                </a:lnTo>
                <a:close/>
                <a:moveTo>
                  <a:pt x="17433" y="220834"/>
                </a:moveTo>
                <a:lnTo>
                  <a:pt x="11623" y="220834"/>
                </a:lnTo>
                <a:lnTo>
                  <a:pt x="11623" y="203399"/>
                </a:lnTo>
                <a:lnTo>
                  <a:pt x="0" y="203399"/>
                </a:lnTo>
                <a:lnTo>
                  <a:pt x="0" y="232457"/>
                </a:lnTo>
                <a:lnTo>
                  <a:pt x="17433" y="232457"/>
                </a:lnTo>
                <a:lnTo>
                  <a:pt x="17433" y="220834"/>
                </a:lnTo>
                <a:close/>
                <a:moveTo>
                  <a:pt x="52302" y="220834"/>
                </a:moveTo>
                <a:lnTo>
                  <a:pt x="52302" y="232457"/>
                </a:lnTo>
                <a:lnTo>
                  <a:pt x="87170" y="232457"/>
                </a:lnTo>
                <a:lnTo>
                  <a:pt x="87170" y="220834"/>
                </a:lnTo>
                <a:lnTo>
                  <a:pt x="52302" y="220834"/>
                </a:lnTo>
                <a:close/>
                <a:moveTo>
                  <a:pt x="156907" y="220834"/>
                </a:moveTo>
                <a:lnTo>
                  <a:pt x="122039" y="220834"/>
                </a:lnTo>
                <a:lnTo>
                  <a:pt x="122039" y="232457"/>
                </a:lnTo>
                <a:lnTo>
                  <a:pt x="156907" y="232457"/>
                </a:lnTo>
                <a:lnTo>
                  <a:pt x="156907" y="220834"/>
                </a:lnTo>
                <a:close/>
                <a:moveTo>
                  <a:pt x="226645" y="220834"/>
                </a:moveTo>
                <a:lnTo>
                  <a:pt x="191776" y="220834"/>
                </a:lnTo>
                <a:lnTo>
                  <a:pt x="191776" y="232457"/>
                </a:lnTo>
                <a:lnTo>
                  <a:pt x="226645" y="232457"/>
                </a:lnTo>
                <a:lnTo>
                  <a:pt x="226645" y="220834"/>
                </a:lnTo>
                <a:close/>
                <a:moveTo>
                  <a:pt x="296382" y="220834"/>
                </a:moveTo>
                <a:lnTo>
                  <a:pt x="261513" y="220834"/>
                </a:lnTo>
                <a:lnTo>
                  <a:pt x="261513" y="232457"/>
                </a:lnTo>
                <a:lnTo>
                  <a:pt x="296382" y="232457"/>
                </a:lnTo>
                <a:lnTo>
                  <a:pt x="296382" y="220834"/>
                </a:lnTo>
                <a:close/>
                <a:moveTo>
                  <a:pt x="331250" y="220834"/>
                </a:moveTo>
                <a:lnTo>
                  <a:pt x="331250" y="232457"/>
                </a:lnTo>
                <a:lnTo>
                  <a:pt x="366119" y="232457"/>
                </a:lnTo>
                <a:lnTo>
                  <a:pt x="366119" y="220834"/>
                </a:lnTo>
                <a:lnTo>
                  <a:pt x="331250" y="220834"/>
                </a:lnTo>
                <a:close/>
                <a:moveTo>
                  <a:pt x="400987" y="220834"/>
                </a:moveTo>
                <a:lnTo>
                  <a:pt x="400987" y="232457"/>
                </a:lnTo>
                <a:lnTo>
                  <a:pt x="435856" y="232457"/>
                </a:lnTo>
                <a:lnTo>
                  <a:pt x="435856" y="220834"/>
                </a:lnTo>
                <a:lnTo>
                  <a:pt x="400987" y="220834"/>
                </a:lnTo>
                <a:close/>
                <a:moveTo>
                  <a:pt x="505593" y="220834"/>
                </a:moveTo>
                <a:lnTo>
                  <a:pt x="470724" y="220834"/>
                </a:lnTo>
                <a:lnTo>
                  <a:pt x="470724" y="232457"/>
                </a:lnTo>
                <a:lnTo>
                  <a:pt x="505593" y="232457"/>
                </a:lnTo>
                <a:lnTo>
                  <a:pt x="505593" y="220834"/>
                </a:lnTo>
                <a:close/>
                <a:moveTo>
                  <a:pt x="563708" y="11623"/>
                </a:moveTo>
                <a:lnTo>
                  <a:pt x="598577" y="11623"/>
                </a:lnTo>
                <a:lnTo>
                  <a:pt x="598577" y="0"/>
                </a:lnTo>
                <a:lnTo>
                  <a:pt x="563708" y="0"/>
                </a:lnTo>
                <a:lnTo>
                  <a:pt x="563708" y="11623"/>
                </a:lnTo>
                <a:close/>
                <a:moveTo>
                  <a:pt x="633444" y="11623"/>
                </a:moveTo>
                <a:lnTo>
                  <a:pt x="668313" y="11623"/>
                </a:lnTo>
                <a:lnTo>
                  <a:pt x="668313" y="0"/>
                </a:lnTo>
                <a:lnTo>
                  <a:pt x="633444" y="0"/>
                </a:lnTo>
                <a:lnTo>
                  <a:pt x="633444" y="11623"/>
                </a:lnTo>
                <a:close/>
                <a:moveTo>
                  <a:pt x="738050" y="11623"/>
                </a:moveTo>
                <a:lnTo>
                  <a:pt x="738050" y="0"/>
                </a:lnTo>
                <a:lnTo>
                  <a:pt x="703182" y="0"/>
                </a:lnTo>
                <a:lnTo>
                  <a:pt x="703182" y="11623"/>
                </a:lnTo>
                <a:lnTo>
                  <a:pt x="738050" y="11623"/>
                </a:lnTo>
                <a:close/>
                <a:moveTo>
                  <a:pt x="807787" y="11623"/>
                </a:moveTo>
                <a:lnTo>
                  <a:pt x="807787" y="0"/>
                </a:lnTo>
                <a:lnTo>
                  <a:pt x="772919" y="0"/>
                </a:lnTo>
                <a:lnTo>
                  <a:pt x="772919" y="11623"/>
                </a:lnTo>
                <a:lnTo>
                  <a:pt x="807787" y="11623"/>
                </a:lnTo>
                <a:close/>
                <a:moveTo>
                  <a:pt x="842656" y="11623"/>
                </a:moveTo>
                <a:lnTo>
                  <a:pt x="877524" y="11623"/>
                </a:lnTo>
                <a:lnTo>
                  <a:pt x="877524" y="0"/>
                </a:lnTo>
                <a:lnTo>
                  <a:pt x="842656" y="0"/>
                </a:lnTo>
                <a:lnTo>
                  <a:pt x="842656" y="11623"/>
                </a:lnTo>
                <a:close/>
                <a:moveTo>
                  <a:pt x="912393" y="11623"/>
                </a:moveTo>
                <a:lnTo>
                  <a:pt x="947262" y="11623"/>
                </a:lnTo>
                <a:lnTo>
                  <a:pt x="947262" y="0"/>
                </a:lnTo>
                <a:lnTo>
                  <a:pt x="912393" y="0"/>
                </a:lnTo>
                <a:lnTo>
                  <a:pt x="912393" y="11623"/>
                </a:lnTo>
                <a:close/>
                <a:moveTo>
                  <a:pt x="982130" y="11623"/>
                </a:moveTo>
                <a:lnTo>
                  <a:pt x="1016999" y="11623"/>
                </a:lnTo>
                <a:lnTo>
                  <a:pt x="1016999" y="0"/>
                </a:lnTo>
                <a:lnTo>
                  <a:pt x="982130" y="0"/>
                </a:lnTo>
                <a:lnTo>
                  <a:pt x="982130" y="11623"/>
                </a:lnTo>
                <a:close/>
                <a:moveTo>
                  <a:pt x="1046056" y="40681"/>
                </a:moveTo>
                <a:lnTo>
                  <a:pt x="1057679" y="40681"/>
                </a:lnTo>
                <a:lnTo>
                  <a:pt x="1057679" y="5812"/>
                </a:lnTo>
                <a:lnTo>
                  <a:pt x="1046056" y="5812"/>
                </a:lnTo>
                <a:lnTo>
                  <a:pt x="1046056" y="40681"/>
                </a:lnTo>
                <a:close/>
                <a:moveTo>
                  <a:pt x="1046056" y="110418"/>
                </a:moveTo>
                <a:lnTo>
                  <a:pt x="1057679" y="110418"/>
                </a:lnTo>
                <a:lnTo>
                  <a:pt x="1057679" y="75549"/>
                </a:lnTo>
                <a:lnTo>
                  <a:pt x="1046056" y="75549"/>
                </a:lnTo>
                <a:lnTo>
                  <a:pt x="1046056" y="110418"/>
                </a:lnTo>
                <a:close/>
                <a:moveTo>
                  <a:pt x="1046056" y="145286"/>
                </a:moveTo>
                <a:lnTo>
                  <a:pt x="1046056" y="180155"/>
                </a:lnTo>
                <a:lnTo>
                  <a:pt x="1057679" y="180155"/>
                </a:lnTo>
                <a:lnTo>
                  <a:pt x="1057679" y="145286"/>
                </a:lnTo>
                <a:lnTo>
                  <a:pt x="1046056" y="145286"/>
                </a:lnTo>
                <a:close/>
                <a:moveTo>
                  <a:pt x="1046056" y="215024"/>
                </a:moveTo>
                <a:lnTo>
                  <a:pt x="1046056" y="220834"/>
                </a:lnTo>
                <a:lnTo>
                  <a:pt x="1028622" y="220834"/>
                </a:lnTo>
                <a:lnTo>
                  <a:pt x="1028622" y="232457"/>
                </a:lnTo>
                <a:lnTo>
                  <a:pt x="1057679" y="232457"/>
                </a:lnTo>
                <a:lnTo>
                  <a:pt x="1057679" y="215024"/>
                </a:lnTo>
                <a:lnTo>
                  <a:pt x="1046056" y="215024"/>
                </a:lnTo>
                <a:close/>
                <a:moveTo>
                  <a:pt x="540462" y="220834"/>
                </a:moveTo>
                <a:lnTo>
                  <a:pt x="540462" y="232457"/>
                </a:lnTo>
                <a:lnTo>
                  <a:pt x="575330" y="232457"/>
                </a:lnTo>
                <a:lnTo>
                  <a:pt x="575330" y="220834"/>
                </a:lnTo>
                <a:lnTo>
                  <a:pt x="540462" y="220834"/>
                </a:lnTo>
                <a:close/>
                <a:moveTo>
                  <a:pt x="610199" y="220834"/>
                </a:moveTo>
                <a:lnTo>
                  <a:pt x="610199" y="232457"/>
                </a:lnTo>
                <a:lnTo>
                  <a:pt x="645067" y="232457"/>
                </a:lnTo>
                <a:lnTo>
                  <a:pt x="645067" y="220834"/>
                </a:lnTo>
                <a:lnTo>
                  <a:pt x="610199" y="220834"/>
                </a:lnTo>
                <a:close/>
                <a:moveTo>
                  <a:pt x="714804" y="220834"/>
                </a:moveTo>
                <a:lnTo>
                  <a:pt x="679936" y="220834"/>
                </a:lnTo>
                <a:lnTo>
                  <a:pt x="679936" y="232457"/>
                </a:lnTo>
                <a:lnTo>
                  <a:pt x="714804" y="232457"/>
                </a:lnTo>
                <a:lnTo>
                  <a:pt x="714804" y="220834"/>
                </a:lnTo>
                <a:close/>
                <a:moveTo>
                  <a:pt x="784542" y="220834"/>
                </a:moveTo>
                <a:lnTo>
                  <a:pt x="749673" y="220834"/>
                </a:lnTo>
                <a:lnTo>
                  <a:pt x="749673" y="232457"/>
                </a:lnTo>
                <a:lnTo>
                  <a:pt x="784542" y="232457"/>
                </a:lnTo>
                <a:lnTo>
                  <a:pt x="784542" y="220834"/>
                </a:lnTo>
                <a:close/>
                <a:moveTo>
                  <a:pt x="854279" y="220834"/>
                </a:moveTo>
                <a:lnTo>
                  <a:pt x="819410" y="220834"/>
                </a:lnTo>
                <a:lnTo>
                  <a:pt x="819410" y="232457"/>
                </a:lnTo>
                <a:lnTo>
                  <a:pt x="854279" y="232457"/>
                </a:lnTo>
                <a:lnTo>
                  <a:pt x="854279" y="220834"/>
                </a:lnTo>
                <a:close/>
                <a:moveTo>
                  <a:pt x="889147" y="220834"/>
                </a:moveTo>
                <a:lnTo>
                  <a:pt x="889147" y="232457"/>
                </a:lnTo>
                <a:lnTo>
                  <a:pt x="924016" y="232457"/>
                </a:lnTo>
                <a:lnTo>
                  <a:pt x="924016" y="220834"/>
                </a:lnTo>
                <a:lnTo>
                  <a:pt x="889147" y="220834"/>
                </a:lnTo>
                <a:close/>
                <a:moveTo>
                  <a:pt x="958884" y="220834"/>
                </a:moveTo>
                <a:lnTo>
                  <a:pt x="958884" y="232457"/>
                </a:lnTo>
                <a:lnTo>
                  <a:pt x="993753" y="232457"/>
                </a:lnTo>
                <a:lnTo>
                  <a:pt x="993753" y="220834"/>
                </a:lnTo>
                <a:lnTo>
                  <a:pt x="958884" y="2208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Text u({2,3,4},5)">
            <a:extLst xmlns:a="http://schemas.openxmlformats.org/drawingml/2006/main">
              <a:ext uri="{FF2B5EF4-FFF2-40B4-BE49-F238E27FC236}">
                <a16:creationId xmlns:a16="http://schemas.microsoft.com/office/drawing/2014/main" id="{9A8BF837-DE46-4096-AAF5-4772CFC3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2749" y="706244"/>
            <a:ext cx="619809" cy="119986"/>
          </a:xfrm>
          <a:custGeom xmlns:a="http://schemas.openxmlformats.org/drawingml/2006/main">
            <a:pathLst>
              <a:path w="61980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4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212547" y="82217"/>
                </a:moveTo>
                <a:lnTo>
                  <a:pt x="212547" y="93017"/>
                </a:lnTo>
                <a:lnTo>
                  <a:pt x="152054" y="93017"/>
                </a:lnTo>
                <a:cubicBezTo>
                  <a:pt x="151971" y="90313"/>
                  <a:pt x="152408" y="87713"/>
                  <a:pt x="153365" y="85217"/>
                </a:cubicBezTo>
                <a:cubicBezTo>
                  <a:pt x="154905" y="81100"/>
                  <a:pt x="157371" y="77045"/>
                  <a:pt x="160763" y="73052"/>
                </a:cubicBezTo>
                <a:cubicBezTo>
                  <a:pt x="164155" y="69059"/>
                  <a:pt x="169055" y="64442"/>
                  <a:pt x="175465" y="59201"/>
                </a:cubicBezTo>
                <a:cubicBezTo>
                  <a:pt x="185411" y="51051"/>
                  <a:pt x="192133" y="44596"/>
                  <a:pt x="195629" y="39835"/>
                </a:cubicBezTo>
                <a:cubicBezTo>
                  <a:pt x="199125" y="35073"/>
                  <a:pt x="200873" y="30572"/>
                  <a:pt x="200873" y="26331"/>
                </a:cubicBezTo>
                <a:cubicBezTo>
                  <a:pt x="200873" y="21881"/>
                  <a:pt x="199281" y="18129"/>
                  <a:pt x="196097" y="15072"/>
                </a:cubicBezTo>
                <a:cubicBezTo>
                  <a:pt x="192913" y="12016"/>
                  <a:pt x="188762" y="10488"/>
                  <a:pt x="183643" y="10488"/>
                </a:cubicBezTo>
                <a:cubicBezTo>
                  <a:pt x="178232" y="10488"/>
                  <a:pt x="173904" y="12111"/>
                  <a:pt x="170658" y="15357"/>
                </a:cubicBezTo>
                <a:cubicBezTo>
                  <a:pt x="167411" y="18603"/>
                  <a:pt x="165768" y="23098"/>
                  <a:pt x="165726" y="28841"/>
                </a:cubicBezTo>
                <a:lnTo>
                  <a:pt x="154177" y="27653"/>
                </a:lnTo>
                <a:cubicBezTo>
                  <a:pt x="154968" y="19019"/>
                  <a:pt x="157943" y="12439"/>
                  <a:pt x="163104" y="7913"/>
                </a:cubicBezTo>
                <a:cubicBezTo>
                  <a:pt x="168265" y="3387"/>
                  <a:pt x="175194" y="1124"/>
                  <a:pt x="183892" y="1124"/>
                </a:cubicBezTo>
                <a:cubicBezTo>
                  <a:pt x="192674" y="1124"/>
                  <a:pt x="199624" y="3559"/>
                  <a:pt x="204743" y="8430"/>
                </a:cubicBezTo>
                <a:cubicBezTo>
                  <a:pt x="209862" y="13300"/>
                  <a:pt x="212422" y="19337"/>
                  <a:pt x="212422" y="26539"/>
                </a:cubicBezTo>
                <a:cubicBezTo>
                  <a:pt x="212422" y="30203"/>
                  <a:pt x="211673" y="33804"/>
                  <a:pt x="210174" y="37343"/>
                </a:cubicBezTo>
                <a:cubicBezTo>
                  <a:pt x="208676" y="40882"/>
                  <a:pt x="206189" y="44608"/>
                  <a:pt x="202714" y="48522"/>
                </a:cubicBezTo>
                <a:cubicBezTo>
                  <a:pt x="199239" y="52434"/>
                  <a:pt x="193465" y="57804"/>
                  <a:pt x="185391" y="64632"/>
                </a:cubicBezTo>
                <a:cubicBezTo>
                  <a:pt x="178648" y="70286"/>
                  <a:pt x="174320" y="74121"/>
                  <a:pt x="172406" y="76138"/>
                </a:cubicBezTo>
                <a:cubicBezTo>
                  <a:pt x="170491" y="78154"/>
                  <a:pt x="168910" y="80180"/>
                  <a:pt x="167661" y="82217"/>
                </a:cubicBezTo>
                <a:lnTo>
                  <a:pt x="212547" y="82217"/>
                </a:ln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8" y="80157"/>
                </a:lnTo>
                <a:lnTo>
                  <a:pt x="243428" y="92980"/>
                </a:lnTo>
                <a:cubicBezTo>
                  <a:pt x="243428" y="97693"/>
                  <a:pt x="242596" y="101499"/>
                  <a:pt x="240931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49" y="99675"/>
                  <a:pt x="236874" y="96786"/>
                  <a:pt x="236998" y="93017"/>
                </a:cubicBezTo>
                <a:lnTo>
                  <a:pt x="230631" y="93017"/>
                </a:lnTo>
                <a:close/>
                <a:moveTo>
                  <a:pt x="260180" y="68670"/>
                </a:moveTo>
                <a:lnTo>
                  <a:pt x="271417" y="67172"/>
                </a:lnTo>
                <a:cubicBezTo>
                  <a:pt x="272707" y="73540"/>
                  <a:pt x="274903" y="78128"/>
                  <a:pt x="278003" y="80937"/>
                </a:cubicBezTo>
                <a:cubicBezTo>
                  <a:pt x="281104" y="83746"/>
                  <a:pt x="284881" y="85151"/>
                  <a:pt x="289334" y="85151"/>
                </a:cubicBezTo>
                <a:cubicBezTo>
                  <a:pt x="294619" y="85151"/>
                  <a:pt x="299083" y="83323"/>
                  <a:pt x="302725" y="79667"/>
                </a:cubicBezTo>
                <a:cubicBezTo>
                  <a:pt x="306366" y="76011"/>
                  <a:pt x="308187" y="71483"/>
                  <a:pt x="308187" y="66081"/>
                </a:cubicBezTo>
                <a:cubicBezTo>
                  <a:pt x="308187" y="60929"/>
                  <a:pt x="306501" y="56680"/>
                  <a:pt x="303130" y="53336"/>
                </a:cubicBezTo>
                <a:cubicBezTo>
                  <a:pt x="299759" y="49991"/>
                  <a:pt x="295473" y="48319"/>
                  <a:pt x="290270" y="48319"/>
                </a:cubicBezTo>
                <a:cubicBezTo>
                  <a:pt x="288148" y="48319"/>
                  <a:pt x="285505" y="48735"/>
                  <a:pt x="282342" y="49567"/>
                </a:cubicBezTo>
                <a:lnTo>
                  <a:pt x="283591" y="39704"/>
                </a:lnTo>
                <a:cubicBezTo>
                  <a:pt x="284340" y="39787"/>
                  <a:pt x="284943" y="39829"/>
                  <a:pt x="285401" y="39829"/>
                </a:cubicBezTo>
                <a:cubicBezTo>
                  <a:pt x="290187" y="39829"/>
                  <a:pt x="294494" y="38591"/>
                  <a:pt x="298323" y="36114"/>
                </a:cubicBezTo>
                <a:cubicBezTo>
                  <a:pt x="302152" y="33638"/>
                  <a:pt x="304067" y="29821"/>
                  <a:pt x="304067" y="24663"/>
                </a:cubicBezTo>
                <a:cubicBezTo>
                  <a:pt x="304067" y="20578"/>
                  <a:pt x="302672" y="17194"/>
                  <a:pt x="299884" y="14512"/>
                </a:cubicBezTo>
                <a:cubicBezTo>
                  <a:pt x="297096" y="11829"/>
                  <a:pt x="293496" y="10488"/>
                  <a:pt x="289084" y="10488"/>
                </a:cubicBezTo>
                <a:cubicBezTo>
                  <a:pt x="284714" y="10488"/>
                  <a:pt x="281073" y="11861"/>
                  <a:pt x="278159" y="14608"/>
                </a:cubicBezTo>
                <a:cubicBezTo>
                  <a:pt x="275246" y="17355"/>
                  <a:pt x="273373" y="21475"/>
                  <a:pt x="272541" y="26969"/>
                </a:cubicBezTo>
                <a:lnTo>
                  <a:pt x="261304" y="24971"/>
                </a:lnTo>
                <a:cubicBezTo>
                  <a:pt x="262677" y="17399"/>
                  <a:pt x="265799" y="11532"/>
                  <a:pt x="270668" y="7368"/>
                </a:cubicBezTo>
                <a:cubicBezTo>
                  <a:pt x="275537" y="3205"/>
                  <a:pt x="281593" y="1124"/>
                  <a:pt x="288834" y="1124"/>
                </a:cubicBezTo>
                <a:cubicBezTo>
                  <a:pt x="293829" y="1124"/>
                  <a:pt x="298427" y="2192"/>
                  <a:pt x="302631" y="4329"/>
                </a:cubicBezTo>
                <a:cubicBezTo>
                  <a:pt x="306834" y="6466"/>
                  <a:pt x="310049" y="9381"/>
                  <a:pt x="312276" y="13075"/>
                </a:cubicBezTo>
                <a:cubicBezTo>
                  <a:pt x="314502" y="16767"/>
                  <a:pt x="315616" y="20688"/>
                  <a:pt x="315616" y="24838"/>
                </a:cubicBezTo>
                <a:cubicBezTo>
                  <a:pt x="315616" y="28780"/>
                  <a:pt x="314555" y="32370"/>
                  <a:pt x="312432" y="35607"/>
                </a:cubicBezTo>
                <a:cubicBezTo>
                  <a:pt x="310309" y="38843"/>
                  <a:pt x="307167" y="41415"/>
                  <a:pt x="303005" y="43325"/>
                </a:cubicBezTo>
                <a:cubicBezTo>
                  <a:pt x="308416" y="44573"/>
                  <a:pt x="312619" y="47164"/>
                  <a:pt x="315616" y="51097"/>
                </a:cubicBezTo>
                <a:cubicBezTo>
                  <a:pt x="318612" y="55030"/>
                  <a:pt x="320111" y="59951"/>
                  <a:pt x="320111" y="65861"/>
                </a:cubicBezTo>
                <a:cubicBezTo>
                  <a:pt x="320111" y="73852"/>
                  <a:pt x="317197" y="80625"/>
                  <a:pt x="311371" y="86181"/>
                </a:cubicBezTo>
                <a:cubicBezTo>
                  <a:pt x="305544" y="91737"/>
                  <a:pt x="298178" y="94515"/>
                  <a:pt x="289271" y="94515"/>
                </a:cubicBezTo>
                <a:cubicBezTo>
                  <a:pt x="281239" y="94515"/>
                  <a:pt x="274570" y="92116"/>
                  <a:pt x="269263" y="87318"/>
                </a:cubicBezTo>
                <a:cubicBezTo>
                  <a:pt x="263957" y="82521"/>
                  <a:pt x="260929" y="76305"/>
                  <a:pt x="260180" y="68670"/>
                </a:cubicBezTo>
                <a:close/>
                <a:moveTo>
                  <a:pt x="337258" y="93017"/>
                </a:moveTo>
                <a:lnTo>
                  <a:pt x="337258" y="80157"/>
                </a:lnTo>
                <a:lnTo>
                  <a:pt x="350056" y="80157"/>
                </a:lnTo>
                <a:lnTo>
                  <a:pt x="350056" y="92980"/>
                </a:lnTo>
                <a:cubicBezTo>
                  <a:pt x="350056" y="97693"/>
                  <a:pt x="349224" y="101499"/>
                  <a:pt x="347559" y="104396"/>
                </a:cubicBezTo>
                <a:cubicBezTo>
                  <a:pt x="345894" y="107295"/>
                  <a:pt x="343251" y="109537"/>
                  <a:pt x="339631" y="111121"/>
                </a:cubicBezTo>
                <a:lnTo>
                  <a:pt x="336509" y="106252"/>
                </a:lnTo>
                <a:cubicBezTo>
                  <a:pt x="338882" y="105216"/>
                  <a:pt x="340629" y="103694"/>
                  <a:pt x="341753" y="101685"/>
                </a:cubicBezTo>
                <a:cubicBezTo>
                  <a:pt x="342877" y="99675"/>
                  <a:pt x="343501" y="96786"/>
                  <a:pt x="343626" y="93017"/>
                </a:cubicBezTo>
                <a:lnTo>
                  <a:pt x="337258" y="93017"/>
                </a:lnTo>
                <a:close/>
                <a:moveTo>
                  <a:pt x="402766" y="93017"/>
                </a:moveTo>
                <a:lnTo>
                  <a:pt x="402766" y="71105"/>
                </a:lnTo>
                <a:lnTo>
                  <a:pt x="363062" y="71105"/>
                </a:lnTo>
                <a:lnTo>
                  <a:pt x="363062" y="60804"/>
                </a:lnTo>
                <a:lnTo>
                  <a:pt x="404826" y="1498"/>
                </a:lnTo>
                <a:lnTo>
                  <a:pt x="414003" y="1498"/>
                </a:lnTo>
                <a:lnTo>
                  <a:pt x="414003" y="60804"/>
                </a:lnTo>
                <a:lnTo>
                  <a:pt x="426364" y="60804"/>
                </a:lnTo>
                <a:lnTo>
                  <a:pt x="426364" y="71105"/>
                </a:lnTo>
                <a:lnTo>
                  <a:pt x="414003" y="71105"/>
                </a:lnTo>
                <a:lnTo>
                  <a:pt x="414003" y="93017"/>
                </a:lnTo>
                <a:lnTo>
                  <a:pt x="402766" y="93017"/>
                </a:lnTo>
                <a:moveTo>
                  <a:pt x="402766" y="60804"/>
                </a:moveTo>
                <a:lnTo>
                  <a:pt x="402766" y="19540"/>
                </a:lnTo>
                <a:lnTo>
                  <a:pt x="374112" y="60804"/>
                </a:lnTo>
                <a:lnTo>
                  <a:pt x="402766" y="60804"/>
                </a:lnTo>
                <a:close/>
                <a:moveTo>
                  <a:pt x="471603" y="54811"/>
                </a:moveTo>
                <a:lnTo>
                  <a:pt x="471603" y="65049"/>
                </a:lnTo>
                <a:cubicBezTo>
                  <a:pt x="468399" y="65133"/>
                  <a:pt x="465787" y="66007"/>
                  <a:pt x="463769" y="67671"/>
                </a:cubicBezTo>
                <a:cubicBezTo>
                  <a:pt x="461750" y="69336"/>
                  <a:pt x="460408" y="71594"/>
                  <a:pt x="459742" y="74445"/>
                </a:cubicBezTo>
                <a:cubicBezTo>
                  <a:pt x="459076" y="77296"/>
                  <a:pt x="458722" y="82196"/>
                  <a:pt x="458681" y="89146"/>
                </a:cubicBezTo>
                <a:cubicBezTo>
                  <a:pt x="458639" y="96097"/>
                  <a:pt x="458514" y="100675"/>
                  <a:pt x="458306" y="102880"/>
                </a:cubicBezTo>
                <a:cubicBezTo>
                  <a:pt x="457932" y="106418"/>
                  <a:pt x="457235" y="109238"/>
                  <a:pt x="456215" y="111339"/>
                </a:cubicBezTo>
                <a:cubicBezTo>
                  <a:pt x="455195" y="113441"/>
                  <a:pt x="453936" y="115127"/>
                  <a:pt x="452438" y="116396"/>
                </a:cubicBezTo>
                <a:cubicBezTo>
                  <a:pt x="450940" y="117665"/>
                  <a:pt x="449025" y="118633"/>
                  <a:pt x="446695" y="119299"/>
                </a:cubicBezTo>
                <a:cubicBezTo>
                  <a:pt x="445113" y="119757"/>
                  <a:pt x="442533" y="119986"/>
                  <a:pt x="438954" y="119986"/>
                </a:cubicBezTo>
                <a:lnTo>
                  <a:pt x="435458" y="119986"/>
                </a:lnTo>
                <a:lnTo>
                  <a:pt x="435458" y="110122"/>
                </a:lnTo>
                <a:lnTo>
                  <a:pt x="437393" y="110122"/>
                </a:lnTo>
                <a:cubicBezTo>
                  <a:pt x="441721" y="110122"/>
                  <a:pt x="444593" y="109342"/>
                  <a:pt x="446008" y="107781"/>
                </a:cubicBezTo>
                <a:cubicBezTo>
                  <a:pt x="447423" y="106222"/>
                  <a:pt x="448131" y="102718"/>
                  <a:pt x="448131" y="97270"/>
                </a:cubicBezTo>
                <a:cubicBezTo>
                  <a:pt x="448131" y="86872"/>
                  <a:pt x="448318" y="80279"/>
                  <a:pt x="448692" y="77492"/>
                </a:cubicBezTo>
                <a:cubicBezTo>
                  <a:pt x="449358" y="72876"/>
                  <a:pt x="450690" y="69185"/>
                  <a:pt x="452688" y="66419"/>
                </a:cubicBezTo>
                <a:cubicBezTo>
                  <a:pt x="454685" y="63653"/>
                  <a:pt x="457515" y="61500"/>
                  <a:pt x="461178" y="59962"/>
                </a:cubicBezTo>
                <a:cubicBezTo>
                  <a:pt x="456392" y="57676"/>
                  <a:pt x="453021" y="54655"/>
                  <a:pt x="451065" y="50896"/>
                </a:cubicBezTo>
                <a:cubicBezTo>
                  <a:pt x="449109" y="47136"/>
                  <a:pt x="448131" y="40790"/>
                  <a:pt x="448131" y="31859"/>
                </a:cubicBezTo>
                <a:cubicBezTo>
                  <a:pt x="448131" y="23759"/>
                  <a:pt x="448026" y="18920"/>
                  <a:pt x="447818" y="17341"/>
                </a:cubicBezTo>
                <a:cubicBezTo>
                  <a:pt x="447527" y="14558"/>
                  <a:pt x="446705" y="12616"/>
                  <a:pt x="445352" y="11516"/>
                </a:cubicBezTo>
                <a:cubicBezTo>
                  <a:pt x="444000" y="10414"/>
                  <a:pt x="441347" y="9864"/>
                  <a:pt x="437393" y="9864"/>
                </a:cubicBezTo>
                <a:lnTo>
                  <a:pt x="435458" y="9864"/>
                </a:lnTo>
                <a:lnTo>
                  <a:pt x="435458" y="0"/>
                </a:lnTo>
                <a:lnTo>
                  <a:pt x="438954" y="0"/>
                </a:lnTo>
                <a:cubicBezTo>
                  <a:pt x="443032" y="0"/>
                  <a:pt x="445987" y="332"/>
                  <a:pt x="447818" y="997"/>
                </a:cubicBezTo>
                <a:cubicBezTo>
                  <a:pt x="450482" y="1912"/>
                  <a:pt x="452688" y="3451"/>
                  <a:pt x="454436" y="5613"/>
                </a:cubicBezTo>
                <a:cubicBezTo>
                  <a:pt x="456184" y="7774"/>
                  <a:pt x="457318" y="10497"/>
                  <a:pt x="457838" y="13781"/>
                </a:cubicBezTo>
                <a:cubicBezTo>
                  <a:pt x="458358" y="17065"/>
                  <a:pt x="458639" y="22449"/>
                  <a:pt x="458681" y="29932"/>
                </a:cubicBezTo>
                <a:cubicBezTo>
                  <a:pt x="458722" y="37414"/>
                  <a:pt x="459076" y="42579"/>
                  <a:pt x="459742" y="45428"/>
                </a:cubicBezTo>
                <a:cubicBezTo>
                  <a:pt x="460408" y="48275"/>
                  <a:pt x="461750" y="50530"/>
                  <a:pt x="463769" y="52193"/>
                </a:cubicBezTo>
                <a:cubicBezTo>
                  <a:pt x="465787" y="53855"/>
                  <a:pt x="468399" y="54728"/>
                  <a:pt x="471603" y="54811"/>
                </a:cubicBezTo>
                <a:close/>
                <a:moveTo>
                  <a:pt x="486587" y="93017"/>
                </a:moveTo>
                <a:lnTo>
                  <a:pt x="486587" y="80157"/>
                </a:lnTo>
                <a:lnTo>
                  <a:pt x="499385" y="80157"/>
                </a:lnTo>
                <a:lnTo>
                  <a:pt x="499385" y="92980"/>
                </a:lnTo>
                <a:cubicBezTo>
                  <a:pt x="499385" y="97693"/>
                  <a:pt x="498552" y="101499"/>
                  <a:pt x="496888" y="104396"/>
                </a:cubicBezTo>
                <a:cubicBezTo>
                  <a:pt x="495223" y="107295"/>
                  <a:pt x="492580" y="109537"/>
                  <a:pt x="488959" y="111121"/>
                </a:cubicBezTo>
                <a:lnTo>
                  <a:pt x="485838" y="106252"/>
                </a:lnTo>
                <a:cubicBezTo>
                  <a:pt x="488210" y="105216"/>
                  <a:pt x="489958" y="103694"/>
                  <a:pt x="491082" y="101685"/>
                </a:cubicBezTo>
                <a:cubicBezTo>
                  <a:pt x="492206" y="99675"/>
                  <a:pt x="492830" y="96786"/>
                  <a:pt x="492955" y="93017"/>
                </a:cubicBezTo>
                <a:lnTo>
                  <a:pt x="486587" y="93017"/>
                </a:lnTo>
                <a:close/>
                <a:moveTo>
                  <a:pt x="516075" y="68920"/>
                </a:moveTo>
                <a:lnTo>
                  <a:pt x="527873" y="67921"/>
                </a:lnTo>
                <a:cubicBezTo>
                  <a:pt x="528747" y="73645"/>
                  <a:pt x="530776" y="77948"/>
                  <a:pt x="533960" y="80830"/>
                </a:cubicBezTo>
                <a:cubicBezTo>
                  <a:pt x="537144" y="83711"/>
                  <a:pt x="540983" y="85151"/>
                  <a:pt x="545478" y="85151"/>
                </a:cubicBezTo>
                <a:cubicBezTo>
                  <a:pt x="550888" y="85151"/>
                  <a:pt x="555466" y="83115"/>
                  <a:pt x="559212" y="79043"/>
                </a:cubicBezTo>
                <a:cubicBezTo>
                  <a:pt x="562958" y="74970"/>
                  <a:pt x="564830" y="69567"/>
                  <a:pt x="564830" y="62835"/>
                </a:cubicBezTo>
                <a:cubicBezTo>
                  <a:pt x="564830" y="56435"/>
                  <a:pt x="563030" y="51386"/>
                  <a:pt x="559430" y="47687"/>
                </a:cubicBezTo>
                <a:cubicBezTo>
                  <a:pt x="555831" y="43988"/>
                  <a:pt x="551117" y="42139"/>
                  <a:pt x="545291" y="42139"/>
                </a:cubicBezTo>
                <a:cubicBezTo>
                  <a:pt x="541670" y="42139"/>
                  <a:pt x="538403" y="42955"/>
                  <a:pt x="535490" y="44587"/>
                </a:cubicBezTo>
                <a:cubicBezTo>
                  <a:pt x="532576" y="46219"/>
                  <a:pt x="530287" y="48337"/>
                  <a:pt x="528623" y="50941"/>
                </a:cubicBezTo>
                <a:lnTo>
                  <a:pt x="518072" y="49567"/>
                </a:lnTo>
                <a:lnTo>
                  <a:pt x="526937" y="2622"/>
                </a:lnTo>
                <a:lnTo>
                  <a:pt x="572447" y="2622"/>
                </a:lnTo>
                <a:lnTo>
                  <a:pt x="572447" y="13235"/>
                </a:lnTo>
                <a:lnTo>
                  <a:pt x="535927" y="13235"/>
                </a:lnTo>
                <a:lnTo>
                  <a:pt x="530995" y="37893"/>
                </a:lnTo>
                <a:cubicBezTo>
                  <a:pt x="536488" y="34106"/>
                  <a:pt x="542253" y="32213"/>
                  <a:pt x="548287" y="32213"/>
                </a:cubicBezTo>
                <a:cubicBezTo>
                  <a:pt x="556278" y="32213"/>
                  <a:pt x="563020" y="34983"/>
                  <a:pt x="568514" y="40525"/>
                </a:cubicBezTo>
                <a:cubicBezTo>
                  <a:pt x="574007" y="46066"/>
                  <a:pt x="576754" y="53189"/>
                  <a:pt x="576754" y="61895"/>
                </a:cubicBezTo>
                <a:cubicBezTo>
                  <a:pt x="576754" y="70186"/>
                  <a:pt x="574340" y="77352"/>
                  <a:pt x="569513" y="83391"/>
                </a:cubicBezTo>
                <a:cubicBezTo>
                  <a:pt x="563644" y="90807"/>
                  <a:pt x="555633" y="94515"/>
                  <a:pt x="545478" y="94515"/>
                </a:cubicBezTo>
                <a:cubicBezTo>
                  <a:pt x="537154" y="94515"/>
                  <a:pt x="530360" y="92179"/>
                  <a:pt x="525095" y="87506"/>
                </a:cubicBezTo>
                <a:cubicBezTo>
                  <a:pt x="519831" y="82833"/>
                  <a:pt x="516824" y="76638"/>
                  <a:pt x="516075" y="68920"/>
                </a:cubicBezTo>
                <a:close/>
                <a:moveTo>
                  <a:pt x="597647" y="119986"/>
                </a:moveTo>
                <a:lnTo>
                  <a:pt x="589594" y="119986"/>
                </a:lnTo>
                <a:cubicBezTo>
                  <a:pt x="602038" y="100009"/>
                  <a:pt x="608260" y="80011"/>
                  <a:pt x="608260" y="59993"/>
                </a:cubicBezTo>
                <a:cubicBezTo>
                  <a:pt x="608260" y="52169"/>
                  <a:pt x="607365" y="44407"/>
                  <a:pt x="605575" y="36707"/>
                </a:cubicBezTo>
                <a:cubicBezTo>
                  <a:pt x="604160" y="30465"/>
                  <a:pt x="602183" y="24472"/>
                  <a:pt x="599645" y="18728"/>
                </a:cubicBezTo>
                <a:cubicBezTo>
                  <a:pt x="598022" y="14983"/>
                  <a:pt x="594671" y="8740"/>
                  <a:pt x="589594" y="0"/>
                </a:cubicBezTo>
                <a:lnTo>
                  <a:pt x="597647" y="0"/>
                </a:lnTo>
                <a:cubicBezTo>
                  <a:pt x="605471" y="10446"/>
                  <a:pt x="611256" y="20934"/>
                  <a:pt x="615002" y="31463"/>
                </a:cubicBezTo>
                <a:cubicBezTo>
                  <a:pt x="618206" y="40536"/>
                  <a:pt x="619809" y="50025"/>
                  <a:pt x="619809" y="59930"/>
                </a:cubicBezTo>
                <a:cubicBezTo>
                  <a:pt x="619809" y="71167"/>
                  <a:pt x="617655" y="82030"/>
                  <a:pt x="613348" y="92517"/>
                </a:cubicBezTo>
                <a:cubicBezTo>
                  <a:pt x="609040" y="103005"/>
                  <a:pt x="603807" y="112161"/>
                  <a:pt x="59764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783354-6D50-4BF2-89D1-BE46D36D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222535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1093F-3B96-46A4-A8BF-B2EE6D13D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222535"/>
            <a:ext cx="1046056" cy="220834"/>
          </a:xfrm>
          <a:custGeom xmlns:a="http://schemas.openxmlformats.org/drawingml/2006/main">
            <a:pathLst>
              <a:path w="1046056" h="220834" fill="none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89" name="Text u({0,1,2,3,4},5)">
            <a:extLst xmlns:a="http://schemas.openxmlformats.org/drawingml/2006/main">
              <a:ext uri="{FF2B5EF4-FFF2-40B4-BE49-F238E27FC236}">
                <a16:creationId xmlns:a16="http://schemas.microsoft.com/office/drawing/2014/main" id="{C6D41A54-57C4-431A-B95E-89327630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146" y="276199"/>
            <a:ext cx="833063" cy="119986"/>
          </a:xfrm>
          <a:custGeom xmlns:a="http://schemas.openxmlformats.org/drawingml/2006/main">
            <a:pathLst>
              <a:path w="833063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8" y="92517"/>
                </a:cubicBezTo>
                <a:cubicBezTo>
                  <a:pt x="72792" y="82030"/>
                  <a:pt x="70648" y="71167"/>
                  <a:pt x="70648" y="59930"/>
                </a:cubicBezTo>
                <a:cubicBezTo>
                  <a:pt x="70648" y="50025"/>
                  <a:pt x="72250" y="40536"/>
                  <a:pt x="75455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3" y="0"/>
                </a:lnTo>
                <a:cubicBezTo>
                  <a:pt x="95827" y="8657"/>
                  <a:pt x="92498" y="14837"/>
                  <a:pt x="90875" y="18541"/>
                </a:cubicBezTo>
                <a:cubicBezTo>
                  <a:pt x="88336" y="24284"/>
                  <a:pt x="86338" y="30277"/>
                  <a:pt x="84882" y="36520"/>
                </a:cubicBezTo>
                <a:cubicBezTo>
                  <a:pt x="83092" y="44303"/>
                  <a:pt x="82197" y="52127"/>
                  <a:pt x="82197" y="59993"/>
                </a:cubicBezTo>
                <a:cubicBezTo>
                  <a:pt x="82197" y="80011"/>
                  <a:pt x="88419" y="100009"/>
                  <a:pt x="100863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89" y="47851"/>
                </a:moveTo>
                <a:cubicBezTo>
                  <a:pt x="153489" y="37038"/>
                  <a:pt x="154602" y="28335"/>
                  <a:pt x="156829" y="21742"/>
                </a:cubicBezTo>
                <a:cubicBezTo>
                  <a:pt x="159055" y="15150"/>
                  <a:pt x="162364" y="10065"/>
                  <a:pt x="166755" y="6489"/>
                </a:cubicBezTo>
                <a:cubicBezTo>
                  <a:pt x="171145" y="2912"/>
                  <a:pt x="176670" y="1124"/>
                  <a:pt x="183329" y="1124"/>
                </a:cubicBezTo>
                <a:cubicBezTo>
                  <a:pt x="188240" y="1124"/>
                  <a:pt x="192548" y="2111"/>
                  <a:pt x="196252" y="4087"/>
                </a:cubicBezTo>
                <a:cubicBezTo>
                  <a:pt x="199956" y="6063"/>
                  <a:pt x="203015" y="8912"/>
                  <a:pt x="205428" y="12634"/>
                </a:cubicBezTo>
                <a:cubicBezTo>
                  <a:pt x="207842" y="16356"/>
                  <a:pt x="209736" y="20890"/>
                  <a:pt x="211109" y="26235"/>
                </a:cubicBezTo>
                <a:cubicBezTo>
                  <a:pt x="212483" y="31579"/>
                  <a:pt x="213169" y="38784"/>
                  <a:pt x="213169" y="47851"/>
                </a:cubicBezTo>
                <a:cubicBezTo>
                  <a:pt x="213169" y="58580"/>
                  <a:pt x="212066" y="67242"/>
                  <a:pt x="209861" y="73834"/>
                </a:cubicBezTo>
                <a:cubicBezTo>
                  <a:pt x="207655" y="80427"/>
                  <a:pt x="204357" y="85522"/>
                  <a:pt x="199966" y="89119"/>
                </a:cubicBezTo>
                <a:cubicBezTo>
                  <a:pt x="195575" y="92716"/>
                  <a:pt x="190030" y="94515"/>
                  <a:pt x="183329" y="94515"/>
                </a:cubicBezTo>
                <a:cubicBezTo>
                  <a:pt x="174506" y="94515"/>
                  <a:pt x="167577" y="91354"/>
                  <a:pt x="162541" y="85032"/>
                </a:cubicBezTo>
                <a:cubicBezTo>
                  <a:pt x="156506" y="77421"/>
                  <a:pt x="153489" y="65027"/>
                  <a:pt x="153489" y="47851"/>
                </a:cubicBezTo>
                <a:moveTo>
                  <a:pt x="165038" y="47819"/>
                </a:moveTo>
                <a:cubicBezTo>
                  <a:pt x="165038" y="62793"/>
                  <a:pt x="166796" y="72759"/>
                  <a:pt x="170313" y="77716"/>
                </a:cubicBezTo>
                <a:cubicBezTo>
                  <a:pt x="173830" y="82673"/>
                  <a:pt x="178168" y="85151"/>
                  <a:pt x="183329" y="85151"/>
                </a:cubicBezTo>
                <a:cubicBezTo>
                  <a:pt x="188490" y="85151"/>
                  <a:pt x="192828" y="82662"/>
                  <a:pt x="196345" y="77685"/>
                </a:cubicBezTo>
                <a:cubicBezTo>
                  <a:pt x="199862" y="72708"/>
                  <a:pt x="201620" y="62753"/>
                  <a:pt x="201620" y="47819"/>
                </a:cubicBezTo>
                <a:cubicBezTo>
                  <a:pt x="201620" y="32804"/>
                  <a:pt x="199862" y="22829"/>
                  <a:pt x="196345" y="17893"/>
                </a:cubicBezTo>
                <a:cubicBezTo>
                  <a:pt x="192828" y="12956"/>
                  <a:pt x="188448" y="10488"/>
                  <a:pt x="183204" y="10488"/>
                </a:cubicBezTo>
                <a:cubicBezTo>
                  <a:pt x="178044" y="10488"/>
                  <a:pt x="173923" y="12666"/>
                  <a:pt x="170844" y="17021"/>
                </a:cubicBezTo>
                <a:cubicBezTo>
                  <a:pt x="166973" y="22580"/>
                  <a:pt x="165038" y="32846"/>
                  <a:pt x="165038" y="47819"/>
                </a:cubicBezTo>
                <a:close/>
                <a:moveTo>
                  <a:pt x="230630" y="93017"/>
                </a:moveTo>
                <a:lnTo>
                  <a:pt x="230630" y="80157"/>
                </a:lnTo>
                <a:lnTo>
                  <a:pt x="243428" y="80157"/>
                </a:lnTo>
                <a:lnTo>
                  <a:pt x="243428" y="92980"/>
                </a:lnTo>
                <a:cubicBezTo>
                  <a:pt x="243428" y="97693"/>
                  <a:pt x="242595" y="101499"/>
                  <a:pt x="240931" y="104396"/>
                </a:cubicBezTo>
                <a:cubicBezTo>
                  <a:pt x="239266" y="107295"/>
                  <a:pt x="236623" y="109537"/>
                  <a:pt x="233002" y="111121"/>
                </a:cubicBezTo>
                <a:lnTo>
                  <a:pt x="229881" y="106252"/>
                </a:lnTo>
                <a:cubicBezTo>
                  <a:pt x="232253" y="105216"/>
                  <a:pt x="234001" y="103694"/>
                  <a:pt x="235125" y="101685"/>
                </a:cubicBezTo>
                <a:cubicBezTo>
                  <a:pt x="236249" y="99675"/>
                  <a:pt x="236873" y="96786"/>
                  <a:pt x="236998" y="93017"/>
                </a:cubicBezTo>
                <a:lnTo>
                  <a:pt x="230630" y="93017"/>
                </a:lnTo>
                <a:close/>
                <a:moveTo>
                  <a:pt x="302443" y="93017"/>
                </a:moveTo>
                <a:lnTo>
                  <a:pt x="291206" y="93017"/>
                </a:lnTo>
                <a:lnTo>
                  <a:pt x="291206" y="21413"/>
                </a:lnTo>
                <a:cubicBezTo>
                  <a:pt x="288501" y="23993"/>
                  <a:pt x="284953" y="26573"/>
                  <a:pt x="280562" y="29154"/>
                </a:cubicBezTo>
                <a:cubicBezTo>
                  <a:pt x="276171" y="31734"/>
                  <a:pt x="272228" y="33669"/>
                  <a:pt x="268732" y="34959"/>
                </a:cubicBezTo>
                <a:lnTo>
                  <a:pt x="268732" y="24097"/>
                </a:lnTo>
                <a:cubicBezTo>
                  <a:pt x="275017" y="21142"/>
                  <a:pt x="280510" y="17563"/>
                  <a:pt x="285213" y="13359"/>
                </a:cubicBezTo>
                <a:cubicBezTo>
                  <a:pt x="289916" y="9156"/>
                  <a:pt x="293245" y="5077"/>
                  <a:pt x="295201" y="1124"/>
                </a:cubicBezTo>
                <a:lnTo>
                  <a:pt x="302443" y="1124"/>
                </a:lnTo>
                <a:lnTo>
                  <a:pt x="302443" y="93017"/>
                </a:lnTo>
                <a:close/>
                <a:moveTo>
                  <a:pt x="337258" y="93017"/>
                </a:moveTo>
                <a:lnTo>
                  <a:pt x="337258" y="80157"/>
                </a:lnTo>
                <a:lnTo>
                  <a:pt x="350055" y="80157"/>
                </a:lnTo>
                <a:lnTo>
                  <a:pt x="350055" y="92980"/>
                </a:lnTo>
                <a:cubicBezTo>
                  <a:pt x="350055" y="97693"/>
                  <a:pt x="349223" y="101499"/>
                  <a:pt x="347558" y="104396"/>
                </a:cubicBezTo>
                <a:cubicBezTo>
                  <a:pt x="345894" y="107295"/>
                  <a:pt x="343251" y="109537"/>
                  <a:pt x="339630" y="111121"/>
                </a:cubicBezTo>
                <a:lnTo>
                  <a:pt x="336509" y="106252"/>
                </a:lnTo>
                <a:cubicBezTo>
                  <a:pt x="338881" y="105216"/>
                  <a:pt x="340629" y="103694"/>
                  <a:pt x="341753" y="101685"/>
                </a:cubicBezTo>
                <a:cubicBezTo>
                  <a:pt x="342876" y="99675"/>
                  <a:pt x="343501" y="96786"/>
                  <a:pt x="343625" y="93017"/>
                </a:cubicBezTo>
                <a:lnTo>
                  <a:pt x="337258" y="93017"/>
                </a:lnTo>
                <a:close/>
                <a:moveTo>
                  <a:pt x="425801" y="82217"/>
                </a:moveTo>
                <a:lnTo>
                  <a:pt x="425801" y="93017"/>
                </a:lnTo>
                <a:lnTo>
                  <a:pt x="365309" y="93017"/>
                </a:lnTo>
                <a:cubicBezTo>
                  <a:pt x="365226" y="90313"/>
                  <a:pt x="365663" y="87713"/>
                  <a:pt x="366620" y="85217"/>
                </a:cubicBezTo>
                <a:cubicBezTo>
                  <a:pt x="368160" y="81100"/>
                  <a:pt x="370626" y="77045"/>
                  <a:pt x="374018" y="73052"/>
                </a:cubicBezTo>
                <a:cubicBezTo>
                  <a:pt x="377410" y="69059"/>
                  <a:pt x="382310" y="64442"/>
                  <a:pt x="388720" y="59201"/>
                </a:cubicBezTo>
                <a:cubicBezTo>
                  <a:pt x="398666" y="51051"/>
                  <a:pt x="405388" y="44596"/>
                  <a:pt x="408884" y="39835"/>
                </a:cubicBezTo>
                <a:cubicBezTo>
                  <a:pt x="412380" y="35073"/>
                  <a:pt x="414128" y="30572"/>
                  <a:pt x="414128" y="26331"/>
                </a:cubicBezTo>
                <a:cubicBezTo>
                  <a:pt x="414128" y="21881"/>
                  <a:pt x="412536" y="18129"/>
                  <a:pt x="409352" y="15072"/>
                </a:cubicBezTo>
                <a:cubicBezTo>
                  <a:pt x="406168" y="12016"/>
                  <a:pt x="402017" y="10488"/>
                  <a:pt x="396898" y="10488"/>
                </a:cubicBezTo>
                <a:cubicBezTo>
                  <a:pt x="391487" y="10488"/>
                  <a:pt x="387159" y="12111"/>
                  <a:pt x="383913" y="15357"/>
                </a:cubicBezTo>
                <a:cubicBezTo>
                  <a:pt x="380666" y="18603"/>
                  <a:pt x="379023" y="23098"/>
                  <a:pt x="378981" y="28841"/>
                </a:cubicBezTo>
                <a:lnTo>
                  <a:pt x="367432" y="27653"/>
                </a:lnTo>
                <a:cubicBezTo>
                  <a:pt x="368223" y="19019"/>
                  <a:pt x="371198" y="12439"/>
                  <a:pt x="376359" y="7913"/>
                </a:cubicBezTo>
                <a:cubicBezTo>
                  <a:pt x="381520" y="3387"/>
                  <a:pt x="388449" y="1124"/>
                  <a:pt x="397147" y="1124"/>
                </a:cubicBezTo>
                <a:cubicBezTo>
                  <a:pt x="405929" y="1124"/>
                  <a:pt x="412879" y="3559"/>
                  <a:pt x="417998" y="8430"/>
                </a:cubicBezTo>
                <a:cubicBezTo>
                  <a:pt x="423117" y="13300"/>
                  <a:pt x="425677" y="19337"/>
                  <a:pt x="425677" y="26539"/>
                </a:cubicBezTo>
                <a:cubicBezTo>
                  <a:pt x="425677" y="30203"/>
                  <a:pt x="424927" y="33804"/>
                  <a:pt x="423429" y="37343"/>
                </a:cubicBezTo>
                <a:cubicBezTo>
                  <a:pt x="421931" y="40882"/>
                  <a:pt x="419444" y="44608"/>
                  <a:pt x="415969" y="48522"/>
                </a:cubicBezTo>
                <a:cubicBezTo>
                  <a:pt x="412494" y="52434"/>
                  <a:pt x="406719" y="57804"/>
                  <a:pt x="398646" y="64632"/>
                </a:cubicBezTo>
                <a:cubicBezTo>
                  <a:pt x="391903" y="70286"/>
                  <a:pt x="387575" y="74121"/>
                  <a:pt x="385661" y="76138"/>
                </a:cubicBezTo>
                <a:cubicBezTo>
                  <a:pt x="383746" y="78154"/>
                  <a:pt x="382165" y="80180"/>
                  <a:pt x="380916" y="82217"/>
                </a:cubicBezTo>
                <a:lnTo>
                  <a:pt x="425801" y="82217"/>
                </a:lnTo>
                <a:close/>
                <a:moveTo>
                  <a:pt x="443885" y="93017"/>
                </a:moveTo>
                <a:lnTo>
                  <a:pt x="443885" y="80157"/>
                </a:lnTo>
                <a:lnTo>
                  <a:pt x="456683" y="80157"/>
                </a:lnTo>
                <a:lnTo>
                  <a:pt x="456683" y="92980"/>
                </a:lnTo>
                <a:cubicBezTo>
                  <a:pt x="456683" y="97693"/>
                  <a:pt x="455850" y="101499"/>
                  <a:pt x="454185" y="104396"/>
                </a:cubicBezTo>
                <a:cubicBezTo>
                  <a:pt x="452521" y="107295"/>
                  <a:pt x="449878" y="109537"/>
                  <a:pt x="446257" y="111121"/>
                </a:cubicBezTo>
                <a:lnTo>
                  <a:pt x="443136" y="106252"/>
                </a:lnTo>
                <a:cubicBezTo>
                  <a:pt x="445508" y="105216"/>
                  <a:pt x="447256" y="103694"/>
                  <a:pt x="448380" y="101685"/>
                </a:cubicBezTo>
                <a:cubicBezTo>
                  <a:pt x="449503" y="99675"/>
                  <a:pt x="450128" y="96786"/>
                  <a:pt x="450252" y="93017"/>
                </a:cubicBezTo>
                <a:lnTo>
                  <a:pt x="443885" y="93017"/>
                </a:lnTo>
                <a:close/>
                <a:moveTo>
                  <a:pt x="473434" y="68670"/>
                </a:moveTo>
                <a:lnTo>
                  <a:pt x="484671" y="67172"/>
                </a:lnTo>
                <a:cubicBezTo>
                  <a:pt x="485961" y="73540"/>
                  <a:pt x="488156" y="78128"/>
                  <a:pt x="491257" y="80937"/>
                </a:cubicBezTo>
                <a:cubicBezTo>
                  <a:pt x="494358" y="83746"/>
                  <a:pt x="498134" y="85151"/>
                  <a:pt x="502588" y="85151"/>
                </a:cubicBezTo>
                <a:cubicBezTo>
                  <a:pt x="507873" y="85151"/>
                  <a:pt x="512337" y="83323"/>
                  <a:pt x="515978" y="79667"/>
                </a:cubicBezTo>
                <a:cubicBezTo>
                  <a:pt x="519620" y="76011"/>
                  <a:pt x="521441" y="71483"/>
                  <a:pt x="521441" y="66081"/>
                </a:cubicBezTo>
                <a:cubicBezTo>
                  <a:pt x="521441" y="60929"/>
                  <a:pt x="519755" y="56680"/>
                  <a:pt x="516384" y="53336"/>
                </a:cubicBezTo>
                <a:cubicBezTo>
                  <a:pt x="513013" y="49991"/>
                  <a:pt x="508726" y="48319"/>
                  <a:pt x="503524" y="48319"/>
                </a:cubicBezTo>
                <a:cubicBezTo>
                  <a:pt x="501402" y="48319"/>
                  <a:pt x="498759" y="48735"/>
                  <a:pt x="495596" y="49567"/>
                </a:cubicBezTo>
                <a:lnTo>
                  <a:pt x="496844" y="39704"/>
                </a:lnTo>
                <a:cubicBezTo>
                  <a:pt x="497593" y="39787"/>
                  <a:pt x="498197" y="39829"/>
                  <a:pt x="498655" y="39829"/>
                </a:cubicBezTo>
                <a:cubicBezTo>
                  <a:pt x="503441" y="39829"/>
                  <a:pt x="507748" y="38591"/>
                  <a:pt x="511577" y="36114"/>
                </a:cubicBezTo>
                <a:cubicBezTo>
                  <a:pt x="515406" y="33638"/>
                  <a:pt x="517320" y="29821"/>
                  <a:pt x="517320" y="24663"/>
                </a:cubicBezTo>
                <a:cubicBezTo>
                  <a:pt x="517320" y="20578"/>
                  <a:pt x="515926" y="17194"/>
                  <a:pt x="513138" y="14512"/>
                </a:cubicBezTo>
                <a:cubicBezTo>
                  <a:pt x="510349" y="11829"/>
                  <a:pt x="506749" y="10488"/>
                  <a:pt x="502338" y="10488"/>
                </a:cubicBezTo>
                <a:cubicBezTo>
                  <a:pt x="497968" y="10488"/>
                  <a:pt x="494326" y="11861"/>
                  <a:pt x="491413" y="14608"/>
                </a:cubicBezTo>
                <a:cubicBezTo>
                  <a:pt x="488500" y="17355"/>
                  <a:pt x="486627" y="21475"/>
                  <a:pt x="485795" y="26969"/>
                </a:cubicBezTo>
                <a:lnTo>
                  <a:pt x="474558" y="24971"/>
                </a:lnTo>
                <a:cubicBezTo>
                  <a:pt x="475931" y="17399"/>
                  <a:pt x="479052" y="11532"/>
                  <a:pt x="483922" y="7368"/>
                </a:cubicBezTo>
                <a:cubicBezTo>
                  <a:pt x="488791" y="3205"/>
                  <a:pt x="494847" y="1124"/>
                  <a:pt x="502088" y="1124"/>
                </a:cubicBezTo>
                <a:cubicBezTo>
                  <a:pt x="507082" y="1124"/>
                  <a:pt x="511681" y="2192"/>
                  <a:pt x="515885" y="4329"/>
                </a:cubicBezTo>
                <a:cubicBezTo>
                  <a:pt x="520088" y="6466"/>
                  <a:pt x="523303" y="9381"/>
                  <a:pt x="525530" y="13075"/>
                </a:cubicBezTo>
                <a:cubicBezTo>
                  <a:pt x="527756" y="16767"/>
                  <a:pt x="528870" y="20688"/>
                  <a:pt x="528870" y="24838"/>
                </a:cubicBezTo>
                <a:cubicBezTo>
                  <a:pt x="528870" y="28780"/>
                  <a:pt x="527808" y="32370"/>
                  <a:pt x="525686" y="35607"/>
                </a:cubicBezTo>
                <a:cubicBezTo>
                  <a:pt x="523563" y="38843"/>
                  <a:pt x="520421" y="41415"/>
                  <a:pt x="516259" y="43325"/>
                </a:cubicBezTo>
                <a:cubicBezTo>
                  <a:pt x="521670" y="44573"/>
                  <a:pt x="525873" y="47164"/>
                  <a:pt x="528870" y="51097"/>
                </a:cubicBezTo>
                <a:cubicBezTo>
                  <a:pt x="531866" y="55030"/>
                  <a:pt x="533364" y="59951"/>
                  <a:pt x="533364" y="65861"/>
                </a:cubicBezTo>
                <a:cubicBezTo>
                  <a:pt x="533364" y="73852"/>
                  <a:pt x="530451" y="80625"/>
                  <a:pt x="524625" y="86181"/>
                </a:cubicBezTo>
                <a:cubicBezTo>
                  <a:pt x="518798" y="91737"/>
                  <a:pt x="511432" y="94515"/>
                  <a:pt x="502525" y="94515"/>
                </a:cubicBezTo>
                <a:cubicBezTo>
                  <a:pt x="494493" y="94515"/>
                  <a:pt x="487824" y="92116"/>
                  <a:pt x="482517" y="87318"/>
                </a:cubicBezTo>
                <a:cubicBezTo>
                  <a:pt x="477211" y="82521"/>
                  <a:pt x="474183" y="76305"/>
                  <a:pt x="473434" y="68670"/>
                </a:cubicBezTo>
                <a:close/>
                <a:moveTo>
                  <a:pt x="550512" y="93017"/>
                </a:moveTo>
                <a:lnTo>
                  <a:pt x="550512" y="80157"/>
                </a:lnTo>
                <a:lnTo>
                  <a:pt x="563310" y="80157"/>
                </a:lnTo>
                <a:lnTo>
                  <a:pt x="563310" y="92980"/>
                </a:lnTo>
                <a:cubicBezTo>
                  <a:pt x="563310" y="97693"/>
                  <a:pt x="562478" y="101499"/>
                  <a:pt x="560813" y="104396"/>
                </a:cubicBezTo>
                <a:cubicBezTo>
                  <a:pt x="559148" y="107295"/>
                  <a:pt x="556506" y="109537"/>
                  <a:pt x="552885" y="111121"/>
                </a:cubicBezTo>
                <a:lnTo>
                  <a:pt x="549763" y="106252"/>
                </a:lnTo>
                <a:cubicBezTo>
                  <a:pt x="552136" y="105216"/>
                  <a:pt x="553884" y="103694"/>
                  <a:pt x="555007" y="101685"/>
                </a:cubicBezTo>
                <a:cubicBezTo>
                  <a:pt x="556131" y="99675"/>
                  <a:pt x="556755" y="96786"/>
                  <a:pt x="556880" y="93017"/>
                </a:cubicBezTo>
                <a:lnTo>
                  <a:pt x="550512" y="93017"/>
                </a:lnTo>
                <a:close/>
                <a:moveTo>
                  <a:pt x="616020" y="93017"/>
                </a:moveTo>
                <a:lnTo>
                  <a:pt x="616020" y="71105"/>
                </a:lnTo>
                <a:lnTo>
                  <a:pt x="576316" y="71105"/>
                </a:lnTo>
                <a:lnTo>
                  <a:pt x="576316" y="60804"/>
                </a:lnTo>
                <a:lnTo>
                  <a:pt x="618080" y="1498"/>
                </a:lnTo>
                <a:lnTo>
                  <a:pt x="627257" y="1498"/>
                </a:lnTo>
                <a:lnTo>
                  <a:pt x="627257" y="60804"/>
                </a:lnTo>
                <a:lnTo>
                  <a:pt x="639617" y="60804"/>
                </a:lnTo>
                <a:lnTo>
                  <a:pt x="639617" y="71105"/>
                </a:lnTo>
                <a:lnTo>
                  <a:pt x="627257" y="71105"/>
                </a:lnTo>
                <a:lnTo>
                  <a:pt x="627257" y="93017"/>
                </a:lnTo>
                <a:lnTo>
                  <a:pt x="616020" y="93017"/>
                </a:lnTo>
                <a:moveTo>
                  <a:pt x="616020" y="60804"/>
                </a:moveTo>
                <a:lnTo>
                  <a:pt x="616020" y="19540"/>
                </a:lnTo>
                <a:lnTo>
                  <a:pt x="587366" y="60804"/>
                </a:lnTo>
                <a:lnTo>
                  <a:pt x="616020" y="60804"/>
                </a:lnTo>
                <a:close/>
                <a:moveTo>
                  <a:pt x="684858" y="54811"/>
                </a:moveTo>
                <a:lnTo>
                  <a:pt x="684858" y="65049"/>
                </a:lnTo>
                <a:cubicBezTo>
                  <a:pt x="681654" y="65133"/>
                  <a:pt x="679042" y="66007"/>
                  <a:pt x="677024" y="67671"/>
                </a:cubicBezTo>
                <a:cubicBezTo>
                  <a:pt x="675005" y="69336"/>
                  <a:pt x="673663" y="71594"/>
                  <a:pt x="672997" y="74445"/>
                </a:cubicBezTo>
                <a:cubicBezTo>
                  <a:pt x="672331" y="77296"/>
                  <a:pt x="671977" y="82196"/>
                  <a:pt x="671936" y="89146"/>
                </a:cubicBezTo>
                <a:cubicBezTo>
                  <a:pt x="671894" y="96097"/>
                  <a:pt x="671769" y="100675"/>
                  <a:pt x="671561" y="102880"/>
                </a:cubicBezTo>
                <a:cubicBezTo>
                  <a:pt x="671187" y="106418"/>
                  <a:pt x="670489" y="109238"/>
                  <a:pt x="669470" y="111339"/>
                </a:cubicBezTo>
                <a:cubicBezTo>
                  <a:pt x="668450" y="113441"/>
                  <a:pt x="667191" y="115127"/>
                  <a:pt x="665693" y="116396"/>
                </a:cubicBezTo>
                <a:cubicBezTo>
                  <a:pt x="664195" y="117665"/>
                  <a:pt x="662280" y="118633"/>
                  <a:pt x="659950" y="119299"/>
                </a:cubicBezTo>
                <a:cubicBezTo>
                  <a:pt x="658368" y="119757"/>
                  <a:pt x="655788" y="119986"/>
                  <a:pt x="652209" y="119986"/>
                </a:cubicBezTo>
                <a:lnTo>
                  <a:pt x="648713" y="119986"/>
                </a:lnTo>
                <a:lnTo>
                  <a:pt x="648713" y="110122"/>
                </a:lnTo>
                <a:lnTo>
                  <a:pt x="650648" y="110122"/>
                </a:lnTo>
                <a:cubicBezTo>
                  <a:pt x="654976" y="110122"/>
                  <a:pt x="657848" y="109342"/>
                  <a:pt x="659263" y="107781"/>
                </a:cubicBezTo>
                <a:cubicBezTo>
                  <a:pt x="660678" y="106222"/>
                  <a:pt x="661385" y="102718"/>
                  <a:pt x="661385" y="97270"/>
                </a:cubicBezTo>
                <a:cubicBezTo>
                  <a:pt x="661385" y="86872"/>
                  <a:pt x="661573" y="80279"/>
                  <a:pt x="661947" y="77492"/>
                </a:cubicBezTo>
                <a:cubicBezTo>
                  <a:pt x="662613" y="72876"/>
                  <a:pt x="663945" y="69185"/>
                  <a:pt x="665943" y="66419"/>
                </a:cubicBezTo>
                <a:cubicBezTo>
                  <a:pt x="667940" y="63653"/>
                  <a:pt x="670770" y="61500"/>
                  <a:pt x="674433" y="59962"/>
                </a:cubicBezTo>
                <a:cubicBezTo>
                  <a:pt x="669647" y="57676"/>
                  <a:pt x="666276" y="54655"/>
                  <a:pt x="664320" y="50896"/>
                </a:cubicBezTo>
                <a:cubicBezTo>
                  <a:pt x="662363" y="47136"/>
                  <a:pt x="661385" y="40790"/>
                  <a:pt x="661385" y="31859"/>
                </a:cubicBezTo>
                <a:cubicBezTo>
                  <a:pt x="661385" y="23759"/>
                  <a:pt x="661281" y="18920"/>
                  <a:pt x="661073" y="17341"/>
                </a:cubicBezTo>
                <a:cubicBezTo>
                  <a:pt x="660782" y="14558"/>
                  <a:pt x="659960" y="12616"/>
                  <a:pt x="658607" y="11516"/>
                </a:cubicBezTo>
                <a:cubicBezTo>
                  <a:pt x="657255" y="10414"/>
                  <a:pt x="654602" y="9864"/>
                  <a:pt x="650648" y="9864"/>
                </a:cubicBezTo>
                <a:lnTo>
                  <a:pt x="648713" y="9864"/>
                </a:lnTo>
                <a:lnTo>
                  <a:pt x="648713" y="0"/>
                </a:lnTo>
                <a:lnTo>
                  <a:pt x="652209" y="0"/>
                </a:lnTo>
                <a:cubicBezTo>
                  <a:pt x="656287" y="0"/>
                  <a:pt x="659242" y="332"/>
                  <a:pt x="661073" y="997"/>
                </a:cubicBezTo>
                <a:cubicBezTo>
                  <a:pt x="663737" y="1912"/>
                  <a:pt x="665943" y="3451"/>
                  <a:pt x="667691" y="5613"/>
                </a:cubicBezTo>
                <a:cubicBezTo>
                  <a:pt x="669439" y="7774"/>
                  <a:pt x="670573" y="10497"/>
                  <a:pt x="671093" y="13781"/>
                </a:cubicBezTo>
                <a:cubicBezTo>
                  <a:pt x="671613" y="17065"/>
                  <a:pt x="671894" y="22449"/>
                  <a:pt x="671936" y="29932"/>
                </a:cubicBezTo>
                <a:cubicBezTo>
                  <a:pt x="671977" y="37414"/>
                  <a:pt x="672331" y="42579"/>
                  <a:pt x="672997" y="45428"/>
                </a:cubicBezTo>
                <a:cubicBezTo>
                  <a:pt x="673663" y="48275"/>
                  <a:pt x="675005" y="50530"/>
                  <a:pt x="677024" y="52193"/>
                </a:cubicBezTo>
                <a:cubicBezTo>
                  <a:pt x="679042" y="53855"/>
                  <a:pt x="681654" y="54728"/>
                  <a:pt x="684858" y="54811"/>
                </a:cubicBezTo>
                <a:close/>
                <a:moveTo>
                  <a:pt x="699841" y="93017"/>
                </a:moveTo>
                <a:lnTo>
                  <a:pt x="699841" y="80157"/>
                </a:lnTo>
                <a:lnTo>
                  <a:pt x="712639" y="80157"/>
                </a:lnTo>
                <a:lnTo>
                  <a:pt x="712639" y="92980"/>
                </a:lnTo>
                <a:cubicBezTo>
                  <a:pt x="712639" y="97693"/>
                  <a:pt x="711807" y="101499"/>
                  <a:pt x="710142" y="104396"/>
                </a:cubicBezTo>
                <a:cubicBezTo>
                  <a:pt x="708477" y="107295"/>
                  <a:pt x="705834" y="109537"/>
                  <a:pt x="702214" y="111121"/>
                </a:cubicBezTo>
                <a:lnTo>
                  <a:pt x="699092" y="106252"/>
                </a:lnTo>
                <a:cubicBezTo>
                  <a:pt x="701465" y="105216"/>
                  <a:pt x="703213" y="103694"/>
                  <a:pt x="704336" y="101685"/>
                </a:cubicBezTo>
                <a:cubicBezTo>
                  <a:pt x="705460" y="99675"/>
                  <a:pt x="706084" y="96786"/>
                  <a:pt x="706209" y="93017"/>
                </a:cubicBezTo>
                <a:lnTo>
                  <a:pt x="699841" y="93017"/>
                </a:lnTo>
                <a:close/>
                <a:moveTo>
                  <a:pt x="729329" y="68920"/>
                </a:moveTo>
                <a:lnTo>
                  <a:pt x="741127" y="67921"/>
                </a:lnTo>
                <a:cubicBezTo>
                  <a:pt x="742001" y="73645"/>
                  <a:pt x="744030" y="77948"/>
                  <a:pt x="747214" y="80830"/>
                </a:cubicBezTo>
                <a:cubicBezTo>
                  <a:pt x="750398" y="83711"/>
                  <a:pt x="754237" y="85151"/>
                  <a:pt x="758732" y="85151"/>
                </a:cubicBezTo>
                <a:cubicBezTo>
                  <a:pt x="764142" y="85151"/>
                  <a:pt x="768720" y="83115"/>
                  <a:pt x="772466" y="79043"/>
                </a:cubicBezTo>
                <a:cubicBezTo>
                  <a:pt x="776212" y="74970"/>
                  <a:pt x="778085" y="69567"/>
                  <a:pt x="778085" y="62835"/>
                </a:cubicBezTo>
                <a:cubicBezTo>
                  <a:pt x="778085" y="56435"/>
                  <a:pt x="776285" y="51386"/>
                  <a:pt x="772685" y="47687"/>
                </a:cubicBezTo>
                <a:cubicBezTo>
                  <a:pt x="769085" y="43988"/>
                  <a:pt x="764371" y="42139"/>
                  <a:pt x="758545" y="42139"/>
                </a:cubicBezTo>
                <a:cubicBezTo>
                  <a:pt x="754924" y="42139"/>
                  <a:pt x="751657" y="42955"/>
                  <a:pt x="748744" y="44587"/>
                </a:cubicBezTo>
                <a:cubicBezTo>
                  <a:pt x="745830" y="46219"/>
                  <a:pt x="743541" y="48337"/>
                  <a:pt x="741877" y="50941"/>
                </a:cubicBezTo>
                <a:lnTo>
                  <a:pt x="731326" y="49567"/>
                </a:lnTo>
                <a:lnTo>
                  <a:pt x="740191" y="2622"/>
                </a:lnTo>
                <a:lnTo>
                  <a:pt x="785701" y="2622"/>
                </a:lnTo>
                <a:lnTo>
                  <a:pt x="785701" y="13235"/>
                </a:lnTo>
                <a:lnTo>
                  <a:pt x="749181" y="13235"/>
                </a:lnTo>
                <a:lnTo>
                  <a:pt x="744249" y="37893"/>
                </a:lnTo>
                <a:cubicBezTo>
                  <a:pt x="749742" y="34106"/>
                  <a:pt x="755507" y="32213"/>
                  <a:pt x="761541" y="32213"/>
                </a:cubicBezTo>
                <a:cubicBezTo>
                  <a:pt x="769532" y="32213"/>
                  <a:pt x="776274" y="34983"/>
                  <a:pt x="781768" y="40525"/>
                </a:cubicBezTo>
                <a:cubicBezTo>
                  <a:pt x="787261" y="46066"/>
                  <a:pt x="790008" y="53189"/>
                  <a:pt x="790008" y="61895"/>
                </a:cubicBezTo>
                <a:cubicBezTo>
                  <a:pt x="790008" y="70186"/>
                  <a:pt x="787594" y="77352"/>
                  <a:pt x="782767" y="83391"/>
                </a:cubicBezTo>
                <a:cubicBezTo>
                  <a:pt x="776898" y="90807"/>
                  <a:pt x="768887" y="94515"/>
                  <a:pt x="758732" y="94515"/>
                </a:cubicBezTo>
                <a:cubicBezTo>
                  <a:pt x="750408" y="94515"/>
                  <a:pt x="743614" y="92179"/>
                  <a:pt x="738349" y="87506"/>
                </a:cubicBezTo>
                <a:cubicBezTo>
                  <a:pt x="733085" y="82833"/>
                  <a:pt x="730078" y="76638"/>
                  <a:pt x="729329" y="68920"/>
                </a:cubicBezTo>
                <a:close/>
                <a:moveTo>
                  <a:pt x="810902" y="119986"/>
                </a:moveTo>
                <a:lnTo>
                  <a:pt x="802849" y="119986"/>
                </a:lnTo>
                <a:cubicBezTo>
                  <a:pt x="815292" y="100009"/>
                  <a:pt x="821514" y="80011"/>
                  <a:pt x="821514" y="59993"/>
                </a:cubicBezTo>
                <a:cubicBezTo>
                  <a:pt x="821514" y="52169"/>
                  <a:pt x="820620" y="44407"/>
                  <a:pt x="818830" y="36707"/>
                </a:cubicBezTo>
                <a:cubicBezTo>
                  <a:pt x="817415" y="30465"/>
                  <a:pt x="815438" y="24472"/>
                  <a:pt x="812899" y="18728"/>
                </a:cubicBezTo>
                <a:cubicBezTo>
                  <a:pt x="811276" y="14983"/>
                  <a:pt x="807926" y="8740"/>
                  <a:pt x="802849" y="0"/>
                </a:cubicBezTo>
                <a:lnTo>
                  <a:pt x="810902" y="0"/>
                </a:lnTo>
                <a:cubicBezTo>
                  <a:pt x="818726" y="10446"/>
                  <a:pt x="824511" y="20934"/>
                  <a:pt x="828257" y="31463"/>
                </a:cubicBezTo>
                <a:cubicBezTo>
                  <a:pt x="831461" y="40536"/>
                  <a:pt x="833063" y="50025"/>
                  <a:pt x="833063" y="59930"/>
                </a:cubicBezTo>
                <a:cubicBezTo>
                  <a:pt x="833063" y="71167"/>
                  <a:pt x="830910" y="82030"/>
                  <a:pt x="826602" y="92517"/>
                </a:cubicBezTo>
                <a:cubicBezTo>
                  <a:pt x="822295" y="103005"/>
                  <a:pt x="817061" y="112161"/>
                  <a:pt x="810902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24833-14BC-4067-B4DB-12A12F6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1983398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2FF285-5C0E-4E70-AC0D-2A2782F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1983398"/>
            <a:ext cx="1046056" cy="220834"/>
          </a:xfrm>
          <a:custGeom xmlns:a="http://schemas.openxmlformats.org/drawingml/2006/main">
            <a:pathLst>
              <a:path w="1046056" h="220834" fill="none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92" name="Text u({0,1,2},3)">
            <a:extLst xmlns:a="http://schemas.openxmlformats.org/drawingml/2006/main">
              <a:ext uri="{FF2B5EF4-FFF2-40B4-BE49-F238E27FC236}">
                <a16:creationId xmlns:a16="http://schemas.microsoft.com/office/drawing/2014/main" id="{2A00B36C-9487-484F-8BEB-8C7701EF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2749" y="2042873"/>
            <a:ext cx="619809" cy="119986"/>
          </a:xfrm>
          <a:custGeom xmlns:a="http://schemas.openxmlformats.org/drawingml/2006/main">
            <a:pathLst>
              <a:path w="61980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10" y="119986"/>
                </a:moveTo>
                <a:cubicBezTo>
                  <a:pt x="86609" y="112161"/>
                  <a:pt x="81365" y="103005"/>
                  <a:pt x="77079" y="92517"/>
                </a:cubicBezTo>
                <a:cubicBezTo>
                  <a:pt x="72792" y="82030"/>
                  <a:pt x="70649" y="71167"/>
                  <a:pt x="70649" y="59930"/>
                </a:cubicBezTo>
                <a:cubicBezTo>
                  <a:pt x="70649" y="50025"/>
                  <a:pt x="72251" y="40536"/>
                  <a:pt x="75456" y="31463"/>
                </a:cubicBezTo>
                <a:cubicBezTo>
                  <a:pt x="79201" y="20934"/>
                  <a:pt x="84986" y="10446"/>
                  <a:pt x="92810" y="0"/>
                </a:cubicBezTo>
                <a:lnTo>
                  <a:pt x="100864" y="0"/>
                </a:lnTo>
                <a:cubicBezTo>
                  <a:pt x="95828" y="8657"/>
                  <a:pt x="92498" y="14837"/>
                  <a:pt x="90875" y="18541"/>
                </a:cubicBezTo>
                <a:cubicBezTo>
                  <a:pt x="88337" y="24284"/>
                  <a:pt x="86339" y="30277"/>
                  <a:pt x="84882" y="36520"/>
                </a:cubicBezTo>
                <a:cubicBezTo>
                  <a:pt x="83093" y="44303"/>
                  <a:pt x="82198" y="52127"/>
                  <a:pt x="82198" y="59993"/>
                </a:cubicBezTo>
                <a:cubicBezTo>
                  <a:pt x="82198" y="80011"/>
                  <a:pt x="88420" y="100009"/>
                  <a:pt x="100864" y="119986"/>
                </a:cubicBezTo>
                <a:lnTo>
                  <a:pt x="92810" y="119986"/>
                </a:lnTo>
                <a:close/>
                <a:moveTo>
                  <a:pt x="109040" y="54811"/>
                </a:moveTo>
                <a:cubicBezTo>
                  <a:pt x="112245" y="54728"/>
                  <a:pt x="114856" y="53866"/>
                  <a:pt x="116875" y="52224"/>
                </a:cubicBezTo>
                <a:cubicBezTo>
                  <a:pt x="118893" y="50582"/>
                  <a:pt x="120236" y="48327"/>
                  <a:pt x="120902" y="45459"/>
                </a:cubicBezTo>
                <a:cubicBezTo>
                  <a:pt x="121567" y="42590"/>
                  <a:pt x="121921" y="37684"/>
                  <a:pt x="121963" y="30742"/>
                </a:cubicBezTo>
                <a:cubicBezTo>
                  <a:pt x="122004" y="23799"/>
                  <a:pt x="122129" y="19226"/>
                  <a:pt x="122337" y="17023"/>
                </a:cubicBezTo>
                <a:cubicBezTo>
                  <a:pt x="122712" y="13531"/>
                  <a:pt x="123409" y="10725"/>
                  <a:pt x="124429" y="8605"/>
                </a:cubicBezTo>
                <a:cubicBezTo>
                  <a:pt x="125448" y="6485"/>
                  <a:pt x="126707" y="4791"/>
                  <a:pt x="128206" y="3523"/>
                </a:cubicBezTo>
                <a:cubicBezTo>
                  <a:pt x="129704" y="2255"/>
                  <a:pt x="131618" y="1289"/>
                  <a:pt x="133949" y="624"/>
                </a:cubicBezTo>
                <a:cubicBezTo>
                  <a:pt x="135530" y="208"/>
                  <a:pt x="138111" y="0"/>
                  <a:pt x="141690" y="0"/>
                </a:cubicBezTo>
                <a:lnTo>
                  <a:pt x="145186" y="0"/>
                </a:lnTo>
                <a:lnTo>
                  <a:pt x="145186" y="9864"/>
                </a:lnTo>
                <a:lnTo>
                  <a:pt x="143251" y="9864"/>
                </a:lnTo>
                <a:cubicBezTo>
                  <a:pt x="138922" y="9864"/>
                  <a:pt x="136051" y="10643"/>
                  <a:pt x="134636" y="12201"/>
                </a:cubicBezTo>
                <a:cubicBezTo>
                  <a:pt x="133221" y="13759"/>
                  <a:pt x="132513" y="17238"/>
                  <a:pt x="132513" y="22638"/>
                </a:cubicBezTo>
                <a:cubicBezTo>
                  <a:pt x="132513" y="33521"/>
                  <a:pt x="132284" y="40396"/>
                  <a:pt x="131826" y="43262"/>
                </a:cubicBezTo>
                <a:cubicBezTo>
                  <a:pt x="131077" y="47708"/>
                  <a:pt x="129797" y="51135"/>
                  <a:pt x="127987" y="53545"/>
                </a:cubicBezTo>
                <a:cubicBezTo>
                  <a:pt x="126177" y="55954"/>
                  <a:pt x="123336" y="58093"/>
                  <a:pt x="119466" y="59962"/>
                </a:cubicBezTo>
                <a:cubicBezTo>
                  <a:pt x="124044" y="61875"/>
                  <a:pt x="127363" y="64796"/>
                  <a:pt x="129423" y="68727"/>
                </a:cubicBezTo>
                <a:cubicBezTo>
                  <a:pt x="131483" y="72657"/>
                  <a:pt x="132513" y="79094"/>
                  <a:pt x="132513" y="88036"/>
                </a:cubicBezTo>
                <a:cubicBezTo>
                  <a:pt x="132513" y="96147"/>
                  <a:pt x="132596" y="100971"/>
                  <a:pt x="132763" y="102510"/>
                </a:cubicBezTo>
                <a:cubicBezTo>
                  <a:pt x="133096" y="105339"/>
                  <a:pt x="133938" y="107314"/>
                  <a:pt x="135291" y="108436"/>
                </a:cubicBezTo>
                <a:cubicBezTo>
                  <a:pt x="136644" y="109560"/>
                  <a:pt x="139297" y="110122"/>
                  <a:pt x="143251" y="110122"/>
                </a:cubicBezTo>
                <a:lnTo>
                  <a:pt x="145186" y="110122"/>
                </a:lnTo>
                <a:lnTo>
                  <a:pt x="145186" y="119986"/>
                </a:lnTo>
                <a:lnTo>
                  <a:pt x="141690" y="119986"/>
                </a:lnTo>
                <a:cubicBezTo>
                  <a:pt x="137611" y="119986"/>
                  <a:pt x="134656" y="119653"/>
                  <a:pt x="132825" y="118987"/>
                </a:cubicBezTo>
                <a:cubicBezTo>
                  <a:pt x="130162" y="118030"/>
                  <a:pt x="127956" y="116479"/>
                  <a:pt x="126208" y="114336"/>
                </a:cubicBezTo>
                <a:cubicBezTo>
                  <a:pt x="124460" y="112193"/>
                  <a:pt x="123326" y="109477"/>
                  <a:pt x="122806" y="106189"/>
                </a:cubicBezTo>
                <a:cubicBezTo>
                  <a:pt x="122285" y="102901"/>
                  <a:pt x="122004" y="97512"/>
                  <a:pt x="121963" y="90020"/>
                </a:cubicBezTo>
                <a:cubicBezTo>
                  <a:pt x="121921" y="82529"/>
                  <a:pt x="121567" y="77348"/>
                  <a:pt x="120902" y="74476"/>
                </a:cubicBezTo>
                <a:cubicBezTo>
                  <a:pt x="120236" y="71604"/>
                  <a:pt x="118893" y="69336"/>
                  <a:pt x="116875" y="67671"/>
                </a:cubicBezTo>
                <a:cubicBezTo>
                  <a:pt x="114856" y="66007"/>
                  <a:pt x="112245" y="65133"/>
                  <a:pt x="109040" y="65049"/>
                </a:cubicBezTo>
                <a:lnTo>
                  <a:pt x="109040" y="54811"/>
                </a:lnTo>
                <a:close/>
                <a:moveTo>
                  <a:pt x="153490" y="47851"/>
                </a:moveTo>
                <a:cubicBezTo>
                  <a:pt x="153490" y="37038"/>
                  <a:pt x="154603" y="28335"/>
                  <a:pt x="156830" y="21742"/>
                </a:cubicBezTo>
                <a:cubicBezTo>
                  <a:pt x="159057" y="15150"/>
                  <a:pt x="162365" y="10065"/>
                  <a:pt x="166756" y="6489"/>
                </a:cubicBezTo>
                <a:cubicBezTo>
                  <a:pt x="171147" y="2912"/>
                  <a:pt x="176672" y="1124"/>
                  <a:pt x="183330" y="1124"/>
                </a:cubicBezTo>
                <a:cubicBezTo>
                  <a:pt x="188241" y="1124"/>
                  <a:pt x="192549" y="2111"/>
                  <a:pt x="196253" y="4087"/>
                </a:cubicBezTo>
                <a:cubicBezTo>
                  <a:pt x="199957" y="6063"/>
                  <a:pt x="203016" y="8912"/>
                  <a:pt x="205430" y="12634"/>
                </a:cubicBezTo>
                <a:cubicBezTo>
                  <a:pt x="207844" y="16356"/>
                  <a:pt x="209737" y="20890"/>
                  <a:pt x="211111" y="26235"/>
                </a:cubicBezTo>
                <a:cubicBezTo>
                  <a:pt x="212484" y="31579"/>
                  <a:pt x="213171" y="38784"/>
                  <a:pt x="213171" y="47851"/>
                </a:cubicBezTo>
                <a:cubicBezTo>
                  <a:pt x="213171" y="58580"/>
                  <a:pt x="212068" y="67242"/>
                  <a:pt x="209862" y="73834"/>
                </a:cubicBezTo>
                <a:cubicBezTo>
                  <a:pt x="207656" y="80427"/>
                  <a:pt x="204358" y="85522"/>
                  <a:pt x="199967" y="89119"/>
                </a:cubicBezTo>
                <a:cubicBezTo>
                  <a:pt x="195577" y="92716"/>
                  <a:pt x="190031" y="94515"/>
                  <a:pt x="183330" y="94515"/>
                </a:cubicBezTo>
                <a:cubicBezTo>
                  <a:pt x="174507" y="94515"/>
                  <a:pt x="167578" y="91354"/>
                  <a:pt x="162542" y="85032"/>
                </a:cubicBezTo>
                <a:cubicBezTo>
                  <a:pt x="156507" y="77421"/>
                  <a:pt x="153490" y="65027"/>
                  <a:pt x="153490" y="47851"/>
                </a:cubicBezTo>
                <a:moveTo>
                  <a:pt x="165039" y="47819"/>
                </a:moveTo>
                <a:cubicBezTo>
                  <a:pt x="165039" y="62793"/>
                  <a:pt x="166798" y="72759"/>
                  <a:pt x="170314" y="77716"/>
                </a:cubicBezTo>
                <a:cubicBezTo>
                  <a:pt x="173831" y="82673"/>
                  <a:pt x="178170" y="85151"/>
                  <a:pt x="183330" y="85151"/>
                </a:cubicBezTo>
                <a:cubicBezTo>
                  <a:pt x="188491" y="85151"/>
                  <a:pt x="192830" y="82662"/>
                  <a:pt x="196347" y="77685"/>
                </a:cubicBezTo>
                <a:cubicBezTo>
                  <a:pt x="199863" y="72708"/>
                  <a:pt x="201622" y="62753"/>
                  <a:pt x="201622" y="47819"/>
                </a:cubicBezTo>
                <a:cubicBezTo>
                  <a:pt x="201622" y="32804"/>
                  <a:pt x="199863" y="22829"/>
                  <a:pt x="196347" y="17893"/>
                </a:cubicBezTo>
                <a:cubicBezTo>
                  <a:pt x="192830" y="12956"/>
                  <a:pt x="188450" y="10488"/>
                  <a:pt x="183206" y="10488"/>
                </a:cubicBezTo>
                <a:cubicBezTo>
                  <a:pt x="178045" y="10488"/>
                  <a:pt x="173925" y="12666"/>
                  <a:pt x="170845" y="17021"/>
                </a:cubicBezTo>
                <a:cubicBezTo>
                  <a:pt x="166974" y="22580"/>
                  <a:pt x="165039" y="32846"/>
                  <a:pt x="165039" y="47819"/>
                </a:cubicBezTo>
                <a:close/>
                <a:moveTo>
                  <a:pt x="230631" y="93017"/>
                </a:moveTo>
                <a:lnTo>
                  <a:pt x="230631" y="80157"/>
                </a:lnTo>
                <a:lnTo>
                  <a:pt x="243428" y="80157"/>
                </a:lnTo>
                <a:lnTo>
                  <a:pt x="243428" y="92980"/>
                </a:lnTo>
                <a:cubicBezTo>
                  <a:pt x="243428" y="97693"/>
                  <a:pt x="242596" y="101499"/>
                  <a:pt x="240931" y="104396"/>
                </a:cubicBezTo>
                <a:cubicBezTo>
                  <a:pt x="239267" y="107295"/>
                  <a:pt x="236624" y="109537"/>
                  <a:pt x="233003" y="111121"/>
                </a:cubicBezTo>
                <a:lnTo>
                  <a:pt x="229882" y="106252"/>
                </a:lnTo>
                <a:cubicBezTo>
                  <a:pt x="232254" y="105216"/>
                  <a:pt x="234002" y="103694"/>
                  <a:pt x="235126" y="101685"/>
                </a:cubicBezTo>
                <a:cubicBezTo>
                  <a:pt x="236249" y="99675"/>
                  <a:pt x="236874" y="96786"/>
                  <a:pt x="236998" y="93017"/>
                </a:cubicBezTo>
                <a:lnTo>
                  <a:pt x="230631" y="93017"/>
                </a:lnTo>
                <a:close/>
                <a:moveTo>
                  <a:pt x="302444" y="93017"/>
                </a:moveTo>
                <a:lnTo>
                  <a:pt x="291207" y="93017"/>
                </a:lnTo>
                <a:lnTo>
                  <a:pt x="291207" y="21413"/>
                </a:lnTo>
                <a:cubicBezTo>
                  <a:pt x="288501" y="23993"/>
                  <a:pt x="284954" y="26573"/>
                  <a:pt x="280563" y="29154"/>
                </a:cubicBezTo>
                <a:cubicBezTo>
                  <a:pt x="276172" y="31734"/>
                  <a:pt x="272229" y="33669"/>
                  <a:pt x="268733" y="34959"/>
                </a:cubicBezTo>
                <a:lnTo>
                  <a:pt x="268733" y="24097"/>
                </a:lnTo>
                <a:cubicBezTo>
                  <a:pt x="275017" y="21142"/>
                  <a:pt x="280511" y="17563"/>
                  <a:pt x="285214" y="13359"/>
                </a:cubicBezTo>
                <a:cubicBezTo>
                  <a:pt x="289916" y="9156"/>
                  <a:pt x="293246" y="5077"/>
                  <a:pt x="295202" y="1124"/>
                </a:cubicBezTo>
                <a:lnTo>
                  <a:pt x="302444" y="1124"/>
                </a:lnTo>
                <a:lnTo>
                  <a:pt x="302444" y="93017"/>
                </a:lnTo>
                <a:close/>
                <a:moveTo>
                  <a:pt x="337258" y="93017"/>
                </a:moveTo>
                <a:lnTo>
                  <a:pt x="337258" y="80157"/>
                </a:lnTo>
                <a:lnTo>
                  <a:pt x="350056" y="80157"/>
                </a:lnTo>
                <a:lnTo>
                  <a:pt x="350056" y="92980"/>
                </a:lnTo>
                <a:cubicBezTo>
                  <a:pt x="350056" y="97693"/>
                  <a:pt x="349224" y="101499"/>
                  <a:pt x="347559" y="104396"/>
                </a:cubicBezTo>
                <a:cubicBezTo>
                  <a:pt x="345894" y="107295"/>
                  <a:pt x="343251" y="109537"/>
                  <a:pt x="339631" y="111121"/>
                </a:cubicBezTo>
                <a:lnTo>
                  <a:pt x="336509" y="106252"/>
                </a:lnTo>
                <a:cubicBezTo>
                  <a:pt x="338882" y="105216"/>
                  <a:pt x="340629" y="103694"/>
                  <a:pt x="341753" y="101685"/>
                </a:cubicBezTo>
                <a:cubicBezTo>
                  <a:pt x="342877" y="99675"/>
                  <a:pt x="343501" y="96786"/>
                  <a:pt x="343626" y="93017"/>
                </a:cubicBezTo>
                <a:lnTo>
                  <a:pt x="337258" y="93017"/>
                </a:lnTo>
                <a:close/>
                <a:moveTo>
                  <a:pt x="425802" y="82217"/>
                </a:moveTo>
                <a:lnTo>
                  <a:pt x="425802" y="93017"/>
                </a:lnTo>
                <a:lnTo>
                  <a:pt x="365310" y="93017"/>
                </a:lnTo>
                <a:cubicBezTo>
                  <a:pt x="365227" y="90313"/>
                  <a:pt x="365664" y="87713"/>
                  <a:pt x="366621" y="85217"/>
                </a:cubicBezTo>
                <a:cubicBezTo>
                  <a:pt x="368161" y="81100"/>
                  <a:pt x="370627" y="77045"/>
                  <a:pt x="374018" y="73052"/>
                </a:cubicBezTo>
                <a:cubicBezTo>
                  <a:pt x="377410" y="69059"/>
                  <a:pt x="382311" y="64442"/>
                  <a:pt x="388720" y="59201"/>
                </a:cubicBezTo>
                <a:cubicBezTo>
                  <a:pt x="398667" y="51051"/>
                  <a:pt x="405388" y="44596"/>
                  <a:pt x="408884" y="39835"/>
                </a:cubicBezTo>
                <a:cubicBezTo>
                  <a:pt x="412380" y="35073"/>
                  <a:pt x="414128" y="30572"/>
                  <a:pt x="414128" y="26331"/>
                </a:cubicBezTo>
                <a:cubicBezTo>
                  <a:pt x="414128" y="21881"/>
                  <a:pt x="412536" y="18129"/>
                  <a:pt x="409352" y="15072"/>
                </a:cubicBezTo>
                <a:cubicBezTo>
                  <a:pt x="406169" y="12016"/>
                  <a:pt x="402017" y="10488"/>
                  <a:pt x="396898" y="10488"/>
                </a:cubicBezTo>
                <a:cubicBezTo>
                  <a:pt x="391488" y="10488"/>
                  <a:pt x="387159" y="12111"/>
                  <a:pt x="383913" y="15357"/>
                </a:cubicBezTo>
                <a:cubicBezTo>
                  <a:pt x="380667" y="18603"/>
                  <a:pt x="379023" y="23098"/>
                  <a:pt x="378981" y="28841"/>
                </a:cubicBezTo>
                <a:lnTo>
                  <a:pt x="367432" y="27653"/>
                </a:lnTo>
                <a:cubicBezTo>
                  <a:pt x="368223" y="19019"/>
                  <a:pt x="371199" y="12439"/>
                  <a:pt x="376360" y="7913"/>
                </a:cubicBezTo>
                <a:cubicBezTo>
                  <a:pt x="381520" y="3387"/>
                  <a:pt x="388450" y="1124"/>
                  <a:pt x="397148" y="1124"/>
                </a:cubicBezTo>
                <a:cubicBezTo>
                  <a:pt x="405929" y="1124"/>
                  <a:pt x="412880" y="3559"/>
                  <a:pt x="417999" y="8430"/>
                </a:cubicBezTo>
                <a:cubicBezTo>
                  <a:pt x="423118" y="13300"/>
                  <a:pt x="425677" y="19337"/>
                  <a:pt x="425677" y="26539"/>
                </a:cubicBezTo>
                <a:cubicBezTo>
                  <a:pt x="425677" y="30203"/>
                  <a:pt x="424928" y="33804"/>
                  <a:pt x="423430" y="37343"/>
                </a:cubicBezTo>
                <a:cubicBezTo>
                  <a:pt x="421932" y="40882"/>
                  <a:pt x="419445" y="44608"/>
                  <a:pt x="415970" y="48522"/>
                </a:cubicBezTo>
                <a:cubicBezTo>
                  <a:pt x="412495" y="52434"/>
                  <a:pt x="406720" y="57804"/>
                  <a:pt x="398646" y="64632"/>
                </a:cubicBezTo>
                <a:cubicBezTo>
                  <a:pt x="391904" y="70286"/>
                  <a:pt x="387576" y="74121"/>
                  <a:pt x="385661" y="76138"/>
                </a:cubicBezTo>
                <a:cubicBezTo>
                  <a:pt x="383747" y="78154"/>
                  <a:pt x="382165" y="80180"/>
                  <a:pt x="380917" y="82217"/>
                </a:cubicBezTo>
                <a:lnTo>
                  <a:pt x="425802" y="82217"/>
                </a:lnTo>
                <a:close/>
                <a:moveTo>
                  <a:pt x="471603" y="54811"/>
                </a:moveTo>
                <a:lnTo>
                  <a:pt x="471603" y="65049"/>
                </a:lnTo>
                <a:cubicBezTo>
                  <a:pt x="468399" y="65133"/>
                  <a:pt x="465787" y="66007"/>
                  <a:pt x="463769" y="67671"/>
                </a:cubicBezTo>
                <a:cubicBezTo>
                  <a:pt x="461750" y="69336"/>
                  <a:pt x="460408" y="71594"/>
                  <a:pt x="459742" y="74445"/>
                </a:cubicBezTo>
                <a:cubicBezTo>
                  <a:pt x="459076" y="77296"/>
                  <a:pt x="458722" y="82196"/>
                  <a:pt x="458681" y="89146"/>
                </a:cubicBezTo>
                <a:cubicBezTo>
                  <a:pt x="458639" y="96097"/>
                  <a:pt x="458514" y="100675"/>
                  <a:pt x="458306" y="102880"/>
                </a:cubicBezTo>
                <a:cubicBezTo>
                  <a:pt x="457932" y="106418"/>
                  <a:pt x="457235" y="109238"/>
                  <a:pt x="456215" y="111339"/>
                </a:cubicBezTo>
                <a:cubicBezTo>
                  <a:pt x="455195" y="113441"/>
                  <a:pt x="453936" y="115127"/>
                  <a:pt x="452438" y="116396"/>
                </a:cubicBezTo>
                <a:cubicBezTo>
                  <a:pt x="450940" y="117665"/>
                  <a:pt x="449025" y="118633"/>
                  <a:pt x="446695" y="119299"/>
                </a:cubicBezTo>
                <a:cubicBezTo>
                  <a:pt x="445113" y="119757"/>
                  <a:pt x="442533" y="119986"/>
                  <a:pt x="438954" y="119986"/>
                </a:cubicBezTo>
                <a:lnTo>
                  <a:pt x="435458" y="119986"/>
                </a:lnTo>
                <a:lnTo>
                  <a:pt x="435458" y="110122"/>
                </a:lnTo>
                <a:lnTo>
                  <a:pt x="437393" y="110122"/>
                </a:lnTo>
                <a:cubicBezTo>
                  <a:pt x="441721" y="110122"/>
                  <a:pt x="444593" y="109342"/>
                  <a:pt x="446008" y="107781"/>
                </a:cubicBezTo>
                <a:cubicBezTo>
                  <a:pt x="447423" y="106222"/>
                  <a:pt x="448131" y="102718"/>
                  <a:pt x="448131" y="97270"/>
                </a:cubicBezTo>
                <a:cubicBezTo>
                  <a:pt x="448131" y="86872"/>
                  <a:pt x="448318" y="80279"/>
                  <a:pt x="448692" y="77492"/>
                </a:cubicBezTo>
                <a:cubicBezTo>
                  <a:pt x="449358" y="72876"/>
                  <a:pt x="450690" y="69185"/>
                  <a:pt x="452688" y="66419"/>
                </a:cubicBezTo>
                <a:cubicBezTo>
                  <a:pt x="454685" y="63653"/>
                  <a:pt x="457515" y="61500"/>
                  <a:pt x="461178" y="59962"/>
                </a:cubicBezTo>
                <a:cubicBezTo>
                  <a:pt x="456392" y="57676"/>
                  <a:pt x="453021" y="54655"/>
                  <a:pt x="451065" y="50896"/>
                </a:cubicBezTo>
                <a:cubicBezTo>
                  <a:pt x="449109" y="47136"/>
                  <a:pt x="448131" y="40790"/>
                  <a:pt x="448131" y="31859"/>
                </a:cubicBezTo>
                <a:cubicBezTo>
                  <a:pt x="448131" y="23759"/>
                  <a:pt x="448026" y="18920"/>
                  <a:pt x="447818" y="17341"/>
                </a:cubicBezTo>
                <a:cubicBezTo>
                  <a:pt x="447527" y="14558"/>
                  <a:pt x="446705" y="12616"/>
                  <a:pt x="445352" y="11516"/>
                </a:cubicBezTo>
                <a:cubicBezTo>
                  <a:pt x="444000" y="10414"/>
                  <a:pt x="441347" y="9864"/>
                  <a:pt x="437393" y="9864"/>
                </a:cubicBezTo>
                <a:lnTo>
                  <a:pt x="435458" y="9864"/>
                </a:lnTo>
                <a:lnTo>
                  <a:pt x="435458" y="0"/>
                </a:lnTo>
                <a:lnTo>
                  <a:pt x="438954" y="0"/>
                </a:lnTo>
                <a:cubicBezTo>
                  <a:pt x="443032" y="0"/>
                  <a:pt x="445987" y="332"/>
                  <a:pt x="447818" y="997"/>
                </a:cubicBezTo>
                <a:cubicBezTo>
                  <a:pt x="450482" y="1912"/>
                  <a:pt x="452688" y="3451"/>
                  <a:pt x="454436" y="5613"/>
                </a:cubicBezTo>
                <a:cubicBezTo>
                  <a:pt x="456184" y="7774"/>
                  <a:pt x="457318" y="10497"/>
                  <a:pt x="457838" y="13781"/>
                </a:cubicBezTo>
                <a:cubicBezTo>
                  <a:pt x="458358" y="17065"/>
                  <a:pt x="458639" y="22449"/>
                  <a:pt x="458681" y="29932"/>
                </a:cubicBezTo>
                <a:cubicBezTo>
                  <a:pt x="458722" y="37414"/>
                  <a:pt x="459076" y="42579"/>
                  <a:pt x="459742" y="45428"/>
                </a:cubicBezTo>
                <a:cubicBezTo>
                  <a:pt x="460408" y="48275"/>
                  <a:pt x="461750" y="50530"/>
                  <a:pt x="463769" y="52193"/>
                </a:cubicBezTo>
                <a:cubicBezTo>
                  <a:pt x="465787" y="53855"/>
                  <a:pt x="468399" y="54728"/>
                  <a:pt x="471603" y="54811"/>
                </a:cubicBezTo>
                <a:close/>
                <a:moveTo>
                  <a:pt x="486587" y="93017"/>
                </a:moveTo>
                <a:lnTo>
                  <a:pt x="486587" y="80157"/>
                </a:lnTo>
                <a:lnTo>
                  <a:pt x="499385" y="80157"/>
                </a:lnTo>
                <a:lnTo>
                  <a:pt x="499385" y="92980"/>
                </a:lnTo>
                <a:cubicBezTo>
                  <a:pt x="499385" y="97693"/>
                  <a:pt x="498552" y="101499"/>
                  <a:pt x="496888" y="104396"/>
                </a:cubicBezTo>
                <a:cubicBezTo>
                  <a:pt x="495223" y="107295"/>
                  <a:pt x="492580" y="109537"/>
                  <a:pt x="488959" y="111121"/>
                </a:cubicBezTo>
                <a:lnTo>
                  <a:pt x="485838" y="106252"/>
                </a:lnTo>
                <a:cubicBezTo>
                  <a:pt x="488210" y="105216"/>
                  <a:pt x="489958" y="103694"/>
                  <a:pt x="491082" y="101685"/>
                </a:cubicBezTo>
                <a:cubicBezTo>
                  <a:pt x="492206" y="99675"/>
                  <a:pt x="492830" y="96786"/>
                  <a:pt x="492955" y="93017"/>
                </a:cubicBezTo>
                <a:lnTo>
                  <a:pt x="486587" y="93017"/>
                </a:lnTo>
                <a:close/>
                <a:moveTo>
                  <a:pt x="516137" y="68670"/>
                </a:moveTo>
                <a:lnTo>
                  <a:pt x="527374" y="67172"/>
                </a:lnTo>
                <a:cubicBezTo>
                  <a:pt x="528664" y="73540"/>
                  <a:pt x="530860" y="78128"/>
                  <a:pt x="533960" y="80937"/>
                </a:cubicBezTo>
                <a:cubicBezTo>
                  <a:pt x="537061" y="83746"/>
                  <a:pt x="540838" y="85151"/>
                  <a:pt x="545291" y="85151"/>
                </a:cubicBezTo>
                <a:cubicBezTo>
                  <a:pt x="550576" y="85151"/>
                  <a:pt x="555040" y="83323"/>
                  <a:pt x="558681" y="79667"/>
                </a:cubicBezTo>
                <a:cubicBezTo>
                  <a:pt x="562323" y="76011"/>
                  <a:pt x="564144" y="71483"/>
                  <a:pt x="564144" y="66081"/>
                </a:cubicBezTo>
                <a:cubicBezTo>
                  <a:pt x="564144" y="60929"/>
                  <a:pt x="562458" y="56680"/>
                  <a:pt x="559087" y="53336"/>
                </a:cubicBezTo>
                <a:cubicBezTo>
                  <a:pt x="555716" y="49991"/>
                  <a:pt x="551429" y="48319"/>
                  <a:pt x="546227" y="48319"/>
                </a:cubicBezTo>
                <a:cubicBezTo>
                  <a:pt x="544105" y="48319"/>
                  <a:pt x="541462" y="48735"/>
                  <a:pt x="538299" y="49567"/>
                </a:cubicBezTo>
                <a:lnTo>
                  <a:pt x="539547" y="39704"/>
                </a:lnTo>
                <a:cubicBezTo>
                  <a:pt x="540296" y="39787"/>
                  <a:pt x="540900" y="39829"/>
                  <a:pt x="541358" y="39829"/>
                </a:cubicBezTo>
                <a:cubicBezTo>
                  <a:pt x="546144" y="39829"/>
                  <a:pt x="550451" y="38591"/>
                  <a:pt x="554280" y="36114"/>
                </a:cubicBezTo>
                <a:cubicBezTo>
                  <a:pt x="558109" y="33638"/>
                  <a:pt x="560024" y="29821"/>
                  <a:pt x="560024" y="24663"/>
                </a:cubicBezTo>
                <a:cubicBezTo>
                  <a:pt x="560024" y="20578"/>
                  <a:pt x="558629" y="17194"/>
                  <a:pt x="555841" y="14512"/>
                </a:cubicBezTo>
                <a:cubicBezTo>
                  <a:pt x="553052" y="11829"/>
                  <a:pt x="549453" y="10488"/>
                  <a:pt x="545041" y="10488"/>
                </a:cubicBezTo>
                <a:cubicBezTo>
                  <a:pt x="540671" y="10488"/>
                  <a:pt x="537029" y="11861"/>
                  <a:pt x="534116" y="14608"/>
                </a:cubicBezTo>
                <a:cubicBezTo>
                  <a:pt x="531203" y="17355"/>
                  <a:pt x="529330" y="21475"/>
                  <a:pt x="528498" y="26969"/>
                </a:cubicBezTo>
                <a:lnTo>
                  <a:pt x="517261" y="24971"/>
                </a:lnTo>
                <a:cubicBezTo>
                  <a:pt x="518634" y="17399"/>
                  <a:pt x="521756" y="11532"/>
                  <a:pt x="526625" y="7368"/>
                </a:cubicBezTo>
                <a:cubicBezTo>
                  <a:pt x="531494" y="3205"/>
                  <a:pt x="537550" y="1124"/>
                  <a:pt x="544791" y="1124"/>
                </a:cubicBezTo>
                <a:cubicBezTo>
                  <a:pt x="549785" y="1124"/>
                  <a:pt x="554384" y="2192"/>
                  <a:pt x="558588" y="4329"/>
                </a:cubicBezTo>
                <a:cubicBezTo>
                  <a:pt x="562791" y="6466"/>
                  <a:pt x="566006" y="9381"/>
                  <a:pt x="568233" y="13075"/>
                </a:cubicBezTo>
                <a:cubicBezTo>
                  <a:pt x="570459" y="16767"/>
                  <a:pt x="571573" y="20688"/>
                  <a:pt x="571573" y="24838"/>
                </a:cubicBezTo>
                <a:cubicBezTo>
                  <a:pt x="571573" y="28780"/>
                  <a:pt x="570511" y="32370"/>
                  <a:pt x="568389" y="35607"/>
                </a:cubicBezTo>
                <a:cubicBezTo>
                  <a:pt x="566266" y="38843"/>
                  <a:pt x="563124" y="41415"/>
                  <a:pt x="558962" y="43325"/>
                </a:cubicBezTo>
                <a:cubicBezTo>
                  <a:pt x="564373" y="44573"/>
                  <a:pt x="568576" y="47164"/>
                  <a:pt x="571573" y="51097"/>
                </a:cubicBezTo>
                <a:cubicBezTo>
                  <a:pt x="574569" y="55030"/>
                  <a:pt x="576067" y="59951"/>
                  <a:pt x="576067" y="65861"/>
                </a:cubicBezTo>
                <a:cubicBezTo>
                  <a:pt x="576067" y="73852"/>
                  <a:pt x="573154" y="80625"/>
                  <a:pt x="567328" y="86181"/>
                </a:cubicBezTo>
                <a:cubicBezTo>
                  <a:pt x="561501" y="91737"/>
                  <a:pt x="554135" y="94515"/>
                  <a:pt x="545228" y="94515"/>
                </a:cubicBezTo>
                <a:cubicBezTo>
                  <a:pt x="537196" y="94515"/>
                  <a:pt x="530527" y="92116"/>
                  <a:pt x="525220" y="87318"/>
                </a:cubicBezTo>
                <a:cubicBezTo>
                  <a:pt x="519914" y="82521"/>
                  <a:pt x="516886" y="76305"/>
                  <a:pt x="516137" y="68670"/>
                </a:cubicBezTo>
                <a:close/>
                <a:moveTo>
                  <a:pt x="597647" y="119986"/>
                </a:moveTo>
                <a:lnTo>
                  <a:pt x="589594" y="119986"/>
                </a:lnTo>
                <a:cubicBezTo>
                  <a:pt x="602038" y="100009"/>
                  <a:pt x="608260" y="80011"/>
                  <a:pt x="608260" y="59993"/>
                </a:cubicBezTo>
                <a:cubicBezTo>
                  <a:pt x="608260" y="52169"/>
                  <a:pt x="607365" y="44407"/>
                  <a:pt x="605575" y="36707"/>
                </a:cubicBezTo>
                <a:cubicBezTo>
                  <a:pt x="604160" y="30465"/>
                  <a:pt x="602183" y="24472"/>
                  <a:pt x="599645" y="18728"/>
                </a:cubicBezTo>
                <a:cubicBezTo>
                  <a:pt x="598022" y="14983"/>
                  <a:pt x="594671" y="8740"/>
                  <a:pt x="589594" y="0"/>
                </a:cubicBezTo>
                <a:lnTo>
                  <a:pt x="597647" y="0"/>
                </a:lnTo>
                <a:cubicBezTo>
                  <a:pt x="605471" y="10446"/>
                  <a:pt x="611256" y="20934"/>
                  <a:pt x="615002" y="31463"/>
                </a:cubicBezTo>
                <a:cubicBezTo>
                  <a:pt x="618206" y="40536"/>
                  <a:pt x="619809" y="50025"/>
                  <a:pt x="619809" y="59930"/>
                </a:cubicBezTo>
                <a:cubicBezTo>
                  <a:pt x="619809" y="71167"/>
                  <a:pt x="617655" y="82030"/>
                  <a:pt x="613348" y="92517"/>
                </a:cubicBezTo>
                <a:cubicBezTo>
                  <a:pt x="609040" y="103005"/>
                  <a:pt x="603807" y="112161"/>
                  <a:pt x="59764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4DD332-D607-479B-B19D-1F5E8881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3311309"/>
            <a:ext cx="1046056" cy="220834"/>
          </a:xfrm>
          <a:custGeom xmlns:a="http://schemas.openxmlformats.org/drawingml/2006/main">
            <a:pathLst>
              <a:path w="1046056" h="220834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1D5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DBE77-5EB6-456C-8157-AE88D780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95" y="3311309"/>
            <a:ext cx="1046056" cy="220834"/>
          </a:xfrm>
          <a:custGeom xmlns:a="http://schemas.openxmlformats.org/drawingml/2006/main">
            <a:pathLst>
              <a:path w="1046056" h="220834" fill="none">
                <a:moveTo>
                  <a:pt x="0" y="0"/>
                </a:moveTo>
                <a:lnTo>
                  <a:pt x="1046056" y="0"/>
                </a:lnTo>
                <a:lnTo>
                  <a:pt x="1046056" y="220834"/>
                </a:lnTo>
                <a:lnTo>
                  <a:pt x="0" y="2208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9673A6"/>
            </a:solidFill>
            <a:miter/>
          </a:ln>
        </p:spPr>
      </p:sp>
      <p:sp>
        <p:nvSpPr>
          <p:cNvPr id="395" name="Text u(3,4)">
            <a:extLst xmlns:a="http://schemas.openxmlformats.org/drawingml/2006/main">
              <a:ext uri="{FF2B5EF4-FFF2-40B4-BE49-F238E27FC236}">
                <a16:creationId xmlns:a16="http://schemas.microsoft.com/office/drawing/2014/main" id="{59134D49-D33D-4793-93B0-924B9790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2031" y="3367878"/>
            <a:ext cx="321149" cy="119986"/>
          </a:xfrm>
          <a:custGeom xmlns:a="http://schemas.openxmlformats.org/drawingml/2006/main">
            <a:pathLst>
              <a:path w="321149" h="119986">
                <a:moveTo>
                  <a:pt x="43699" y="93017"/>
                </a:moveTo>
                <a:lnTo>
                  <a:pt x="43699" y="83278"/>
                </a:lnTo>
                <a:cubicBezTo>
                  <a:pt x="38539" y="90770"/>
                  <a:pt x="31526" y="94515"/>
                  <a:pt x="22661" y="94515"/>
                </a:cubicBezTo>
                <a:cubicBezTo>
                  <a:pt x="18749" y="94515"/>
                  <a:pt x="15097" y="93766"/>
                  <a:pt x="11705" y="92268"/>
                </a:cubicBezTo>
                <a:cubicBezTo>
                  <a:pt x="8313" y="90770"/>
                  <a:pt x="5795" y="88886"/>
                  <a:pt x="4151" y="86618"/>
                </a:cubicBezTo>
                <a:cubicBezTo>
                  <a:pt x="2508" y="84350"/>
                  <a:pt x="1353" y="81572"/>
                  <a:pt x="687" y="78284"/>
                </a:cubicBezTo>
                <a:cubicBezTo>
                  <a:pt x="229" y="76078"/>
                  <a:pt x="0" y="72582"/>
                  <a:pt x="0" y="67796"/>
                </a:cubicBezTo>
                <a:lnTo>
                  <a:pt x="0" y="26719"/>
                </a:lnTo>
                <a:lnTo>
                  <a:pt x="11237" y="26719"/>
                </a:lnTo>
                <a:lnTo>
                  <a:pt x="11237" y="63489"/>
                </a:lnTo>
                <a:cubicBezTo>
                  <a:pt x="11237" y="69357"/>
                  <a:pt x="11466" y="73311"/>
                  <a:pt x="11924" y="75350"/>
                </a:cubicBezTo>
                <a:cubicBezTo>
                  <a:pt x="12631" y="78305"/>
                  <a:pt x="14129" y="80625"/>
                  <a:pt x="16418" y="82311"/>
                </a:cubicBezTo>
                <a:cubicBezTo>
                  <a:pt x="18707" y="83996"/>
                  <a:pt x="21537" y="84839"/>
                  <a:pt x="24909" y="84839"/>
                </a:cubicBezTo>
                <a:cubicBezTo>
                  <a:pt x="28280" y="84839"/>
                  <a:pt x="31443" y="83975"/>
                  <a:pt x="34398" y="82248"/>
                </a:cubicBezTo>
                <a:cubicBezTo>
                  <a:pt x="37352" y="80521"/>
                  <a:pt x="39444" y="78170"/>
                  <a:pt x="40671" y="75194"/>
                </a:cubicBezTo>
                <a:cubicBezTo>
                  <a:pt x="41899" y="72218"/>
                  <a:pt x="42513" y="67900"/>
                  <a:pt x="42513" y="62240"/>
                </a:cubicBezTo>
                <a:lnTo>
                  <a:pt x="42513" y="26719"/>
                </a:lnTo>
                <a:lnTo>
                  <a:pt x="53750" y="26719"/>
                </a:lnTo>
                <a:lnTo>
                  <a:pt x="53750" y="93017"/>
                </a:lnTo>
                <a:lnTo>
                  <a:pt x="43699" y="93017"/>
                </a:lnTo>
                <a:close/>
                <a:moveTo>
                  <a:pt x="92809" y="119986"/>
                </a:moveTo>
                <a:cubicBezTo>
                  <a:pt x="86608" y="112161"/>
                  <a:pt x="81364" y="103005"/>
                  <a:pt x="77077" y="92517"/>
                </a:cubicBezTo>
                <a:cubicBezTo>
                  <a:pt x="72791" y="82030"/>
                  <a:pt x="70647" y="71167"/>
                  <a:pt x="70647" y="59930"/>
                </a:cubicBezTo>
                <a:cubicBezTo>
                  <a:pt x="70647" y="50025"/>
                  <a:pt x="72250" y="40536"/>
                  <a:pt x="75454" y="31463"/>
                </a:cubicBezTo>
                <a:cubicBezTo>
                  <a:pt x="79200" y="20934"/>
                  <a:pt x="84985" y="10446"/>
                  <a:pt x="92809" y="0"/>
                </a:cubicBezTo>
                <a:lnTo>
                  <a:pt x="100862" y="0"/>
                </a:lnTo>
                <a:cubicBezTo>
                  <a:pt x="95826" y="8657"/>
                  <a:pt x="92497" y="14837"/>
                  <a:pt x="90874" y="18541"/>
                </a:cubicBezTo>
                <a:cubicBezTo>
                  <a:pt x="88335" y="24284"/>
                  <a:pt x="86337" y="30277"/>
                  <a:pt x="84881" y="36520"/>
                </a:cubicBezTo>
                <a:cubicBezTo>
                  <a:pt x="83091" y="44303"/>
                  <a:pt x="82196" y="52127"/>
                  <a:pt x="82196" y="59993"/>
                </a:cubicBezTo>
                <a:cubicBezTo>
                  <a:pt x="82196" y="80011"/>
                  <a:pt x="88418" y="100009"/>
                  <a:pt x="100862" y="119986"/>
                </a:cubicBezTo>
                <a:lnTo>
                  <a:pt x="92809" y="119986"/>
                </a:lnTo>
                <a:close/>
                <a:moveTo>
                  <a:pt x="110850" y="68670"/>
                </a:moveTo>
                <a:lnTo>
                  <a:pt x="122087" y="67172"/>
                </a:lnTo>
                <a:cubicBezTo>
                  <a:pt x="123377" y="73540"/>
                  <a:pt x="125572" y="78128"/>
                  <a:pt x="128673" y="80937"/>
                </a:cubicBezTo>
                <a:cubicBezTo>
                  <a:pt x="131773" y="83746"/>
                  <a:pt x="135550" y="85151"/>
                  <a:pt x="140003" y="85151"/>
                </a:cubicBezTo>
                <a:cubicBezTo>
                  <a:pt x="145289" y="85151"/>
                  <a:pt x="149753" y="83323"/>
                  <a:pt x="153394" y="79667"/>
                </a:cubicBezTo>
                <a:cubicBezTo>
                  <a:pt x="157036" y="76011"/>
                  <a:pt x="158857" y="71483"/>
                  <a:pt x="158857" y="66081"/>
                </a:cubicBezTo>
                <a:cubicBezTo>
                  <a:pt x="158857" y="60929"/>
                  <a:pt x="157171" y="56680"/>
                  <a:pt x="153800" y="53336"/>
                </a:cubicBezTo>
                <a:cubicBezTo>
                  <a:pt x="150429" y="49991"/>
                  <a:pt x="146142" y="48319"/>
                  <a:pt x="140940" y="48319"/>
                </a:cubicBezTo>
                <a:cubicBezTo>
                  <a:pt x="138817" y="48319"/>
                  <a:pt x="136175" y="48735"/>
                  <a:pt x="133012" y="49567"/>
                </a:cubicBezTo>
                <a:lnTo>
                  <a:pt x="134260" y="39704"/>
                </a:lnTo>
                <a:cubicBezTo>
                  <a:pt x="135009" y="39787"/>
                  <a:pt x="135613" y="39829"/>
                  <a:pt x="136071" y="39829"/>
                </a:cubicBezTo>
                <a:cubicBezTo>
                  <a:pt x="140857" y="39829"/>
                  <a:pt x="145164" y="38591"/>
                  <a:pt x="148993" y="36114"/>
                </a:cubicBezTo>
                <a:cubicBezTo>
                  <a:pt x="152822" y="33638"/>
                  <a:pt x="154736" y="29821"/>
                  <a:pt x="154736" y="24663"/>
                </a:cubicBezTo>
                <a:cubicBezTo>
                  <a:pt x="154736" y="20578"/>
                  <a:pt x="153342" y="17194"/>
                  <a:pt x="150554" y="14512"/>
                </a:cubicBezTo>
                <a:cubicBezTo>
                  <a:pt x="147765" y="11829"/>
                  <a:pt x="144165" y="10488"/>
                  <a:pt x="139754" y="10488"/>
                </a:cubicBezTo>
                <a:cubicBezTo>
                  <a:pt x="135384" y="10488"/>
                  <a:pt x="131742" y="11861"/>
                  <a:pt x="128829" y="14608"/>
                </a:cubicBezTo>
                <a:cubicBezTo>
                  <a:pt x="125916" y="17355"/>
                  <a:pt x="124043" y="21475"/>
                  <a:pt x="123210" y="26969"/>
                </a:cubicBezTo>
                <a:lnTo>
                  <a:pt x="111974" y="24971"/>
                </a:lnTo>
                <a:cubicBezTo>
                  <a:pt x="113347" y="17399"/>
                  <a:pt x="116468" y="11532"/>
                  <a:pt x="121338" y="7368"/>
                </a:cubicBezTo>
                <a:cubicBezTo>
                  <a:pt x="126207" y="3205"/>
                  <a:pt x="132262" y="1124"/>
                  <a:pt x="139504" y="1124"/>
                </a:cubicBezTo>
                <a:cubicBezTo>
                  <a:pt x="144498" y="1124"/>
                  <a:pt x="149097" y="2192"/>
                  <a:pt x="153300" y="4329"/>
                </a:cubicBezTo>
                <a:cubicBezTo>
                  <a:pt x="157504" y="6466"/>
                  <a:pt x="160719" y="9381"/>
                  <a:pt x="162946" y="13075"/>
                </a:cubicBezTo>
                <a:cubicBezTo>
                  <a:pt x="165172" y="16767"/>
                  <a:pt x="166285" y="20688"/>
                  <a:pt x="166285" y="24838"/>
                </a:cubicBezTo>
                <a:cubicBezTo>
                  <a:pt x="166285" y="28780"/>
                  <a:pt x="165224" y="32370"/>
                  <a:pt x="163102" y="35607"/>
                </a:cubicBezTo>
                <a:cubicBezTo>
                  <a:pt x="160979" y="38843"/>
                  <a:pt x="157837" y="41415"/>
                  <a:pt x="153675" y="43325"/>
                </a:cubicBezTo>
                <a:cubicBezTo>
                  <a:pt x="159085" y="44573"/>
                  <a:pt x="163289" y="47164"/>
                  <a:pt x="166285" y="51097"/>
                </a:cubicBezTo>
                <a:cubicBezTo>
                  <a:pt x="169282" y="55030"/>
                  <a:pt x="170780" y="59951"/>
                  <a:pt x="170780" y="65861"/>
                </a:cubicBezTo>
                <a:cubicBezTo>
                  <a:pt x="170780" y="73852"/>
                  <a:pt x="167867" y="80625"/>
                  <a:pt x="162040" y="86181"/>
                </a:cubicBezTo>
                <a:cubicBezTo>
                  <a:pt x="156214" y="91737"/>
                  <a:pt x="148847" y="94515"/>
                  <a:pt x="139941" y="94515"/>
                </a:cubicBezTo>
                <a:cubicBezTo>
                  <a:pt x="131909" y="94515"/>
                  <a:pt x="125239" y="92116"/>
                  <a:pt x="119933" y="87318"/>
                </a:cubicBezTo>
                <a:cubicBezTo>
                  <a:pt x="114627" y="82521"/>
                  <a:pt x="111599" y="76305"/>
                  <a:pt x="110850" y="68670"/>
                </a:cubicBezTo>
                <a:close/>
                <a:moveTo>
                  <a:pt x="187927" y="93017"/>
                </a:moveTo>
                <a:lnTo>
                  <a:pt x="187927" y="80157"/>
                </a:lnTo>
                <a:lnTo>
                  <a:pt x="200725" y="80157"/>
                </a:lnTo>
                <a:lnTo>
                  <a:pt x="200725" y="92980"/>
                </a:lnTo>
                <a:cubicBezTo>
                  <a:pt x="200725" y="97693"/>
                  <a:pt x="199892" y="101499"/>
                  <a:pt x="198228" y="104396"/>
                </a:cubicBezTo>
                <a:cubicBezTo>
                  <a:pt x="196563" y="107295"/>
                  <a:pt x="193920" y="109537"/>
                  <a:pt x="190299" y="111121"/>
                </a:cubicBezTo>
                <a:lnTo>
                  <a:pt x="187178" y="106252"/>
                </a:lnTo>
                <a:cubicBezTo>
                  <a:pt x="189550" y="105216"/>
                  <a:pt x="191298" y="103694"/>
                  <a:pt x="192422" y="101685"/>
                </a:cubicBezTo>
                <a:cubicBezTo>
                  <a:pt x="193546" y="99675"/>
                  <a:pt x="194170" y="96786"/>
                  <a:pt x="194295" y="93017"/>
                </a:cubicBezTo>
                <a:lnTo>
                  <a:pt x="187927" y="93017"/>
                </a:lnTo>
                <a:close/>
                <a:moveTo>
                  <a:pt x="253435" y="93017"/>
                </a:moveTo>
                <a:lnTo>
                  <a:pt x="253435" y="71105"/>
                </a:lnTo>
                <a:lnTo>
                  <a:pt x="213731" y="71105"/>
                </a:lnTo>
                <a:lnTo>
                  <a:pt x="213731" y="60804"/>
                </a:lnTo>
                <a:lnTo>
                  <a:pt x="255495" y="1498"/>
                </a:lnTo>
                <a:lnTo>
                  <a:pt x="264672" y="1498"/>
                </a:lnTo>
                <a:lnTo>
                  <a:pt x="264672" y="60804"/>
                </a:lnTo>
                <a:lnTo>
                  <a:pt x="277033" y="60804"/>
                </a:lnTo>
                <a:lnTo>
                  <a:pt x="277033" y="71105"/>
                </a:lnTo>
                <a:lnTo>
                  <a:pt x="264672" y="71105"/>
                </a:lnTo>
                <a:lnTo>
                  <a:pt x="264672" y="93017"/>
                </a:lnTo>
                <a:lnTo>
                  <a:pt x="253435" y="93017"/>
                </a:lnTo>
                <a:moveTo>
                  <a:pt x="253435" y="60804"/>
                </a:moveTo>
                <a:lnTo>
                  <a:pt x="253435" y="19540"/>
                </a:lnTo>
                <a:lnTo>
                  <a:pt x="224781" y="60804"/>
                </a:lnTo>
                <a:lnTo>
                  <a:pt x="253435" y="60804"/>
                </a:lnTo>
                <a:close/>
                <a:moveTo>
                  <a:pt x="298987" y="119986"/>
                </a:moveTo>
                <a:lnTo>
                  <a:pt x="290934" y="119986"/>
                </a:lnTo>
                <a:cubicBezTo>
                  <a:pt x="303378" y="100009"/>
                  <a:pt x="309600" y="80011"/>
                  <a:pt x="309600" y="59993"/>
                </a:cubicBezTo>
                <a:cubicBezTo>
                  <a:pt x="309600" y="52169"/>
                  <a:pt x="308705" y="44407"/>
                  <a:pt x="306916" y="36707"/>
                </a:cubicBezTo>
                <a:cubicBezTo>
                  <a:pt x="305501" y="30465"/>
                  <a:pt x="303524" y="24472"/>
                  <a:pt x="300985" y="18728"/>
                </a:cubicBezTo>
                <a:cubicBezTo>
                  <a:pt x="299362" y="14983"/>
                  <a:pt x="296012" y="8740"/>
                  <a:pt x="290934" y="0"/>
                </a:cubicBezTo>
                <a:lnTo>
                  <a:pt x="298987" y="0"/>
                </a:lnTo>
                <a:cubicBezTo>
                  <a:pt x="306812" y="10446"/>
                  <a:pt x="312597" y="20934"/>
                  <a:pt x="316342" y="31463"/>
                </a:cubicBezTo>
                <a:cubicBezTo>
                  <a:pt x="319547" y="40536"/>
                  <a:pt x="321149" y="50025"/>
                  <a:pt x="321149" y="59930"/>
                </a:cubicBezTo>
                <a:cubicBezTo>
                  <a:pt x="321149" y="71167"/>
                  <a:pt x="318995" y="82030"/>
                  <a:pt x="314688" y="92517"/>
                </a:cubicBezTo>
                <a:cubicBezTo>
                  <a:pt x="310380" y="103005"/>
                  <a:pt x="305147" y="112161"/>
                  <a:pt x="298987" y="1199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EF3265-88EC-4FCB-AA12-A6843F3E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925" y="1495238"/>
            <a:ext cx="507105" cy="10"/>
          </a:xfrm>
          <a:custGeom xmlns:a="http://schemas.openxmlformats.org/drawingml/2006/main">
            <a:pathLst>
              <a:path w="507105" h="1" fill="none">
                <a:moveTo>
                  <a:pt x="0" y="0"/>
                </a:moveTo>
                <a:lnTo>
                  <a:pt x="507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E77E0-3108-4B65-8D53-68039EE2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690" y="1454558"/>
            <a:ext cx="81360" cy="81360"/>
          </a:xfrm>
          <a:custGeom xmlns:a="http://schemas.openxmlformats.org/drawingml/2006/main">
            <a:pathLst>
              <a:path w="81360" h="81360">
                <a:moveTo>
                  <a:pt x="81360" y="40680"/>
                </a:moveTo>
                <a:lnTo>
                  <a:pt x="0" y="81360"/>
                </a:lnTo>
                <a:lnTo>
                  <a:pt x="20340" y="40680"/>
                </a:lnTo>
                <a:lnTo>
                  <a:pt x="0" y="0"/>
                </a:lnTo>
                <a:lnTo>
                  <a:pt x="81360" y="40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CE1EA9-DC58-4A59-A10D-75539FF1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3690" y="1454558"/>
            <a:ext cx="81360" cy="81360"/>
          </a:xfrm>
          <a:custGeom xmlns:a="http://schemas.openxmlformats.org/drawingml/2006/main">
            <a:pathLst>
              <a:path w="81360" h="81360" fill="none">
                <a:moveTo>
                  <a:pt x="81360" y="40680"/>
                </a:moveTo>
                <a:lnTo>
                  <a:pt x="0" y="81360"/>
                </a:lnTo>
                <a:lnTo>
                  <a:pt x="20340" y="40680"/>
                </a:lnTo>
                <a:lnTo>
                  <a:pt x="0" y="0"/>
                </a:lnTo>
                <a:lnTo>
                  <a:pt x="81360" y="406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399" name="Text round1">
            <a:extLst xmlns:a="http://schemas.openxmlformats.org/drawingml/2006/main">
              <a:ext uri="{FF2B5EF4-FFF2-40B4-BE49-F238E27FC236}">
                <a16:creationId xmlns:a16="http://schemas.microsoft.com/office/drawing/2014/main" id="{A2451452-E8EA-4419-9C5D-17E4AE7F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6999" y="1279884"/>
            <a:ext cx="500644" cy="102290"/>
          </a:xfrm>
          <a:custGeom xmlns:a="http://schemas.openxmlformats.org/drawingml/2006/main">
            <a:pathLst>
              <a:path w="500644" h="102290">
                <a:moveTo>
                  <a:pt x="15119" y="28194"/>
                </a:moveTo>
                <a:lnTo>
                  <a:pt x="33370" y="28194"/>
                </a:lnTo>
                <a:lnTo>
                  <a:pt x="30442" y="42194"/>
                </a:lnTo>
                <a:cubicBezTo>
                  <a:pt x="37252" y="31681"/>
                  <a:pt x="44630" y="26424"/>
                  <a:pt x="52575" y="26424"/>
                </a:cubicBezTo>
                <a:cubicBezTo>
                  <a:pt x="55390" y="26424"/>
                  <a:pt x="58409" y="27128"/>
                  <a:pt x="61633" y="28535"/>
                </a:cubicBezTo>
                <a:lnTo>
                  <a:pt x="54142" y="44539"/>
                </a:lnTo>
                <a:cubicBezTo>
                  <a:pt x="52371" y="43904"/>
                  <a:pt x="50487" y="43586"/>
                  <a:pt x="48489" y="43586"/>
                </a:cubicBezTo>
                <a:cubicBezTo>
                  <a:pt x="45129" y="43586"/>
                  <a:pt x="41713" y="44860"/>
                  <a:pt x="38240" y="47408"/>
                </a:cubicBezTo>
                <a:cubicBezTo>
                  <a:pt x="34766" y="49955"/>
                  <a:pt x="32054" y="53355"/>
                  <a:pt x="30101" y="57608"/>
                </a:cubicBezTo>
                <a:cubicBezTo>
                  <a:pt x="28149" y="61861"/>
                  <a:pt x="26220" y="68604"/>
                  <a:pt x="24313" y="77839"/>
                </a:cubicBezTo>
                <a:lnTo>
                  <a:pt x="19545" y="100520"/>
                </a:lnTo>
                <a:lnTo>
                  <a:pt x="0" y="100520"/>
                </a:lnTo>
                <a:lnTo>
                  <a:pt x="15119" y="28194"/>
                </a:lnTo>
                <a:close/>
                <a:moveTo>
                  <a:pt x="58205" y="70497"/>
                </a:moveTo>
                <a:cubicBezTo>
                  <a:pt x="58205" y="57079"/>
                  <a:pt x="61985" y="46379"/>
                  <a:pt x="69544" y="38397"/>
                </a:cubicBezTo>
                <a:cubicBezTo>
                  <a:pt x="77104" y="30415"/>
                  <a:pt x="87035" y="26424"/>
                  <a:pt x="99339" y="26424"/>
                </a:cubicBezTo>
                <a:cubicBezTo>
                  <a:pt x="110008" y="26424"/>
                  <a:pt x="118340" y="29369"/>
                  <a:pt x="124333" y="35260"/>
                </a:cubicBezTo>
                <a:cubicBezTo>
                  <a:pt x="130326" y="41150"/>
                  <a:pt x="133322" y="49075"/>
                  <a:pt x="133322" y="59036"/>
                </a:cubicBezTo>
                <a:cubicBezTo>
                  <a:pt x="133322" y="70770"/>
                  <a:pt x="129577" y="80912"/>
                  <a:pt x="122085" y="89463"/>
                </a:cubicBezTo>
                <a:cubicBezTo>
                  <a:pt x="114594" y="98015"/>
                  <a:pt x="104560" y="102290"/>
                  <a:pt x="91984" y="102290"/>
                </a:cubicBezTo>
                <a:cubicBezTo>
                  <a:pt x="85174" y="102290"/>
                  <a:pt x="79135" y="100926"/>
                  <a:pt x="73869" y="98198"/>
                </a:cubicBezTo>
                <a:cubicBezTo>
                  <a:pt x="68602" y="95468"/>
                  <a:pt x="64675" y="91602"/>
                  <a:pt x="62087" y="86599"/>
                </a:cubicBezTo>
                <a:cubicBezTo>
                  <a:pt x="59499" y="81595"/>
                  <a:pt x="58205" y="76227"/>
                  <a:pt x="58205" y="70497"/>
                </a:cubicBezTo>
                <a:moveTo>
                  <a:pt x="113913" y="56502"/>
                </a:moveTo>
                <a:cubicBezTo>
                  <a:pt x="113913" y="51858"/>
                  <a:pt x="112562" y="48136"/>
                  <a:pt x="109861" y="45335"/>
                </a:cubicBezTo>
                <a:cubicBezTo>
                  <a:pt x="107159" y="42534"/>
                  <a:pt x="103675" y="41134"/>
                  <a:pt x="99407" y="41134"/>
                </a:cubicBezTo>
                <a:cubicBezTo>
                  <a:pt x="95185" y="41134"/>
                  <a:pt x="91439" y="42444"/>
                  <a:pt x="88170" y="45063"/>
                </a:cubicBezTo>
                <a:cubicBezTo>
                  <a:pt x="84901" y="47680"/>
                  <a:pt x="82359" y="51483"/>
                  <a:pt x="80543" y="56470"/>
                </a:cubicBezTo>
                <a:cubicBezTo>
                  <a:pt x="78727" y="61456"/>
                  <a:pt x="77819" y="66043"/>
                  <a:pt x="77819" y="70231"/>
                </a:cubicBezTo>
                <a:cubicBezTo>
                  <a:pt x="77819" y="75422"/>
                  <a:pt x="79226" y="79544"/>
                  <a:pt x="82041" y="82596"/>
                </a:cubicBezTo>
                <a:cubicBezTo>
                  <a:pt x="84856" y="85646"/>
                  <a:pt x="88397" y="87171"/>
                  <a:pt x="92665" y="87171"/>
                </a:cubicBezTo>
                <a:cubicBezTo>
                  <a:pt x="98022" y="87171"/>
                  <a:pt x="102517" y="84872"/>
                  <a:pt x="106149" y="80272"/>
                </a:cubicBezTo>
                <a:cubicBezTo>
                  <a:pt x="111325" y="73761"/>
                  <a:pt x="113913" y="65838"/>
                  <a:pt x="113913" y="56502"/>
                </a:cubicBezTo>
                <a:close/>
                <a:moveTo>
                  <a:pt x="155547" y="28194"/>
                </a:moveTo>
                <a:lnTo>
                  <a:pt x="175092" y="28194"/>
                </a:lnTo>
                <a:lnTo>
                  <a:pt x="166171" y="71031"/>
                </a:lnTo>
                <a:cubicBezTo>
                  <a:pt x="165081" y="76161"/>
                  <a:pt x="164536" y="79362"/>
                  <a:pt x="164536" y="80634"/>
                </a:cubicBezTo>
                <a:cubicBezTo>
                  <a:pt x="164536" y="82722"/>
                  <a:pt x="165308" y="84515"/>
                  <a:pt x="166852" y="86014"/>
                </a:cubicBezTo>
                <a:cubicBezTo>
                  <a:pt x="168395" y="87512"/>
                  <a:pt x="170370" y="88261"/>
                  <a:pt x="172776" y="88261"/>
                </a:cubicBezTo>
                <a:cubicBezTo>
                  <a:pt x="174502" y="88261"/>
                  <a:pt x="176204" y="87933"/>
                  <a:pt x="177884" y="87276"/>
                </a:cubicBezTo>
                <a:cubicBezTo>
                  <a:pt x="179564" y="86617"/>
                  <a:pt x="181289" y="85619"/>
                  <a:pt x="183060" y="84281"/>
                </a:cubicBezTo>
                <a:cubicBezTo>
                  <a:pt x="184831" y="82942"/>
                  <a:pt x="186420" y="81410"/>
                  <a:pt x="187827" y="79687"/>
                </a:cubicBezTo>
                <a:cubicBezTo>
                  <a:pt x="189235" y="77963"/>
                  <a:pt x="190551" y="75695"/>
                  <a:pt x="191777" y="72883"/>
                </a:cubicBezTo>
                <a:cubicBezTo>
                  <a:pt x="192640" y="70796"/>
                  <a:pt x="193571" y="67391"/>
                  <a:pt x="194569" y="62669"/>
                </a:cubicBezTo>
                <a:lnTo>
                  <a:pt x="201788" y="28194"/>
                </a:lnTo>
                <a:lnTo>
                  <a:pt x="221334" y="28194"/>
                </a:lnTo>
                <a:lnTo>
                  <a:pt x="206215" y="100520"/>
                </a:lnTo>
                <a:lnTo>
                  <a:pt x="187963" y="100520"/>
                </a:lnTo>
                <a:lnTo>
                  <a:pt x="190006" y="90764"/>
                </a:lnTo>
                <a:cubicBezTo>
                  <a:pt x="182016" y="98448"/>
                  <a:pt x="173321" y="102290"/>
                  <a:pt x="163923" y="102290"/>
                </a:cubicBezTo>
                <a:cubicBezTo>
                  <a:pt x="157976" y="102290"/>
                  <a:pt x="153299" y="100582"/>
                  <a:pt x="149894" y="97165"/>
                </a:cubicBezTo>
                <a:cubicBezTo>
                  <a:pt x="146489" y="93748"/>
                  <a:pt x="144786" y="89168"/>
                  <a:pt x="144786" y="83426"/>
                </a:cubicBezTo>
                <a:cubicBezTo>
                  <a:pt x="144786" y="80929"/>
                  <a:pt x="145558" y="75957"/>
                  <a:pt x="147102" y="68511"/>
                </a:cubicBezTo>
                <a:lnTo>
                  <a:pt x="155547" y="28194"/>
                </a:lnTo>
                <a:close/>
                <a:moveTo>
                  <a:pt x="241173" y="28194"/>
                </a:moveTo>
                <a:lnTo>
                  <a:pt x="259697" y="28194"/>
                </a:lnTo>
                <a:lnTo>
                  <a:pt x="257790" y="37608"/>
                </a:lnTo>
                <a:cubicBezTo>
                  <a:pt x="262421" y="33582"/>
                  <a:pt x="266746" y="30712"/>
                  <a:pt x="270764" y="28997"/>
                </a:cubicBezTo>
                <a:cubicBezTo>
                  <a:pt x="274782" y="27282"/>
                  <a:pt x="279016" y="26424"/>
                  <a:pt x="283465" y="26424"/>
                </a:cubicBezTo>
                <a:cubicBezTo>
                  <a:pt x="289413" y="26424"/>
                  <a:pt x="294100" y="28132"/>
                  <a:pt x="297528" y="31549"/>
                </a:cubicBezTo>
                <a:cubicBezTo>
                  <a:pt x="300956" y="34965"/>
                  <a:pt x="302670" y="39498"/>
                  <a:pt x="302670" y="45148"/>
                </a:cubicBezTo>
                <a:cubicBezTo>
                  <a:pt x="302670" y="47687"/>
                  <a:pt x="301921" y="52501"/>
                  <a:pt x="300423" y="59590"/>
                </a:cubicBezTo>
                <a:lnTo>
                  <a:pt x="291910" y="100520"/>
                </a:lnTo>
                <a:lnTo>
                  <a:pt x="272364" y="100520"/>
                </a:lnTo>
                <a:lnTo>
                  <a:pt x="280945" y="59449"/>
                </a:lnTo>
                <a:cubicBezTo>
                  <a:pt x="282216" y="53313"/>
                  <a:pt x="282852" y="49655"/>
                  <a:pt x="282852" y="48476"/>
                </a:cubicBezTo>
                <a:cubicBezTo>
                  <a:pt x="282852" y="45983"/>
                  <a:pt x="282114" y="44023"/>
                  <a:pt x="280639" y="42596"/>
                </a:cubicBezTo>
                <a:cubicBezTo>
                  <a:pt x="279163" y="41167"/>
                  <a:pt x="277109" y="40453"/>
                  <a:pt x="274475" y="40453"/>
                </a:cubicBezTo>
                <a:cubicBezTo>
                  <a:pt x="271615" y="40453"/>
                  <a:pt x="268437" y="41656"/>
                  <a:pt x="264941" y="44062"/>
                </a:cubicBezTo>
                <a:cubicBezTo>
                  <a:pt x="261445" y="46469"/>
                  <a:pt x="258698" y="49647"/>
                  <a:pt x="256701" y="53597"/>
                </a:cubicBezTo>
                <a:cubicBezTo>
                  <a:pt x="255248" y="56413"/>
                  <a:pt x="253613" y="62157"/>
                  <a:pt x="251797" y="70829"/>
                </a:cubicBezTo>
                <a:lnTo>
                  <a:pt x="245600" y="100520"/>
                </a:lnTo>
                <a:lnTo>
                  <a:pt x="226054" y="100520"/>
                </a:lnTo>
                <a:lnTo>
                  <a:pt x="241173" y="28194"/>
                </a:lnTo>
                <a:close/>
                <a:moveTo>
                  <a:pt x="377810" y="100520"/>
                </a:moveTo>
                <a:lnTo>
                  <a:pt x="359286" y="100520"/>
                </a:lnTo>
                <a:lnTo>
                  <a:pt x="360920" y="92694"/>
                </a:lnTo>
                <a:cubicBezTo>
                  <a:pt x="357379" y="96122"/>
                  <a:pt x="353895" y="98579"/>
                  <a:pt x="350467" y="100064"/>
                </a:cubicBezTo>
                <a:cubicBezTo>
                  <a:pt x="347039" y="101548"/>
                  <a:pt x="343168" y="102290"/>
                  <a:pt x="338855" y="102290"/>
                </a:cubicBezTo>
                <a:cubicBezTo>
                  <a:pt x="331364" y="102290"/>
                  <a:pt x="325291" y="99732"/>
                  <a:pt x="320638" y="94616"/>
                </a:cubicBezTo>
                <a:cubicBezTo>
                  <a:pt x="315984" y="89498"/>
                  <a:pt x="313657" y="81936"/>
                  <a:pt x="313657" y="71929"/>
                </a:cubicBezTo>
                <a:cubicBezTo>
                  <a:pt x="313657" y="60332"/>
                  <a:pt x="316926" y="49848"/>
                  <a:pt x="323464" y="40479"/>
                </a:cubicBezTo>
                <a:cubicBezTo>
                  <a:pt x="330002" y="31109"/>
                  <a:pt x="338651" y="26424"/>
                  <a:pt x="349411" y="26424"/>
                </a:cubicBezTo>
                <a:cubicBezTo>
                  <a:pt x="359127" y="26424"/>
                  <a:pt x="366414" y="30283"/>
                  <a:pt x="371272" y="38001"/>
                </a:cubicBezTo>
                <a:lnTo>
                  <a:pt x="379104" y="681"/>
                </a:lnTo>
                <a:lnTo>
                  <a:pt x="398649" y="681"/>
                </a:lnTo>
                <a:lnTo>
                  <a:pt x="377810" y="100520"/>
                </a:lnTo>
                <a:moveTo>
                  <a:pt x="332658" y="71076"/>
                </a:moveTo>
                <a:cubicBezTo>
                  <a:pt x="332658" y="76259"/>
                  <a:pt x="333963" y="80305"/>
                  <a:pt x="336574" y="83215"/>
                </a:cubicBezTo>
                <a:cubicBezTo>
                  <a:pt x="339184" y="86125"/>
                  <a:pt x="342397" y="87580"/>
                  <a:pt x="346210" y="87580"/>
                </a:cubicBezTo>
                <a:cubicBezTo>
                  <a:pt x="349752" y="87580"/>
                  <a:pt x="353055" y="86364"/>
                  <a:pt x="356119" y="83932"/>
                </a:cubicBezTo>
                <a:cubicBezTo>
                  <a:pt x="359184" y="81499"/>
                  <a:pt x="361636" y="77782"/>
                  <a:pt x="363474" y="72780"/>
                </a:cubicBezTo>
                <a:cubicBezTo>
                  <a:pt x="365313" y="67779"/>
                  <a:pt x="366232" y="62982"/>
                  <a:pt x="366232" y="58390"/>
                </a:cubicBezTo>
                <a:cubicBezTo>
                  <a:pt x="366232" y="53161"/>
                  <a:pt x="364825" y="48933"/>
                  <a:pt x="362010" y="45705"/>
                </a:cubicBezTo>
                <a:cubicBezTo>
                  <a:pt x="359195" y="42476"/>
                  <a:pt x="355949" y="40862"/>
                  <a:pt x="352271" y="40862"/>
                </a:cubicBezTo>
                <a:cubicBezTo>
                  <a:pt x="346551" y="40862"/>
                  <a:pt x="341852" y="44045"/>
                  <a:pt x="338174" y="50411"/>
                </a:cubicBezTo>
                <a:cubicBezTo>
                  <a:pt x="334497" y="56776"/>
                  <a:pt x="332658" y="63664"/>
                  <a:pt x="332658" y="71076"/>
                </a:cubicBezTo>
                <a:close/>
                <a:moveTo>
                  <a:pt x="445958" y="43177"/>
                </a:moveTo>
                <a:lnTo>
                  <a:pt x="449635" y="25743"/>
                </a:lnTo>
                <a:cubicBezTo>
                  <a:pt x="466479" y="18368"/>
                  <a:pt x="479510" y="9787"/>
                  <a:pt x="488726" y="0"/>
                </a:cubicBezTo>
                <a:lnTo>
                  <a:pt x="500644" y="0"/>
                </a:lnTo>
                <a:lnTo>
                  <a:pt x="479601" y="100520"/>
                </a:lnTo>
                <a:lnTo>
                  <a:pt x="459919" y="100520"/>
                </a:lnTo>
                <a:lnTo>
                  <a:pt x="474425" y="31327"/>
                </a:lnTo>
                <a:cubicBezTo>
                  <a:pt x="470339" y="33961"/>
                  <a:pt x="465628" y="36367"/>
                  <a:pt x="460293" y="38546"/>
                </a:cubicBezTo>
                <a:cubicBezTo>
                  <a:pt x="454959" y="40725"/>
                  <a:pt x="450180" y="42269"/>
                  <a:pt x="445958" y="43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62972-8E79-42F9-861A-A3711EA9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387" y="3266212"/>
            <a:ext cx="10" cy="274648"/>
          </a:xfrm>
          <a:custGeom xmlns:a="http://schemas.openxmlformats.org/drawingml/2006/main">
            <a:pathLst>
              <a:path w="1" h="274648" fill="none">
                <a:moveTo>
                  <a:pt x="0" y="27464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AA3E0-1514-4D48-98BE-9CC272F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707" y="3205192"/>
            <a:ext cx="81360" cy="81360"/>
          </a:xfrm>
          <a:custGeom xmlns:a="http://schemas.openxmlformats.org/drawingml/2006/main">
            <a:pathLst>
              <a:path w="81360" h="81360">
                <a:moveTo>
                  <a:pt x="40680" y="0"/>
                </a:moveTo>
                <a:lnTo>
                  <a:pt x="81360" y="81360"/>
                </a:lnTo>
                <a:lnTo>
                  <a:pt x="40680" y="61020"/>
                </a:lnTo>
                <a:lnTo>
                  <a:pt x="0" y="81360"/>
                </a:lnTo>
                <a:lnTo>
                  <a:pt x="406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E3C464-9421-496E-86EC-73E3ECD7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707" y="3205192"/>
            <a:ext cx="81360" cy="81360"/>
          </a:xfrm>
          <a:custGeom xmlns:a="http://schemas.openxmlformats.org/drawingml/2006/main">
            <a:pathLst>
              <a:path w="81360" h="81360" fill="none">
                <a:moveTo>
                  <a:pt x="40680" y="0"/>
                </a:moveTo>
                <a:lnTo>
                  <a:pt x="81360" y="81360"/>
                </a:lnTo>
                <a:lnTo>
                  <a:pt x="40680" y="61020"/>
                </a:lnTo>
                <a:lnTo>
                  <a:pt x="0" y="81360"/>
                </a:lnTo>
                <a:lnTo>
                  <a:pt x="4068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BB732-7222-403F-9D42-D8F112A5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4" y="3612019"/>
            <a:ext cx="112762" cy="104553"/>
          </a:xfrm>
          <a:custGeom xmlns:a="http://schemas.openxmlformats.org/drawingml/2006/main">
            <a:pathLst>
              <a:path w="112762" h="104553">
                <a:moveTo>
                  <a:pt x="3137" y="37065"/>
                </a:moveTo>
                <a:cubicBezTo>
                  <a:pt x="1046" y="37065"/>
                  <a:pt x="0" y="36653"/>
                  <a:pt x="0" y="35829"/>
                </a:cubicBezTo>
                <a:cubicBezTo>
                  <a:pt x="0" y="35314"/>
                  <a:pt x="881" y="32431"/>
                  <a:pt x="2642" y="27181"/>
                </a:cubicBezTo>
                <a:cubicBezTo>
                  <a:pt x="4403" y="21930"/>
                  <a:pt x="6274" y="16731"/>
                  <a:pt x="8255" y="11583"/>
                </a:cubicBezTo>
                <a:lnTo>
                  <a:pt x="11062" y="4015"/>
                </a:lnTo>
                <a:cubicBezTo>
                  <a:pt x="11612" y="2162"/>
                  <a:pt x="12327" y="824"/>
                  <a:pt x="13208" y="0"/>
                </a:cubicBezTo>
                <a:lnTo>
                  <a:pt x="90473" y="0"/>
                </a:lnTo>
                <a:lnTo>
                  <a:pt x="105332" y="0"/>
                </a:lnTo>
                <a:cubicBezTo>
                  <a:pt x="108854" y="0"/>
                  <a:pt x="110945" y="51"/>
                  <a:pt x="111606" y="154"/>
                </a:cubicBezTo>
                <a:cubicBezTo>
                  <a:pt x="112266" y="257"/>
                  <a:pt x="112651" y="721"/>
                  <a:pt x="112762" y="1544"/>
                </a:cubicBezTo>
                <a:cubicBezTo>
                  <a:pt x="112762" y="2162"/>
                  <a:pt x="111826" y="8031"/>
                  <a:pt x="109955" y="19150"/>
                </a:cubicBezTo>
                <a:cubicBezTo>
                  <a:pt x="108084" y="30269"/>
                  <a:pt x="107038" y="35881"/>
                  <a:pt x="106818" y="35983"/>
                </a:cubicBezTo>
                <a:cubicBezTo>
                  <a:pt x="106818" y="36704"/>
                  <a:pt x="105772" y="37065"/>
                  <a:pt x="103681" y="37065"/>
                </a:cubicBezTo>
                <a:cubicBezTo>
                  <a:pt x="102691" y="37065"/>
                  <a:pt x="102030" y="37065"/>
                  <a:pt x="101700" y="37065"/>
                </a:cubicBezTo>
                <a:cubicBezTo>
                  <a:pt x="101370" y="37065"/>
                  <a:pt x="101040" y="36807"/>
                  <a:pt x="100709" y="36292"/>
                </a:cubicBezTo>
                <a:lnTo>
                  <a:pt x="100379" y="35829"/>
                </a:lnTo>
                <a:cubicBezTo>
                  <a:pt x="100379" y="35211"/>
                  <a:pt x="100709" y="32895"/>
                  <a:pt x="101370" y="28879"/>
                </a:cubicBezTo>
                <a:cubicBezTo>
                  <a:pt x="102030" y="24864"/>
                  <a:pt x="102360" y="21724"/>
                  <a:pt x="102360" y="19459"/>
                </a:cubicBezTo>
                <a:cubicBezTo>
                  <a:pt x="102360" y="15855"/>
                  <a:pt x="101645" y="13127"/>
                  <a:pt x="100214" y="11274"/>
                </a:cubicBezTo>
                <a:cubicBezTo>
                  <a:pt x="98783" y="9421"/>
                  <a:pt x="95756" y="8134"/>
                  <a:pt x="91134" y="7413"/>
                </a:cubicBezTo>
                <a:cubicBezTo>
                  <a:pt x="90583" y="7310"/>
                  <a:pt x="87392" y="7207"/>
                  <a:pt x="81558" y="7104"/>
                </a:cubicBezTo>
                <a:cubicBezTo>
                  <a:pt x="76495" y="7104"/>
                  <a:pt x="73303" y="7156"/>
                  <a:pt x="71982" y="7258"/>
                </a:cubicBezTo>
                <a:cubicBezTo>
                  <a:pt x="70662" y="7361"/>
                  <a:pt x="69671" y="7773"/>
                  <a:pt x="69011" y="8494"/>
                </a:cubicBezTo>
                <a:cubicBezTo>
                  <a:pt x="68901" y="8597"/>
                  <a:pt x="64993" y="22959"/>
                  <a:pt x="57289" y="51581"/>
                </a:cubicBezTo>
                <a:cubicBezTo>
                  <a:pt x="49584" y="80203"/>
                  <a:pt x="45732" y="94772"/>
                  <a:pt x="45732" y="95287"/>
                </a:cubicBezTo>
                <a:cubicBezTo>
                  <a:pt x="45732" y="96522"/>
                  <a:pt x="50575" y="97243"/>
                  <a:pt x="60261" y="97449"/>
                </a:cubicBezTo>
                <a:cubicBezTo>
                  <a:pt x="63783" y="97449"/>
                  <a:pt x="66039" y="97500"/>
                  <a:pt x="67030" y="97603"/>
                </a:cubicBezTo>
                <a:cubicBezTo>
                  <a:pt x="68020" y="97706"/>
                  <a:pt x="68515" y="98169"/>
                  <a:pt x="68515" y="98993"/>
                </a:cubicBezTo>
                <a:cubicBezTo>
                  <a:pt x="68515" y="99508"/>
                  <a:pt x="68350" y="100229"/>
                  <a:pt x="68020" y="101155"/>
                </a:cubicBezTo>
                <a:cubicBezTo>
                  <a:pt x="67580" y="103008"/>
                  <a:pt x="67085" y="104090"/>
                  <a:pt x="66534" y="104398"/>
                </a:cubicBezTo>
                <a:lnTo>
                  <a:pt x="66204" y="104553"/>
                </a:lnTo>
                <a:cubicBezTo>
                  <a:pt x="65874" y="104553"/>
                  <a:pt x="65489" y="104553"/>
                  <a:pt x="65048" y="104553"/>
                </a:cubicBezTo>
                <a:cubicBezTo>
                  <a:pt x="64498" y="104553"/>
                  <a:pt x="61636" y="104501"/>
                  <a:pt x="56463" y="104398"/>
                </a:cubicBezTo>
                <a:cubicBezTo>
                  <a:pt x="51290" y="104295"/>
                  <a:pt x="43861" y="104244"/>
                  <a:pt x="34175" y="104244"/>
                </a:cubicBezTo>
                <a:cubicBezTo>
                  <a:pt x="19977" y="104244"/>
                  <a:pt x="10951" y="104347"/>
                  <a:pt x="7099" y="104553"/>
                </a:cubicBezTo>
                <a:lnTo>
                  <a:pt x="4623" y="104553"/>
                </a:lnTo>
                <a:cubicBezTo>
                  <a:pt x="3962" y="103935"/>
                  <a:pt x="3632" y="103472"/>
                  <a:pt x="3632" y="103163"/>
                </a:cubicBezTo>
                <a:cubicBezTo>
                  <a:pt x="3632" y="102854"/>
                  <a:pt x="3742" y="101927"/>
                  <a:pt x="3962" y="100383"/>
                </a:cubicBezTo>
                <a:cubicBezTo>
                  <a:pt x="4403" y="99045"/>
                  <a:pt x="4953" y="98067"/>
                  <a:pt x="5613" y="97449"/>
                </a:cubicBezTo>
                <a:lnTo>
                  <a:pt x="10236" y="97449"/>
                </a:lnTo>
                <a:lnTo>
                  <a:pt x="12052" y="97449"/>
                </a:lnTo>
                <a:cubicBezTo>
                  <a:pt x="20857" y="97449"/>
                  <a:pt x="26085" y="96985"/>
                  <a:pt x="27736" y="96059"/>
                </a:cubicBezTo>
                <a:cubicBezTo>
                  <a:pt x="27846" y="95956"/>
                  <a:pt x="27956" y="95904"/>
                  <a:pt x="28067" y="95904"/>
                </a:cubicBezTo>
                <a:cubicBezTo>
                  <a:pt x="28617" y="95596"/>
                  <a:pt x="29167" y="94566"/>
                  <a:pt x="29718" y="92816"/>
                </a:cubicBezTo>
                <a:cubicBezTo>
                  <a:pt x="30268" y="91065"/>
                  <a:pt x="32469" y="82983"/>
                  <a:pt x="36321" y="68569"/>
                </a:cubicBezTo>
                <a:cubicBezTo>
                  <a:pt x="38193" y="61568"/>
                  <a:pt x="39733" y="55854"/>
                  <a:pt x="40944" y="51427"/>
                </a:cubicBezTo>
                <a:cubicBezTo>
                  <a:pt x="48649" y="23114"/>
                  <a:pt x="52501" y="8648"/>
                  <a:pt x="52501" y="8031"/>
                </a:cubicBezTo>
                <a:cubicBezTo>
                  <a:pt x="52501" y="7516"/>
                  <a:pt x="50905" y="7258"/>
                  <a:pt x="47713" y="7258"/>
                </a:cubicBezTo>
                <a:lnTo>
                  <a:pt x="42595" y="7258"/>
                </a:lnTo>
                <a:cubicBezTo>
                  <a:pt x="35221" y="7258"/>
                  <a:pt x="30378" y="7567"/>
                  <a:pt x="28067" y="8185"/>
                </a:cubicBezTo>
                <a:cubicBezTo>
                  <a:pt x="23114" y="9215"/>
                  <a:pt x="19261" y="11325"/>
                  <a:pt x="16510" y="14517"/>
                </a:cubicBezTo>
                <a:cubicBezTo>
                  <a:pt x="13758" y="17709"/>
                  <a:pt x="10786" y="23680"/>
                  <a:pt x="7594" y="32431"/>
                </a:cubicBezTo>
                <a:cubicBezTo>
                  <a:pt x="6824" y="34696"/>
                  <a:pt x="6274" y="36035"/>
                  <a:pt x="5944" y="36447"/>
                </a:cubicBezTo>
                <a:cubicBezTo>
                  <a:pt x="5613" y="36859"/>
                  <a:pt x="4843" y="37065"/>
                  <a:pt x="3632" y="37065"/>
                </a:cubicBezTo>
                <a:lnTo>
                  <a:pt x="3137" y="370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B5CA1B-4B94-40BF-964C-E0CBC95B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514" y="3612019"/>
            <a:ext cx="112762" cy="104553"/>
          </a:xfrm>
          <a:custGeom xmlns:a="http://schemas.openxmlformats.org/drawingml/2006/main">
            <a:pathLst>
              <a:path w="112762" h="104553" fill="none">
                <a:moveTo>
                  <a:pt x="3137" y="37065"/>
                </a:moveTo>
                <a:cubicBezTo>
                  <a:pt x="1046" y="37065"/>
                  <a:pt x="0" y="36653"/>
                  <a:pt x="0" y="35829"/>
                </a:cubicBezTo>
                <a:cubicBezTo>
                  <a:pt x="0" y="35314"/>
                  <a:pt x="881" y="32431"/>
                  <a:pt x="2642" y="27181"/>
                </a:cubicBezTo>
                <a:cubicBezTo>
                  <a:pt x="4403" y="21930"/>
                  <a:pt x="6274" y="16731"/>
                  <a:pt x="8255" y="11583"/>
                </a:cubicBezTo>
                <a:lnTo>
                  <a:pt x="11062" y="4015"/>
                </a:lnTo>
                <a:cubicBezTo>
                  <a:pt x="11612" y="2162"/>
                  <a:pt x="12327" y="824"/>
                  <a:pt x="13208" y="0"/>
                </a:cubicBezTo>
                <a:lnTo>
                  <a:pt x="90473" y="0"/>
                </a:lnTo>
                <a:lnTo>
                  <a:pt x="105332" y="0"/>
                </a:lnTo>
                <a:cubicBezTo>
                  <a:pt x="108854" y="0"/>
                  <a:pt x="110945" y="51"/>
                  <a:pt x="111606" y="154"/>
                </a:cubicBezTo>
                <a:cubicBezTo>
                  <a:pt x="112266" y="257"/>
                  <a:pt x="112651" y="721"/>
                  <a:pt x="112762" y="1544"/>
                </a:cubicBezTo>
                <a:cubicBezTo>
                  <a:pt x="112762" y="2162"/>
                  <a:pt x="111826" y="8031"/>
                  <a:pt x="109955" y="19150"/>
                </a:cubicBezTo>
                <a:cubicBezTo>
                  <a:pt x="108084" y="30269"/>
                  <a:pt x="107038" y="35881"/>
                  <a:pt x="106818" y="35983"/>
                </a:cubicBezTo>
                <a:cubicBezTo>
                  <a:pt x="106818" y="36704"/>
                  <a:pt x="105772" y="37065"/>
                  <a:pt x="103681" y="37065"/>
                </a:cubicBezTo>
                <a:cubicBezTo>
                  <a:pt x="102691" y="37065"/>
                  <a:pt x="102030" y="37065"/>
                  <a:pt x="101700" y="37065"/>
                </a:cubicBezTo>
                <a:cubicBezTo>
                  <a:pt x="101370" y="37065"/>
                  <a:pt x="101040" y="36807"/>
                  <a:pt x="100709" y="36292"/>
                </a:cubicBezTo>
                <a:lnTo>
                  <a:pt x="100379" y="35829"/>
                </a:lnTo>
                <a:cubicBezTo>
                  <a:pt x="100379" y="35211"/>
                  <a:pt x="100709" y="32895"/>
                  <a:pt x="101370" y="28879"/>
                </a:cubicBezTo>
                <a:cubicBezTo>
                  <a:pt x="102030" y="24864"/>
                  <a:pt x="102360" y="21724"/>
                  <a:pt x="102360" y="19459"/>
                </a:cubicBezTo>
                <a:cubicBezTo>
                  <a:pt x="102360" y="15855"/>
                  <a:pt x="101645" y="13127"/>
                  <a:pt x="100214" y="11274"/>
                </a:cubicBezTo>
                <a:cubicBezTo>
                  <a:pt x="98783" y="9421"/>
                  <a:pt x="95756" y="8134"/>
                  <a:pt x="91134" y="7413"/>
                </a:cubicBezTo>
                <a:cubicBezTo>
                  <a:pt x="90583" y="7310"/>
                  <a:pt x="87392" y="7207"/>
                  <a:pt x="81558" y="7104"/>
                </a:cubicBezTo>
                <a:cubicBezTo>
                  <a:pt x="76495" y="7104"/>
                  <a:pt x="73303" y="7156"/>
                  <a:pt x="71982" y="7258"/>
                </a:cubicBezTo>
                <a:cubicBezTo>
                  <a:pt x="70662" y="7361"/>
                  <a:pt x="69671" y="7773"/>
                  <a:pt x="69011" y="8494"/>
                </a:cubicBezTo>
                <a:cubicBezTo>
                  <a:pt x="68901" y="8597"/>
                  <a:pt x="64993" y="22959"/>
                  <a:pt x="57289" y="51581"/>
                </a:cubicBezTo>
                <a:cubicBezTo>
                  <a:pt x="49584" y="80203"/>
                  <a:pt x="45732" y="94772"/>
                  <a:pt x="45732" y="95287"/>
                </a:cubicBezTo>
                <a:cubicBezTo>
                  <a:pt x="45732" y="96522"/>
                  <a:pt x="50575" y="97243"/>
                  <a:pt x="60261" y="97449"/>
                </a:cubicBezTo>
                <a:cubicBezTo>
                  <a:pt x="63783" y="97449"/>
                  <a:pt x="66039" y="97500"/>
                  <a:pt x="67030" y="97603"/>
                </a:cubicBezTo>
                <a:cubicBezTo>
                  <a:pt x="68020" y="97706"/>
                  <a:pt x="68515" y="98169"/>
                  <a:pt x="68515" y="98993"/>
                </a:cubicBezTo>
                <a:cubicBezTo>
                  <a:pt x="68515" y="99508"/>
                  <a:pt x="68350" y="100229"/>
                  <a:pt x="68020" y="101155"/>
                </a:cubicBezTo>
                <a:cubicBezTo>
                  <a:pt x="67580" y="103008"/>
                  <a:pt x="67085" y="104090"/>
                  <a:pt x="66534" y="104398"/>
                </a:cubicBezTo>
                <a:lnTo>
                  <a:pt x="66204" y="104553"/>
                </a:lnTo>
                <a:cubicBezTo>
                  <a:pt x="65874" y="104553"/>
                  <a:pt x="65489" y="104553"/>
                  <a:pt x="65048" y="104553"/>
                </a:cubicBezTo>
                <a:cubicBezTo>
                  <a:pt x="64498" y="104553"/>
                  <a:pt x="61636" y="104501"/>
                  <a:pt x="56463" y="104398"/>
                </a:cubicBezTo>
                <a:cubicBezTo>
                  <a:pt x="51290" y="104295"/>
                  <a:pt x="43861" y="104244"/>
                  <a:pt x="34175" y="104244"/>
                </a:cubicBezTo>
                <a:cubicBezTo>
                  <a:pt x="19977" y="104244"/>
                  <a:pt x="10951" y="104347"/>
                  <a:pt x="7099" y="104553"/>
                </a:cubicBezTo>
                <a:lnTo>
                  <a:pt x="4623" y="104553"/>
                </a:lnTo>
                <a:cubicBezTo>
                  <a:pt x="3962" y="103935"/>
                  <a:pt x="3632" y="103472"/>
                  <a:pt x="3632" y="103163"/>
                </a:cubicBezTo>
                <a:cubicBezTo>
                  <a:pt x="3632" y="102854"/>
                  <a:pt x="3742" y="101927"/>
                  <a:pt x="3962" y="100383"/>
                </a:cubicBezTo>
                <a:cubicBezTo>
                  <a:pt x="4403" y="99045"/>
                  <a:pt x="4953" y="98067"/>
                  <a:pt x="5613" y="97449"/>
                </a:cubicBezTo>
                <a:lnTo>
                  <a:pt x="10236" y="97449"/>
                </a:lnTo>
                <a:lnTo>
                  <a:pt x="12052" y="97449"/>
                </a:lnTo>
                <a:cubicBezTo>
                  <a:pt x="20857" y="97449"/>
                  <a:pt x="26085" y="96985"/>
                  <a:pt x="27736" y="96059"/>
                </a:cubicBezTo>
                <a:cubicBezTo>
                  <a:pt x="27846" y="95956"/>
                  <a:pt x="27956" y="95904"/>
                  <a:pt x="28067" y="95904"/>
                </a:cubicBezTo>
                <a:cubicBezTo>
                  <a:pt x="28617" y="95596"/>
                  <a:pt x="29167" y="94566"/>
                  <a:pt x="29718" y="92816"/>
                </a:cubicBezTo>
                <a:cubicBezTo>
                  <a:pt x="30268" y="91065"/>
                  <a:pt x="32469" y="82983"/>
                  <a:pt x="36321" y="68569"/>
                </a:cubicBezTo>
                <a:cubicBezTo>
                  <a:pt x="38193" y="61568"/>
                  <a:pt x="39733" y="55854"/>
                  <a:pt x="40944" y="51427"/>
                </a:cubicBezTo>
                <a:cubicBezTo>
                  <a:pt x="48649" y="23114"/>
                  <a:pt x="52501" y="8648"/>
                  <a:pt x="52501" y="8031"/>
                </a:cubicBezTo>
                <a:cubicBezTo>
                  <a:pt x="52501" y="7516"/>
                  <a:pt x="50905" y="7258"/>
                  <a:pt x="47713" y="7258"/>
                </a:cubicBezTo>
                <a:lnTo>
                  <a:pt x="42595" y="7258"/>
                </a:lnTo>
                <a:cubicBezTo>
                  <a:pt x="35221" y="7258"/>
                  <a:pt x="30378" y="7567"/>
                  <a:pt x="28067" y="8185"/>
                </a:cubicBezTo>
                <a:cubicBezTo>
                  <a:pt x="23114" y="9215"/>
                  <a:pt x="19261" y="11325"/>
                  <a:pt x="16510" y="14517"/>
                </a:cubicBezTo>
                <a:cubicBezTo>
                  <a:pt x="13758" y="17709"/>
                  <a:pt x="10786" y="23680"/>
                  <a:pt x="7594" y="32431"/>
                </a:cubicBezTo>
                <a:cubicBezTo>
                  <a:pt x="6824" y="34696"/>
                  <a:pt x="6274" y="36035"/>
                  <a:pt x="5944" y="36447"/>
                </a:cubicBezTo>
                <a:cubicBezTo>
                  <a:pt x="5613" y="36859"/>
                  <a:pt x="4843" y="37065"/>
                  <a:pt x="3632" y="37065"/>
                </a:cubicBezTo>
                <a:lnTo>
                  <a:pt x="3137" y="370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" cap="flat">
            <a:solidFill>
              <a:srgbClr val="000000">
                <a:alpha val="12340"/>
              </a:srgbClr>
            </a:solidFill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7B97A5-7BEC-43D0-99A0-376A62BC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865" y="3642610"/>
            <a:ext cx="107121" cy="97188"/>
          </a:xfrm>
          <a:custGeom xmlns:a="http://schemas.openxmlformats.org/drawingml/2006/main">
            <a:pathLst>
              <a:path w="107121" h="97188">
                <a:moveTo>
                  <a:pt x="2980" y="34453"/>
                </a:moveTo>
                <a:cubicBezTo>
                  <a:pt x="993" y="34453"/>
                  <a:pt x="0" y="34071"/>
                  <a:pt x="0" y="33305"/>
                </a:cubicBezTo>
                <a:cubicBezTo>
                  <a:pt x="0" y="32827"/>
                  <a:pt x="836" y="30147"/>
                  <a:pt x="2509" y="25266"/>
                </a:cubicBezTo>
                <a:cubicBezTo>
                  <a:pt x="4182" y="20385"/>
                  <a:pt x="5960" y="15552"/>
                  <a:pt x="7842" y="10767"/>
                </a:cubicBezTo>
                <a:lnTo>
                  <a:pt x="10508" y="3732"/>
                </a:lnTo>
                <a:cubicBezTo>
                  <a:pt x="11031" y="2010"/>
                  <a:pt x="11711" y="766"/>
                  <a:pt x="12547" y="0"/>
                </a:cubicBezTo>
                <a:lnTo>
                  <a:pt x="85948" y="0"/>
                </a:lnTo>
                <a:lnTo>
                  <a:pt x="100063" y="0"/>
                </a:lnTo>
                <a:cubicBezTo>
                  <a:pt x="103409" y="0"/>
                  <a:pt x="105395" y="48"/>
                  <a:pt x="106023" y="144"/>
                </a:cubicBezTo>
                <a:cubicBezTo>
                  <a:pt x="106650" y="239"/>
                  <a:pt x="107016" y="670"/>
                  <a:pt x="107121" y="1436"/>
                </a:cubicBezTo>
                <a:cubicBezTo>
                  <a:pt x="107121" y="2010"/>
                  <a:pt x="106232" y="7465"/>
                  <a:pt x="104454" y="17801"/>
                </a:cubicBezTo>
                <a:cubicBezTo>
                  <a:pt x="102677" y="28137"/>
                  <a:pt x="101684" y="33353"/>
                  <a:pt x="101475" y="33449"/>
                </a:cubicBezTo>
                <a:cubicBezTo>
                  <a:pt x="101475" y="34119"/>
                  <a:pt x="100481" y="34453"/>
                  <a:pt x="98495" y="34453"/>
                </a:cubicBezTo>
                <a:cubicBezTo>
                  <a:pt x="97554" y="34453"/>
                  <a:pt x="96926" y="34453"/>
                  <a:pt x="96613" y="34453"/>
                </a:cubicBezTo>
                <a:cubicBezTo>
                  <a:pt x="96299" y="34453"/>
                  <a:pt x="95985" y="34214"/>
                  <a:pt x="95672" y="33736"/>
                </a:cubicBezTo>
                <a:lnTo>
                  <a:pt x="95358" y="33305"/>
                </a:lnTo>
                <a:cubicBezTo>
                  <a:pt x="95358" y="32731"/>
                  <a:pt x="95672" y="30577"/>
                  <a:pt x="96299" y="26845"/>
                </a:cubicBezTo>
                <a:cubicBezTo>
                  <a:pt x="96926" y="23113"/>
                  <a:pt x="97240" y="20194"/>
                  <a:pt x="97240" y="18088"/>
                </a:cubicBezTo>
                <a:cubicBezTo>
                  <a:pt x="97240" y="14738"/>
                  <a:pt x="96560" y="12202"/>
                  <a:pt x="95201" y="10480"/>
                </a:cubicBezTo>
                <a:cubicBezTo>
                  <a:pt x="93842" y="8757"/>
                  <a:pt x="90966" y="7561"/>
                  <a:pt x="86575" y="6891"/>
                </a:cubicBezTo>
                <a:cubicBezTo>
                  <a:pt x="86052" y="6795"/>
                  <a:pt x="83020" y="6699"/>
                  <a:pt x="77478" y="6604"/>
                </a:cubicBezTo>
                <a:cubicBezTo>
                  <a:pt x="72669" y="6604"/>
                  <a:pt x="69636" y="6651"/>
                  <a:pt x="68382" y="6747"/>
                </a:cubicBezTo>
                <a:cubicBezTo>
                  <a:pt x="67127" y="6843"/>
                  <a:pt x="66186" y="7226"/>
                  <a:pt x="65559" y="7896"/>
                </a:cubicBezTo>
                <a:cubicBezTo>
                  <a:pt x="65454" y="7991"/>
                  <a:pt x="61742" y="21342"/>
                  <a:pt x="54423" y="47948"/>
                </a:cubicBezTo>
                <a:cubicBezTo>
                  <a:pt x="47104" y="74554"/>
                  <a:pt x="43444" y="88096"/>
                  <a:pt x="43444" y="88574"/>
                </a:cubicBezTo>
                <a:cubicBezTo>
                  <a:pt x="43444" y="89723"/>
                  <a:pt x="48045" y="90393"/>
                  <a:pt x="57246" y="90584"/>
                </a:cubicBezTo>
                <a:cubicBezTo>
                  <a:pt x="60592" y="90584"/>
                  <a:pt x="62735" y="90632"/>
                  <a:pt x="63676" y="90728"/>
                </a:cubicBezTo>
                <a:cubicBezTo>
                  <a:pt x="64617" y="90823"/>
                  <a:pt x="65088" y="91254"/>
                  <a:pt x="65088" y="92020"/>
                </a:cubicBezTo>
                <a:cubicBezTo>
                  <a:pt x="65088" y="92498"/>
                  <a:pt x="64931" y="93168"/>
                  <a:pt x="64617" y="94029"/>
                </a:cubicBezTo>
                <a:cubicBezTo>
                  <a:pt x="64199" y="95752"/>
                  <a:pt x="63729" y="96757"/>
                  <a:pt x="63206" y="97044"/>
                </a:cubicBezTo>
                <a:lnTo>
                  <a:pt x="62892" y="97188"/>
                </a:lnTo>
                <a:cubicBezTo>
                  <a:pt x="62579" y="97188"/>
                  <a:pt x="62213" y="97188"/>
                  <a:pt x="61794" y="97188"/>
                </a:cubicBezTo>
                <a:cubicBezTo>
                  <a:pt x="61272" y="97188"/>
                  <a:pt x="58553" y="97140"/>
                  <a:pt x="53639" y="97044"/>
                </a:cubicBezTo>
                <a:cubicBezTo>
                  <a:pt x="48725" y="96948"/>
                  <a:pt x="41667" y="96900"/>
                  <a:pt x="32466" y="96900"/>
                </a:cubicBezTo>
                <a:cubicBezTo>
                  <a:pt x="18977" y="96900"/>
                  <a:pt x="10404" y="96996"/>
                  <a:pt x="6744" y="97188"/>
                </a:cubicBezTo>
                <a:lnTo>
                  <a:pt x="4391" y="97188"/>
                </a:lnTo>
                <a:cubicBezTo>
                  <a:pt x="3764" y="96613"/>
                  <a:pt x="3450" y="96183"/>
                  <a:pt x="3450" y="95896"/>
                </a:cubicBezTo>
                <a:cubicBezTo>
                  <a:pt x="3450" y="95608"/>
                  <a:pt x="3555" y="94747"/>
                  <a:pt x="3764" y="93312"/>
                </a:cubicBezTo>
                <a:cubicBezTo>
                  <a:pt x="4182" y="92067"/>
                  <a:pt x="4705" y="91158"/>
                  <a:pt x="5333" y="90584"/>
                </a:cubicBezTo>
                <a:lnTo>
                  <a:pt x="9724" y="90584"/>
                </a:lnTo>
                <a:lnTo>
                  <a:pt x="11449" y="90584"/>
                </a:lnTo>
                <a:cubicBezTo>
                  <a:pt x="19814" y="90584"/>
                  <a:pt x="24780" y="90153"/>
                  <a:pt x="26349" y="89292"/>
                </a:cubicBezTo>
                <a:cubicBezTo>
                  <a:pt x="26453" y="89196"/>
                  <a:pt x="26558" y="89148"/>
                  <a:pt x="26663" y="89148"/>
                </a:cubicBezTo>
                <a:cubicBezTo>
                  <a:pt x="27185" y="88861"/>
                  <a:pt x="27708" y="87904"/>
                  <a:pt x="28231" y="86277"/>
                </a:cubicBezTo>
                <a:cubicBezTo>
                  <a:pt x="28754" y="84650"/>
                  <a:pt x="30845" y="77138"/>
                  <a:pt x="34504" y="63739"/>
                </a:cubicBezTo>
                <a:cubicBezTo>
                  <a:pt x="36282" y="57231"/>
                  <a:pt x="37746" y="51920"/>
                  <a:pt x="38896" y="47804"/>
                </a:cubicBezTo>
                <a:cubicBezTo>
                  <a:pt x="46215" y="21486"/>
                  <a:pt x="49875" y="8039"/>
                  <a:pt x="49875" y="7465"/>
                </a:cubicBezTo>
                <a:cubicBezTo>
                  <a:pt x="49875" y="6986"/>
                  <a:pt x="48359" y="6747"/>
                  <a:pt x="45326" y="6747"/>
                </a:cubicBezTo>
                <a:lnTo>
                  <a:pt x="40464" y="6747"/>
                </a:lnTo>
                <a:cubicBezTo>
                  <a:pt x="33459" y="6747"/>
                  <a:pt x="28858" y="7034"/>
                  <a:pt x="26663" y="7608"/>
                </a:cubicBezTo>
                <a:cubicBezTo>
                  <a:pt x="21957" y="8566"/>
                  <a:pt x="18298" y="10527"/>
                  <a:pt x="15684" y="13494"/>
                </a:cubicBezTo>
                <a:cubicBezTo>
                  <a:pt x="13070" y="16461"/>
                  <a:pt x="10247" y="22012"/>
                  <a:pt x="7215" y="30147"/>
                </a:cubicBezTo>
                <a:cubicBezTo>
                  <a:pt x="6483" y="32252"/>
                  <a:pt x="5960" y="33496"/>
                  <a:pt x="5646" y="33879"/>
                </a:cubicBezTo>
                <a:cubicBezTo>
                  <a:pt x="5333" y="34262"/>
                  <a:pt x="4601" y="34453"/>
                  <a:pt x="3450" y="34453"/>
                </a:cubicBezTo>
                <a:lnTo>
                  <a:pt x="2980" y="344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986B7A-2D3A-4544-8B4F-50B82EFF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865" y="3642610"/>
            <a:ext cx="107121" cy="97188"/>
          </a:xfrm>
          <a:custGeom xmlns:a="http://schemas.openxmlformats.org/drawingml/2006/main">
            <a:pathLst>
              <a:path w="107121" h="97188" fill="none">
                <a:moveTo>
                  <a:pt x="2980" y="34453"/>
                </a:moveTo>
                <a:cubicBezTo>
                  <a:pt x="993" y="34453"/>
                  <a:pt x="0" y="34071"/>
                  <a:pt x="0" y="33305"/>
                </a:cubicBezTo>
                <a:cubicBezTo>
                  <a:pt x="0" y="32827"/>
                  <a:pt x="836" y="30147"/>
                  <a:pt x="2509" y="25266"/>
                </a:cubicBezTo>
                <a:cubicBezTo>
                  <a:pt x="4182" y="20385"/>
                  <a:pt x="5960" y="15552"/>
                  <a:pt x="7842" y="10767"/>
                </a:cubicBezTo>
                <a:lnTo>
                  <a:pt x="10508" y="3732"/>
                </a:lnTo>
                <a:cubicBezTo>
                  <a:pt x="11031" y="2010"/>
                  <a:pt x="11711" y="766"/>
                  <a:pt x="12547" y="0"/>
                </a:cubicBezTo>
                <a:lnTo>
                  <a:pt x="85948" y="0"/>
                </a:lnTo>
                <a:lnTo>
                  <a:pt x="100063" y="0"/>
                </a:lnTo>
                <a:cubicBezTo>
                  <a:pt x="103409" y="0"/>
                  <a:pt x="105395" y="48"/>
                  <a:pt x="106023" y="144"/>
                </a:cubicBezTo>
                <a:cubicBezTo>
                  <a:pt x="106650" y="239"/>
                  <a:pt x="107016" y="670"/>
                  <a:pt x="107121" y="1436"/>
                </a:cubicBezTo>
                <a:cubicBezTo>
                  <a:pt x="107121" y="2010"/>
                  <a:pt x="106232" y="7465"/>
                  <a:pt x="104454" y="17801"/>
                </a:cubicBezTo>
                <a:cubicBezTo>
                  <a:pt x="102677" y="28137"/>
                  <a:pt x="101684" y="33353"/>
                  <a:pt x="101475" y="33449"/>
                </a:cubicBezTo>
                <a:cubicBezTo>
                  <a:pt x="101475" y="34119"/>
                  <a:pt x="100481" y="34453"/>
                  <a:pt x="98495" y="34453"/>
                </a:cubicBezTo>
                <a:cubicBezTo>
                  <a:pt x="97554" y="34453"/>
                  <a:pt x="96926" y="34453"/>
                  <a:pt x="96613" y="34453"/>
                </a:cubicBezTo>
                <a:cubicBezTo>
                  <a:pt x="96299" y="34453"/>
                  <a:pt x="95985" y="34214"/>
                  <a:pt x="95672" y="33736"/>
                </a:cubicBezTo>
                <a:lnTo>
                  <a:pt x="95358" y="33305"/>
                </a:lnTo>
                <a:cubicBezTo>
                  <a:pt x="95358" y="32731"/>
                  <a:pt x="95672" y="30577"/>
                  <a:pt x="96299" y="26845"/>
                </a:cubicBezTo>
                <a:cubicBezTo>
                  <a:pt x="96926" y="23113"/>
                  <a:pt x="97240" y="20194"/>
                  <a:pt x="97240" y="18088"/>
                </a:cubicBezTo>
                <a:cubicBezTo>
                  <a:pt x="97240" y="14738"/>
                  <a:pt x="96560" y="12202"/>
                  <a:pt x="95201" y="10480"/>
                </a:cubicBezTo>
                <a:cubicBezTo>
                  <a:pt x="93842" y="8757"/>
                  <a:pt x="90966" y="7561"/>
                  <a:pt x="86575" y="6891"/>
                </a:cubicBezTo>
                <a:cubicBezTo>
                  <a:pt x="86052" y="6795"/>
                  <a:pt x="83020" y="6699"/>
                  <a:pt x="77478" y="6604"/>
                </a:cubicBezTo>
                <a:cubicBezTo>
                  <a:pt x="72669" y="6604"/>
                  <a:pt x="69636" y="6651"/>
                  <a:pt x="68382" y="6747"/>
                </a:cubicBezTo>
                <a:cubicBezTo>
                  <a:pt x="67127" y="6843"/>
                  <a:pt x="66186" y="7226"/>
                  <a:pt x="65559" y="7896"/>
                </a:cubicBezTo>
                <a:cubicBezTo>
                  <a:pt x="65454" y="7991"/>
                  <a:pt x="61742" y="21342"/>
                  <a:pt x="54423" y="47948"/>
                </a:cubicBezTo>
                <a:cubicBezTo>
                  <a:pt x="47104" y="74554"/>
                  <a:pt x="43444" y="88096"/>
                  <a:pt x="43444" y="88574"/>
                </a:cubicBezTo>
                <a:cubicBezTo>
                  <a:pt x="43444" y="89723"/>
                  <a:pt x="48045" y="90393"/>
                  <a:pt x="57246" y="90584"/>
                </a:cubicBezTo>
                <a:cubicBezTo>
                  <a:pt x="60592" y="90584"/>
                  <a:pt x="62735" y="90632"/>
                  <a:pt x="63676" y="90728"/>
                </a:cubicBezTo>
                <a:cubicBezTo>
                  <a:pt x="64617" y="90823"/>
                  <a:pt x="65088" y="91254"/>
                  <a:pt x="65088" y="92020"/>
                </a:cubicBezTo>
                <a:cubicBezTo>
                  <a:pt x="65088" y="92498"/>
                  <a:pt x="64931" y="93168"/>
                  <a:pt x="64617" y="94029"/>
                </a:cubicBezTo>
                <a:cubicBezTo>
                  <a:pt x="64199" y="95752"/>
                  <a:pt x="63729" y="96757"/>
                  <a:pt x="63206" y="97044"/>
                </a:cubicBezTo>
                <a:lnTo>
                  <a:pt x="62892" y="97188"/>
                </a:lnTo>
                <a:cubicBezTo>
                  <a:pt x="62579" y="97188"/>
                  <a:pt x="62213" y="97188"/>
                  <a:pt x="61794" y="97188"/>
                </a:cubicBezTo>
                <a:cubicBezTo>
                  <a:pt x="61272" y="97188"/>
                  <a:pt x="58553" y="97140"/>
                  <a:pt x="53639" y="97044"/>
                </a:cubicBezTo>
                <a:cubicBezTo>
                  <a:pt x="48725" y="96948"/>
                  <a:pt x="41667" y="96900"/>
                  <a:pt x="32466" y="96900"/>
                </a:cubicBezTo>
                <a:cubicBezTo>
                  <a:pt x="18977" y="96900"/>
                  <a:pt x="10404" y="96996"/>
                  <a:pt x="6744" y="97188"/>
                </a:cubicBezTo>
                <a:lnTo>
                  <a:pt x="4391" y="97188"/>
                </a:lnTo>
                <a:cubicBezTo>
                  <a:pt x="3764" y="96613"/>
                  <a:pt x="3450" y="96183"/>
                  <a:pt x="3450" y="95896"/>
                </a:cubicBezTo>
                <a:cubicBezTo>
                  <a:pt x="3450" y="95608"/>
                  <a:pt x="3555" y="94747"/>
                  <a:pt x="3764" y="93312"/>
                </a:cubicBezTo>
                <a:cubicBezTo>
                  <a:pt x="4182" y="92067"/>
                  <a:pt x="4705" y="91158"/>
                  <a:pt x="5333" y="90584"/>
                </a:cubicBezTo>
                <a:lnTo>
                  <a:pt x="9724" y="90584"/>
                </a:lnTo>
                <a:lnTo>
                  <a:pt x="11449" y="90584"/>
                </a:lnTo>
                <a:cubicBezTo>
                  <a:pt x="19814" y="90584"/>
                  <a:pt x="24780" y="90153"/>
                  <a:pt x="26349" y="89292"/>
                </a:cubicBezTo>
                <a:cubicBezTo>
                  <a:pt x="26453" y="89196"/>
                  <a:pt x="26558" y="89148"/>
                  <a:pt x="26663" y="89148"/>
                </a:cubicBezTo>
                <a:cubicBezTo>
                  <a:pt x="27185" y="88861"/>
                  <a:pt x="27708" y="87904"/>
                  <a:pt x="28231" y="86277"/>
                </a:cubicBezTo>
                <a:cubicBezTo>
                  <a:pt x="28754" y="84650"/>
                  <a:pt x="30845" y="77138"/>
                  <a:pt x="34504" y="63739"/>
                </a:cubicBezTo>
                <a:cubicBezTo>
                  <a:pt x="36282" y="57231"/>
                  <a:pt x="37746" y="51920"/>
                  <a:pt x="38896" y="47804"/>
                </a:cubicBezTo>
                <a:cubicBezTo>
                  <a:pt x="46215" y="21486"/>
                  <a:pt x="49875" y="8039"/>
                  <a:pt x="49875" y="7465"/>
                </a:cubicBezTo>
                <a:cubicBezTo>
                  <a:pt x="49875" y="6986"/>
                  <a:pt x="48359" y="6747"/>
                  <a:pt x="45326" y="6747"/>
                </a:cubicBezTo>
                <a:lnTo>
                  <a:pt x="40464" y="6747"/>
                </a:lnTo>
                <a:cubicBezTo>
                  <a:pt x="33459" y="6747"/>
                  <a:pt x="28858" y="7034"/>
                  <a:pt x="26663" y="7608"/>
                </a:cubicBezTo>
                <a:cubicBezTo>
                  <a:pt x="21957" y="8566"/>
                  <a:pt x="18298" y="10527"/>
                  <a:pt x="15684" y="13494"/>
                </a:cubicBezTo>
                <a:cubicBezTo>
                  <a:pt x="13070" y="16461"/>
                  <a:pt x="10247" y="22012"/>
                  <a:pt x="7215" y="30147"/>
                </a:cubicBezTo>
                <a:cubicBezTo>
                  <a:pt x="6483" y="32252"/>
                  <a:pt x="5960" y="33496"/>
                  <a:pt x="5646" y="33879"/>
                </a:cubicBezTo>
                <a:cubicBezTo>
                  <a:pt x="5333" y="34262"/>
                  <a:pt x="4601" y="34453"/>
                  <a:pt x="3450" y="34453"/>
                </a:cubicBezTo>
                <a:lnTo>
                  <a:pt x="2980" y="344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0" cap="flat">
            <a:solidFill>
              <a:srgbClr val="000000">
                <a:alpha val="11600"/>
              </a:srgbClr>
            </a:solidFill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682EF-9F4E-417B-8207-4A3DAB79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7270" y="3623672"/>
            <a:ext cx="25725" cy="52473"/>
          </a:xfrm>
          <a:custGeom xmlns:a="http://schemas.openxmlformats.org/drawingml/2006/main">
            <a:pathLst>
              <a:path w="25725" h="52473">
                <a:moveTo>
                  <a:pt x="5433" y="52473"/>
                </a:moveTo>
                <a:cubicBezTo>
                  <a:pt x="4990" y="52473"/>
                  <a:pt x="3992" y="52270"/>
                  <a:pt x="2439" y="51864"/>
                </a:cubicBezTo>
                <a:cubicBezTo>
                  <a:pt x="887" y="51458"/>
                  <a:pt x="74" y="51052"/>
                  <a:pt x="0" y="50646"/>
                </a:cubicBezTo>
                <a:cubicBezTo>
                  <a:pt x="0" y="50172"/>
                  <a:pt x="2033" y="42323"/>
                  <a:pt x="6099" y="27099"/>
                </a:cubicBezTo>
                <a:cubicBezTo>
                  <a:pt x="10164" y="11875"/>
                  <a:pt x="12419" y="3924"/>
                  <a:pt x="12863" y="3248"/>
                </a:cubicBezTo>
                <a:cubicBezTo>
                  <a:pt x="13971" y="1083"/>
                  <a:pt x="15893" y="0"/>
                  <a:pt x="18629" y="0"/>
                </a:cubicBezTo>
                <a:cubicBezTo>
                  <a:pt x="20107" y="0"/>
                  <a:pt x="21660" y="507"/>
                  <a:pt x="23286" y="1522"/>
                </a:cubicBezTo>
                <a:cubicBezTo>
                  <a:pt x="24912" y="2537"/>
                  <a:pt x="25725" y="4026"/>
                  <a:pt x="25725" y="5988"/>
                </a:cubicBezTo>
                <a:cubicBezTo>
                  <a:pt x="25725" y="6326"/>
                  <a:pt x="25651" y="6834"/>
                  <a:pt x="25504" y="7511"/>
                </a:cubicBezTo>
                <a:cubicBezTo>
                  <a:pt x="25430" y="7984"/>
                  <a:pt x="22214" y="15529"/>
                  <a:pt x="15857" y="30144"/>
                </a:cubicBezTo>
                <a:cubicBezTo>
                  <a:pt x="9499" y="44759"/>
                  <a:pt x="6210" y="52134"/>
                  <a:pt x="5988" y="52270"/>
                </a:cubicBezTo>
                <a:cubicBezTo>
                  <a:pt x="5766" y="52405"/>
                  <a:pt x="5581" y="52473"/>
                  <a:pt x="5433" y="5247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705A56-00B2-4605-8E77-CB254CD3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7270" y="3623672"/>
            <a:ext cx="25725" cy="52473"/>
          </a:xfrm>
          <a:custGeom xmlns:a="http://schemas.openxmlformats.org/drawingml/2006/main">
            <a:pathLst>
              <a:path w="25725" h="52473" fill="none">
                <a:moveTo>
                  <a:pt x="5433" y="52473"/>
                </a:moveTo>
                <a:cubicBezTo>
                  <a:pt x="4990" y="52473"/>
                  <a:pt x="3992" y="52270"/>
                  <a:pt x="2439" y="51864"/>
                </a:cubicBezTo>
                <a:cubicBezTo>
                  <a:pt x="887" y="51458"/>
                  <a:pt x="74" y="51052"/>
                  <a:pt x="0" y="50646"/>
                </a:cubicBezTo>
                <a:cubicBezTo>
                  <a:pt x="0" y="50172"/>
                  <a:pt x="2033" y="42323"/>
                  <a:pt x="6099" y="27099"/>
                </a:cubicBezTo>
                <a:cubicBezTo>
                  <a:pt x="10164" y="11875"/>
                  <a:pt x="12419" y="3924"/>
                  <a:pt x="12863" y="3248"/>
                </a:cubicBezTo>
                <a:cubicBezTo>
                  <a:pt x="13971" y="1083"/>
                  <a:pt x="15893" y="0"/>
                  <a:pt x="18629" y="0"/>
                </a:cubicBezTo>
                <a:cubicBezTo>
                  <a:pt x="20107" y="0"/>
                  <a:pt x="21660" y="507"/>
                  <a:pt x="23286" y="1522"/>
                </a:cubicBezTo>
                <a:cubicBezTo>
                  <a:pt x="24912" y="2537"/>
                  <a:pt x="25725" y="4026"/>
                  <a:pt x="25725" y="5988"/>
                </a:cubicBezTo>
                <a:cubicBezTo>
                  <a:pt x="25725" y="6326"/>
                  <a:pt x="25651" y="6834"/>
                  <a:pt x="25504" y="7511"/>
                </a:cubicBezTo>
                <a:cubicBezTo>
                  <a:pt x="25430" y="7984"/>
                  <a:pt x="22214" y="15529"/>
                  <a:pt x="15857" y="30144"/>
                </a:cubicBezTo>
                <a:cubicBezTo>
                  <a:pt x="9499" y="44759"/>
                  <a:pt x="6210" y="52134"/>
                  <a:pt x="5988" y="52270"/>
                </a:cubicBezTo>
                <a:cubicBezTo>
                  <a:pt x="5766" y="52405"/>
                  <a:pt x="5581" y="52473"/>
                  <a:pt x="5433" y="5247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6" cap="flat">
            <a:solidFill>
              <a:srgbClr val="000000">
                <a:alpha val="8200"/>
              </a:srgbClr>
            </a:solidFill>
            <a:miter/>
          </a:ln>
        </p:spPr>
      </p:sp>
      <p:sp>
        <p:nvSpPr>
          <p:cNvPr id="40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801407B-3341-450D-88CA-4BE69ED9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3560" y="0"/>
            <a:ext cx="23246" cy="3936386"/>
          </a:xfrm>
          <a:custGeom xmlns:a="http://schemas.openxmlformats.org/drawingml/2006/main">
            <a:pathLst>
              <a:path w="23246" h="3936386">
                <a:moveTo>
                  <a:pt x="0" y="3936386"/>
                </a:moveTo>
                <a:lnTo>
                  <a:pt x="0" y="0"/>
                </a:lnTo>
                <a:lnTo>
                  <a:pt x="23246" y="0"/>
                </a:lnTo>
                <a:lnTo>
                  <a:pt x="23246" y="3936386"/>
                </a:lnTo>
                <a:lnTo>
                  <a:pt x="0" y="3936386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DFBBFD-3E11-455A-8832-B3CE57BD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4" y="3402846"/>
            <a:ext cx="75411" cy="107095"/>
          </a:xfrm>
          <a:custGeom xmlns:a="http://schemas.openxmlformats.org/drawingml/2006/main">
            <a:pathLst>
              <a:path w="75411" h="107095">
                <a:moveTo>
                  <a:pt x="27356" y="107095"/>
                </a:moveTo>
                <a:cubicBezTo>
                  <a:pt x="24076" y="107095"/>
                  <a:pt x="20939" y="106557"/>
                  <a:pt x="17948" y="105481"/>
                </a:cubicBezTo>
                <a:cubicBezTo>
                  <a:pt x="14957" y="104406"/>
                  <a:pt x="12014" y="102596"/>
                  <a:pt x="9119" y="100053"/>
                </a:cubicBezTo>
                <a:cubicBezTo>
                  <a:pt x="6224" y="97510"/>
                  <a:pt x="4005" y="94038"/>
                  <a:pt x="2461" y="89637"/>
                </a:cubicBezTo>
                <a:cubicBezTo>
                  <a:pt x="917" y="85236"/>
                  <a:pt x="96" y="79955"/>
                  <a:pt x="0" y="73793"/>
                </a:cubicBezTo>
                <a:cubicBezTo>
                  <a:pt x="0" y="65186"/>
                  <a:pt x="1833" y="55797"/>
                  <a:pt x="5500" y="45625"/>
                </a:cubicBezTo>
                <a:cubicBezTo>
                  <a:pt x="9167" y="35454"/>
                  <a:pt x="14523" y="26652"/>
                  <a:pt x="21567" y="19218"/>
                </a:cubicBezTo>
                <a:cubicBezTo>
                  <a:pt x="27935" y="12568"/>
                  <a:pt x="34787" y="7727"/>
                  <a:pt x="42120" y="4695"/>
                </a:cubicBezTo>
                <a:cubicBezTo>
                  <a:pt x="49454" y="1663"/>
                  <a:pt x="55726" y="147"/>
                  <a:pt x="60937" y="147"/>
                </a:cubicBezTo>
                <a:cubicBezTo>
                  <a:pt x="61130" y="49"/>
                  <a:pt x="62288" y="0"/>
                  <a:pt x="64411" y="0"/>
                </a:cubicBezTo>
                <a:cubicBezTo>
                  <a:pt x="71744" y="391"/>
                  <a:pt x="75411" y="3570"/>
                  <a:pt x="75411" y="9536"/>
                </a:cubicBezTo>
                <a:cubicBezTo>
                  <a:pt x="75411" y="12861"/>
                  <a:pt x="74157" y="17360"/>
                  <a:pt x="71648" y="23033"/>
                </a:cubicBezTo>
                <a:cubicBezTo>
                  <a:pt x="69139" y="28705"/>
                  <a:pt x="67064" y="32324"/>
                  <a:pt x="65424" y="33889"/>
                </a:cubicBezTo>
                <a:cubicBezTo>
                  <a:pt x="62239" y="36823"/>
                  <a:pt x="58959" y="38290"/>
                  <a:pt x="55581" y="38290"/>
                </a:cubicBezTo>
                <a:cubicBezTo>
                  <a:pt x="54134" y="38290"/>
                  <a:pt x="53410" y="37850"/>
                  <a:pt x="53410" y="36970"/>
                </a:cubicBezTo>
                <a:cubicBezTo>
                  <a:pt x="53410" y="36383"/>
                  <a:pt x="53748" y="35405"/>
                  <a:pt x="54423" y="34036"/>
                </a:cubicBezTo>
                <a:cubicBezTo>
                  <a:pt x="55099" y="32666"/>
                  <a:pt x="56016" y="30710"/>
                  <a:pt x="57173" y="28167"/>
                </a:cubicBezTo>
                <a:cubicBezTo>
                  <a:pt x="58331" y="25625"/>
                  <a:pt x="59345" y="23180"/>
                  <a:pt x="60213" y="20832"/>
                </a:cubicBezTo>
                <a:cubicBezTo>
                  <a:pt x="60696" y="19170"/>
                  <a:pt x="60937" y="17654"/>
                  <a:pt x="60937" y="16284"/>
                </a:cubicBezTo>
                <a:cubicBezTo>
                  <a:pt x="60937" y="12177"/>
                  <a:pt x="58428" y="10123"/>
                  <a:pt x="53410" y="10123"/>
                </a:cubicBezTo>
                <a:cubicBezTo>
                  <a:pt x="46945" y="10123"/>
                  <a:pt x="41107" y="12177"/>
                  <a:pt x="35896" y="16284"/>
                </a:cubicBezTo>
                <a:cubicBezTo>
                  <a:pt x="30685" y="20392"/>
                  <a:pt x="26584" y="25527"/>
                  <a:pt x="23593" y="31688"/>
                </a:cubicBezTo>
                <a:cubicBezTo>
                  <a:pt x="20602" y="37850"/>
                  <a:pt x="18334" y="44012"/>
                  <a:pt x="16790" y="50173"/>
                </a:cubicBezTo>
                <a:cubicBezTo>
                  <a:pt x="15246" y="56335"/>
                  <a:pt x="14474" y="62008"/>
                  <a:pt x="14474" y="67191"/>
                </a:cubicBezTo>
                <a:cubicBezTo>
                  <a:pt x="14474" y="75994"/>
                  <a:pt x="16452" y="83133"/>
                  <a:pt x="20409" y="88610"/>
                </a:cubicBezTo>
                <a:cubicBezTo>
                  <a:pt x="24365" y="94087"/>
                  <a:pt x="30155" y="96875"/>
                  <a:pt x="37778" y="96972"/>
                </a:cubicBezTo>
                <a:cubicBezTo>
                  <a:pt x="44919" y="96972"/>
                  <a:pt x="50950" y="93207"/>
                  <a:pt x="55871" y="85676"/>
                </a:cubicBezTo>
                <a:cubicBezTo>
                  <a:pt x="57318" y="83427"/>
                  <a:pt x="59200" y="81666"/>
                  <a:pt x="61516" y="80395"/>
                </a:cubicBezTo>
                <a:cubicBezTo>
                  <a:pt x="63832" y="79123"/>
                  <a:pt x="65955" y="78439"/>
                  <a:pt x="67884" y="78341"/>
                </a:cubicBezTo>
                <a:cubicBezTo>
                  <a:pt x="69332" y="78341"/>
                  <a:pt x="70056" y="78879"/>
                  <a:pt x="70056" y="79955"/>
                </a:cubicBezTo>
                <a:cubicBezTo>
                  <a:pt x="70056" y="80933"/>
                  <a:pt x="69091" y="82742"/>
                  <a:pt x="67161" y="85383"/>
                </a:cubicBezTo>
                <a:cubicBezTo>
                  <a:pt x="62336" y="91936"/>
                  <a:pt x="56257" y="97168"/>
                  <a:pt x="48923" y="101080"/>
                </a:cubicBezTo>
                <a:cubicBezTo>
                  <a:pt x="41589" y="104992"/>
                  <a:pt x="34401" y="106997"/>
                  <a:pt x="27356" y="1070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B346A0-6A1B-43EF-BD9E-DB8E191B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4" y="3402846"/>
            <a:ext cx="75411" cy="107095"/>
          </a:xfrm>
          <a:custGeom xmlns:a="http://schemas.openxmlformats.org/drawingml/2006/main">
            <a:pathLst>
              <a:path w="75411" h="107095" fill="none">
                <a:moveTo>
                  <a:pt x="27356" y="107095"/>
                </a:moveTo>
                <a:cubicBezTo>
                  <a:pt x="24076" y="107095"/>
                  <a:pt x="20939" y="106557"/>
                  <a:pt x="17948" y="105481"/>
                </a:cubicBezTo>
                <a:cubicBezTo>
                  <a:pt x="14957" y="104406"/>
                  <a:pt x="12014" y="102596"/>
                  <a:pt x="9119" y="100053"/>
                </a:cubicBezTo>
                <a:cubicBezTo>
                  <a:pt x="6224" y="97510"/>
                  <a:pt x="4005" y="94038"/>
                  <a:pt x="2461" y="89637"/>
                </a:cubicBezTo>
                <a:cubicBezTo>
                  <a:pt x="917" y="85236"/>
                  <a:pt x="96" y="79955"/>
                  <a:pt x="0" y="73793"/>
                </a:cubicBezTo>
                <a:cubicBezTo>
                  <a:pt x="0" y="65186"/>
                  <a:pt x="1833" y="55797"/>
                  <a:pt x="5500" y="45625"/>
                </a:cubicBezTo>
                <a:cubicBezTo>
                  <a:pt x="9167" y="35454"/>
                  <a:pt x="14523" y="26652"/>
                  <a:pt x="21567" y="19218"/>
                </a:cubicBezTo>
                <a:cubicBezTo>
                  <a:pt x="27935" y="12568"/>
                  <a:pt x="34787" y="7727"/>
                  <a:pt x="42120" y="4695"/>
                </a:cubicBezTo>
                <a:cubicBezTo>
                  <a:pt x="49454" y="1663"/>
                  <a:pt x="55726" y="147"/>
                  <a:pt x="60937" y="147"/>
                </a:cubicBezTo>
                <a:cubicBezTo>
                  <a:pt x="61130" y="49"/>
                  <a:pt x="62288" y="0"/>
                  <a:pt x="64411" y="0"/>
                </a:cubicBezTo>
                <a:cubicBezTo>
                  <a:pt x="71744" y="391"/>
                  <a:pt x="75411" y="3570"/>
                  <a:pt x="75411" y="9536"/>
                </a:cubicBezTo>
                <a:cubicBezTo>
                  <a:pt x="75411" y="12861"/>
                  <a:pt x="74157" y="17360"/>
                  <a:pt x="71648" y="23033"/>
                </a:cubicBezTo>
                <a:cubicBezTo>
                  <a:pt x="69139" y="28705"/>
                  <a:pt x="67064" y="32324"/>
                  <a:pt x="65424" y="33889"/>
                </a:cubicBezTo>
                <a:cubicBezTo>
                  <a:pt x="62239" y="36823"/>
                  <a:pt x="58959" y="38290"/>
                  <a:pt x="55581" y="38290"/>
                </a:cubicBezTo>
                <a:cubicBezTo>
                  <a:pt x="54134" y="38290"/>
                  <a:pt x="53410" y="37850"/>
                  <a:pt x="53410" y="36970"/>
                </a:cubicBezTo>
                <a:cubicBezTo>
                  <a:pt x="53410" y="36383"/>
                  <a:pt x="53748" y="35405"/>
                  <a:pt x="54423" y="34036"/>
                </a:cubicBezTo>
                <a:cubicBezTo>
                  <a:pt x="55099" y="32666"/>
                  <a:pt x="56016" y="30710"/>
                  <a:pt x="57173" y="28167"/>
                </a:cubicBezTo>
                <a:cubicBezTo>
                  <a:pt x="58331" y="25625"/>
                  <a:pt x="59345" y="23180"/>
                  <a:pt x="60213" y="20832"/>
                </a:cubicBezTo>
                <a:cubicBezTo>
                  <a:pt x="60696" y="19170"/>
                  <a:pt x="60937" y="17654"/>
                  <a:pt x="60937" y="16284"/>
                </a:cubicBezTo>
                <a:cubicBezTo>
                  <a:pt x="60937" y="12177"/>
                  <a:pt x="58428" y="10123"/>
                  <a:pt x="53410" y="10123"/>
                </a:cubicBezTo>
                <a:cubicBezTo>
                  <a:pt x="46945" y="10123"/>
                  <a:pt x="41107" y="12177"/>
                  <a:pt x="35896" y="16284"/>
                </a:cubicBezTo>
                <a:cubicBezTo>
                  <a:pt x="30685" y="20392"/>
                  <a:pt x="26584" y="25527"/>
                  <a:pt x="23593" y="31688"/>
                </a:cubicBezTo>
                <a:cubicBezTo>
                  <a:pt x="20602" y="37850"/>
                  <a:pt x="18334" y="44012"/>
                  <a:pt x="16790" y="50173"/>
                </a:cubicBezTo>
                <a:cubicBezTo>
                  <a:pt x="15246" y="56335"/>
                  <a:pt x="14474" y="62008"/>
                  <a:pt x="14474" y="67191"/>
                </a:cubicBezTo>
                <a:cubicBezTo>
                  <a:pt x="14474" y="75994"/>
                  <a:pt x="16452" y="83133"/>
                  <a:pt x="20409" y="88610"/>
                </a:cubicBezTo>
                <a:cubicBezTo>
                  <a:pt x="24365" y="94087"/>
                  <a:pt x="30155" y="96875"/>
                  <a:pt x="37778" y="96972"/>
                </a:cubicBezTo>
                <a:cubicBezTo>
                  <a:pt x="44919" y="96972"/>
                  <a:pt x="50950" y="93207"/>
                  <a:pt x="55871" y="85676"/>
                </a:cubicBezTo>
                <a:cubicBezTo>
                  <a:pt x="57318" y="83427"/>
                  <a:pt x="59200" y="81666"/>
                  <a:pt x="61516" y="80395"/>
                </a:cubicBezTo>
                <a:cubicBezTo>
                  <a:pt x="63832" y="79123"/>
                  <a:pt x="65955" y="78439"/>
                  <a:pt x="67884" y="78341"/>
                </a:cubicBezTo>
                <a:cubicBezTo>
                  <a:pt x="69332" y="78341"/>
                  <a:pt x="70056" y="78879"/>
                  <a:pt x="70056" y="79955"/>
                </a:cubicBezTo>
                <a:cubicBezTo>
                  <a:pt x="70056" y="80933"/>
                  <a:pt x="69091" y="82742"/>
                  <a:pt x="67161" y="85383"/>
                </a:cubicBezTo>
                <a:cubicBezTo>
                  <a:pt x="62336" y="91936"/>
                  <a:pt x="56257" y="97168"/>
                  <a:pt x="48923" y="101080"/>
                </a:cubicBezTo>
                <a:cubicBezTo>
                  <a:pt x="41589" y="104992"/>
                  <a:pt x="34401" y="106997"/>
                  <a:pt x="27356" y="10709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6" cap="flat">
            <a:solidFill>
              <a:srgbClr val="000000">
                <a:alpha val="11260"/>
              </a:srgbClr>
            </a:solidFill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D9D66-A19B-4694-BDB8-F35D5700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14" y="3459201"/>
            <a:ext cx="43082" cy="71360"/>
          </a:xfrm>
          <a:custGeom xmlns:a="http://schemas.openxmlformats.org/drawingml/2006/main">
            <a:pathLst>
              <a:path w="43082" h="71360">
                <a:moveTo>
                  <a:pt x="5833" y="8401"/>
                </a:moveTo>
                <a:cubicBezTo>
                  <a:pt x="9653" y="2800"/>
                  <a:pt x="14872" y="0"/>
                  <a:pt x="21490" y="0"/>
                </a:cubicBezTo>
                <a:cubicBezTo>
                  <a:pt x="24765" y="0"/>
                  <a:pt x="28039" y="899"/>
                  <a:pt x="31314" y="2697"/>
                </a:cubicBezTo>
                <a:cubicBezTo>
                  <a:pt x="34589" y="4495"/>
                  <a:pt x="37249" y="7675"/>
                  <a:pt x="39296" y="12239"/>
                </a:cubicBezTo>
                <a:cubicBezTo>
                  <a:pt x="41820" y="17978"/>
                  <a:pt x="43082" y="25861"/>
                  <a:pt x="43082" y="35887"/>
                </a:cubicBezTo>
                <a:cubicBezTo>
                  <a:pt x="43082" y="46605"/>
                  <a:pt x="41616" y="54799"/>
                  <a:pt x="38682" y="60469"/>
                </a:cubicBezTo>
                <a:cubicBezTo>
                  <a:pt x="37318" y="63373"/>
                  <a:pt x="35441" y="65690"/>
                  <a:pt x="33054" y="67419"/>
                </a:cubicBezTo>
                <a:cubicBezTo>
                  <a:pt x="30666" y="69147"/>
                  <a:pt x="28585" y="70219"/>
                  <a:pt x="26811" y="70634"/>
                </a:cubicBezTo>
                <a:cubicBezTo>
                  <a:pt x="25038" y="71049"/>
                  <a:pt x="23298" y="71291"/>
                  <a:pt x="21592" y="71360"/>
                </a:cubicBezTo>
                <a:cubicBezTo>
                  <a:pt x="19819" y="71360"/>
                  <a:pt x="18045" y="71153"/>
                  <a:pt x="16271" y="70738"/>
                </a:cubicBezTo>
                <a:cubicBezTo>
                  <a:pt x="14497" y="70323"/>
                  <a:pt x="12416" y="69216"/>
                  <a:pt x="10029" y="67419"/>
                </a:cubicBezTo>
                <a:cubicBezTo>
                  <a:pt x="7641" y="65621"/>
                  <a:pt x="5765" y="63304"/>
                  <a:pt x="4400" y="60469"/>
                </a:cubicBezTo>
                <a:cubicBezTo>
                  <a:pt x="1467" y="54799"/>
                  <a:pt x="0" y="46605"/>
                  <a:pt x="0" y="35887"/>
                </a:cubicBezTo>
                <a:cubicBezTo>
                  <a:pt x="0" y="23856"/>
                  <a:pt x="1944" y="14694"/>
                  <a:pt x="5833" y="8401"/>
                </a:cubicBezTo>
                <a:close/>
                <a:moveTo>
                  <a:pt x="28858" y="7157"/>
                </a:moveTo>
                <a:cubicBezTo>
                  <a:pt x="26811" y="4944"/>
                  <a:pt x="24389" y="3838"/>
                  <a:pt x="21592" y="3838"/>
                </a:cubicBezTo>
                <a:cubicBezTo>
                  <a:pt x="18727" y="3838"/>
                  <a:pt x="16271" y="4944"/>
                  <a:pt x="14224" y="7157"/>
                </a:cubicBezTo>
                <a:cubicBezTo>
                  <a:pt x="12519" y="8955"/>
                  <a:pt x="11393" y="11444"/>
                  <a:pt x="10847" y="14625"/>
                </a:cubicBezTo>
                <a:cubicBezTo>
                  <a:pt x="10302" y="17805"/>
                  <a:pt x="10029" y="24444"/>
                  <a:pt x="10029" y="34539"/>
                </a:cubicBezTo>
                <a:cubicBezTo>
                  <a:pt x="10029" y="45464"/>
                  <a:pt x="10302" y="52656"/>
                  <a:pt x="10847" y="56113"/>
                </a:cubicBezTo>
                <a:cubicBezTo>
                  <a:pt x="11393" y="59570"/>
                  <a:pt x="12621" y="62302"/>
                  <a:pt x="14531" y="64307"/>
                </a:cubicBezTo>
                <a:cubicBezTo>
                  <a:pt x="16442" y="66381"/>
                  <a:pt x="18795" y="67419"/>
                  <a:pt x="21592" y="67419"/>
                </a:cubicBezTo>
                <a:cubicBezTo>
                  <a:pt x="24321" y="67419"/>
                  <a:pt x="26641" y="66381"/>
                  <a:pt x="28551" y="64307"/>
                </a:cubicBezTo>
                <a:cubicBezTo>
                  <a:pt x="30529" y="62233"/>
                  <a:pt x="31757" y="59328"/>
                  <a:pt x="32235" y="55594"/>
                </a:cubicBezTo>
                <a:cubicBezTo>
                  <a:pt x="32713" y="51860"/>
                  <a:pt x="32985" y="44842"/>
                  <a:pt x="33054" y="34539"/>
                </a:cubicBezTo>
                <a:cubicBezTo>
                  <a:pt x="33054" y="24513"/>
                  <a:pt x="32781" y="17909"/>
                  <a:pt x="32235" y="14728"/>
                </a:cubicBezTo>
                <a:cubicBezTo>
                  <a:pt x="31689" y="11548"/>
                  <a:pt x="30564" y="9024"/>
                  <a:pt x="28858" y="71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EB9B0-D27E-4036-820C-E32DD278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14" y="3459201"/>
            <a:ext cx="43082" cy="71360"/>
          </a:xfrm>
          <a:custGeom xmlns:a="http://schemas.openxmlformats.org/drawingml/2006/main">
            <a:pathLst>
              <a:path w="43082" h="71360" fill="none">
                <a:moveTo>
                  <a:pt x="5833" y="8401"/>
                </a:moveTo>
                <a:cubicBezTo>
                  <a:pt x="9653" y="2800"/>
                  <a:pt x="14872" y="0"/>
                  <a:pt x="21490" y="0"/>
                </a:cubicBezTo>
                <a:cubicBezTo>
                  <a:pt x="24765" y="0"/>
                  <a:pt x="28039" y="899"/>
                  <a:pt x="31314" y="2697"/>
                </a:cubicBezTo>
                <a:cubicBezTo>
                  <a:pt x="34589" y="4495"/>
                  <a:pt x="37249" y="7675"/>
                  <a:pt x="39296" y="12239"/>
                </a:cubicBezTo>
                <a:cubicBezTo>
                  <a:pt x="41820" y="17978"/>
                  <a:pt x="43082" y="25861"/>
                  <a:pt x="43082" y="35887"/>
                </a:cubicBezTo>
                <a:cubicBezTo>
                  <a:pt x="43082" y="46605"/>
                  <a:pt x="41616" y="54799"/>
                  <a:pt x="38682" y="60469"/>
                </a:cubicBezTo>
                <a:cubicBezTo>
                  <a:pt x="37318" y="63373"/>
                  <a:pt x="35441" y="65690"/>
                  <a:pt x="33054" y="67419"/>
                </a:cubicBezTo>
                <a:cubicBezTo>
                  <a:pt x="30666" y="69147"/>
                  <a:pt x="28585" y="70219"/>
                  <a:pt x="26811" y="70634"/>
                </a:cubicBezTo>
                <a:cubicBezTo>
                  <a:pt x="25038" y="71049"/>
                  <a:pt x="23298" y="71291"/>
                  <a:pt x="21592" y="71360"/>
                </a:cubicBezTo>
                <a:cubicBezTo>
                  <a:pt x="19819" y="71360"/>
                  <a:pt x="18045" y="71153"/>
                  <a:pt x="16271" y="70738"/>
                </a:cubicBezTo>
                <a:cubicBezTo>
                  <a:pt x="14497" y="70323"/>
                  <a:pt x="12416" y="69216"/>
                  <a:pt x="10029" y="67419"/>
                </a:cubicBezTo>
                <a:cubicBezTo>
                  <a:pt x="7641" y="65621"/>
                  <a:pt x="5765" y="63304"/>
                  <a:pt x="4400" y="60469"/>
                </a:cubicBezTo>
                <a:cubicBezTo>
                  <a:pt x="1467" y="54799"/>
                  <a:pt x="0" y="46605"/>
                  <a:pt x="0" y="35887"/>
                </a:cubicBezTo>
                <a:cubicBezTo>
                  <a:pt x="0" y="23856"/>
                  <a:pt x="1944" y="14694"/>
                  <a:pt x="5833" y="8401"/>
                </a:cubicBezTo>
                <a:close/>
                <a:moveTo>
                  <a:pt x="28858" y="7157"/>
                </a:moveTo>
                <a:cubicBezTo>
                  <a:pt x="26811" y="4944"/>
                  <a:pt x="24389" y="3838"/>
                  <a:pt x="21592" y="3838"/>
                </a:cubicBezTo>
                <a:cubicBezTo>
                  <a:pt x="18727" y="3838"/>
                  <a:pt x="16271" y="4944"/>
                  <a:pt x="14224" y="7157"/>
                </a:cubicBezTo>
                <a:cubicBezTo>
                  <a:pt x="12519" y="8955"/>
                  <a:pt x="11393" y="11444"/>
                  <a:pt x="10847" y="14625"/>
                </a:cubicBezTo>
                <a:cubicBezTo>
                  <a:pt x="10302" y="17805"/>
                  <a:pt x="10029" y="24444"/>
                  <a:pt x="10029" y="34539"/>
                </a:cubicBezTo>
                <a:cubicBezTo>
                  <a:pt x="10029" y="45464"/>
                  <a:pt x="10302" y="52656"/>
                  <a:pt x="10847" y="56113"/>
                </a:cubicBezTo>
                <a:cubicBezTo>
                  <a:pt x="11393" y="59570"/>
                  <a:pt x="12621" y="62302"/>
                  <a:pt x="14531" y="64307"/>
                </a:cubicBezTo>
                <a:cubicBezTo>
                  <a:pt x="16442" y="66381"/>
                  <a:pt x="18795" y="67419"/>
                  <a:pt x="21592" y="67419"/>
                </a:cubicBezTo>
                <a:cubicBezTo>
                  <a:pt x="24321" y="67419"/>
                  <a:pt x="26641" y="66381"/>
                  <a:pt x="28551" y="64307"/>
                </a:cubicBezTo>
                <a:cubicBezTo>
                  <a:pt x="30529" y="62233"/>
                  <a:pt x="31757" y="59328"/>
                  <a:pt x="32235" y="55594"/>
                </a:cubicBezTo>
                <a:cubicBezTo>
                  <a:pt x="32713" y="51860"/>
                  <a:pt x="32985" y="44842"/>
                  <a:pt x="33054" y="34539"/>
                </a:cubicBezTo>
                <a:cubicBezTo>
                  <a:pt x="33054" y="24513"/>
                  <a:pt x="32781" y="17909"/>
                  <a:pt x="32235" y="14728"/>
                </a:cubicBezTo>
                <a:cubicBezTo>
                  <a:pt x="31689" y="11548"/>
                  <a:pt x="30564" y="9024"/>
                  <a:pt x="28858" y="71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3" cap="flat">
            <a:solidFill>
              <a:srgbClr val="000000">
                <a:alpha val="7960"/>
              </a:srgbClr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399741-90AB-4A5F-9142-0077A1E4C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12" y="3216869"/>
            <a:ext cx="75411" cy="109067"/>
          </a:xfrm>
          <a:custGeom xmlns:a="http://schemas.openxmlformats.org/drawingml/2006/main">
            <a:pathLst>
              <a:path w="75411" h="109067">
                <a:moveTo>
                  <a:pt x="27356" y="109067"/>
                </a:moveTo>
                <a:cubicBezTo>
                  <a:pt x="24076" y="109067"/>
                  <a:pt x="20939" y="108519"/>
                  <a:pt x="17948" y="107424"/>
                </a:cubicBezTo>
                <a:cubicBezTo>
                  <a:pt x="14957" y="106328"/>
                  <a:pt x="12014" y="104485"/>
                  <a:pt x="9119" y="101896"/>
                </a:cubicBezTo>
                <a:cubicBezTo>
                  <a:pt x="6224" y="99306"/>
                  <a:pt x="4005" y="95770"/>
                  <a:pt x="2461" y="91288"/>
                </a:cubicBezTo>
                <a:cubicBezTo>
                  <a:pt x="917" y="86806"/>
                  <a:pt x="96" y="81427"/>
                  <a:pt x="0" y="75152"/>
                </a:cubicBezTo>
                <a:cubicBezTo>
                  <a:pt x="0" y="66387"/>
                  <a:pt x="1833" y="56824"/>
                  <a:pt x="5500" y="46466"/>
                </a:cubicBezTo>
                <a:cubicBezTo>
                  <a:pt x="9167" y="36107"/>
                  <a:pt x="14523" y="27142"/>
                  <a:pt x="21567" y="19572"/>
                </a:cubicBezTo>
                <a:cubicBezTo>
                  <a:pt x="27935" y="12799"/>
                  <a:pt x="34787" y="7869"/>
                  <a:pt x="42120" y="4781"/>
                </a:cubicBezTo>
                <a:cubicBezTo>
                  <a:pt x="49454" y="1693"/>
                  <a:pt x="55726" y="149"/>
                  <a:pt x="60937" y="149"/>
                </a:cubicBezTo>
                <a:cubicBezTo>
                  <a:pt x="61130" y="50"/>
                  <a:pt x="62288" y="0"/>
                  <a:pt x="64411" y="0"/>
                </a:cubicBezTo>
                <a:cubicBezTo>
                  <a:pt x="71744" y="398"/>
                  <a:pt x="75411" y="3636"/>
                  <a:pt x="75411" y="9711"/>
                </a:cubicBezTo>
                <a:cubicBezTo>
                  <a:pt x="75411" y="13098"/>
                  <a:pt x="74157" y="17680"/>
                  <a:pt x="71648" y="23457"/>
                </a:cubicBezTo>
                <a:cubicBezTo>
                  <a:pt x="69139" y="29234"/>
                  <a:pt x="67064" y="32919"/>
                  <a:pt x="65424" y="34513"/>
                </a:cubicBezTo>
                <a:cubicBezTo>
                  <a:pt x="62239" y="37501"/>
                  <a:pt x="58959" y="38995"/>
                  <a:pt x="55581" y="38995"/>
                </a:cubicBezTo>
                <a:cubicBezTo>
                  <a:pt x="54134" y="38995"/>
                  <a:pt x="53410" y="38547"/>
                  <a:pt x="53410" y="37651"/>
                </a:cubicBezTo>
                <a:cubicBezTo>
                  <a:pt x="53410" y="37053"/>
                  <a:pt x="53748" y="36057"/>
                  <a:pt x="54423" y="34662"/>
                </a:cubicBezTo>
                <a:cubicBezTo>
                  <a:pt x="55099" y="33268"/>
                  <a:pt x="56016" y="31276"/>
                  <a:pt x="57173" y="28686"/>
                </a:cubicBezTo>
                <a:cubicBezTo>
                  <a:pt x="58331" y="26096"/>
                  <a:pt x="59345" y="23606"/>
                  <a:pt x="60213" y="21216"/>
                </a:cubicBezTo>
                <a:cubicBezTo>
                  <a:pt x="60696" y="19523"/>
                  <a:pt x="60937" y="17979"/>
                  <a:pt x="60937" y="16584"/>
                </a:cubicBezTo>
                <a:cubicBezTo>
                  <a:pt x="60937" y="12401"/>
                  <a:pt x="58428" y="10309"/>
                  <a:pt x="53410" y="10309"/>
                </a:cubicBezTo>
                <a:cubicBezTo>
                  <a:pt x="46945" y="10309"/>
                  <a:pt x="41107" y="12401"/>
                  <a:pt x="35896" y="16584"/>
                </a:cubicBezTo>
                <a:cubicBezTo>
                  <a:pt x="30685" y="20768"/>
                  <a:pt x="26584" y="25997"/>
                  <a:pt x="23593" y="32272"/>
                </a:cubicBezTo>
                <a:cubicBezTo>
                  <a:pt x="20602" y="38547"/>
                  <a:pt x="18334" y="44822"/>
                  <a:pt x="16790" y="51097"/>
                </a:cubicBezTo>
                <a:cubicBezTo>
                  <a:pt x="15246" y="57372"/>
                  <a:pt x="14474" y="63149"/>
                  <a:pt x="14474" y="68428"/>
                </a:cubicBezTo>
                <a:cubicBezTo>
                  <a:pt x="14474" y="77393"/>
                  <a:pt x="16452" y="84664"/>
                  <a:pt x="20409" y="90242"/>
                </a:cubicBezTo>
                <a:cubicBezTo>
                  <a:pt x="24365" y="95820"/>
                  <a:pt x="30155" y="98658"/>
                  <a:pt x="37778" y="98758"/>
                </a:cubicBezTo>
                <a:cubicBezTo>
                  <a:pt x="44919" y="98758"/>
                  <a:pt x="50950" y="94923"/>
                  <a:pt x="55871" y="87254"/>
                </a:cubicBezTo>
                <a:cubicBezTo>
                  <a:pt x="57318" y="84963"/>
                  <a:pt x="59200" y="83170"/>
                  <a:pt x="61516" y="81875"/>
                </a:cubicBezTo>
                <a:cubicBezTo>
                  <a:pt x="63832" y="80580"/>
                  <a:pt x="65955" y="79883"/>
                  <a:pt x="67884" y="79783"/>
                </a:cubicBezTo>
                <a:cubicBezTo>
                  <a:pt x="69332" y="79783"/>
                  <a:pt x="70056" y="80331"/>
                  <a:pt x="70056" y="81427"/>
                </a:cubicBezTo>
                <a:cubicBezTo>
                  <a:pt x="70056" y="82423"/>
                  <a:pt x="69091" y="84266"/>
                  <a:pt x="67161" y="86955"/>
                </a:cubicBezTo>
                <a:cubicBezTo>
                  <a:pt x="62336" y="93628"/>
                  <a:pt x="56257" y="98957"/>
                  <a:pt x="48923" y="102941"/>
                </a:cubicBezTo>
                <a:cubicBezTo>
                  <a:pt x="41589" y="106926"/>
                  <a:pt x="34401" y="108968"/>
                  <a:pt x="27356" y="1090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DD027-E226-4812-862B-C1AF05B0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1012" y="3216869"/>
            <a:ext cx="75411" cy="109067"/>
          </a:xfrm>
          <a:custGeom xmlns:a="http://schemas.openxmlformats.org/drawingml/2006/main">
            <a:pathLst>
              <a:path w="75411" h="109067" fill="none">
                <a:moveTo>
                  <a:pt x="27356" y="109067"/>
                </a:moveTo>
                <a:cubicBezTo>
                  <a:pt x="24076" y="109067"/>
                  <a:pt x="20939" y="108519"/>
                  <a:pt x="17948" y="107424"/>
                </a:cubicBezTo>
                <a:cubicBezTo>
                  <a:pt x="14957" y="106328"/>
                  <a:pt x="12014" y="104485"/>
                  <a:pt x="9119" y="101896"/>
                </a:cubicBezTo>
                <a:cubicBezTo>
                  <a:pt x="6224" y="99306"/>
                  <a:pt x="4005" y="95770"/>
                  <a:pt x="2461" y="91288"/>
                </a:cubicBezTo>
                <a:cubicBezTo>
                  <a:pt x="917" y="86806"/>
                  <a:pt x="96" y="81427"/>
                  <a:pt x="0" y="75152"/>
                </a:cubicBezTo>
                <a:cubicBezTo>
                  <a:pt x="0" y="66387"/>
                  <a:pt x="1833" y="56824"/>
                  <a:pt x="5500" y="46466"/>
                </a:cubicBezTo>
                <a:cubicBezTo>
                  <a:pt x="9167" y="36107"/>
                  <a:pt x="14523" y="27142"/>
                  <a:pt x="21567" y="19572"/>
                </a:cubicBezTo>
                <a:cubicBezTo>
                  <a:pt x="27935" y="12799"/>
                  <a:pt x="34787" y="7869"/>
                  <a:pt x="42120" y="4781"/>
                </a:cubicBezTo>
                <a:cubicBezTo>
                  <a:pt x="49454" y="1693"/>
                  <a:pt x="55726" y="149"/>
                  <a:pt x="60937" y="149"/>
                </a:cubicBezTo>
                <a:cubicBezTo>
                  <a:pt x="61130" y="50"/>
                  <a:pt x="62288" y="0"/>
                  <a:pt x="64411" y="0"/>
                </a:cubicBezTo>
                <a:cubicBezTo>
                  <a:pt x="71744" y="398"/>
                  <a:pt x="75411" y="3636"/>
                  <a:pt x="75411" y="9711"/>
                </a:cubicBezTo>
                <a:cubicBezTo>
                  <a:pt x="75411" y="13098"/>
                  <a:pt x="74157" y="17680"/>
                  <a:pt x="71648" y="23457"/>
                </a:cubicBezTo>
                <a:cubicBezTo>
                  <a:pt x="69139" y="29234"/>
                  <a:pt x="67064" y="32919"/>
                  <a:pt x="65424" y="34513"/>
                </a:cubicBezTo>
                <a:cubicBezTo>
                  <a:pt x="62239" y="37501"/>
                  <a:pt x="58959" y="38995"/>
                  <a:pt x="55581" y="38995"/>
                </a:cubicBezTo>
                <a:cubicBezTo>
                  <a:pt x="54134" y="38995"/>
                  <a:pt x="53410" y="38547"/>
                  <a:pt x="53410" y="37651"/>
                </a:cubicBezTo>
                <a:cubicBezTo>
                  <a:pt x="53410" y="37053"/>
                  <a:pt x="53748" y="36057"/>
                  <a:pt x="54423" y="34662"/>
                </a:cubicBezTo>
                <a:cubicBezTo>
                  <a:pt x="55099" y="33268"/>
                  <a:pt x="56016" y="31276"/>
                  <a:pt x="57173" y="28686"/>
                </a:cubicBezTo>
                <a:cubicBezTo>
                  <a:pt x="58331" y="26096"/>
                  <a:pt x="59345" y="23606"/>
                  <a:pt x="60213" y="21216"/>
                </a:cubicBezTo>
                <a:cubicBezTo>
                  <a:pt x="60696" y="19523"/>
                  <a:pt x="60937" y="17979"/>
                  <a:pt x="60937" y="16584"/>
                </a:cubicBezTo>
                <a:cubicBezTo>
                  <a:pt x="60937" y="12401"/>
                  <a:pt x="58428" y="10309"/>
                  <a:pt x="53410" y="10309"/>
                </a:cubicBezTo>
                <a:cubicBezTo>
                  <a:pt x="46945" y="10309"/>
                  <a:pt x="41107" y="12401"/>
                  <a:pt x="35896" y="16584"/>
                </a:cubicBezTo>
                <a:cubicBezTo>
                  <a:pt x="30685" y="20768"/>
                  <a:pt x="26584" y="25997"/>
                  <a:pt x="23593" y="32272"/>
                </a:cubicBezTo>
                <a:cubicBezTo>
                  <a:pt x="20602" y="38547"/>
                  <a:pt x="18334" y="44822"/>
                  <a:pt x="16790" y="51097"/>
                </a:cubicBezTo>
                <a:cubicBezTo>
                  <a:pt x="15246" y="57372"/>
                  <a:pt x="14474" y="63149"/>
                  <a:pt x="14474" y="68428"/>
                </a:cubicBezTo>
                <a:cubicBezTo>
                  <a:pt x="14474" y="77393"/>
                  <a:pt x="16452" y="84664"/>
                  <a:pt x="20409" y="90242"/>
                </a:cubicBezTo>
                <a:cubicBezTo>
                  <a:pt x="24365" y="95820"/>
                  <a:pt x="30155" y="98658"/>
                  <a:pt x="37778" y="98758"/>
                </a:cubicBezTo>
                <a:cubicBezTo>
                  <a:pt x="44919" y="98758"/>
                  <a:pt x="50950" y="94923"/>
                  <a:pt x="55871" y="87254"/>
                </a:cubicBezTo>
                <a:cubicBezTo>
                  <a:pt x="57318" y="84963"/>
                  <a:pt x="59200" y="83170"/>
                  <a:pt x="61516" y="81875"/>
                </a:cubicBezTo>
                <a:cubicBezTo>
                  <a:pt x="63832" y="80580"/>
                  <a:pt x="65955" y="79883"/>
                  <a:pt x="67884" y="79783"/>
                </a:cubicBezTo>
                <a:cubicBezTo>
                  <a:pt x="69332" y="79783"/>
                  <a:pt x="70056" y="80331"/>
                  <a:pt x="70056" y="81427"/>
                </a:cubicBezTo>
                <a:cubicBezTo>
                  <a:pt x="70056" y="82423"/>
                  <a:pt x="69091" y="84266"/>
                  <a:pt x="67161" y="86955"/>
                </a:cubicBezTo>
                <a:cubicBezTo>
                  <a:pt x="62336" y="93628"/>
                  <a:pt x="56257" y="98957"/>
                  <a:pt x="48923" y="102941"/>
                </a:cubicBezTo>
                <a:cubicBezTo>
                  <a:pt x="41589" y="106926"/>
                  <a:pt x="34401" y="108968"/>
                  <a:pt x="27356" y="1090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11370"/>
              </a:srgbClr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96171-C6A0-4E8F-9510-98B64E35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825" y="3274262"/>
            <a:ext cx="35203" cy="70350"/>
          </a:xfrm>
          <a:custGeom xmlns:a="http://schemas.openxmlformats.org/drawingml/2006/main">
            <a:pathLst>
              <a:path w="35203" h="70350">
                <a:moveTo>
                  <a:pt x="13303" y="9296"/>
                </a:moveTo>
                <a:lnTo>
                  <a:pt x="11973" y="9824"/>
                </a:lnTo>
                <a:cubicBezTo>
                  <a:pt x="11018" y="10176"/>
                  <a:pt x="9653" y="10528"/>
                  <a:pt x="7880" y="10880"/>
                </a:cubicBezTo>
                <a:cubicBezTo>
                  <a:pt x="6106" y="11232"/>
                  <a:pt x="4127" y="11479"/>
                  <a:pt x="1944" y="11619"/>
                </a:cubicBezTo>
                <a:lnTo>
                  <a:pt x="0" y="11619"/>
                </a:lnTo>
                <a:lnTo>
                  <a:pt x="0" y="6760"/>
                </a:lnTo>
                <a:lnTo>
                  <a:pt x="1944" y="6760"/>
                </a:lnTo>
                <a:cubicBezTo>
                  <a:pt x="5151" y="6620"/>
                  <a:pt x="8118" y="6091"/>
                  <a:pt x="10847" y="5176"/>
                </a:cubicBezTo>
                <a:cubicBezTo>
                  <a:pt x="13576" y="4260"/>
                  <a:pt x="15486" y="3415"/>
                  <a:pt x="16578" y="2641"/>
                </a:cubicBezTo>
                <a:cubicBezTo>
                  <a:pt x="17670" y="1866"/>
                  <a:pt x="18625" y="1092"/>
                  <a:pt x="19443" y="317"/>
                </a:cubicBezTo>
                <a:cubicBezTo>
                  <a:pt x="19580" y="106"/>
                  <a:pt x="19989" y="0"/>
                  <a:pt x="20671" y="0"/>
                </a:cubicBezTo>
                <a:cubicBezTo>
                  <a:pt x="21285" y="0"/>
                  <a:pt x="21865" y="211"/>
                  <a:pt x="22411" y="634"/>
                </a:cubicBezTo>
                <a:lnTo>
                  <a:pt x="22411" y="32217"/>
                </a:lnTo>
                <a:lnTo>
                  <a:pt x="22513" y="63907"/>
                </a:lnTo>
                <a:cubicBezTo>
                  <a:pt x="22991" y="64400"/>
                  <a:pt x="23400" y="64716"/>
                  <a:pt x="23741" y="64857"/>
                </a:cubicBezTo>
                <a:cubicBezTo>
                  <a:pt x="24082" y="64998"/>
                  <a:pt x="24901" y="65139"/>
                  <a:pt x="26197" y="65280"/>
                </a:cubicBezTo>
                <a:cubicBezTo>
                  <a:pt x="27494" y="65421"/>
                  <a:pt x="29608" y="65491"/>
                  <a:pt x="32542" y="65491"/>
                </a:cubicBezTo>
                <a:lnTo>
                  <a:pt x="35203" y="65491"/>
                </a:lnTo>
                <a:lnTo>
                  <a:pt x="35203" y="70350"/>
                </a:lnTo>
                <a:lnTo>
                  <a:pt x="34077" y="70350"/>
                </a:lnTo>
                <a:cubicBezTo>
                  <a:pt x="32644" y="70139"/>
                  <a:pt x="27221" y="70033"/>
                  <a:pt x="17806" y="70033"/>
                </a:cubicBezTo>
                <a:cubicBezTo>
                  <a:pt x="8528" y="70033"/>
                  <a:pt x="3172" y="70139"/>
                  <a:pt x="1740" y="70350"/>
                </a:cubicBezTo>
                <a:lnTo>
                  <a:pt x="512" y="70350"/>
                </a:lnTo>
                <a:lnTo>
                  <a:pt x="512" y="65491"/>
                </a:lnTo>
                <a:lnTo>
                  <a:pt x="3172" y="65491"/>
                </a:lnTo>
                <a:cubicBezTo>
                  <a:pt x="4673" y="65491"/>
                  <a:pt x="5969" y="65491"/>
                  <a:pt x="7061" y="65491"/>
                </a:cubicBezTo>
                <a:cubicBezTo>
                  <a:pt x="8153" y="65491"/>
                  <a:pt x="9005" y="65456"/>
                  <a:pt x="9619" y="65385"/>
                </a:cubicBezTo>
                <a:cubicBezTo>
                  <a:pt x="10233" y="65315"/>
                  <a:pt x="10779" y="65209"/>
                  <a:pt x="11257" y="65069"/>
                </a:cubicBezTo>
                <a:cubicBezTo>
                  <a:pt x="11734" y="64928"/>
                  <a:pt x="12007" y="64857"/>
                  <a:pt x="12075" y="64857"/>
                </a:cubicBezTo>
                <a:cubicBezTo>
                  <a:pt x="12144" y="64857"/>
                  <a:pt x="12348" y="64681"/>
                  <a:pt x="12689" y="64329"/>
                </a:cubicBezTo>
                <a:cubicBezTo>
                  <a:pt x="13030" y="63977"/>
                  <a:pt x="13235" y="63836"/>
                  <a:pt x="13303" y="63907"/>
                </a:cubicBezTo>
                <a:lnTo>
                  <a:pt x="13303" y="92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41309C-9303-40CF-A7F4-B798B6FF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8825" y="3274262"/>
            <a:ext cx="35203" cy="70350"/>
          </a:xfrm>
          <a:custGeom xmlns:a="http://schemas.openxmlformats.org/drawingml/2006/main">
            <a:pathLst>
              <a:path w="35203" h="70350" fill="none">
                <a:moveTo>
                  <a:pt x="13303" y="9296"/>
                </a:moveTo>
                <a:lnTo>
                  <a:pt x="11973" y="9824"/>
                </a:lnTo>
                <a:cubicBezTo>
                  <a:pt x="11018" y="10176"/>
                  <a:pt x="9653" y="10528"/>
                  <a:pt x="7880" y="10880"/>
                </a:cubicBezTo>
                <a:cubicBezTo>
                  <a:pt x="6106" y="11232"/>
                  <a:pt x="4127" y="11479"/>
                  <a:pt x="1944" y="11619"/>
                </a:cubicBezTo>
                <a:lnTo>
                  <a:pt x="0" y="11619"/>
                </a:lnTo>
                <a:lnTo>
                  <a:pt x="0" y="6760"/>
                </a:lnTo>
                <a:lnTo>
                  <a:pt x="1944" y="6760"/>
                </a:lnTo>
                <a:cubicBezTo>
                  <a:pt x="5151" y="6620"/>
                  <a:pt x="8118" y="6091"/>
                  <a:pt x="10847" y="5176"/>
                </a:cubicBezTo>
                <a:cubicBezTo>
                  <a:pt x="13576" y="4260"/>
                  <a:pt x="15486" y="3415"/>
                  <a:pt x="16578" y="2641"/>
                </a:cubicBezTo>
                <a:cubicBezTo>
                  <a:pt x="17670" y="1866"/>
                  <a:pt x="18625" y="1092"/>
                  <a:pt x="19443" y="317"/>
                </a:cubicBezTo>
                <a:cubicBezTo>
                  <a:pt x="19580" y="106"/>
                  <a:pt x="19989" y="0"/>
                  <a:pt x="20671" y="0"/>
                </a:cubicBezTo>
                <a:cubicBezTo>
                  <a:pt x="21285" y="0"/>
                  <a:pt x="21865" y="211"/>
                  <a:pt x="22411" y="634"/>
                </a:cubicBezTo>
                <a:lnTo>
                  <a:pt x="22411" y="32217"/>
                </a:lnTo>
                <a:lnTo>
                  <a:pt x="22513" y="63907"/>
                </a:lnTo>
                <a:cubicBezTo>
                  <a:pt x="22991" y="64400"/>
                  <a:pt x="23400" y="64716"/>
                  <a:pt x="23741" y="64857"/>
                </a:cubicBezTo>
                <a:cubicBezTo>
                  <a:pt x="24082" y="64998"/>
                  <a:pt x="24901" y="65139"/>
                  <a:pt x="26197" y="65280"/>
                </a:cubicBezTo>
                <a:cubicBezTo>
                  <a:pt x="27494" y="65421"/>
                  <a:pt x="29608" y="65491"/>
                  <a:pt x="32542" y="65491"/>
                </a:cubicBezTo>
                <a:lnTo>
                  <a:pt x="35203" y="65491"/>
                </a:lnTo>
                <a:lnTo>
                  <a:pt x="35203" y="70350"/>
                </a:lnTo>
                <a:lnTo>
                  <a:pt x="34077" y="70350"/>
                </a:lnTo>
                <a:cubicBezTo>
                  <a:pt x="32644" y="70139"/>
                  <a:pt x="27221" y="70033"/>
                  <a:pt x="17806" y="70033"/>
                </a:cubicBezTo>
                <a:cubicBezTo>
                  <a:pt x="8528" y="70033"/>
                  <a:pt x="3172" y="70139"/>
                  <a:pt x="1740" y="70350"/>
                </a:cubicBezTo>
                <a:lnTo>
                  <a:pt x="512" y="70350"/>
                </a:lnTo>
                <a:lnTo>
                  <a:pt x="512" y="65491"/>
                </a:lnTo>
                <a:lnTo>
                  <a:pt x="3172" y="65491"/>
                </a:lnTo>
                <a:cubicBezTo>
                  <a:pt x="4673" y="65491"/>
                  <a:pt x="5969" y="65491"/>
                  <a:pt x="7061" y="65491"/>
                </a:cubicBezTo>
                <a:cubicBezTo>
                  <a:pt x="8153" y="65491"/>
                  <a:pt x="9005" y="65456"/>
                  <a:pt x="9619" y="65385"/>
                </a:cubicBezTo>
                <a:cubicBezTo>
                  <a:pt x="10233" y="65315"/>
                  <a:pt x="10779" y="65209"/>
                  <a:pt x="11257" y="65069"/>
                </a:cubicBezTo>
                <a:cubicBezTo>
                  <a:pt x="11734" y="64928"/>
                  <a:pt x="12007" y="64857"/>
                  <a:pt x="12075" y="64857"/>
                </a:cubicBezTo>
                <a:cubicBezTo>
                  <a:pt x="12144" y="64857"/>
                  <a:pt x="12348" y="64681"/>
                  <a:pt x="12689" y="64329"/>
                </a:cubicBezTo>
                <a:cubicBezTo>
                  <a:pt x="13030" y="63977"/>
                  <a:pt x="13235" y="63836"/>
                  <a:pt x="13303" y="63907"/>
                </a:cubicBezTo>
                <a:lnTo>
                  <a:pt x="13303" y="92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04" cap="flat">
            <a:solidFill>
              <a:srgbClr val="000000">
                <a:alpha val="8040"/>
              </a:srgbClr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E6FDF-DD50-4907-8235-E2B90613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258" y="2310287"/>
            <a:ext cx="75411" cy="109067"/>
          </a:xfrm>
          <a:custGeom xmlns:a="http://schemas.openxmlformats.org/drawingml/2006/main">
            <a:pathLst>
              <a:path w="75411" h="109067">
                <a:moveTo>
                  <a:pt x="27356" y="109067"/>
                </a:moveTo>
                <a:cubicBezTo>
                  <a:pt x="24076" y="109067"/>
                  <a:pt x="20939" y="108519"/>
                  <a:pt x="17948" y="107424"/>
                </a:cubicBezTo>
                <a:cubicBezTo>
                  <a:pt x="14957" y="106328"/>
                  <a:pt x="12014" y="104485"/>
                  <a:pt x="9119" y="101896"/>
                </a:cubicBezTo>
                <a:cubicBezTo>
                  <a:pt x="6224" y="99306"/>
                  <a:pt x="4005" y="95770"/>
                  <a:pt x="2461" y="91288"/>
                </a:cubicBezTo>
                <a:cubicBezTo>
                  <a:pt x="917" y="86806"/>
                  <a:pt x="96" y="81427"/>
                  <a:pt x="0" y="75152"/>
                </a:cubicBezTo>
                <a:cubicBezTo>
                  <a:pt x="0" y="66387"/>
                  <a:pt x="1833" y="56824"/>
                  <a:pt x="5500" y="46466"/>
                </a:cubicBezTo>
                <a:cubicBezTo>
                  <a:pt x="9167" y="36107"/>
                  <a:pt x="14523" y="27142"/>
                  <a:pt x="21567" y="19572"/>
                </a:cubicBezTo>
                <a:cubicBezTo>
                  <a:pt x="27935" y="12799"/>
                  <a:pt x="34787" y="7869"/>
                  <a:pt x="42120" y="4781"/>
                </a:cubicBezTo>
                <a:cubicBezTo>
                  <a:pt x="49454" y="1693"/>
                  <a:pt x="55726" y="149"/>
                  <a:pt x="60937" y="149"/>
                </a:cubicBezTo>
                <a:cubicBezTo>
                  <a:pt x="61130" y="50"/>
                  <a:pt x="62288" y="0"/>
                  <a:pt x="64411" y="0"/>
                </a:cubicBezTo>
                <a:cubicBezTo>
                  <a:pt x="71744" y="398"/>
                  <a:pt x="75411" y="3636"/>
                  <a:pt x="75411" y="9711"/>
                </a:cubicBezTo>
                <a:cubicBezTo>
                  <a:pt x="75411" y="13098"/>
                  <a:pt x="74157" y="17680"/>
                  <a:pt x="71648" y="23457"/>
                </a:cubicBezTo>
                <a:cubicBezTo>
                  <a:pt x="69139" y="29234"/>
                  <a:pt x="67064" y="32919"/>
                  <a:pt x="65424" y="34513"/>
                </a:cubicBezTo>
                <a:cubicBezTo>
                  <a:pt x="62239" y="37501"/>
                  <a:pt x="58959" y="38995"/>
                  <a:pt x="55581" y="38995"/>
                </a:cubicBezTo>
                <a:cubicBezTo>
                  <a:pt x="54134" y="38995"/>
                  <a:pt x="53410" y="38547"/>
                  <a:pt x="53410" y="37651"/>
                </a:cubicBezTo>
                <a:cubicBezTo>
                  <a:pt x="53410" y="37053"/>
                  <a:pt x="53748" y="36057"/>
                  <a:pt x="54423" y="34662"/>
                </a:cubicBezTo>
                <a:cubicBezTo>
                  <a:pt x="55099" y="33268"/>
                  <a:pt x="56016" y="31276"/>
                  <a:pt x="57173" y="28686"/>
                </a:cubicBezTo>
                <a:cubicBezTo>
                  <a:pt x="58331" y="26096"/>
                  <a:pt x="59345" y="23606"/>
                  <a:pt x="60213" y="21216"/>
                </a:cubicBezTo>
                <a:cubicBezTo>
                  <a:pt x="60696" y="19523"/>
                  <a:pt x="60937" y="17979"/>
                  <a:pt x="60937" y="16584"/>
                </a:cubicBezTo>
                <a:cubicBezTo>
                  <a:pt x="60937" y="12401"/>
                  <a:pt x="58428" y="10309"/>
                  <a:pt x="53410" y="10309"/>
                </a:cubicBezTo>
                <a:cubicBezTo>
                  <a:pt x="46945" y="10309"/>
                  <a:pt x="41107" y="12401"/>
                  <a:pt x="35896" y="16584"/>
                </a:cubicBezTo>
                <a:cubicBezTo>
                  <a:pt x="30685" y="20768"/>
                  <a:pt x="26584" y="25997"/>
                  <a:pt x="23593" y="32272"/>
                </a:cubicBezTo>
                <a:cubicBezTo>
                  <a:pt x="20602" y="38547"/>
                  <a:pt x="18334" y="44822"/>
                  <a:pt x="16790" y="51097"/>
                </a:cubicBezTo>
                <a:cubicBezTo>
                  <a:pt x="15246" y="57372"/>
                  <a:pt x="14474" y="63149"/>
                  <a:pt x="14474" y="68428"/>
                </a:cubicBezTo>
                <a:cubicBezTo>
                  <a:pt x="14474" y="77393"/>
                  <a:pt x="16452" y="84664"/>
                  <a:pt x="20409" y="90242"/>
                </a:cubicBezTo>
                <a:cubicBezTo>
                  <a:pt x="24365" y="95820"/>
                  <a:pt x="30155" y="98658"/>
                  <a:pt x="37778" y="98758"/>
                </a:cubicBezTo>
                <a:cubicBezTo>
                  <a:pt x="44919" y="98758"/>
                  <a:pt x="50950" y="94923"/>
                  <a:pt x="55871" y="87254"/>
                </a:cubicBezTo>
                <a:cubicBezTo>
                  <a:pt x="57318" y="84963"/>
                  <a:pt x="59200" y="83170"/>
                  <a:pt x="61516" y="81875"/>
                </a:cubicBezTo>
                <a:cubicBezTo>
                  <a:pt x="63832" y="80580"/>
                  <a:pt x="65955" y="79883"/>
                  <a:pt x="67884" y="79783"/>
                </a:cubicBezTo>
                <a:cubicBezTo>
                  <a:pt x="69332" y="79783"/>
                  <a:pt x="70056" y="80331"/>
                  <a:pt x="70056" y="81427"/>
                </a:cubicBezTo>
                <a:cubicBezTo>
                  <a:pt x="70056" y="82423"/>
                  <a:pt x="69091" y="84266"/>
                  <a:pt x="67161" y="86955"/>
                </a:cubicBezTo>
                <a:cubicBezTo>
                  <a:pt x="62336" y="93628"/>
                  <a:pt x="56257" y="98957"/>
                  <a:pt x="48923" y="102941"/>
                </a:cubicBezTo>
                <a:cubicBezTo>
                  <a:pt x="41589" y="106926"/>
                  <a:pt x="34401" y="108968"/>
                  <a:pt x="27356" y="1090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23AE1-248F-439E-8553-48880C5E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258" y="2310287"/>
            <a:ext cx="75411" cy="109067"/>
          </a:xfrm>
          <a:custGeom xmlns:a="http://schemas.openxmlformats.org/drawingml/2006/main">
            <a:pathLst>
              <a:path w="75411" h="109067" fill="none">
                <a:moveTo>
                  <a:pt x="27356" y="109067"/>
                </a:moveTo>
                <a:cubicBezTo>
                  <a:pt x="24076" y="109067"/>
                  <a:pt x="20939" y="108519"/>
                  <a:pt x="17948" y="107424"/>
                </a:cubicBezTo>
                <a:cubicBezTo>
                  <a:pt x="14957" y="106328"/>
                  <a:pt x="12014" y="104485"/>
                  <a:pt x="9119" y="101896"/>
                </a:cubicBezTo>
                <a:cubicBezTo>
                  <a:pt x="6224" y="99306"/>
                  <a:pt x="4005" y="95770"/>
                  <a:pt x="2461" y="91288"/>
                </a:cubicBezTo>
                <a:cubicBezTo>
                  <a:pt x="917" y="86806"/>
                  <a:pt x="96" y="81427"/>
                  <a:pt x="0" y="75152"/>
                </a:cubicBezTo>
                <a:cubicBezTo>
                  <a:pt x="0" y="66387"/>
                  <a:pt x="1833" y="56824"/>
                  <a:pt x="5500" y="46466"/>
                </a:cubicBezTo>
                <a:cubicBezTo>
                  <a:pt x="9167" y="36107"/>
                  <a:pt x="14523" y="27142"/>
                  <a:pt x="21567" y="19572"/>
                </a:cubicBezTo>
                <a:cubicBezTo>
                  <a:pt x="27935" y="12799"/>
                  <a:pt x="34787" y="7869"/>
                  <a:pt x="42120" y="4781"/>
                </a:cubicBezTo>
                <a:cubicBezTo>
                  <a:pt x="49454" y="1693"/>
                  <a:pt x="55726" y="149"/>
                  <a:pt x="60937" y="149"/>
                </a:cubicBezTo>
                <a:cubicBezTo>
                  <a:pt x="61130" y="50"/>
                  <a:pt x="62288" y="0"/>
                  <a:pt x="64411" y="0"/>
                </a:cubicBezTo>
                <a:cubicBezTo>
                  <a:pt x="71744" y="398"/>
                  <a:pt x="75411" y="3636"/>
                  <a:pt x="75411" y="9711"/>
                </a:cubicBezTo>
                <a:cubicBezTo>
                  <a:pt x="75411" y="13098"/>
                  <a:pt x="74157" y="17680"/>
                  <a:pt x="71648" y="23457"/>
                </a:cubicBezTo>
                <a:cubicBezTo>
                  <a:pt x="69139" y="29234"/>
                  <a:pt x="67064" y="32919"/>
                  <a:pt x="65424" y="34513"/>
                </a:cubicBezTo>
                <a:cubicBezTo>
                  <a:pt x="62239" y="37501"/>
                  <a:pt x="58959" y="38995"/>
                  <a:pt x="55581" y="38995"/>
                </a:cubicBezTo>
                <a:cubicBezTo>
                  <a:pt x="54134" y="38995"/>
                  <a:pt x="53410" y="38547"/>
                  <a:pt x="53410" y="37651"/>
                </a:cubicBezTo>
                <a:cubicBezTo>
                  <a:pt x="53410" y="37053"/>
                  <a:pt x="53748" y="36057"/>
                  <a:pt x="54423" y="34662"/>
                </a:cubicBezTo>
                <a:cubicBezTo>
                  <a:pt x="55099" y="33268"/>
                  <a:pt x="56016" y="31276"/>
                  <a:pt x="57173" y="28686"/>
                </a:cubicBezTo>
                <a:cubicBezTo>
                  <a:pt x="58331" y="26096"/>
                  <a:pt x="59345" y="23606"/>
                  <a:pt x="60213" y="21216"/>
                </a:cubicBezTo>
                <a:cubicBezTo>
                  <a:pt x="60696" y="19523"/>
                  <a:pt x="60937" y="17979"/>
                  <a:pt x="60937" y="16584"/>
                </a:cubicBezTo>
                <a:cubicBezTo>
                  <a:pt x="60937" y="12401"/>
                  <a:pt x="58428" y="10309"/>
                  <a:pt x="53410" y="10309"/>
                </a:cubicBezTo>
                <a:cubicBezTo>
                  <a:pt x="46945" y="10309"/>
                  <a:pt x="41107" y="12401"/>
                  <a:pt x="35896" y="16584"/>
                </a:cubicBezTo>
                <a:cubicBezTo>
                  <a:pt x="30685" y="20768"/>
                  <a:pt x="26584" y="25997"/>
                  <a:pt x="23593" y="32272"/>
                </a:cubicBezTo>
                <a:cubicBezTo>
                  <a:pt x="20602" y="38547"/>
                  <a:pt x="18334" y="44822"/>
                  <a:pt x="16790" y="51097"/>
                </a:cubicBezTo>
                <a:cubicBezTo>
                  <a:pt x="15246" y="57372"/>
                  <a:pt x="14474" y="63149"/>
                  <a:pt x="14474" y="68428"/>
                </a:cubicBezTo>
                <a:cubicBezTo>
                  <a:pt x="14474" y="77393"/>
                  <a:pt x="16452" y="84664"/>
                  <a:pt x="20409" y="90242"/>
                </a:cubicBezTo>
                <a:cubicBezTo>
                  <a:pt x="24365" y="95820"/>
                  <a:pt x="30155" y="98658"/>
                  <a:pt x="37778" y="98758"/>
                </a:cubicBezTo>
                <a:cubicBezTo>
                  <a:pt x="44919" y="98758"/>
                  <a:pt x="50950" y="94923"/>
                  <a:pt x="55871" y="87254"/>
                </a:cubicBezTo>
                <a:cubicBezTo>
                  <a:pt x="57318" y="84963"/>
                  <a:pt x="59200" y="83170"/>
                  <a:pt x="61516" y="81875"/>
                </a:cubicBezTo>
                <a:cubicBezTo>
                  <a:pt x="63832" y="80580"/>
                  <a:pt x="65955" y="79883"/>
                  <a:pt x="67884" y="79783"/>
                </a:cubicBezTo>
                <a:cubicBezTo>
                  <a:pt x="69332" y="79783"/>
                  <a:pt x="70056" y="80331"/>
                  <a:pt x="70056" y="81427"/>
                </a:cubicBezTo>
                <a:cubicBezTo>
                  <a:pt x="70056" y="82423"/>
                  <a:pt x="69091" y="84266"/>
                  <a:pt x="67161" y="86955"/>
                </a:cubicBezTo>
                <a:cubicBezTo>
                  <a:pt x="62336" y="93628"/>
                  <a:pt x="56257" y="98957"/>
                  <a:pt x="48923" y="102941"/>
                </a:cubicBezTo>
                <a:cubicBezTo>
                  <a:pt x="41589" y="106926"/>
                  <a:pt x="34401" y="108968"/>
                  <a:pt x="27356" y="10906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47" cap="flat">
            <a:solidFill>
              <a:srgbClr val="000000">
                <a:alpha val="11370"/>
              </a:srgbClr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B8CD3B-01D5-4671-9710-4ED76213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693" y="2367679"/>
            <a:ext cx="40831" cy="70350"/>
          </a:xfrm>
          <a:custGeom xmlns:a="http://schemas.openxmlformats.org/drawingml/2006/main">
            <a:pathLst>
              <a:path w="40831" h="70350">
                <a:moveTo>
                  <a:pt x="6038" y="25034"/>
                </a:moveTo>
                <a:cubicBezTo>
                  <a:pt x="4196" y="25034"/>
                  <a:pt x="2729" y="24401"/>
                  <a:pt x="1637" y="23133"/>
                </a:cubicBezTo>
                <a:cubicBezTo>
                  <a:pt x="546" y="21866"/>
                  <a:pt x="0" y="20316"/>
                  <a:pt x="0" y="18485"/>
                </a:cubicBezTo>
                <a:cubicBezTo>
                  <a:pt x="0" y="13486"/>
                  <a:pt x="1808" y="9155"/>
                  <a:pt x="5424" y="5493"/>
                </a:cubicBezTo>
                <a:cubicBezTo>
                  <a:pt x="9039" y="1831"/>
                  <a:pt x="13542" y="0"/>
                  <a:pt x="18932" y="0"/>
                </a:cubicBezTo>
                <a:cubicBezTo>
                  <a:pt x="25140" y="0"/>
                  <a:pt x="30325" y="1972"/>
                  <a:pt x="34486" y="5915"/>
                </a:cubicBezTo>
                <a:cubicBezTo>
                  <a:pt x="38648" y="9859"/>
                  <a:pt x="40763" y="14964"/>
                  <a:pt x="40831" y="21232"/>
                </a:cubicBezTo>
                <a:cubicBezTo>
                  <a:pt x="40831" y="24260"/>
                  <a:pt x="40149" y="27147"/>
                  <a:pt x="38784" y="29894"/>
                </a:cubicBezTo>
                <a:cubicBezTo>
                  <a:pt x="37420" y="32640"/>
                  <a:pt x="35783" y="35034"/>
                  <a:pt x="33872" y="37076"/>
                </a:cubicBezTo>
                <a:cubicBezTo>
                  <a:pt x="31962" y="39119"/>
                  <a:pt x="29233" y="41724"/>
                  <a:pt x="25686" y="44893"/>
                </a:cubicBezTo>
                <a:cubicBezTo>
                  <a:pt x="23230" y="47076"/>
                  <a:pt x="19819" y="50315"/>
                  <a:pt x="15452" y="54611"/>
                </a:cubicBezTo>
                <a:lnTo>
                  <a:pt x="9415" y="60526"/>
                </a:lnTo>
                <a:lnTo>
                  <a:pt x="17192" y="60632"/>
                </a:lnTo>
                <a:cubicBezTo>
                  <a:pt x="27903" y="60632"/>
                  <a:pt x="33599" y="60456"/>
                  <a:pt x="34282" y="60104"/>
                </a:cubicBezTo>
                <a:cubicBezTo>
                  <a:pt x="34759" y="59963"/>
                  <a:pt x="35578" y="56829"/>
                  <a:pt x="36738" y="50703"/>
                </a:cubicBezTo>
                <a:lnTo>
                  <a:pt x="36738" y="50386"/>
                </a:lnTo>
                <a:lnTo>
                  <a:pt x="40831" y="50386"/>
                </a:lnTo>
                <a:lnTo>
                  <a:pt x="40831" y="50703"/>
                </a:lnTo>
                <a:cubicBezTo>
                  <a:pt x="40763" y="50914"/>
                  <a:pt x="40319" y="54118"/>
                  <a:pt x="39501" y="60315"/>
                </a:cubicBezTo>
                <a:cubicBezTo>
                  <a:pt x="38682" y="66512"/>
                  <a:pt x="38170" y="69752"/>
                  <a:pt x="37966" y="70033"/>
                </a:cubicBezTo>
                <a:lnTo>
                  <a:pt x="37966" y="70350"/>
                </a:lnTo>
                <a:lnTo>
                  <a:pt x="0" y="70350"/>
                </a:lnTo>
                <a:lnTo>
                  <a:pt x="0" y="68343"/>
                </a:lnTo>
                <a:lnTo>
                  <a:pt x="0" y="67076"/>
                </a:lnTo>
                <a:cubicBezTo>
                  <a:pt x="0" y="66583"/>
                  <a:pt x="205" y="66054"/>
                  <a:pt x="614" y="65491"/>
                </a:cubicBezTo>
                <a:cubicBezTo>
                  <a:pt x="1023" y="64928"/>
                  <a:pt x="2047" y="63695"/>
                  <a:pt x="3684" y="61794"/>
                </a:cubicBezTo>
                <a:cubicBezTo>
                  <a:pt x="5662" y="59541"/>
                  <a:pt x="7368" y="57569"/>
                  <a:pt x="8801" y="55879"/>
                </a:cubicBezTo>
                <a:cubicBezTo>
                  <a:pt x="9415" y="55174"/>
                  <a:pt x="10574" y="53872"/>
                  <a:pt x="12280" y="51970"/>
                </a:cubicBezTo>
                <a:cubicBezTo>
                  <a:pt x="13986" y="50069"/>
                  <a:pt x="15145" y="48766"/>
                  <a:pt x="15759" y="48062"/>
                </a:cubicBezTo>
                <a:cubicBezTo>
                  <a:pt x="16373" y="47358"/>
                  <a:pt x="17363" y="46196"/>
                  <a:pt x="18727" y="44576"/>
                </a:cubicBezTo>
                <a:cubicBezTo>
                  <a:pt x="20091" y="42957"/>
                  <a:pt x="21047" y="41759"/>
                  <a:pt x="21592" y="40985"/>
                </a:cubicBezTo>
                <a:cubicBezTo>
                  <a:pt x="22138" y="40210"/>
                  <a:pt x="22923" y="39154"/>
                  <a:pt x="23946" y="37816"/>
                </a:cubicBezTo>
                <a:cubicBezTo>
                  <a:pt x="24969" y="36478"/>
                  <a:pt x="25686" y="35351"/>
                  <a:pt x="26095" y="34436"/>
                </a:cubicBezTo>
                <a:cubicBezTo>
                  <a:pt x="26504" y="33520"/>
                  <a:pt x="27016" y="32499"/>
                  <a:pt x="27630" y="31372"/>
                </a:cubicBezTo>
                <a:cubicBezTo>
                  <a:pt x="28244" y="30246"/>
                  <a:pt x="28687" y="29119"/>
                  <a:pt x="28960" y="27992"/>
                </a:cubicBezTo>
                <a:cubicBezTo>
                  <a:pt x="29233" y="26865"/>
                  <a:pt x="29472" y="25809"/>
                  <a:pt x="29677" y="24823"/>
                </a:cubicBezTo>
                <a:cubicBezTo>
                  <a:pt x="29881" y="23837"/>
                  <a:pt x="29984" y="22675"/>
                  <a:pt x="29984" y="21337"/>
                </a:cubicBezTo>
                <a:cubicBezTo>
                  <a:pt x="29984" y="16901"/>
                  <a:pt x="28824" y="13063"/>
                  <a:pt x="26504" y="9824"/>
                </a:cubicBezTo>
                <a:cubicBezTo>
                  <a:pt x="24185" y="6584"/>
                  <a:pt x="20876" y="4965"/>
                  <a:pt x="16578" y="4965"/>
                </a:cubicBezTo>
                <a:cubicBezTo>
                  <a:pt x="14327" y="4965"/>
                  <a:pt x="12348" y="5563"/>
                  <a:pt x="10643" y="6760"/>
                </a:cubicBezTo>
                <a:cubicBezTo>
                  <a:pt x="8937" y="7958"/>
                  <a:pt x="7743" y="9119"/>
                  <a:pt x="7061" y="10246"/>
                </a:cubicBezTo>
                <a:cubicBezTo>
                  <a:pt x="6379" y="11373"/>
                  <a:pt x="6038" y="12042"/>
                  <a:pt x="6038" y="12253"/>
                </a:cubicBezTo>
                <a:cubicBezTo>
                  <a:pt x="6038" y="12324"/>
                  <a:pt x="6208" y="12359"/>
                  <a:pt x="6549" y="12359"/>
                </a:cubicBezTo>
                <a:cubicBezTo>
                  <a:pt x="7777" y="12359"/>
                  <a:pt x="9039" y="12852"/>
                  <a:pt x="10336" y="13838"/>
                </a:cubicBezTo>
                <a:cubicBezTo>
                  <a:pt x="11632" y="14824"/>
                  <a:pt x="12280" y="16443"/>
                  <a:pt x="12280" y="18697"/>
                </a:cubicBezTo>
                <a:cubicBezTo>
                  <a:pt x="12280" y="20457"/>
                  <a:pt x="11734" y="21936"/>
                  <a:pt x="10643" y="23133"/>
                </a:cubicBezTo>
                <a:cubicBezTo>
                  <a:pt x="9551" y="24330"/>
                  <a:pt x="8016" y="24964"/>
                  <a:pt x="6038" y="2503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FB6E3-A094-4DF9-B0B6-07C4A760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693" y="2367679"/>
            <a:ext cx="40831" cy="70350"/>
          </a:xfrm>
          <a:custGeom xmlns:a="http://schemas.openxmlformats.org/drawingml/2006/main">
            <a:pathLst>
              <a:path w="40831" h="70350" fill="none">
                <a:moveTo>
                  <a:pt x="6038" y="25034"/>
                </a:moveTo>
                <a:cubicBezTo>
                  <a:pt x="4196" y="25034"/>
                  <a:pt x="2729" y="24401"/>
                  <a:pt x="1637" y="23133"/>
                </a:cubicBezTo>
                <a:cubicBezTo>
                  <a:pt x="546" y="21866"/>
                  <a:pt x="0" y="20316"/>
                  <a:pt x="0" y="18485"/>
                </a:cubicBezTo>
                <a:cubicBezTo>
                  <a:pt x="0" y="13486"/>
                  <a:pt x="1808" y="9155"/>
                  <a:pt x="5424" y="5493"/>
                </a:cubicBezTo>
                <a:cubicBezTo>
                  <a:pt x="9039" y="1831"/>
                  <a:pt x="13542" y="0"/>
                  <a:pt x="18932" y="0"/>
                </a:cubicBezTo>
                <a:cubicBezTo>
                  <a:pt x="25140" y="0"/>
                  <a:pt x="30325" y="1972"/>
                  <a:pt x="34486" y="5915"/>
                </a:cubicBezTo>
                <a:cubicBezTo>
                  <a:pt x="38648" y="9859"/>
                  <a:pt x="40763" y="14964"/>
                  <a:pt x="40831" y="21232"/>
                </a:cubicBezTo>
                <a:cubicBezTo>
                  <a:pt x="40831" y="24260"/>
                  <a:pt x="40149" y="27147"/>
                  <a:pt x="38784" y="29894"/>
                </a:cubicBezTo>
                <a:cubicBezTo>
                  <a:pt x="37420" y="32640"/>
                  <a:pt x="35783" y="35034"/>
                  <a:pt x="33872" y="37076"/>
                </a:cubicBezTo>
                <a:cubicBezTo>
                  <a:pt x="31962" y="39119"/>
                  <a:pt x="29233" y="41724"/>
                  <a:pt x="25686" y="44893"/>
                </a:cubicBezTo>
                <a:cubicBezTo>
                  <a:pt x="23230" y="47076"/>
                  <a:pt x="19819" y="50315"/>
                  <a:pt x="15452" y="54611"/>
                </a:cubicBezTo>
                <a:lnTo>
                  <a:pt x="9415" y="60526"/>
                </a:lnTo>
                <a:lnTo>
                  <a:pt x="17192" y="60632"/>
                </a:lnTo>
                <a:cubicBezTo>
                  <a:pt x="27903" y="60632"/>
                  <a:pt x="33599" y="60456"/>
                  <a:pt x="34282" y="60104"/>
                </a:cubicBezTo>
                <a:cubicBezTo>
                  <a:pt x="34759" y="59963"/>
                  <a:pt x="35578" y="56829"/>
                  <a:pt x="36738" y="50703"/>
                </a:cubicBezTo>
                <a:lnTo>
                  <a:pt x="36738" y="50386"/>
                </a:lnTo>
                <a:lnTo>
                  <a:pt x="40831" y="50386"/>
                </a:lnTo>
                <a:lnTo>
                  <a:pt x="40831" y="50703"/>
                </a:lnTo>
                <a:cubicBezTo>
                  <a:pt x="40763" y="50914"/>
                  <a:pt x="40319" y="54118"/>
                  <a:pt x="39501" y="60315"/>
                </a:cubicBezTo>
                <a:cubicBezTo>
                  <a:pt x="38682" y="66512"/>
                  <a:pt x="38170" y="69752"/>
                  <a:pt x="37966" y="70033"/>
                </a:cubicBezTo>
                <a:lnTo>
                  <a:pt x="37966" y="70350"/>
                </a:lnTo>
                <a:lnTo>
                  <a:pt x="0" y="70350"/>
                </a:lnTo>
                <a:lnTo>
                  <a:pt x="0" y="68343"/>
                </a:lnTo>
                <a:lnTo>
                  <a:pt x="0" y="67076"/>
                </a:lnTo>
                <a:cubicBezTo>
                  <a:pt x="0" y="66583"/>
                  <a:pt x="205" y="66054"/>
                  <a:pt x="614" y="65491"/>
                </a:cubicBezTo>
                <a:cubicBezTo>
                  <a:pt x="1023" y="64928"/>
                  <a:pt x="2047" y="63695"/>
                  <a:pt x="3684" y="61794"/>
                </a:cubicBezTo>
                <a:cubicBezTo>
                  <a:pt x="5662" y="59541"/>
                  <a:pt x="7368" y="57569"/>
                  <a:pt x="8801" y="55879"/>
                </a:cubicBezTo>
                <a:cubicBezTo>
                  <a:pt x="9415" y="55174"/>
                  <a:pt x="10574" y="53872"/>
                  <a:pt x="12280" y="51970"/>
                </a:cubicBezTo>
                <a:cubicBezTo>
                  <a:pt x="13986" y="50069"/>
                  <a:pt x="15145" y="48766"/>
                  <a:pt x="15759" y="48062"/>
                </a:cubicBezTo>
                <a:cubicBezTo>
                  <a:pt x="16373" y="47358"/>
                  <a:pt x="17363" y="46196"/>
                  <a:pt x="18727" y="44576"/>
                </a:cubicBezTo>
                <a:cubicBezTo>
                  <a:pt x="20091" y="42957"/>
                  <a:pt x="21047" y="41759"/>
                  <a:pt x="21592" y="40985"/>
                </a:cubicBezTo>
                <a:cubicBezTo>
                  <a:pt x="22138" y="40210"/>
                  <a:pt x="22923" y="39154"/>
                  <a:pt x="23946" y="37816"/>
                </a:cubicBezTo>
                <a:cubicBezTo>
                  <a:pt x="24969" y="36478"/>
                  <a:pt x="25686" y="35351"/>
                  <a:pt x="26095" y="34436"/>
                </a:cubicBezTo>
                <a:cubicBezTo>
                  <a:pt x="26504" y="33520"/>
                  <a:pt x="27016" y="32499"/>
                  <a:pt x="27630" y="31372"/>
                </a:cubicBezTo>
                <a:cubicBezTo>
                  <a:pt x="28244" y="30246"/>
                  <a:pt x="28687" y="29119"/>
                  <a:pt x="28960" y="27992"/>
                </a:cubicBezTo>
                <a:cubicBezTo>
                  <a:pt x="29233" y="26865"/>
                  <a:pt x="29472" y="25809"/>
                  <a:pt x="29677" y="24823"/>
                </a:cubicBezTo>
                <a:cubicBezTo>
                  <a:pt x="29881" y="23837"/>
                  <a:pt x="29984" y="22675"/>
                  <a:pt x="29984" y="21337"/>
                </a:cubicBezTo>
                <a:cubicBezTo>
                  <a:pt x="29984" y="16901"/>
                  <a:pt x="28824" y="13063"/>
                  <a:pt x="26504" y="9824"/>
                </a:cubicBezTo>
                <a:cubicBezTo>
                  <a:pt x="24185" y="6584"/>
                  <a:pt x="20876" y="4965"/>
                  <a:pt x="16578" y="4965"/>
                </a:cubicBezTo>
                <a:cubicBezTo>
                  <a:pt x="14327" y="4965"/>
                  <a:pt x="12348" y="5563"/>
                  <a:pt x="10643" y="6760"/>
                </a:cubicBezTo>
                <a:cubicBezTo>
                  <a:pt x="8937" y="7958"/>
                  <a:pt x="7743" y="9119"/>
                  <a:pt x="7061" y="10246"/>
                </a:cubicBezTo>
                <a:cubicBezTo>
                  <a:pt x="6379" y="11373"/>
                  <a:pt x="6038" y="12042"/>
                  <a:pt x="6038" y="12253"/>
                </a:cubicBezTo>
                <a:cubicBezTo>
                  <a:pt x="6038" y="12324"/>
                  <a:pt x="6208" y="12359"/>
                  <a:pt x="6549" y="12359"/>
                </a:cubicBezTo>
                <a:cubicBezTo>
                  <a:pt x="7777" y="12359"/>
                  <a:pt x="9039" y="12852"/>
                  <a:pt x="10336" y="13838"/>
                </a:cubicBezTo>
                <a:cubicBezTo>
                  <a:pt x="11632" y="14824"/>
                  <a:pt x="12280" y="16443"/>
                  <a:pt x="12280" y="18697"/>
                </a:cubicBezTo>
                <a:cubicBezTo>
                  <a:pt x="12280" y="20457"/>
                  <a:pt x="11734" y="21936"/>
                  <a:pt x="10643" y="23133"/>
                </a:cubicBezTo>
                <a:cubicBezTo>
                  <a:pt x="9551" y="24330"/>
                  <a:pt x="8016" y="24964"/>
                  <a:pt x="6038" y="2503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04" cap="flat">
            <a:solidFill>
              <a:srgbClr val="000000">
                <a:alpha val="8040"/>
              </a:srgbClr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E4E2DB-DDD5-4FA2-BFE4-7A1EC597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62" y="757186"/>
            <a:ext cx="4702744" cy="19526"/>
          </a:xfrm>
          <a:custGeom xmlns:a="http://schemas.openxmlformats.org/drawingml/2006/main">
            <a:pathLst>
              <a:path w="4702744" h="19526">
                <a:moveTo>
                  <a:pt x="0" y="7904"/>
                </a:moveTo>
                <a:lnTo>
                  <a:pt x="11623" y="7884"/>
                </a:lnTo>
                <a:lnTo>
                  <a:pt x="11643" y="19507"/>
                </a:lnTo>
                <a:lnTo>
                  <a:pt x="20" y="19526"/>
                </a:lnTo>
                <a:moveTo>
                  <a:pt x="23246" y="7864"/>
                </a:moveTo>
                <a:lnTo>
                  <a:pt x="34869" y="7845"/>
                </a:lnTo>
                <a:lnTo>
                  <a:pt x="34888" y="19468"/>
                </a:lnTo>
                <a:lnTo>
                  <a:pt x="23266" y="19487"/>
                </a:lnTo>
                <a:moveTo>
                  <a:pt x="46491" y="7825"/>
                </a:moveTo>
                <a:lnTo>
                  <a:pt x="58114" y="7806"/>
                </a:lnTo>
                <a:lnTo>
                  <a:pt x="58134" y="19429"/>
                </a:lnTo>
                <a:lnTo>
                  <a:pt x="46511" y="19448"/>
                </a:lnTo>
                <a:moveTo>
                  <a:pt x="69737" y="7786"/>
                </a:moveTo>
                <a:lnTo>
                  <a:pt x="81360" y="7767"/>
                </a:lnTo>
                <a:lnTo>
                  <a:pt x="81380" y="19390"/>
                </a:lnTo>
                <a:lnTo>
                  <a:pt x="69757" y="19409"/>
                </a:lnTo>
                <a:moveTo>
                  <a:pt x="92983" y="7747"/>
                </a:moveTo>
                <a:lnTo>
                  <a:pt x="104606" y="7728"/>
                </a:lnTo>
                <a:lnTo>
                  <a:pt x="104626" y="19351"/>
                </a:lnTo>
                <a:lnTo>
                  <a:pt x="93003" y="19370"/>
                </a:lnTo>
                <a:moveTo>
                  <a:pt x="116229" y="7708"/>
                </a:moveTo>
                <a:lnTo>
                  <a:pt x="127851" y="7689"/>
                </a:lnTo>
                <a:lnTo>
                  <a:pt x="127871" y="19311"/>
                </a:lnTo>
                <a:lnTo>
                  <a:pt x="116248" y="19331"/>
                </a:lnTo>
                <a:moveTo>
                  <a:pt x="139474" y="7669"/>
                </a:moveTo>
                <a:lnTo>
                  <a:pt x="151097" y="7650"/>
                </a:lnTo>
                <a:lnTo>
                  <a:pt x="151117" y="19272"/>
                </a:lnTo>
                <a:lnTo>
                  <a:pt x="139494" y="19292"/>
                </a:lnTo>
                <a:moveTo>
                  <a:pt x="162720" y="7630"/>
                </a:moveTo>
                <a:lnTo>
                  <a:pt x="174343" y="7611"/>
                </a:lnTo>
                <a:lnTo>
                  <a:pt x="174363" y="19233"/>
                </a:lnTo>
                <a:lnTo>
                  <a:pt x="162740" y="19253"/>
                </a:lnTo>
                <a:moveTo>
                  <a:pt x="185966" y="7591"/>
                </a:moveTo>
                <a:lnTo>
                  <a:pt x="197589" y="7571"/>
                </a:lnTo>
                <a:lnTo>
                  <a:pt x="197608" y="19194"/>
                </a:lnTo>
                <a:lnTo>
                  <a:pt x="185986" y="19214"/>
                </a:lnTo>
                <a:moveTo>
                  <a:pt x="209211" y="7552"/>
                </a:moveTo>
                <a:lnTo>
                  <a:pt x="220834" y="7532"/>
                </a:lnTo>
                <a:lnTo>
                  <a:pt x="220854" y="19155"/>
                </a:lnTo>
                <a:lnTo>
                  <a:pt x="209231" y="19175"/>
                </a:lnTo>
                <a:moveTo>
                  <a:pt x="232457" y="7513"/>
                </a:moveTo>
                <a:lnTo>
                  <a:pt x="244080" y="7493"/>
                </a:lnTo>
                <a:lnTo>
                  <a:pt x="244100" y="19116"/>
                </a:lnTo>
                <a:lnTo>
                  <a:pt x="232477" y="19136"/>
                </a:lnTo>
                <a:moveTo>
                  <a:pt x="255702" y="7474"/>
                </a:moveTo>
                <a:lnTo>
                  <a:pt x="267325" y="7454"/>
                </a:lnTo>
                <a:lnTo>
                  <a:pt x="267345" y="19077"/>
                </a:lnTo>
                <a:lnTo>
                  <a:pt x="255722" y="19097"/>
                </a:lnTo>
                <a:moveTo>
                  <a:pt x="278948" y="7435"/>
                </a:moveTo>
                <a:lnTo>
                  <a:pt x="290570" y="7415"/>
                </a:lnTo>
                <a:lnTo>
                  <a:pt x="290590" y="19038"/>
                </a:lnTo>
                <a:lnTo>
                  <a:pt x="278967" y="19058"/>
                </a:lnTo>
                <a:moveTo>
                  <a:pt x="302193" y="7396"/>
                </a:moveTo>
                <a:lnTo>
                  <a:pt x="313816" y="7376"/>
                </a:lnTo>
                <a:lnTo>
                  <a:pt x="313836" y="18999"/>
                </a:lnTo>
                <a:lnTo>
                  <a:pt x="302213" y="19019"/>
                </a:lnTo>
                <a:moveTo>
                  <a:pt x="325439" y="7357"/>
                </a:moveTo>
                <a:lnTo>
                  <a:pt x="337062" y="7337"/>
                </a:lnTo>
                <a:lnTo>
                  <a:pt x="337082" y="18960"/>
                </a:lnTo>
                <a:lnTo>
                  <a:pt x="325459" y="18979"/>
                </a:lnTo>
                <a:moveTo>
                  <a:pt x="348685" y="7317"/>
                </a:moveTo>
                <a:lnTo>
                  <a:pt x="360308" y="7298"/>
                </a:lnTo>
                <a:lnTo>
                  <a:pt x="360327" y="18921"/>
                </a:lnTo>
                <a:lnTo>
                  <a:pt x="348704" y="18940"/>
                </a:lnTo>
                <a:moveTo>
                  <a:pt x="371930" y="7278"/>
                </a:moveTo>
                <a:lnTo>
                  <a:pt x="383553" y="7259"/>
                </a:lnTo>
                <a:lnTo>
                  <a:pt x="383573" y="18882"/>
                </a:lnTo>
                <a:lnTo>
                  <a:pt x="371950" y="18901"/>
                </a:lnTo>
                <a:moveTo>
                  <a:pt x="395176" y="7239"/>
                </a:moveTo>
                <a:lnTo>
                  <a:pt x="406799" y="7220"/>
                </a:lnTo>
                <a:lnTo>
                  <a:pt x="406819" y="18843"/>
                </a:lnTo>
                <a:lnTo>
                  <a:pt x="395196" y="18862"/>
                </a:lnTo>
                <a:moveTo>
                  <a:pt x="418422" y="7200"/>
                </a:moveTo>
                <a:lnTo>
                  <a:pt x="430045" y="7181"/>
                </a:lnTo>
                <a:lnTo>
                  <a:pt x="430064" y="18804"/>
                </a:lnTo>
                <a:lnTo>
                  <a:pt x="418442" y="18823"/>
                </a:lnTo>
                <a:moveTo>
                  <a:pt x="441668" y="7161"/>
                </a:moveTo>
                <a:lnTo>
                  <a:pt x="453290" y="7142"/>
                </a:lnTo>
                <a:lnTo>
                  <a:pt x="453310" y="18765"/>
                </a:lnTo>
                <a:lnTo>
                  <a:pt x="441687" y="18784"/>
                </a:lnTo>
                <a:moveTo>
                  <a:pt x="464913" y="7122"/>
                </a:moveTo>
                <a:lnTo>
                  <a:pt x="476536" y="7103"/>
                </a:lnTo>
                <a:lnTo>
                  <a:pt x="476556" y="18725"/>
                </a:lnTo>
                <a:lnTo>
                  <a:pt x="464933" y="18745"/>
                </a:lnTo>
                <a:moveTo>
                  <a:pt x="488159" y="7083"/>
                </a:moveTo>
                <a:lnTo>
                  <a:pt x="499782" y="7064"/>
                </a:lnTo>
                <a:lnTo>
                  <a:pt x="499802" y="18686"/>
                </a:lnTo>
                <a:lnTo>
                  <a:pt x="488179" y="18706"/>
                </a:lnTo>
                <a:moveTo>
                  <a:pt x="511405" y="7044"/>
                </a:moveTo>
                <a:lnTo>
                  <a:pt x="523028" y="7025"/>
                </a:lnTo>
                <a:lnTo>
                  <a:pt x="523047" y="18647"/>
                </a:lnTo>
                <a:lnTo>
                  <a:pt x="511424" y="18667"/>
                </a:lnTo>
                <a:moveTo>
                  <a:pt x="534650" y="7005"/>
                </a:moveTo>
                <a:lnTo>
                  <a:pt x="546273" y="6985"/>
                </a:lnTo>
                <a:lnTo>
                  <a:pt x="546293" y="18608"/>
                </a:lnTo>
                <a:lnTo>
                  <a:pt x="534670" y="18628"/>
                </a:lnTo>
                <a:moveTo>
                  <a:pt x="557896" y="6966"/>
                </a:moveTo>
                <a:lnTo>
                  <a:pt x="569519" y="6946"/>
                </a:lnTo>
                <a:lnTo>
                  <a:pt x="569539" y="18569"/>
                </a:lnTo>
                <a:lnTo>
                  <a:pt x="557916" y="18589"/>
                </a:lnTo>
                <a:moveTo>
                  <a:pt x="581142" y="6927"/>
                </a:moveTo>
                <a:lnTo>
                  <a:pt x="592765" y="6907"/>
                </a:lnTo>
                <a:lnTo>
                  <a:pt x="592784" y="18530"/>
                </a:lnTo>
                <a:lnTo>
                  <a:pt x="581162" y="18550"/>
                </a:lnTo>
                <a:moveTo>
                  <a:pt x="604388" y="6888"/>
                </a:moveTo>
                <a:lnTo>
                  <a:pt x="616010" y="6868"/>
                </a:lnTo>
                <a:lnTo>
                  <a:pt x="616030" y="18491"/>
                </a:lnTo>
                <a:lnTo>
                  <a:pt x="604407" y="18511"/>
                </a:lnTo>
                <a:moveTo>
                  <a:pt x="627633" y="6849"/>
                </a:moveTo>
                <a:lnTo>
                  <a:pt x="639256" y="6829"/>
                </a:lnTo>
                <a:lnTo>
                  <a:pt x="639276" y="18452"/>
                </a:lnTo>
                <a:lnTo>
                  <a:pt x="627653" y="18472"/>
                </a:lnTo>
                <a:moveTo>
                  <a:pt x="650879" y="6810"/>
                </a:moveTo>
                <a:lnTo>
                  <a:pt x="662502" y="6790"/>
                </a:lnTo>
                <a:lnTo>
                  <a:pt x="662522" y="18413"/>
                </a:lnTo>
                <a:lnTo>
                  <a:pt x="650899" y="18432"/>
                </a:lnTo>
                <a:moveTo>
                  <a:pt x="674125" y="6771"/>
                </a:moveTo>
                <a:lnTo>
                  <a:pt x="685748" y="6751"/>
                </a:lnTo>
                <a:lnTo>
                  <a:pt x="685767" y="18374"/>
                </a:lnTo>
                <a:lnTo>
                  <a:pt x="674144" y="18393"/>
                </a:lnTo>
                <a:moveTo>
                  <a:pt x="697370" y="6731"/>
                </a:moveTo>
                <a:lnTo>
                  <a:pt x="708993" y="6712"/>
                </a:lnTo>
                <a:lnTo>
                  <a:pt x="709013" y="18335"/>
                </a:lnTo>
                <a:lnTo>
                  <a:pt x="697390" y="18354"/>
                </a:lnTo>
                <a:moveTo>
                  <a:pt x="720616" y="6692"/>
                </a:moveTo>
                <a:lnTo>
                  <a:pt x="732239" y="6673"/>
                </a:lnTo>
                <a:lnTo>
                  <a:pt x="732259" y="18296"/>
                </a:lnTo>
                <a:lnTo>
                  <a:pt x="720636" y="18315"/>
                </a:lnTo>
                <a:moveTo>
                  <a:pt x="743862" y="6653"/>
                </a:moveTo>
                <a:lnTo>
                  <a:pt x="755485" y="6634"/>
                </a:lnTo>
                <a:lnTo>
                  <a:pt x="755504" y="18257"/>
                </a:lnTo>
                <a:lnTo>
                  <a:pt x="743882" y="18276"/>
                </a:lnTo>
                <a:moveTo>
                  <a:pt x="767108" y="6614"/>
                </a:moveTo>
                <a:lnTo>
                  <a:pt x="778730" y="6595"/>
                </a:lnTo>
                <a:lnTo>
                  <a:pt x="778750" y="18218"/>
                </a:lnTo>
                <a:lnTo>
                  <a:pt x="767127" y="18237"/>
                </a:lnTo>
                <a:moveTo>
                  <a:pt x="790353" y="6575"/>
                </a:moveTo>
                <a:lnTo>
                  <a:pt x="801976" y="6556"/>
                </a:lnTo>
                <a:lnTo>
                  <a:pt x="801996" y="18178"/>
                </a:lnTo>
                <a:lnTo>
                  <a:pt x="790373" y="18198"/>
                </a:lnTo>
                <a:moveTo>
                  <a:pt x="813598" y="6536"/>
                </a:moveTo>
                <a:lnTo>
                  <a:pt x="825221" y="6517"/>
                </a:lnTo>
                <a:lnTo>
                  <a:pt x="825241" y="18140"/>
                </a:lnTo>
                <a:lnTo>
                  <a:pt x="813618" y="18159"/>
                </a:lnTo>
                <a:moveTo>
                  <a:pt x="836844" y="6497"/>
                </a:moveTo>
                <a:lnTo>
                  <a:pt x="848467" y="6478"/>
                </a:lnTo>
                <a:lnTo>
                  <a:pt x="848487" y="18100"/>
                </a:lnTo>
                <a:lnTo>
                  <a:pt x="836864" y="18120"/>
                </a:lnTo>
                <a:moveTo>
                  <a:pt x="860090" y="6458"/>
                </a:moveTo>
                <a:lnTo>
                  <a:pt x="871713" y="6438"/>
                </a:lnTo>
                <a:lnTo>
                  <a:pt x="871733" y="18061"/>
                </a:lnTo>
                <a:lnTo>
                  <a:pt x="860110" y="18081"/>
                </a:lnTo>
                <a:moveTo>
                  <a:pt x="883336" y="6419"/>
                </a:moveTo>
                <a:lnTo>
                  <a:pt x="894958" y="6399"/>
                </a:lnTo>
                <a:lnTo>
                  <a:pt x="894978" y="18022"/>
                </a:lnTo>
                <a:lnTo>
                  <a:pt x="883356" y="18042"/>
                </a:lnTo>
                <a:moveTo>
                  <a:pt x="906581" y="6380"/>
                </a:moveTo>
                <a:lnTo>
                  <a:pt x="918204" y="6360"/>
                </a:lnTo>
                <a:lnTo>
                  <a:pt x="918224" y="17983"/>
                </a:lnTo>
                <a:lnTo>
                  <a:pt x="906601" y="18003"/>
                </a:lnTo>
                <a:moveTo>
                  <a:pt x="929827" y="6341"/>
                </a:moveTo>
                <a:lnTo>
                  <a:pt x="941450" y="6321"/>
                </a:lnTo>
                <a:lnTo>
                  <a:pt x="941470" y="17944"/>
                </a:lnTo>
                <a:lnTo>
                  <a:pt x="929847" y="17964"/>
                </a:lnTo>
                <a:moveTo>
                  <a:pt x="953073" y="6302"/>
                </a:moveTo>
                <a:lnTo>
                  <a:pt x="964696" y="6282"/>
                </a:lnTo>
                <a:lnTo>
                  <a:pt x="964715" y="17905"/>
                </a:lnTo>
                <a:lnTo>
                  <a:pt x="953093" y="17925"/>
                </a:lnTo>
                <a:moveTo>
                  <a:pt x="976318" y="6263"/>
                </a:moveTo>
                <a:lnTo>
                  <a:pt x="987941" y="6243"/>
                </a:lnTo>
                <a:lnTo>
                  <a:pt x="987961" y="17866"/>
                </a:lnTo>
                <a:lnTo>
                  <a:pt x="976338" y="17885"/>
                </a:lnTo>
                <a:moveTo>
                  <a:pt x="999564" y="6224"/>
                </a:moveTo>
                <a:lnTo>
                  <a:pt x="1011187" y="6204"/>
                </a:lnTo>
                <a:lnTo>
                  <a:pt x="1011207" y="17827"/>
                </a:lnTo>
                <a:lnTo>
                  <a:pt x="999584" y="17847"/>
                </a:lnTo>
                <a:moveTo>
                  <a:pt x="1022810" y="6185"/>
                </a:moveTo>
                <a:lnTo>
                  <a:pt x="1034433" y="6165"/>
                </a:lnTo>
                <a:lnTo>
                  <a:pt x="1034453" y="17788"/>
                </a:lnTo>
                <a:lnTo>
                  <a:pt x="1022830" y="17807"/>
                </a:lnTo>
                <a:moveTo>
                  <a:pt x="1046056" y="6145"/>
                </a:moveTo>
                <a:lnTo>
                  <a:pt x="1057678" y="6126"/>
                </a:lnTo>
                <a:lnTo>
                  <a:pt x="1057698" y="17749"/>
                </a:lnTo>
                <a:lnTo>
                  <a:pt x="1046075" y="17768"/>
                </a:lnTo>
                <a:moveTo>
                  <a:pt x="1069301" y="6106"/>
                </a:moveTo>
                <a:lnTo>
                  <a:pt x="1080924" y="6087"/>
                </a:lnTo>
                <a:lnTo>
                  <a:pt x="1080944" y="17710"/>
                </a:lnTo>
                <a:lnTo>
                  <a:pt x="1069321" y="17729"/>
                </a:lnTo>
                <a:moveTo>
                  <a:pt x="1092547" y="6067"/>
                </a:moveTo>
                <a:lnTo>
                  <a:pt x="1104170" y="6048"/>
                </a:lnTo>
                <a:lnTo>
                  <a:pt x="1104190" y="17671"/>
                </a:lnTo>
                <a:lnTo>
                  <a:pt x="1092567" y="17690"/>
                </a:lnTo>
                <a:moveTo>
                  <a:pt x="1115793" y="6028"/>
                </a:moveTo>
                <a:lnTo>
                  <a:pt x="1127416" y="6009"/>
                </a:lnTo>
                <a:lnTo>
                  <a:pt x="1127435" y="17632"/>
                </a:lnTo>
                <a:lnTo>
                  <a:pt x="1115813" y="17651"/>
                </a:lnTo>
                <a:moveTo>
                  <a:pt x="1139038" y="5989"/>
                </a:moveTo>
                <a:lnTo>
                  <a:pt x="1150661" y="5970"/>
                </a:lnTo>
                <a:lnTo>
                  <a:pt x="1150681" y="17593"/>
                </a:lnTo>
                <a:lnTo>
                  <a:pt x="1139058" y="17612"/>
                </a:lnTo>
                <a:moveTo>
                  <a:pt x="1162284" y="5950"/>
                </a:moveTo>
                <a:lnTo>
                  <a:pt x="1173907" y="5931"/>
                </a:lnTo>
                <a:lnTo>
                  <a:pt x="1173927" y="17553"/>
                </a:lnTo>
                <a:lnTo>
                  <a:pt x="1162304" y="17573"/>
                </a:lnTo>
                <a:moveTo>
                  <a:pt x="1185530" y="5911"/>
                </a:moveTo>
                <a:lnTo>
                  <a:pt x="1197153" y="5892"/>
                </a:lnTo>
                <a:lnTo>
                  <a:pt x="1197173" y="17514"/>
                </a:lnTo>
                <a:lnTo>
                  <a:pt x="1185550" y="17534"/>
                </a:lnTo>
                <a:moveTo>
                  <a:pt x="1208776" y="5872"/>
                </a:moveTo>
                <a:lnTo>
                  <a:pt x="1220398" y="5852"/>
                </a:lnTo>
                <a:lnTo>
                  <a:pt x="1220418" y="17475"/>
                </a:lnTo>
                <a:lnTo>
                  <a:pt x="1208795" y="17495"/>
                </a:lnTo>
                <a:moveTo>
                  <a:pt x="1232021" y="5833"/>
                </a:moveTo>
                <a:lnTo>
                  <a:pt x="1243644" y="5813"/>
                </a:lnTo>
                <a:lnTo>
                  <a:pt x="1243664" y="17436"/>
                </a:lnTo>
                <a:lnTo>
                  <a:pt x="1232041" y="17456"/>
                </a:lnTo>
                <a:moveTo>
                  <a:pt x="1255267" y="5794"/>
                </a:moveTo>
                <a:lnTo>
                  <a:pt x="1266889" y="5774"/>
                </a:lnTo>
                <a:lnTo>
                  <a:pt x="1266909" y="17397"/>
                </a:lnTo>
                <a:lnTo>
                  <a:pt x="1255287" y="17417"/>
                </a:lnTo>
                <a:moveTo>
                  <a:pt x="1278512" y="5755"/>
                </a:moveTo>
                <a:lnTo>
                  <a:pt x="1290135" y="5735"/>
                </a:lnTo>
                <a:lnTo>
                  <a:pt x="1290155" y="17358"/>
                </a:lnTo>
                <a:lnTo>
                  <a:pt x="1278532" y="17378"/>
                </a:lnTo>
                <a:moveTo>
                  <a:pt x="1301758" y="5716"/>
                </a:moveTo>
                <a:lnTo>
                  <a:pt x="1313381" y="5696"/>
                </a:lnTo>
                <a:lnTo>
                  <a:pt x="1313400" y="17319"/>
                </a:lnTo>
                <a:lnTo>
                  <a:pt x="1301777" y="17339"/>
                </a:lnTo>
                <a:moveTo>
                  <a:pt x="1325003" y="5677"/>
                </a:moveTo>
                <a:lnTo>
                  <a:pt x="1336626" y="5657"/>
                </a:lnTo>
                <a:lnTo>
                  <a:pt x="1336646" y="17280"/>
                </a:lnTo>
                <a:lnTo>
                  <a:pt x="1325023" y="17300"/>
                </a:lnTo>
                <a:moveTo>
                  <a:pt x="1348249" y="5638"/>
                </a:moveTo>
                <a:lnTo>
                  <a:pt x="1359872" y="5618"/>
                </a:lnTo>
                <a:lnTo>
                  <a:pt x="1359892" y="17241"/>
                </a:lnTo>
                <a:lnTo>
                  <a:pt x="1348269" y="17260"/>
                </a:lnTo>
                <a:moveTo>
                  <a:pt x="1371495" y="5599"/>
                </a:moveTo>
                <a:lnTo>
                  <a:pt x="1383118" y="5579"/>
                </a:lnTo>
                <a:lnTo>
                  <a:pt x="1383137" y="17202"/>
                </a:lnTo>
                <a:lnTo>
                  <a:pt x="1371515" y="17221"/>
                </a:lnTo>
                <a:moveTo>
                  <a:pt x="1394741" y="5559"/>
                </a:moveTo>
                <a:lnTo>
                  <a:pt x="1406363" y="5540"/>
                </a:lnTo>
                <a:lnTo>
                  <a:pt x="1406383" y="17163"/>
                </a:lnTo>
                <a:lnTo>
                  <a:pt x="1394760" y="17182"/>
                </a:lnTo>
                <a:moveTo>
                  <a:pt x="1417986" y="5520"/>
                </a:moveTo>
                <a:lnTo>
                  <a:pt x="1429609" y="5501"/>
                </a:lnTo>
                <a:lnTo>
                  <a:pt x="1429629" y="17124"/>
                </a:lnTo>
                <a:lnTo>
                  <a:pt x="1418006" y="17143"/>
                </a:lnTo>
                <a:moveTo>
                  <a:pt x="1441232" y="5481"/>
                </a:moveTo>
                <a:lnTo>
                  <a:pt x="1452855" y="5462"/>
                </a:lnTo>
                <a:lnTo>
                  <a:pt x="1452875" y="17085"/>
                </a:lnTo>
                <a:lnTo>
                  <a:pt x="1441252" y="17104"/>
                </a:lnTo>
                <a:moveTo>
                  <a:pt x="1464478" y="5442"/>
                </a:moveTo>
                <a:lnTo>
                  <a:pt x="1476101" y="5423"/>
                </a:lnTo>
                <a:lnTo>
                  <a:pt x="1476120" y="17046"/>
                </a:lnTo>
                <a:lnTo>
                  <a:pt x="1464497" y="17065"/>
                </a:lnTo>
                <a:moveTo>
                  <a:pt x="1487723" y="5403"/>
                </a:moveTo>
                <a:lnTo>
                  <a:pt x="1499346" y="5384"/>
                </a:lnTo>
                <a:lnTo>
                  <a:pt x="1499366" y="17006"/>
                </a:lnTo>
                <a:lnTo>
                  <a:pt x="1487743" y="17026"/>
                </a:lnTo>
                <a:moveTo>
                  <a:pt x="1510969" y="5364"/>
                </a:moveTo>
                <a:lnTo>
                  <a:pt x="1522592" y="5345"/>
                </a:lnTo>
                <a:lnTo>
                  <a:pt x="1522612" y="16967"/>
                </a:lnTo>
                <a:lnTo>
                  <a:pt x="1510989" y="16987"/>
                </a:lnTo>
                <a:moveTo>
                  <a:pt x="1534215" y="5325"/>
                </a:moveTo>
                <a:lnTo>
                  <a:pt x="1545838" y="5305"/>
                </a:lnTo>
                <a:lnTo>
                  <a:pt x="1545857" y="16928"/>
                </a:lnTo>
                <a:lnTo>
                  <a:pt x="1534235" y="16948"/>
                </a:lnTo>
                <a:moveTo>
                  <a:pt x="1557461" y="5286"/>
                </a:moveTo>
                <a:lnTo>
                  <a:pt x="1569083" y="5267"/>
                </a:lnTo>
                <a:lnTo>
                  <a:pt x="1569103" y="16889"/>
                </a:lnTo>
                <a:lnTo>
                  <a:pt x="1557480" y="16909"/>
                </a:lnTo>
                <a:moveTo>
                  <a:pt x="1580706" y="5247"/>
                </a:moveTo>
                <a:lnTo>
                  <a:pt x="1592329" y="5227"/>
                </a:lnTo>
                <a:lnTo>
                  <a:pt x="1592349" y="16850"/>
                </a:lnTo>
                <a:lnTo>
                  <a:pt x="1580726" y="16870"/>
                </a:lnTo>
                <a:moveTo>
                  <a:pt x="1603952" y="5208"/>
                </a:moveTo>
                <a:lnTo>
                  <a:pt x="1615575" y="5188"/>
                </a:lnTo>
                <a:lnTo>
                  <a:pt x="1615595" y="16811"/>
                </a:lnTo>
                <a:lnTo>
                  <a:pt x="1603972" y="16831"/>
                </a:lnTo>
                <a:moveTo>
                  <a:pt x="1627198" y="5169"/>
                </a:moveTo>
                <a:lnTo>
                  <a:pt x="1638821" y="5149"/>
                </a:lnTo>
                <a:lnTo>
                  <a:pt x="1638840" y="16772"/>
                </a:lnTo>
                <a:lnTo>
                  <a:pt x="1627217" y="16792"/>
                </a:lnTo>
                <a:moveTo>
                  <a:pt x="1650443" y="5130"/>
                </a:moveTo>
                <a:lnTo>
                  <a:pt x="1662066" y="5110"/>
                </a:lnTo>
                <a:lnTo>
                  <a:pt x="1662086" y="16733"/>
                </a:lnTo>
                <a:lnTo>
                  <a:pt x="1650463" y="16753"/>
                </a:lnTo>
                <a:moveTo>
                  <a:pt x="1673689" y="5091"/>
                </a:moveTo>
                <a:lnTo>
                  <a:pt x="1685312" y="5071"/>
                </a:lnTo>
                <a:lnTo>
                  <a:pt x="1685332" y="16694"/>
                </a:lnTo>
                <a:lnTo>
                  <a:pt x="1673709" y="16714"/>
                </a:lnTo>
                <a:moveTo>
                  <a:pt x="1696935" y="5052"/>
                </a:moveTo>
                <a:lnTo>
                  <a:pt x="1708558" y="5032"/>
                </a:lnTo>
                <a:lnTo>
                  <a:pt x="1708577" y="16655"/>
                </a:lnTo>
                <a:lnTo>
                  <a:pt x="1696955" y="16674"/>
                </a:lnTo>
                <a:moveTo>
                  <a:pt x="1720181" y="5013"/>
                </a:moveTo>
                <a:lnTo>
                  <a:pt x="1731803" y="4993"/>
                </a:lnTo>
                <a:lnTo>
                  <a:pt x="1731823" y="16616"/>
                </a:lnTo>
                <a:lnTo>
                  <a:pt x="1720200" y="16635"/>
                </a:lnTo>
                <a:moveTo>
                  <a:pt x="1743426" y="4973"/>
                </a:moveTo>
                <a:lnTo>
                  <a:pt x="1755049" y="4954"/>
                </a:lnTo>
                <a:lnTo>
                  <a:pt x="1755069" y="16577"/>
                </a:lnTo>
                <a:lnTo>
                  <a:pt x="1743446" y="16596"/>
                </a:lnTo>
                <a:moveTo>
                  <a:pt x="1766672" y="4934"/>
                </a:moveTo>
                <a:lnTo>
                  <a:pt x="1778295" y="4915"/>
                </a:lnTo>
                <a:lnTo>
                  <a:pt x="1778315" y="16538"/>
                </a:lnTo>
                <a:lnTo>
                  <a:pt x="1766692" y="16557"/>
                </a:lnTo>
                <a:moveTo>
                  <a:pt x="1789918" y="4895"/>
                </a:moveTo>
                <a:lnTo>
                  <a:pt x="1801541" y="4876"/>
                </a:lnTo>
                <a:lnTo>
                  <a:pt x="1801560" y="16499"/>
                </a:lnTo>
                <a:lnTo>
                  <a:pt x="1789937" y="16518"/>
                </a:lnTo>
                <a:moveTo>
                  <a:pt x="1813163" y="4856"/>
                </a:moveTo>
                <a:lnTo>
                  <a:pt x="1824786" y="4837"/>
                </a:lnTo>
                <a:lnTo>
                  <a:pt x="1824806" y="16460"/>
                </a:lnTo>
                <a:lnTo>
                  <a:pt x="1813183" y="16479"/>
                </a:lnTo>
                <a:moveTo>
                  <a:pt x="1836409" y="4817"/>
                </a:moveTo>
                <a:lnTo>
                  <a:pt x="1848032" y="4798"/>
                </a:lnTo>
                <a:lnTo>
                  <a:pt x="1848052" y="16421"/>
                </a:lnTo>
                <a:lnTo>
                  <a:pt x="1836429" y="16440"/>
                </a:lnTo>
                <a:moveTo>
                  <a:pt x="1859655" y="4778"/>
                </a:moveTo>
                <a:lnTo>
                  <a:pt x="1871278" y="4759"/>
                </a:lnTo>
                <a:lnTo>
                  <a:pt x="1871297" y="16381"/>
                </a:lnTo>
                <a:lnTo>
                  <a:pt x="1859675" y="16401"/>
                </a:lnTo>
                <a:moveTo>
                  <a:pt x="1882899" y="4739"/>
                </a:moveTo>
                <a:lnTo>
                  <a:pt x="1894522" y="4720"/>
                </a:lnTo>
                <a:lnTo>
                  <a:pt x="1894542" y="16342"/>
                </a:lnTo>
                <a:lnTo>
                  <a:pt x="1882919" y="16362"/>
                </a:lnTo>
                <a:moveTo>
                  <a:pt x="1906145" y="4700"/>
                </a:moveTo>
                <a:lnTo>
                  <a:pt x="1917768" y="4680"/>
                </a:lnTo>
                <a:lnTo>
                  <a:pt x="1917788" y="16303"/>
                </a:lnTo>
                <a:lnTo>
                  <a:pt x="1906165" y="16323"/>
                </a:lnTo>
                <a:moveTo>
                  <a:pt x="1929391" y="4661"/>
                </a:moveTo>
                <a:lnTo>
                  <a:pt x="1941014" y="4641"/>
                </a:lnTo>
                <a:lnTo>
                  <a:pt x="1941033" y="16264"/>
                </a:lnTo>
                <a:lnTo>
                  <a:pt x="1929411" y="16284"/>
                </a:lnTo>
                <a:moveTo>
                  <a:pt x="1952636" y="4622"/>
                </a:moveTo>
                <a:lnTo>
                  <a:pt x="1964259" y="4602"/>
                </a:lnTo>
                <a:lnTo>
                  <a:pt x="1964279" y="16225"/>
                </a:lnTo>
                <a:lnTo>
                  <a:pt x="1952656" y="16245"/>
                </a:lnTo>
                <a:moveTo>
                  <a:pt x="1975882" y="4583"/>
                </a:moveTo>
                <a:lnTo>
                  <a:pt x="1987505" y="4563"/>
                </a:lnTo>
                <a:lnTo>
                  <a:pt x="1987525" y="16186"/>
                </a:lnTo>
                <a:lnTo>
                  <a:pt x="1975902" y="16206"/>
                </a:lnTo>
                <a:moveTo>
                  <a:pt x="1999128" y="4544"/>
                </a:moveTo>
                <a:lnTo>
                  <a:pt x="2010751" y="4524"/>
                </a:lnTo>
                <a:lnTo>
                  <a:pt x="2010771" y="16147"/>
                </a:lnTo>
                <a:lnTo>
                  <a:pt x="1999148" y="16167"/>
                </a:lnTo>
                <a:moveTo>
                  <a:pt x="2022374" y="4505"/>
                </a:moveTo>
                <a:lnTo>
                  <a:pt x="2033996" y="4485"/>
                </a:lnTo>
                <a:lnTo>
                  <a:pt x="2034016" y="16108"/>
                </a:lnTo>
                <a:lnTo>
                  <a:pt x="2022393" y="16128"/>
                </a:lnTo>
                <a:moveTo>
                  <a:pt x="2045619" y="4466"/>
                </a:moveTo>
                <a:lnTo>
                  <a:pt x="2057242" y="4446"/>
                </a:lnTo>
                <a:lnTo>
                  <a:pt x="2057262" y="16069"/>
                </a:lnTo>
                <a:lnTo>
                  <a:pt x="2045639" y="16088"/>
                </a:lnTo>
                <a:moveTo>
                  <a:pt x="2068865" y="4427"/>
                </a:moveTo>
                <a:lnTo>
                  <a:pt x="2080488" y="4407"/>
                </a:lnTo>
                <a:lnTo>
                  <a:pt x="2080508" y="16030"/>
                </a:lnTo>
                <a:lnTo>
                  <a:pt x="2068885" y="16049"/>
                </a:lnTo>
                <a:moveTo>
                  <a:pt x="2092111" y="4387"/>
                </a:moveTo>
                <a:lnTo>
                  <a:pt x="2103734" y="4368"/>
                </a:lnTo>
                <a:lnTo>
                  <a:pt x="2103753" y="15991"/>
                </a:lnTo>
                <a:lnTo>
                  <a:pt x="2092131" y="16010"/>
                </a:lnTo>
                <a:moveTo>
                  <a:pt x="2115356" y="4348"/>
                </a:moveTo>
                <a:lnTo>
                  <a:pt x="2126979" y="4329"/>
                </a:lnTo>
                <a:lnTo>
                  <a:pt x="2126999" y="15952"/>
                </a:lnTo>
                <a:lnTo>
                  <a:pt x="2115376" y="15971"/>
                </a:lnTo>
                <a:moveTo>
                  <a:pt x="2138602" y="4309"/>
                </a:moveTo>
                <a:lnTo>
                  <a:pt x="2150225" y="4290"/>
                </a:lnTo>
                <a:lnTo>
                  <a:pt x="2150245" y="15913"/>
                </a:lnTo>
                <a:lnTo>
                  <a:pt x="2138622" y="15932"/>
                </a:lnTo>
                <a:moveTo>
                  <a:pt x="2161848" y="4270"/>
                </a:moveTo>
                <a:lnTo>
                  <a:pt x="2173471" y="4251"/>
                </a:lnTo>
                <a:lnTo>
                  <a:pt x="2173490" y="15874"/>
                </a:lnTo>
                <a:lnTo>
                  <a:pt x="2161868" y="15893"/>
                </a:lnTo>
                <a:moveTo>
                  <a:pt x="2185094" y="4231"/>
                </a:moveTo>
                <a:lnTo>
                  <a:pt x="2196716" y="4212"/>
                </a:lnTo>
                <a:lnTo>
                  <a:pt x="2196736" y="15835"/>
                </a:lnTo>
                <a:lnTo>
                  <a:pt x="2185113" y="15854"/>
                </a:lnTo>
                <a:moveTo>
                  <a:pt x="2208339" y="4192"/>
                </a:moveTo>
                <a:lnTo>
                  <a:pt x="2219962" y="4173"/>
                </a:lnTo>
                <a:lnTo>
                  <a:pt x="2219982" y="15795"/>
                </a:lnTo>
                <a:lnTo>
                  <a:pt x="2208359" y="15815"/>
                </a:lnTo>
                <a:moveTo>
                  <a:pt x="2231585" y="4153"/>
                </a:moveTo>
                <a:lnTo>
                  <a:pt x="2243208" y="4134"/>
                </a:lnTo>
                <a:lnTo>
                  <a:pt x="2243228" y="15756"/>
                </a:lnTo>
                <a:lnTo>
                  <a:pt x="2231605" y="15776"/>
                </a:lnTo>
                <a:moveTo>
                  <a:pt x="2254831" y="4114"/>
                </a:moveTo>
                <a:lnTo>
                  <a:pt x="2266453" y="4094"/>
                </a:lnTo>
                <a:lnTo>
                  <a:pt x="2266473" y="15717"/>
                </a:lnTo>
                <a:lnTo>
                  <a:pt x="2254850" y="15737"/>
                </a:lnTo>
                <a:moveTo>
                  <a:pt x="2278076" y="4075"/>
                </a:moveTo>
                <a:lnTo>
                  <a:pt x="2289699" y="4055"/>
                </a:lnTo>
                <a:lnTo>
                  <a:pt x="2289719" y="15678"/>
                </a:lnTo>
                <a:lnTo>
                  <a:pt x="2278096" y="15698"/>
                </a:lnTo>
                <a:moveTo>
                  <a:pt x="2301322" y="4036"/>
                </a:moveTo>
                <a:lnTo>
                  <a:pt x="2312945" y="4016"/>
                </a:lnTo>
                <a:lnTo>
                  <a:pt x="2312965" y="15639"/>
                </a:lnTo>
                <a:lnTo>
                  <a:pt x="2301342" y="15659"/>
                </a:lnTo>
                <a:moveTo>
                  <a:pt x="2324568" y="3997"/>
                </a:moveTo>
                <a:lnTo>
                  <a:pt x="2336190" y="3977"/>
                </a:lnTo>
                <a:lnTo>
                  <a:pt x="2336210" y="15600"/>
                </a:lnTo>
                <a:lnTo>
                  <a:pt x="2324587" y="15620"/>
                </a:lnTo>
                <a:moveTo>
                  <a:pt x="2347813" y="3958"/>
                </a:moveTo>
                <a:lnTo>
                  <a:pt x="2359436" y="3938"/>
                </a:lnTo>
                <a:lnTo>
                  <a:pt x="2359456" y="15561"/>
                </a:lnTo>
                <a:lnTo>
                  <a:pt x="2347833" y="15581"/>
                </a:lnTo>
                <a:moveTo>
                  <a:pt x="2371059" y="3919"/>
                </a:moveTo>
                <a:lnTo>
                  <a:pt x="2382682" y="3899"/>
                </a:lnTo>
                <a:lnTo>
                  <a:pt x="2382702" y="15522"/>
                </a:lnTo>
                <a:lnTo>
                  <a:pt x="2371079" y="15542"/>
                </a:lnTo>
                <a:moveTo>
                  <a:pt x="2394305" y="3880"/>
                </a:moveTo>
                <a:lnTo>
                  <a:pt x="2405927" y="3860"/>
                </a:lnTo>
                <a:lnTo>
                  <a:pt x="2405947" y="15483"/>
                </a:lnTo>
                <a:lnTo>
                  <a:pt x="2394325" y="15502"/>
                </a:lnTo>
                <a:moveTo>
                  <a:pt x="2417550" y="3841"/>
                </a:moveTo>
                <a:lnTo>
                  <a:pt x="2429173" y="3821"/>
                </a:lnTo>
                <a:lnTo>
                  <a:pt x="2429193" y="15444"/>
                </a:lnTo>
                <a:lnTo>
                  <a:pt x="2417570" y="15463"/>
                </a:lnTo>
                <a:moveTo>
                  <a:pt x="2440796" y="3801"/>
                </a:moveTo>
                <a:lnTo>
                  <a:pt x="2452419" y="3782"/>
                </a:lnTo>
                <a:lnTo>
                  <a:pt x="2452439" y="15405"/>
                </a:lnTo>
                <a:lnTo>
                  <a:pt x="2440816" y="15424"/>
                </a:lnTo>
                <a:moveTo>
                  <a:pt x="2464042" y="3762"/>
                </a:moveTo>
                <a:lnTo>
                  <a:pt x="2475665" y="3743"/>
                </a:lnTo>
                <a:lnTo>
                  <a:pt x="2475685" y="15366"/>
                </a:lnTo>
                <a:lnTo>
                  <a:pt x="2464062" y="15385"/>
                </a:lnTo>
                <a:moveTo>
                  <a:pt x="2487287" y="3723"/>
                </a:moveTo>
                <a:lnTo>
                  <a:pt x="2498910" y="3704"/>
                </a:lnTo>
                <a:lnTo>
                  <a:pt x="2498930" y="15327"/>
                </a:lnTo>
                <a:lnTo>
                  <a:pt x="2487307" y="15346"/>
                </a:lnTo>
                <a:moveTo>
                  <a:pt x="2510533" y="3684"/>
                </a:moveTo>
                <a:lnTo>
                  <a:pt x="2522156" y="3665"/>
                </a:lnTo>
                <a:lnTo>
                  <a:pt x="2522176" y="15288"/>
                </a:lnTo>
                <a:lnTo>
                  <a:pt x="2510553" y="15307"/>
                </a:lnTo>
                <a:moveTo>
                  <a:pt x="2533779" y="3645"/>
                </a:moveTo>
                <a:lnTo>
                  <a:pt x="2545402" y="3626"/>
                </a:lnTo>
                <a:lnTo>
                  <a:pt x="2545422" y="15248"/>
                </a:lnTo>
                <a:lnTo>
                  <a:pt x="2533799" y="15268"/>
                </a:lnTo>
                <a:moveTo>
                  <a:pt x="2557025" y="3606"/>
                </a:moveTo>
                <a:lnTo>
                  <a:pt x="2568647" y="3587"/>
                </a:lnTo>
                <a:lnTo>
                  <a:pt x="2568667" y="15209"/>
                </a:lnTo>
                <a:lnTo>
                  <a:pt x="2557044" y="15229"/>
                </a:lnTo>
                <a:moveTo>
                  <a:pt x="2580270" y="3567"/>
                </a:moveTo>
                <a:lnTo>
                  <a:pt x="2591893" y="3548"/>
                </a:lnTo>
                <a:lnTo>
                  <a:pt x="2591913" y="15170"/>
                </a:lnTo>
                <a:lnTo>
                  <a:pt x="2580290" y="15190"/>
                </a:lnTo>
                <a:moveTo>
                  <a:pt x="2603516" y="3528"/>
                </a:moveTo>
                <a:lnTo>
                  <a:pt x="2615139" y="3508"/>
                </a:lnTo>
                <a:lnTo>
                  <a:pt x="2615159" y="15131"/>
                </a:lnTo>
                <a:lnTo>
                  <a:pt x="2603536" y="15151"/>
                </a:lnTo>
                <a:moveTo>
                  <a:pt x="2626762" y="3489"/>
                </a:moveTo>
                <a:lnTo>
                  <a:pt x="2638385" y="3469"/>
                </a:lnTo>
                <a:lnTo>
                  <a:pt x="2638404" y="15092"/>
                </a:lnTo>
                <a:lnTo>
                  <a:pt x="2626782" y="15112"/>
                </a:lnTo>
                <a:moveTo>
                  <a:pt x="2650007" y="3450"/>
                </a:moveTo>
                <a:lnTo>
                  <a:pt x="2661630" y="3430"/>
                </a:lnTo>
                <a:lnTo>
                  <a:pt x="2661650" y="15053"/>
                </a:lnTo>
                <a:lnTo>
                  <a:pt x="2650027" y="15073"/>
                </a:lnTo>
                <a:moveTo>
                  <a:pt x="2673253" y="3411"/>
                </a:moveTo>
                <a:lnTo>
                  <a:pt x="2684876" y="3391"/>
                </a:lnTo>
                <a:lnTo>
                  <a:pt x="2684896" y="15014"/>
                </a:lnTo>
                <a:lnTo>
                  <a:pt x="2673273" y="15034"/>
                </a:lnTo>
                <a:moveTo>
                  <a:pt x="2696499" y="3372"/>
                </a:moveTo>
                <a:lnTo>
                  <a:pt x="2708122" y="3352"/>
                </a:lnTo>
                <a:lnTo>
                  <a:pt x="2708142" y="14975"/>
                </a:lnTo>
                <a:lnTo>
                  <a:pt x="2696519" y="14995"/>
                </a:lnTo>
                <a:moveTo>
                  <a:pt x="2719745" y="3333"/>
                </a:moveTo>
                <a:lnTo>
                  <a:pt x="2731367" y="3313"/>
                </a:lnTo>
                <a:lnTo>
                  <a:pt x="2731387" y="14936"/>
                </a:lnTo>
                <a:lnTo>
                  <a:pt x="2719764" y="14955"/>
                </a:lnTo>
                <a:moveTo>
                  <a:pt x="2742990" y="3294"/>
                </a:moveTo>
                <a:lnTo>
                  <a:pt x="2754613" y="3274"/>
                </a:lnTo>
                <a:lnTo>
                  <a:pt x="2754633" y="14897"/>
                </a:lnTo>
                <a:lnTo>
                  <a:pt x="2743010" y="14916"/>
                </a:lnTo>
                <a:moveTo>
                  <a:pt x="2766236" y="3255"/>
                </a:moveTo>
                <a:lnTo>
                  <a:pt x="2777859" y="3235"/>
                </a:lnTo>
                <a:lnTo>
                  <a:pt x="2777879" y="14858"/>
                </a:lnTo>
                <a:lnTo>
                  <a:pt x="2766256" y="14877"/>
                </a:lnTo>
                <a:moveTo>
                  <a:pt x="2789482" y="3215"/>
                </a:moveTo>
                <a:lnTo>
                  <a:pt x="2801105" y="3196"/>
                </a:lnTo>
                <a:lnTo>
                  <a:pt x="2801124" y="14819"/>
                </a:lnTo>
                <a:lnTo>
                  <a:pt x="2789502" y="14838"/>
                </a:lnTo>
                <a:moveTo>
                  <a:pt x="2812727" y="3176"/>
                </a:moveTo>
                <a:lnTo>
                  <a:pt x="2824350" y="3157"/>
                </a:lnTo>
                <a:lnTo>
                  <a:pt x="2824370" y="14780"/>
                </a:lnTo>
                <a:lnTo>
                  <a:pt x="2812747" y="14799"/>
                </a:lnTo>
                <a:moveTo>
                  <a:pt x="2835973" y="3137"/>
                </a:moveTo>
                <a:lnTo>
                  <a:pt x="2847596" y="3118"/>
                </a:lnTo>
                <a:lnTo>
                  <a:pt x="2847616" y="14741"/>
                </a:lnTo>
                <a:lnTo>
                  <a:pt x="2835993" y="14760"/>
                </a:lnTo>
                <a:moveTo>
                  <a:pt x="2859219" y="3098"/>
                </a:moveTo>
                <a:lnTo>
                  <a:pt x="2870842" y="3079"/>
                </a:lnTo>
                <a:lnTo>
                  <a:pt x="2870862" y="14702"/>
                </a:lnTo>
                <a:lnTo>
                  <a:pt x="2859239" y="14721"/>
                </a:lnTo>
                <a:moveTo>
                  <a:pt x="2882465" y="3059"/>
                </a:moveTo>
                <a:lnTo>
                  <a:pt x="2894087" y="3040"/>
                </a:lnTo>
                <a:lnTo>
                  <a:pt x="2894107" y="14662"/>
                </a:lnTo>
                <a:lnTo>
                  <a:pt x="2882484" y="14682"/>
                </a:lnTo>
                <a:moveTo>
                  <a:pt x="2905710" y="3020"/>
                </a:moveTo>
                <a:lnTo>
                  <a:pt x="2917332" y="3001"/>
                </a:lnTo>
                <a:lnTo>
                  <a:pt x="2917352" y="14623"/>
                </a:lnTo>
                <a:lnTo>
                  <a:pt x="2905730" y="14643"/>
                </a:lnTo>
                <a:moveTo>
                  <a:pt x="2928955" y="2981"/>
                </a:moveTo>
                <a:lnTo>
                  <a:pt x="2940578" y="2961"/>
                </a:lnTo>
                <a:lnTo>
                  <a:pt x="2940598" y="14584"/>
                </a:lnTo>
                <a:lnTo>
                  <a:pt x="2928975" y="14604"/>
                </a:lnTo>
                <a:moveTo>
                  <a:pt x="2952201" y="2942"/>
                </a:moveTo>
                <a:lnTo>
                  <a:pt x="2963824" y="2922"/>
                </a:lnTo>
                <a:lnTo>
                  <a:pt x="2963844" y="14545"/>
                </a:lnTo>
                <a:lnTo>
                  <a:pt x="2952221" y="14565"/>
                </a:lnTo>
                <a:moveTo>
                  <a:pt x="2975447" y="2903"/>
                </a:moveTo>
                <a:lnTo>
                  <a:pt x="2987069" y="2883"/>
                </a:lnTo>
                <a:lnTo>
                  <a:pt x="2987089" y="14506"/>
                </a:lnTo>
                <a:lnTo>
                  <a:pt x="2975466" y="14526"/>
                </a:lnTo>
                <a:moveTo>
                  <a:pt x="2998692" y="2864"/>
                </a:moveTo>
                <a:lnTo>
                  <a:pt x="3010315" y="2844"/>
                </a:lnTo>
                <a:lnTo>
                  <a:pt x="3010335" y="14467"/>
                </a:lnTo>
                <a:lnTo>
                  <a:pt x="2998712" y="14487"/>
                </a:lnTo>
                <a:moveTo>
                  <a:pt x="3021938" y="2825"/>
                </a:moveTo>
                <a:lnTo>
                  <a:pt x="3033561" y="2805"/>
                </a:lnTo>
                <a:lnTo>
                  <a:pt x="3033581" y="14428"/>
                </a:lnTo>
                <a:lnTo>
                  <a:pt x="3021958" y="14448"/>
                </a:lnTo>
                <a:moveTo>
                  <a:pt x="3045184" y="2786"/>
                </a:moveTo>
                <a:lnTo>
                  <a:pt x="3056807" y="2766"/>
                </a:lnTo>
                <a:lnTo>
                  <a:pt x="3056826" y="14389"/>
                </a:lnTo>
                <a:lnTo>
                  <a:pt x="3045203" y="14409"/>
                </a:lnTo>
                <a:moveTo>
                  <a:pt x="3068429" y="2747"/>
                </a:moveTo>
                <a:lnTo>
                  <a:pt x="3080052" y="2727"/>
                </a:lnTo>
                <a:lnTo>
                  <a:pt x="3080072" y="14350"/>
                </a:lnTo>
                <a:lnTo>
                  <a:pt x="3068449" y="14369"/>
                </a:lnTo>
                <a:moveTo>
                  <a:pt x="3091675" y="2708"/>
                </a:moveTo>
                <a:lnTo>
                  <a:pt x="3103298" y="2688"/>
                </a:lnTo>
                <a:lnTo>
                  <a:pt x="3103318" y="14311"/>
                </a:lnTo>
                <a:lnTo>
                  <a:pt x="3091695" y="14330"/>
                </a:lnTo>
                <a:moveTo>
                  <a:pt x="3114921" y="2668"/>
                </a:moveTo>
                <a:lnTo>
                  <a:pt x="3126544" y="2649"/>
                </a:lnTo>
                <a:lnTo>
                  <a:pt x="3126563" y="14272"/>
                </a:lnTo>
                <a:lnTo>
                  <a:pt x="3114941" y="14291"/>
                </a:lnTo>
                <a:moveTo>
                  <a:pt x="3138167" y="2629"/>
                </a:moveTo>
                <a:lnTo>
                  <a:pt x="3149789" y="2610"/>
                </a:lnTo>
                <a:lnTo>
                  <a:pt x="3149809" y="14233"/>
                </a:lnTo>
                <a:lnTo>
                  <a:pt x="3138186" y="14252"/>
                </a:lnTo>
                <a:moveTo>
                  <a:pt x="3161412" y="2590"/>
                </a:moveTo>
                <a:lnTo>
                  <a:pt x="3173035" y="2571"/>
                </a:lnTo>
                <a:lnTo>
                  <a:pt x="3173055" y="14194"/>
                </a:lnTo>
                <a:lnTo>
                  <a:pt x="3161432" y="14213"/>
                </a:lnTo>
                <a:moveTo>
                  <a:pt x="3184658" y="2551"/>
                </a:moveTo>
                <a:lnTo>
                  <a:pt x="3196281" y="2532"/>
                </a:lnTo>
                <a:lnTo>
                  <a:pt x="3196301" y="14155"/>
                </a:lnTo>
                <a:lnTo>
                  <a:pt x="3184678" y="14174"/>
                </a:lnTo>
                <a:moveTo>
                  <a:pt x="3207904" y="2512"/>
                </a:moveTo>
                <a:lnTo>
                  <a:pt x="3219527" y="2493"/>
                </a:lnTo>
                <a:lnTo>
                  <a:pt x="3219546" y="14115"/>
                </a:lnTo>
                <a:lnTo>
                  <a:pt x="3207923" y="14135"/>
                </a:lnTo>
                <a:moveTo>
                  <a:pt x="3231149" y="2473"/>
                </a:moveTo>
                <a:lnTo>
                  <a:pt x="3242771" y="2454"/>
                </a:lnTo>
                <a:lnTo>
                  <a:pt x="3242792" y="14076"/>
                </a:lnTo>
                <a:lnTo>
                  <a:pt x="3231169" y="14096"/>
                </a:lnTo>
                <a:moveTo>
                  <a:pt x="3254394" y="2434"/>
                </a:moveTo>
                <a:lnTo>
                  <a:pt x="3266017" y="2415"/>
                </a:lnTo>
                <a:lnTo>
                  <a:pt x="3266037" y="14037"/>
                </a:lnTo>
                <a:lnTo>
                  <a:pt x="3254414" y="14057"/>
                </a:lnTo>
                <a:moveTo>
                  <a:pt x="3277640" y="2395"/>
                </a:moveTo>
                <a:lnTo>
                  <a:pt x="3289263" y="2375"/>
                </a:lnTo>
                <a:lnTo>
                  <a:pt x="3289283" y="13998"/>
                </a:lnTo>
                <a:lnTo>
                  <a:pt x="3277660" y="14018"/>
                </a:lnTo>
                <a:moveTo>
                  <a:pt x="3300885" y="2356"/>
                </a:moveTo>
                <a:lnTo>
                  <a:pt x="3312508" y="2336"/>
                </a:lnTo>
                <a:lnTo>
                  <a:pt x="3312529" y="13959"/>
                </a:lnTo>
                <a:lnTo>
                  <a:pt x="3300906" y="13979"/>
                </a:lnTo>
                <a:moveTo>
                  <a:pt x="3324131" y="2317"/>
                </a:moveTo>
                <a:lnTo>
                  <a:pt x="3335754" y="2297"/>
                </a:lnTo>
                <a:lnTo>
                  <a:pt x="3335774" y="13920"/>
                </a:lnTo>
                <a:lnTo>
                  <a:pt x="3324152" y="13940"/>
                </a:lnTo>
                <a:moveTo>
                  <a:pt x="3347377" y="2278"/>
                </a:moveTo>
                <a:lnTo>
                  <a:pt x="3359000" y="2258"/>
                </a:lnTo>
                <a:lnTo>
                  <a:pt x="3359020" y="13881"/>
                </a:lnTo>
                <a:lnTo>
                  <a:pt x="3347397" y="13901"/>
                </a:lnTo>
                <a:moveTo>
                  <a:pt x="3370623" y="2239"/>
                </a:moveTo>
                <a:lnTo>
                  <a:pt x="3382245" y="2219"/>
                </a:lnTo>
                <a:lnTo>
                  <a:pt x="3382266" y="13842"/>
                </a:lnTo>
                <a:lnTo>
                  <a:pt x="3370643" y="13862"/>
                </a:lnTo>
                <a:moveTo>
                  <a:pt x="3393868" y="2200"/>
                </a:moveTo>
                <a:lnTo>
                  <a:pt x="3405491" y="2180"/>
                </a:lnTo>
                <a:lnTo>
                  <a:pt x="3405512" y="13803"/>
                </a:lnTo>
                <a:lnTo>
                  <a:pt x="3393889" y="13822"/>
                </a:lnTo>
                <a:moveTo>
                  <a:pt x="3417114" y="2161"/>
                </a:moveTo>
                <a:lnTo>
                  <a:pt x="3428737" y="2141"/>
                </a:lnTo>
                <a:lnTo>
                  <a:pt x="3428757" y="13764"/>
                </a:lnTo>
                <a:lnTo>
                  <a:pt x="3417134" y="13784"/>
                </a:lnTo>
                <a:moveTo>
                  <a:pt x="3440360" y="2122"/>
                </a:moveTo>
                <a:lnTo>
                  <a:pt x="3451983" y="2102"/>
                </a:lnTo>
                <a:lnTo>
                  <a:pt x="3452003" y="13725"/>
                </a:lnTo>
                <a:lnTo>
                  <a:pt x="3440380" y="13744"/>
                </a:lnTo>
                <a:moveTo>
                  <a:pt x="3463605" y="2082"/>
                </a:moveTo>
                <a:lnTo>
                  <a:pt x="3475228" y="2063"/>
                </a:lnTo>
                <a:lnTo>
                  <a:pt x="3475249" y="13686"/>
                </a:lnTo>
                <a:lnTo>
                  <a:pt x="3463626" y="13705"/>
                </a:lnTo>
                <a:moveTo>
                  <a:pt x="3486851" y="2043"/>
                </a:moveTo>
                <a:lnTo>
                  <a:pt x="3498474" y="2024"/>
                </a:lnTo>
                <a:lnTo>
                  <a:pt x="3498494" y="13647"/>
                </a:lnTo>
                <a:lnTo>
                  <a:pt x="3486872" y="13666"/>
                </a:lnTo>
                <a:moveTo>
                  <a:pt x="3510097" y="2004"/>
                </a:moveTo>
                <a:lnTo>
                  <a:pt x="3521720" y="1985"/>
                </a:lnTo>
                <a:lnTo>
                  <a:pt x="3521740" y="13608"/>
                </a:lnTo>
                <a:lnTo>
                  <a:pt x="3510117" y="13627"/>
                </a:lnTo>
                <a:moveTo>
                  <a:pt x="3533343" y="1965"/>
                </a:moveTo>
                <a:lnTo>
                  <a:pt x="3544965" y="1946"/>
                </a:lnTo>
                <a:lnTo>
                  <a:pt x="3544986" y="13569"/>
                </a:lnTo>
                <a:lnTo>
                  <a:pt x="3533363" y="13588"/>
                </a:lnTo>
                <a:moveTo>
                  <a:pt x="3556588" y="1926"/>
                </a:moveTo>
                <a:lnTo>
                  <a:pt x="3568211" y="1907"/>
                </a:lnTo>
                <a:lnTo>
                  <a:pt x="3568232" y="13530"/>
                </a:lnTo>
                <a:lnTo>
                  <a:pt x="3556609" y="13549"/>
                </a:lnTo>
                <a:moveTo>
                  <a:pt x="3579834" y="1887"/>
                </a:moveTo>
                <a:lnTo>
                  <a:pt x="3591457" y="1868"/>
                </a:lnTo>
                <a:lnTo>
                  <a:pt x="3591477" y="13490"/>
                </a:lnTo>
                <a:lnTo>
                  <a:pt x="3579854" y="13510"/>
                </a:lnTo>
                <a:moveTo>
                  <a:pt x="3603080" y="1848"/>
                </a:moveTo>
                <a:lnTo>
                  <a:pt x="3614702" y="1829"/>
                </a:lnTo>
                <a:lnTo>
                  <a:pt x="3614723" y="13451"/>
                </a:lnTo>
                <a:lnTo>
                  <a:pt x="3603100" y="13471"/>
                </a:lnTo>
                <a:moveTo>
                  <a:pt x="3626325" y="1809"/>
                </a:moveTo>
                <a:lnTo>
                  <a:pt x="3637948" y="1789"/>
                </a:lnTo>
                <a:lnTo>
                  <a:pt x="3637969" y="13412"/>
                </a:lnTo>
                <a:lnTo>
                  <a:pt x="3626346" y="13432"/>
                </a:lnTo>
                <a:moveTo>
                  <a:pt x="3649571" y="1770"/>
                </a:moveTo>
                <a:lnTo>
                  <a:pt x="3661194" y="1750"/>
                </a:lnTo>
                <a:lnTo>
                  <a:pt x="3661214" y="13373"/>
                </a:lnTo>
                <a:lnTo>
                  <a:pt x="3649592" y="13393"/>
                </a:lnTo>
                <a:moveTo>
                  <a:pt x="3672817" y="1731"/>
                </a:moveTo>
                <a:lnTo>
                  <a:pt x="3684440" y="1711"/>
                </a:lnTo>
                <a:lnTo>
                  <a:pt x="3684460" y="13334"/>
                </a:lnTo>
                <a:lnTo>
                  <a:pt x="3672837" y="13354"/>
                </a:lnTo>
                <a:moveTo>
                  <a:pt x="3696062" y="1692"/>
                </a:moveTo>
                <a:lnTo>
                  <a:pt x="3707685" y="1672"/>
                </a:lnTo>
                <a:lnTo>
                  <a:pt x="3707706" y="13295"/>
                </a:lnTo>
                <a:lnTo>
                  <a:pt x="3696083" y="13315"/>
                </a:lnTo>
                <a:moveTo>
                  <a:pt x="3719308" y="1653"/>
                </a:moveTo>
                <a:lnTo>
                  <a:pt x="3730931" y="1633"/>
                </a:lnTo>
                <a:lnTo>
                  <a:pt x="3730952" y="13256"/>
                </a:lnTo>
                <a:lnTo>
                  <a:pt x="3719329" y="13276"/>
                </a:lnTo>
                <a:moveTo>
                  <a:pt x="3742554" y="1614"/>
                </a:moveTo>
                <a:lnTo>
                  <a:pt x="3754177" y="1594"/>
                </a:lnTo>
                <a:lnTo>
                  <a:pt x="3754197" y="13217"/>
                </a:lnTo>
                <a:lnTo>
                  <a:pt x="3742574" y="13237"/>
                </a:lnTo>
                <a:moveTo>
                  <a:pt x="3765800" y="1575"/>
                </a:moveTo>
                <a:lnTo>
                  <a:pt x="3777422" y="1555"/>
                </a:lnTo>
                <a:lnTo>
                  <a:pt x="3777443" y="13178"/>
                </a:lnTo>
                <a:lnTo>
                  <a:pt x="3765820" y="13197"/>
                </a:lnTo>
                <a:moveTo>
                  <a:pt x="3789045" y="1536"/>
                </a:moveTo>
                <a:lnTo>
                  <a:pt x="3800668" y="1516"/>
                </a:lnTo>
                <a:lnTo>
                  <a:pt x="3800689" y="13139"/>
                </a:lnTo>
                <a:lnTo>
                  <a:pt x="3789066" y="13158"/>
                </a:lnTo>
                <a:moveTo>
                  <a:pt x="3812291" y="1496"/>
                </a:moveTo>
                <a:lnTo>
                  <a:pt x="3823914" y="1477"/>
                </a:lnTo>
                <a:lnTo>
                  <a:pt x="3823934" y="13100"/>
                </a:lnTo>
                <a:lnTo>
                  <a:pt x="3812311" y="13119"/>
                </a:lnTo>
                <a:moveTo>
                  <a:pt x="3835537" y="1457"/>
                </a:moveTo>
                <a:lnTo>
                  <a:pt x="3847160" y="1438"/>
                </a:lnTo>
                <a:lnTo>
                  <a:pt x="3847180" y="13061"/>
                </a:lnTo>
                <a:lnTo>
                  <a:pt x="3835557" y="13080"/>
                </a:lnTo>
                <a:moveTo>
                  <a:pt x="3858782" y="1418"/>
                </a:moveTo>
                <a:lnTo>
                  <a:pt x="3870405" y="1399"/>
                </a:lnTo>
                <a:lnTo>
                  <a:pt x="3870426" y="13022"/>
                </a:lnTo>
                <a:lnTo>
                  <a:pt x="3858803" y="13041"/>
                </a:lnTo>
                <a:moveTo>
                  <a:pt x="3882028" y="1379"/>
                </a:moveTo>
                <a:lnTo>
                  <a:pt x="3893651" y="1360"/>
                </a:lnTo>
                <a:lnTo>
                  <a:pt x="3893671" y="12983"/>
                </a:lnTo>
                <a:lnTo>
                  <a:pt x="3882049" y="13002"/>
                </a:lnTo>
                <a:moveTo>
                  <a:pt x="3905274" y="1340"/>
                </a:moveTo>
                <a:lnTo>
                  <a:pt x="3916897" y="1321"/>
                </a:lnTo>
                <a:lnTo>
                  <a:pt x="3916917" y="12943"/>
                </a:lnTo>
                <a:lnTo>
                  <a:pt x="3905294" y="12963"/>
                </a:lnTo>
                <a:moveTo>
                  <a:pt x="3928520" y="1301"/>
                </a:moveTo>
                <a:lnTo>
                  <a:pt x="3940142" y="1282"/>
                </a:lnTo>
                <a:lnTo>
                  <a:pt x="3940163" y="12904"/>
                </a:lnTo>
                <a:lnTo>
                  <a:pt x="3928540" y="12924"/>
                </a:lnTo>
                <a:moveTo>
                  <a:pt x="3951765" y="1262"/>
                </a:moveTo>
                <a:lnTo>
                  <a:pt x="3963388" y="1242"/>
                </a:lnTo>
                <a:lnTo>
                  <a:pt x="3963409" y="12865"/>
                </a:lnTo>
                <a:lnTo>
                  <a:pt x="3951786" y="12885"/>
                </a:lnTo>
                <a:moveTo>
                  <a:pt x="3975011" y="1223"/>
                </a:moveTo>
                <a:lnTo>
                  <a:pt x="3986634" y="1203"/>
                </a:lnTo>
                <a:lnTo>
                  <a:pt x="3986654" y="12826"/>
                </a:lnTo>
                <a:lnTo>
                  <a:pt x="3975031" y="12846"/>
                </a:lnTo>
                <a:moveTo>
                  <a:pt x="3998257" y="1184"/>
                </a:moveTo>
                <a:lnTo>
                  <a:pt x="4009880" y="1164"/>
                </a:lnTo>
                <a:lnTo>
                  <a:pt x="4009900" y="12787"/>
                </a:lnTo>
                <a:lnTo>
                  <a:pt x="3998277" y="12807"/>
                </a:lnTo>
                <a:moveTo>
                  <a:pt x="4021502" y="1145"/>
                </a:moveTo>
                <a:lnTo>
                  <a:pt x="4033125" y="1125"/>
                </a:lnTo>
                <a:lnTo>
                  <a:pt x="4033145" y="12748"/>
                </a:lnTo>
                <a:lnTo>
                  <a:pt x="4021522" y="12768"/>
                </a:lnTo>
                <a:moveTo>
                  <a:pt x="4044748" y="1106"/>
                </a:moveTo>
                <a:lnTo>
                  <a:pt x="4056371" y="1086"/>
                </a:lnTo>
                <a:lnTo>
                  <a:pt x="4056391" y="12709"/>
                </a:lnTo>
                <a:lnTo>
                  <a:pt x="4044768" y="12729"/>
                </a:lnTo>
                <a:moveTo>
                  <a:pt x="4067994" y="1067"/>
                </a:moveTo>
                <a:lnTo>
                  <a:pt x="4079617" y="1047"/>
                </a:lnTo>
                <a:lnTo>
                  <a:pt x="4079636" y="12670"/>
                </a:lnTo>
                <a:lnTo>
                  <a:pt x="4068014" y="12690"/>
                </a:lnTo>
                <a:moveTo>
                  <a:pt x="4091239" y="1028"/>
                </a:moveTo>
                <a:lnTo>
                  <a:pt x="4102862" y="1008"/>
                </a:lnTo>
                <a:lnTo>
                  <a:pt x="4102882" y="12631"/>
                </a:lnTo>
                <a:lnTo>
                  <a:pt x="4091259" y="12651"/>
                </a:lnTo>
                <a:moveTo>
                  <a:pt x="4114485" y="989"/>
                </a:moveTo>
                <a:lnTo>
                  <a:pt x="4126108" y="969"/>
                </a:lnTo>
                <a:lnTo>
                  <a:pt x="4126128" y="12592"/>
                </a:lnTo>
                <a:lnTo>
                  <a:pt x="4114505" y="12611"/>
                </a:lnTo>
                <a:moveTo>
                  <a:pt x="4137731" y="949"/>
                </a:moveTo>
                <a:lnTo>
                  <a:pt x="4149354" y="930"/>
                </a:lnTo>
                <a:lnTo>
                  <a:pt x="4149374" y="12553"/>
                </a:lnTo>
                <a:lnTo>
                  <a:pt x="4137751" y="12572"/>
                </a:lnTo>
                <a:moveTo>
                  <a:pt x="4160977" y="911"/>
                </a:moveTo>
                <a:lnTo>
                  <a:pt x="4172599" y="891"/>
                </a:lnTo>
                <a:lnTo>
                  <a:pt x="4172619" y="12514"/>
                </a:lnTo>
                <a:lnTo>
                  <a:pt x="4160996" y="12533"/>
                </a:lnTo>
                <a:moveTo>
                  <a:pt x="4184222" y="871"/>
                </a:moveTo>
                <a:lnTo>
                  <a:pt x="4195845" y="852"/>
                </a:lnTo>
                <a:lnTo>
                  <a:pt x="4195865" y="12475"/>
                </a:lnTo>
                <a:lnTo>
                  <a:pt x="4184242" y="12494"/>
                </a:lnTo>
                <a:moveTo>
                  <a:pt x="4207468" y="832"/>
                </a:moveTo>
                <a:lnTo>
                  <a:pt x="4219091" y="813"/>
                </a:lnTo>
                <a:lnTo>
                  <a:pt x="4219111" y="12436"/>
                </a:lnTo>
                <a:lnTo>
                  <a:pt x="4207488" y="12455"/>
                </a:lnTo>
                <a:moveTo>
                  <a:pt x="4230714" y="793"/>
                </a:moveTo>
                <a:lnTo>
                  <a:pt x="4242337" y="774"/>
                </a:lnTo>
                <a:lnTo>
                  <a:pt x="4242356" y="12397"/>
                </a:lnTo>
                <a:lnTo>
                  <a:pt x="4230734" y="12416"/>
                </a:lnTo>
                <a:moveTo>
                  <a:pt x="4253959" y="754"/>
                </a:moveTo>
                <a:lnTo>
                  <a:pt x="4265582" y="735"/>
                </a:lnTo>
                <a:lnTo>
                  <a:pt x="4265602" y="12358"/>
                </a:lnTo>
                <a:lnTo>
                  <a:pt x="4253979" y="12377"/>
                </a:lnTo>
                <a:moveTo>
                  <a:pt x="4277204" y="715"/>
                </a:moveTo>
                <a:lnTo>
                  <a:pt x="4288827" y="696"/>
                </a:lnTo>
                <a:lnTo>
                  <a:pt x="4288847" y="12318"/>
                </a:lnTo>
                <a:lnTo>
                  <a:pt x="4277224" y="12338"/>
                </a:lnTo>
                <a:moveTo>
                  <a:pt x="4300450" y="676"/>
                </a:moveTo>
                <a:lnTo>
                  <a:pt x="4312073" y="657"/>
                </a:lnTo>
                <a:lnTo>
                  <a:pt x="4312092" y="12279"/>
                </a:lnTo>
                <a:lnTo>
                  <a:pt x="4300470" y="12299"/>
                </a:lnTo>
                <a:moveTo>
                  <a:pt x="4323696" y="637"/>
                </a:moveTo>
                <a:lnTo>
                  <a:pt x="4335318" y="617"/>
                </a:lnTo>
                <a:lnTo>
                  <a:pt x="4335338" y="12240"/>
                </a:lnTo>
                <a:lnTo>
                  <a:pt x="4323715" y="12260"/>
                </a:lnTo>
                <a:moveTo>
                  <a:pt x="4346941" y="598"/>
                </a:moveTo>
                <a:lnTo>
                  <a:pt x="4358564" y="578"/>
                </a:lnTo>
                <a:lnTo>
                  <a:pt x="4358584" y="12201"/>
                </a:lnTo>
                <a:lnTo>
                  <a:pt x="4346961" y="12221"/>
                </a:lnTo>
                <a:moveTo>
                  <a:pt x="4370187" y="559"/>
                </a:moveTo>
                <a:lnTo>
                  <a:pt x="4381810" y="539"/>
                </a:lnTo>
                <a:lnTo>
                  <a:pt x="4381830" y="12162"/>
                </a:lnTo>
                <a:lnTo>
                  <a:pt x="4370207" y="12182"/>
                </a:lnTo>
                <a:moveTo>
                  <a:pt x="4393433" y="520"/>
                </a:moveTo>
                <a:lnTo>
                  <a:pt x="4405056" y="500"/>
                </a:lnTo>
                <a:lnTo>
                  <a:pt x="4405075" y="12123"/>
                </a:lnTo>
                <a:lnTo>
                  <a:pt x="4393452" y="12143"/>
                </a:lnTo>
                <a:moveTo>
                  <a:pt x="4416678" y="481"/>
                </a:moveTo>
                <a:lnTo>
                  <a:pt x="4428301" y="461"/>
                </a:lnTo>
                <a:lnTo>
                  <a:pt x="4428321" y="12084"/>
                </a:lnTo>
                <a:lnTo>
                  <a:pt x="4416698" y="12104"/>
                </a:lnTo>
                <a:moveTo>
                  <a:pt x="4439924" y="442"/>
                </a:moveTo>
                <a:lnTo>
                  <a:pt x="4451547" y="422"/>
                </a:lnTo>
                <a:lnTo>
                  <a:pt x="4451567" y="12045"/>
                </a:lnTo>
                <a:lnTo>
                  <a:pt x="4439944" y="12065"/>
                </a:lnTo>
                <a:moveTo>
                  <a:pt x="4463170" y="403"/>
                </a:moveTo>
                <a:lnTo>
                  <a:pt x="4474793" y="383"/>
                </a:lnTo>
                <a:lnTo>
                  <a:pt x="4474812" y="12006"/>
                </a:lnTo>
                <a:lnTo>
                  <a:pt x="4463190" y="12025"/>
                </a:lnTo>
                <a:moveTo>
                  <a:pt x="4486415" y="364"/>
                </a:moveTo>
                <a:lnTo>
                  <a:pt x="4498038" y="344"/>
                </a:lnTo>
                <a:lnTo>
                  <a:pt x="4498058" y="11967"/>
                </a:lnTo>
                <a:lnTo>
                  <a:pt x="4486435" y="11986"/>
                </a:lnTo>
                <a:moveTo>
                  <a:pt x="4509661" y="324"/>
                </a:moveTo>
                <a:lnTo>
                  <a:pt x="4521284" y="305"/>
                </a:lnTo>
                <a:lnTo>
                  <a:pt x="4521304" y="11928"/>
                </a:lnTo>
                <a:lnTo>
                  <a:pt x="4509681" y="11947"/>
                </a:lnTo>
                <a:moveTo>
                  <a:pt x="4532907" y="285"/>
                </a:moveTo>
                <a:lnTo>
                  <a:pt x="4544530" y="266"/>
                </a:lnTo>
                <a:lnTo>
                  <a:pt x="4544550" y="11889"/>
                </a:lnTo>
                <a:lnTo>
                  <a:pt x="4532927" y="11908"/>
                </a:lnTo>
                <a:moveTo>
                  <a:pt x="4556153" y="246"/>
                </a:moveTo>
                <a:lnTo>
                  <a:pt x="4567775" y="227"/>
                </a:lnTo>
                <a:lnTo>
                  <a:pt x="4567795" y="11850"/>
                </a:lnTo>
                <a:lnTo>
                  <a:pt x="4556172" y="11869"/>
                </a:lnTo>
                <a:moveTo>
                  <a:pt x="4579398" y="207"/>
                </a:moveTo>
                <a:lnTo>
                  <a:pt x="4591021" y="188"/>
                </a:lnTo>
                <a:lnTo>
                  <a:pt x="4591041" y="11811"/>
                </a:lnTo>
                <a:lnTo>
                  <a:pt x="4579418" y="11830"/>
                </a:lnTo>
                <a:moveTo>
                  <a:pt x="4602644" y="168"/>
                </a:moveTo>
                <a:lnTo>
                  <a:pt x="4614267" y="149"/>
                </a:lnTo>
                <a:lnTo>
                  <a:pt x="4614287" y="11771"/>
                </a:lnTo>
                <a:lnTo>
                  <a:pt x="4602664" y="11791"/>
                </a:lnTo>
                <a:moveTo>
                  <a:pt x="4625890" y="129"/>
                </a:moveTo>
                <a:lnTo>
                  <a:pt x="4637513" y="110"/>
                </a:lnTo>
                <a:lnTo>
                  <a:pt x="4637532" y="11732"/>
                </a:lnTo>
                <a:lnTo>
                  <a:pt x="4625910" y="11752"/>
                </a:lnTo>
                <a:moveTo>
                  <a:pt x="4649135" y="90"/>
                </a:moveTo>
                <a:lnTo>
                  <a:pt x="4660758" y="70"/>
                </a:lnTo>
                <a:lnTo>
                  <a:pt x="4660778" y="11693"/>
                </a:lnTo>
                <a:lnTo>
                  <a:pt x="4649155" y="11713"/>
                </a:lnTo>
                <a:moveTo>
                  <a:pt x="4672381" y="51"/>
                </a:moveTo>
                <a:lnTo>
                  <a:pt x="4684004" y="31"/>
                </a:lnTo>
                <a:lnTo>
                  <a:pt x="4684024" y="11654"/>
                </a:lnTo>
                <a:lnTo>
                  <a:pt x="4672401" y="11674"/>
                </a:lnTo>
                <a:moveTo>
                  <a:pt x="4695627" y="12"/>
                </a:moveTo>
                <a:lnTo>
                  <a:pt x="4702724" y="0"/>
                </a:lnTo>
                <a:lnTo>
                  <a:pt x="4702744" y="11623"/>
                </a:lnTo>
                <a:lnTo>
                  <a:pt x="4695647" y="1163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90971E-5616-4398-B95D-1DB0AF33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265" y="1198855"/>
            <a:ext cx="313910" cy="14511"/>
          </a:xfrm>
          <a:custGeom xmlns:a="http://schemas.openxmlformats.org/drawingml/2006/main">
            <a:pathLst>
              <a:path w="313910" h="14511">
                <a:moveTo>
                  <a:pt x="106" y="0"/>
                </a:moveTo>
                <a:lnTo>
                  <a:pt x="11729" y="107"/>
                </a:lnTo>
                <a:lnTo>
                  <a:pt x="11622" y="11729"/>
                </a:lnTo>
                <a:lnTo>
                  <a:pt x="0" y="11622"/>
                </a:lnTo>
                <a:moveTo>
                  <a:pt x="23351" y="214"/>
                </a:moveTo>
                <a:lnTo>
                  <a:pt x="34974" y="321"/>
                </a:lnTo>
                <a:lnTo>
                  <a:pt x="34867" y="11943"/>
                </a:lnTo>
                <a:lnTo>
                  <a:pt x="23245" y="11836"/>
                </a:lnTo>
                <a:moveTo>
                  <a:pt x="46595" y="428"/>
                </a:moveTo>
                <a:lnTo>
                  <a:pt x="58218" y="535"/>
                </a:lnTo>
                <a:lnTo>
                  <a:pt x="58112" y="12157"/>
                </a:lnTo>
                <a:lnTo>
                  <a:pt x="46489" y="12050"/>
                </a:lnTo>
                <a:moveTo>
                  <a:pt x="69841" y="642"/>
                </a:moveTo>
                <a:lnTo>
                  <a:pt x="81463" y="749"/>
                </a:lnTo>
                <a:lnTo>
                  <a:pt x="81356" y="12371"/>
                </a:lnTo>
                <a:lnTo>
                  <a:pt x="69734" y="12264"/>
                </a:lnTo>
                <a:moveTo>
                  <a:pt x="93085" y="856"/>
                </a:moveTo>
                <a:lnTo>
                  <a:pt x="104708" y="963"/>
                </a:lnTo>
                <a:lnTo>
                  <a:pt x="104601" y="12585"/>
                </a:lnTo>
                <a:lnTo>
                  <a:pt x="92979" y="12478"/>
                </a:lnTo>
                <a:moveTo>
                  <a:pt x="116330" y="1070"/>
                </a:moveTo>
                <a:lnTo>
                  <a:pt x="127952" y="1177"/>
                </a:lnTo>
                <a:lnTo>
                  <a:pt x="127846" y="12799"/>
                </a:lnTo>
                <a:lnTo>
                  <a:pt x="116223" y="12692"/>
                </a:lnTo>
                <a:moveTo>
                  <a:pt x="139575" y="1284"/>
                </a:moveTo>
                <a:lnTo>
                  <a:pt x="151197" y="1391"/>
                </a:lnTo>
                <a:lnTo>
                  <a:pt x="151090" y="13013"/>
                </a:lnTo>
                <a:lnTo>
                  <a:pt x="139469" y="12906"/>
                </a:lnTo>
                <a:moveTo>
                  <a:pt x="162819" y="1498"/>
                </a:moveTo>
                <a:lnTo>
                  <a:pt x="174442" y="1605"/>
                </a:lnTo>
                <a:lnTo>
                  <a:pt x="174336" y="13227"/>
                </a:lnTo>
                <a:lnTo>
                  <a:pt x="162713" y="13120"/>
                </a:lnTo>
                <a:moveTo>
                  <a:pt x="186064" y="1712"/>
                </a:moveTo>
                <a:lnTo>
                  <a:pt x="197686" y="1819"/>
                </a:lnTo>
                <a:lnTo>
                  <a:pt x="197580" y="13441"/>
                </a:lnTo>
                <a:lnTo>
                  <a:pt x="185958" y="13334"/>
                </a:lnTo>
                <a:moveTo>
                  <a:pt x="209309" y="1926"/>
                </a:moveTo>
                <a:lnTo>
                  <a:pt x="220931" y="2033"/>
                </a:lnTo>
                <a:lnTo>
                  <a:pt x="220825" y="13655"/>
                </a:lnTo>
                <a:lnTo>
                  <a:pt x="209202" y="13548"/>
                </a:lnTo>
                <a:moveTo>
                  <a:pt x="232554" y="2140"/>
                </a:moveTo>
                <a:lnTo>
                  <a:pt x="244176" y="2247"/>
                </a:lnTo>
                <a:lnTo>
                  <a:pt x="244069" y="13869"/>
                </a:lnTo>
                <a:lnTo>
                  <a:pt x="232447" y="13762"/>
                </a:lnTo>
                <a:moveTo>
                  <a:pt x="255798" y="2354"/>
                </a:moveTo>
                <a:lnTo>
                  <a:pt x="267420" y="2461"/>
                </a:lnTo>
                <a:lnTo>
                  <a:pt x="267314" y="14083"/>
                </a:lnTo>
                <a:lnTo>
                  <a:pt x="255692" y="13976"/>
                </a:lnTo>
                <a:moveTo>
                  <a:pt x="279043" y="2567"/>
                </a:moveTo>
                <a:lnTo>
                  <a:pt x="290666" y="2675"/>
                </a:lnTo>
                <a:lnTo>
                  <a:pt x="290559" y="14297"/>
                </a:lnTo>
                <a:lnTo>
                  <a:pt x="278936" y="14190"/>
                </a:lnTo>
                <a:moveTo>
                  <a:pt x="302288" y="2781"/>
                </a:moveTo>
                <a:lnTo>
                  <a:pt x="313910" y="2889"/>
                </a:lnTo>
                <a:lnTo>
                  <a:pt x="313804" y="14511"/>
                </a:lnTo>
                <a:lnTo>
                  <a:pt x="302181" y="1440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15B30D-8258-4B04-94EB-843E872B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65" y="1643894"/>
            <a:ext cx="4702736" cy="16969"/>
          </a:xfrm>
          <a:custGeom xmlns:a="http://schemas.openxmlformats.org/drawingml/2006/main">
            <a:pathLst>
              <a:path w="4702736" h="16969">
                <a:moveTo>
                  <a:pt x="13" y="0"/>
                </a:moveTo>
                <a:lnTo>
                  <a:pt x="11636" y="13"/>
                </a:lnTo>
                <a:lnTo>
                  <a:pt x="11623" y="11636"/>
                </a:lnTo>
                <a:lnTo>
                  <a:pt x="0" y="11623"/>
                </a:lnTo>
                <a:moveTo>
                  <a:pt x="23258" y="26"/>
                </a:moveTo>
                <a:lnTo>
                  <a:pt x="34881" y="40"/>
                </a:lnTo>
                <a:lnTo>
                  <a:pt x="34869" y="11663"/>
                </a:lnTo>
                <a:lnTo>
                  <a:pt x="23246" y="11649"/>
                </a:lnTo>
                <a:moveTo>
                  <a:pt x="46504" y="53"/>
                </a:moveTo>
                <a:lnTo>
                  <a:pt x="58127" y="66"/>
                </a:lnTo>
                <a:lnTo>
                  <a:pt x="58114" y="11689"/>
                </a:lnTo>
                <a:lnTo>
                  <a:pt x="46491" y="11676"/>
                </a:lnTo>
                <a:moveTo>
                  <a:pt x="69750" y="79"/>
                </a:moveTo>
                <a:lnTo>
                  <a:pt x="81373" y="93"/>
                </a:lnTo>
                <a:lnTo>
                  <a:pt x="81360" y="11715"/>
                </a:lnTo>
                <a:lnTo>
                  <a:pt x="69737" y="11702"/>
                </a:lnTo>
                <a:moveTo>
                  <a:pt x="92996" y="106"/>
                </a:moveTo>
                <a:lnTo>
                  <a:pt x="104618" y="119"/>
                </a:lnTo>
                <a:lnTo>
                  <a:pt x="104606" y="11742"/>
                </a:lnTo>
                <a:lnTo>
                  <a:pt x="92983" y="11729"/>
                </a:lnTo>
                <a:moveTo>
                  <a:pt x="116241" y="132"/>
                </a:moveTo>
                <a:lnTo>
                  <a:pt x="127864" y="145"/>
                </a:lnTo>
                <a:lnTo>
                  <a:pt x="127851" y="11768"/>
                </a:lnTo>
                <a:lnTo>
                  <a:pt x="116229" y="11755"/>
                </a:lnTo>
                <a:moveTo>
                  <a:pt x="139487" y="159"/>
                </a:moveTo>
                <a:lnTo>
                  <a:pt x="151110" y="172"/>
                </a:lnTo>
                <a:lnTo>
                  <a:pt x="151097" y="11795"/>
                </a:lnTo>
                <a:lnTo>
                  <a:pt x="139474" y="11781"/>
                </a:lnTo>
                <a:moveTo>
                  <a:pt x="162733" y="185"/>
                </a:moveTo>
                <a:lnTo>
                  <a:pt x="174356" y="198"/>
                </a:lnTo>
                <a:lnTo>
                  <a:pt x="174343" y="11821"/>
                </a:lnTo>
                <a:lnTo>
                  <a:pt x="162720" y="11808"/>
                </a:lnTo>
                <a:moveTo>
                  <a:pt x="185978" y="211"/>
                </a:moveTo>
                <a:lnTo>
                  <a:pt x="197601" y="225"/>
                </a:lnTo>
                <a:lnTo>
                  <a:pt x="197589" y="11848"/>
                </a:lnTo>
                <a:lnTo>
                  <a:pt x="185966" y="11834"/>
                </a:lnTo>
                <a:moveTo>
                  <a:pt x="209224" y="238"/>
                </a:moveTo>
                <a:lnTo>
                  <a:pt x="220847" y="251"/>
                </a:lnTo>
                <a:lnTo>
                  <a:pt x="220834" y="11874"/>
                </a:lnTo>
                <a:lnTo>
                  <a:pt x="209211" y="11861"/>
                </a:lnTo>
                <a:moveTo>
                  <a:pt x="232470" y="264"/>
                </a:moveTo>
                <a:lnTo>
                  <a:pt x="244093" y="278"/>
                </a:lnTo>
                <a:lnTo>
                  <a:pt x="244080" y="11900"/>
                </a:lnTo>
                <a:lnTo>
                  <a:pt x="232457" y="11887"/>
                </a:lnTo>
                <a:moveTo>
                  <a:pt x="255716" y="291"/>
                </a:moveTo>
                <a:lnTo>
                  <a:pt x="267338" y="304"/>
                </a:lnTo>
                <a:lnTo>
                  <a:pt x="267326" y="11927"/>
                </a:lnTo>
                <a:lnTo>
                  <a:pt x="255703" y="11913"/>
                </a:lnTo>
                <a:moveTo>
                  <a:pt x="278961" y="317"/>
                </a:moveTo>
                <a:lnTo>
                  <a:pt x="290584" y="330"/>
                </a:lnTo>
                <a:lnTo>
                  <a:pt x="290571" y="11953"/>
                </a:lnTo>
                <a:lnTo>
                  <a:pt x="278949" y="11940"/>
                </a:lnTo>
                <a:moveTo>
                  <a:pt x="302207" y="344"/>
                </a:moveTo>
                <a:lnTo>
                  <a:pt x="313830" y="357"/>
                </a:lnTo>
                <a:lnTo>
                  <a:pt x="313817" y="11980"/>
                </a:lnTo>
                <a:lnTo>
                  <a:pt x="302194" y="11966"/>
                </a:lnTo>
                <a:moveTo>
                  <a:pt x="325453" y="370"/>
                </a:moveTo>
                <a:lnTo>
                  <a:pt x="337076" y="383"/>
                </a:lnTo>
                <a:lnTo>
                  <a:pt x="337063" y="12006"/>
                </a:lnTo>
                <a:lnTo>
                  <a:pt x="325440" y="11993"/>
                </a:lnTo>
                <a:moveTo>
                  <a:pt x="348698" y="396"/>
                </a:moveTo>
                <a:lnTo>
                  <a:pt x="360321" y="410"/>
                </a:lnTo>
                <a:lnTo>
                  <a:pt x="360309" y="12033"/>
                </a:lnTo>
                <a:lnTo>
                  <a:pt x="348686" y="12019"/>
                </a:lnTo>
                <a:moveTo>
                  <a:pt x="371944" y="423"/>
                </a:moveTo>
                <a:lnTo>
                  <a:pt x="383567" y="436"/>
                </a:lnTo>
                <a:lnTo>
                  <a:pt x="383554" y="12059"/>
                </a:lnTo>
                <a:lnTo>
                  <a:pt x="371931" y="12046"/>
                </a:lnTo>
                <a:moveTo>
                  <a:pt x="395190" y="449"/>
                </a:moveTo>
                <a:lnTo>
                  <a:pt x="406813" y="463"/>
                </a:lnTo>
                <a:lnTo>
                  <a:pt x="406800" y="12085"/>
                </a:lnTo>
                <a:lnTo>
                  <a:pt x="395177" y="12072"/>
                </a:lnTo>
                <a:moveTo>
                  <a:pt x="418436" y="476"/>
                </a:moveTo>
                <a:lnTo>
                  <a:pt x="430058" y="489"/>
                </a:lnTo>
                <a:lnTo>
                  <a:pt x="430046" y="12112"/>
                </a:lnTo>
                <a:lnTo>
                  <a:pt x="418423" y="12098"/>
                </a:lnTo>
                <a:moveTo>
                  <a:pt x="441681" y="502"/>
                </a:moveTo>
                <a:lnTo>
                  <a:pt x="453304" y="515"/>
                </a:lnTo>
                <a:lnTo>
                  <a:pt x="453291" y="12138"/>
                </a:lnTo>
                <a:lnTo>
                  <a:pt x="441669" y="12125"/>
                </a:lnTo>
                <a:moveTo>
                  <a:pt x="464927" y="528"/>
                </a:moveTo>
                <a:lnTo>
                  <a:pt x="476550" y="542"/>
                </a:lnTo>
                <a:lnTo>
                  <a:pt x="476537" y="12165"/>
                </a:lnTo>
                <a:lnTo>
                  <a:pt x="464914" y="12151"/>
                </a:lnTo>
                <a:moveTo>
                  <a:pt x="488173" y="555"/>
                </a:moveTo>
                <a:lnTo>
                  <a:pt x="499796" y="568"/>
                </a:lnTo>
                <a:lnTo>
                  <a:pt x="499783" y="12191"/>
                </a:lnTo>
                <a:lnTo>
                  <a:pt x="488160" y="12178"/>
                </a:lnTo>
                <a:moveTo>
                  <a:pt x="511417" y="581"/>
                </a:moveTo>
                <a:lnTo>
                  <a:pt x="523040" y="595"/>
                </a:lnTo>
                <a:lnTo>
                  <a:pt x="523028" y="12217"/>
                </a:lnTo>
                <a:lnTo>
                  <a:pt x="511405" y="12204"/>
                </a:lnTo>
                <a:moveTo>
                  <a:pt x="534663" y="608"/>
                </a:moveTo>
                <a:lnTo>
                  <a:pt x="546286" y="621"/>
                </a:lnTo>
                <a:lnTo>
                  <a:pt x="546273" y="12244"/>
                </a:lnTo>
                <a:lnTo>
                  <a:pt x="534650" y="12231"/>
                </a:lnTo>
                <a:moveTo>
                  <a:pt x="557909" y="634"/>
                </a:moveTo>
                <a:lnTo>
                  <a:pt x="569532" y="648"/>
                </a:lnTo>
                <a:lnTo>
                  <a:pt x="569519" y="12270"/>
                </a:lnTo>
                <a:lnTo>
                  <a:pt x="557896" y="12257"/>
                </a:lnTo>
                <a:moveTo>
                  <a:pt x="581155" y="661"/>
                </a:moveTo>
                <a:lnTo>
                  <a:pt x="592777" y="674"/>
                </a:lnTo>
                <a:lnTo>
                  <a:pt x="592765" y="12297"/>
                </a:lnTo>
                <a:lnTo>
                  <a:pt x="581142" y="12283"/>
                </a:lnTo>
                <a:moveTo>
                  <a:pt x="604400" y="687"/>
                </a:moveTo>
                <a:lnTo>
                  <a:pt x="616023" y="700"/>
                </a:lnTo>
                <a:lnTo>
                  <a:pt x="616010" y="12323"/>
                </a:lnTo>
                <a:lnTo>
                  <a:pt x="604388" y="12310"/>
                </a:lnTo>
                <a:moveTo>
                  <a:pt x="627646" y="714"/>
                </a:moveTo>
                <a:lnTo>
                  <a:pt x="639269" y="727"/>
                </a:lnTo>
                <a:lnTo>
                  <a:pt x="639256" y="12350"/>
                </a:lnTo>
                <a:lnTo>
                  <a:pt x="627633" y="12336"/>
                </a:lnTo>
                <a:moveTo>
                  <a:pt x="650892" y="740"/>
                </a:moveTo>
                <a:lnTo>
                  <a:pt x="662515" y="753"/>
                </a:lnTo>
                <a:lnTo>
                  <a:pt x="662502" y="12376"/>
                </a:lnTo>
                <a:lnTo>
                  <a:pt x="650879" y="12363"/>
                </a:lnTo>
                <a:moveTo>
                  <a:pt x="674137" y="767"/>
                </a:moveTo>
                <a:lnTo>
                  <a:pt x="685760" y="780"/>
                </a:lnTo>
                <a:lnTo>
                  <a:pt x="685748" y="12403"/>
                </a:lnTo>
                <a:lnTo>
                  <a:pt x="674125" y="12389"/>
                </a:lnTo>
                <a:moveTo>
                  <a:pt x="697383" y="793"/>
                </a:moveTo>
                <a:lnTo>
                  <a:pt x="709006" y="806"/>
                </a:lnTo>
                <a:lnTo>
                  <a:pt x="708993" y="12429"/>
                </a:lnTo>
                <a:lnTo>
                  <a:pt x="697370" y="12416"/>
                </a:lnTo>
                <a:moveTo>
                  <a:pt x="720629" y="819"/>
                </a:moveTo>
                <a:lnTo>
                  <a:pt x="732252" y="833"/>
                </a:lnTo>
                <a:lnTo>
                  <a:pt x="732239" y="12455"/>
                </a:lnTo>
                <a:lnTo>
                  <a:pt x="720616" y="12442"/>
                </a:lnTo>
                <a:moveTo>
                  <a:pt x="743875" y="846"/>
                </a:moveTo>
                <a:lnTo>
                  <a:pt x="755497" y="859"/>
                </a:lnTo>
                <a:lnTo>
                  <a:pt x="755485" y="12482"/>
                </a:lnTo>
                <a:lnTo>
                  <a:pt x="743862" y="12469"/>
                </a:lnTo>
                <a:moveTo>
                  <a:pt x="767120" y="872"/>
                </a:moveTo>
                <a:lnTo>
                  <a:pt x="778743" y="885"/>
                </a:lnTo>
                <a:lnTo>
                  <a:pt x="778730" y="12508"/>
                </a:lnTo>
                <a:lnTo>
                  <a:pt x="767108" y="12495"/>
                </a:lnTo>
                <a:moveTo>
                  <a:pt x="790366" y="899"/>
                </a:moveTo>
                <a:lnTo>
                  <a:pt x="801989" y="912"/>
                </a:lnTo>
                <a:lnTo>
                  <a:pt x="801976" y="12535"/>
                </a:lnTo>
                <a:lnTo>
                  <a:pt x="790353" y="12522"/>
                </a:lnTo>
                <a:moveTo>
                  <a:pt x="813612" y="925"/>
                </a:moveTo>
                <a:lnTo>
                  <a:pt x="825235" y="938"/>
                </a:lnTo>
                <a:lnTo>
                  <a:pt x="825222" y="12561"/>
                </a:lnTo>
                <a:lnTo>
                  <a:pt x="813599" y="12548"/>
                </a:lnTo>
                <a:moveTo>
                  <a:pt x="836857" y="951"/>
                </a:moveTo>
                <a:lnTo>
                  <a:pt x="848480" y="965"/>
                </a:lnTo>
                <a:lnTo>
                  <a:pt x="848468" y="12587"/>
                </a:lnTo>
                <a:lnTo>
                  <a:pt x="836845" y="12574"/>
                </a:lnTo>
                <a:moveTo>
                  <a:pt x="860103" y="978"/>
                </a:moveTo>
                <a:lnTo>
                  <a:pt x="871726" y="991"/>
                </a:lnTo>
                <a:lnTo>
                  <a:pt x="871713" y="12614"/>
                </a:lnTo>
                <a:lnTo>
                  <a:pt x="860090" y="12601"/>
                </a:lnTo>
                <a:moveTo>
                  <a:pt x="883349" y="1004"/>
                </a:moveTo>
                <a:lnTo>
                  <a:pt x="894972" y="1017"/>
                </a:lnTo>
                <a:lnTo>
                  <a:pt x="894959" y="12640"/>
                </a:lnTo>
                <a:lnTo>
                  <a:pt x="883336" y="12627"/>
                </a:lnTo>
                <a:moveTo>
                  <a:pt x="906595" y="1031"/>
                </a:moveTo>
                <a:lnTo>
                  <a:pt x="918217" y="1044"/>
                </a:lnTo>
                <a:lnTo>
                  <a:pt x="918205" y="12667"/>
                </a:lnTo>
                <a:lnTo>
                  <a:pt x="906582" y="12654"/>
                </a:lnTo>
                <a:moveTo>
                  <a:pt x="929840" y="1057"/>
                </a:moveTo>
                <a:lnTo>
                  <a:pt x="941463" y="1070"/>
                </a:lnTo>
                <a:lnTo>
                  <a:pt x="941450" y="12693"/>
                </a:lnTo>
                <a:lnTo>
                  <a:pt x="929828" y="12680"/>
                </a:lnTo>
                <a:moveTo>
                  <a:pt x="953086" y="1084"/>
                </a:moveTo>
                <a:lnTo>
                  <a:pt x="964709" y="1097"/>
                </a:lnTo>
                <a:lnTo>
                  <a:pt x="964696" y="12720"/>
                </a:lnTo>
                <a:lnTo>
                  <a:pt x="953073" y="12706"/>
                </a:lnTo>
                <a:moveTo>
                  <a:pt x="976332" y="1110"/>
                </a:moveTo>
                <a:lnTo>
                  <a:pt x="987955" y="1123"/>
                </a:lnTo>
                <a:lnTo>
                  <a:pt x="987942" y="12746"/>
                </a:lnTo>
                <a:lnTo>
                  <a:pt x="976319" y="12733"/>
                </a:lnTo>
                <a:moveTo>
                  <a:pt x="999577" y="1136"/>
                </a:moveTo>
                <a:lnTo>
                  <a:pt x="1011200" y="1150"/>
                </a:lnTo>
                <a:lnTo>
                  <a:pt x="1011188" y="12772"/>
                </a:lnTo>
                <a:lnTo>
                  <a:pt x="999565" y="12759"/>
                </a:lnTo>
                <a:moveTo>
                  <a:pt x="1022823" y="1163"/>
                </a:moveTo>
                <a:lnTo>
                  <a:pt x="1034446" y="1176"/>
                </a:lnTo>
                <a:lnTo>
                  <a:pt x="1034433" y="12799"/>
                </a:lnTo>
                <a:lnTo>
                  <a:pt x="1022810" y="12786"/>
                </a:lnTo>
                <a:moveTo>
                  <a:pt x="1046069" y="1189"/>
                </a:moveTo>
                <a:lnTo>
                  <a:pt x="1057692" y="1203"/>
                </a:lnTo>
                <a:lnTo>
                  <a:pt x="1057679" y="12825"/>
                </a:lnTo>
                <a:lnTo>
                  <a:pt x="1046056" y="12812"/>
                </a:lnTo>
                <a:moveTo>
                  <a:pt x="1069315" y="1216"/>
                </a:moveTo>
                <a:lnTo>
                  <a:pt x="1080937" y="1229"/>
                </a:lnTo>
                <a:lnTo>
                  <a:pt x="1080925" y="12852"/>
                </a:lnTo>
                <a:lnTo>
                  <a:pt x="1069302" y="12839"/>
                </a:lnTo>
                <a:moveTo>
                  <a:pt x="1092560" y="1242"/>
                </a:moveTo>
                <a:lnTo>
                  <a:pt x="1104183" y="1255"/>
                </a:lnTo>
                <a:lnTo>
                  <a:pt x="1104170" y="12878"/>
                </a:lnTo>
                <a:lnTo>
                  <a:pt x="1092547" y="12865"/>
                </a:lnTo>
                <a:moveTo>
                  <a:pt x="1115806" y="1269"/>
                </a:moveTo>
                <a:lnTo>
                  <a:pt x="1127429" y="1282"/>
                </a:lnTo>
                <a:lnTo>
                  <a:pt x="1127416" y="12905"/>
                </a:lnTo>
                <a:lnTo>
                  <a:pt x="1115793" y="12891"/>
                </a:lnTo>
                <a:moveTo>
                  <a:pt x="1139052" y="1295"/>
                </a:moveTo>
                <a:lnTo>
                  <a:pt x="1150675" y="1308"/>
                </a:lnTo>
                <a:lnTo>
                  <a:pt x="1150662" y="12931"/>
                </a:lnTo>
                <a:lnTo>
                  <a:pt x="1139039" y="12918"/>
                </a:lnTo>
                <a:moveTo>
                  <a:pt x="1162297" y="1321"/>
                </a:moveTo>
                <a:lnTo>
                  <a:pt x="1173920" y="1335"/>
                </a:lnTo>
                <a:lnTo>
                  <a:pt x="1173907" y="12957"/>
                </a:lnTo>
                <a:lnTo>
                  <a:pt x="1162285" y="12944"/>
                </a:lnTo>
                <a:moveTo>
                  <a:pt x="1185543" y="1348"/>
                </a:moveTo>
                <a:lnTo>
                  <a:pt x="1197166" y="1361"/>
                </a:lnTo>
                <a:lnTo>
                  <a:pt x="1197153" y="12984"/>
                </a:lnTo>
                <a:lnTo>
                  <a:pt x="1185530" y="12971"/>
                </a:lnTo>
                <a:moveTo>
                  <a:pt x="1208789" y="1374"/>
                </a:moveTo>
                <a:lnTo>
                  <a:pt x="1220412" y="1387"/>
                </a:lnTo>
                <a:lnTo>
                  <a:pt x="1220399" y="13010"/>
                </a:lnTo>
                <a:lnTo>
                  <a:pt x="1208776" y="12997"/>
                </a:lnTo>
                <a:moveTo>
                  <a:pt x="1232035" y="1401"/>
                </a:moveTo>
                <a:lnTo>
                  <a:pt x="1243657" y="1414"/>
                </a:lnTo>
                <a:lnTo>
                  <a:pt x="1243645" y="13037"/>
                </a:lnTo>
                <a:lnTo>
                  <a:pt x="1232022" y="13024"/>
                </a:lnTo>
                <a:moveTo>
                  <a:pt x="1255280" y="1427"/>
                </a:moveTo>
                <a:lnTo>
                  <a:pt x="1266903" y="1440"/>
                </a:lnTo>
                <a:lnTo>
                  <a:pt x="1266890" y="13063"/>
                </a:lnTo>
                <a:lnTo>
                  <a:pt x="1255267" y="13050"/>
                </a:lnTo>
                <a:moveTo>
                  <a:pt x="1278526" y="1454"/>
                </a:moveTo>
                <a:lnTo>
                  <a:pt x="1290149" y="1467"/>
                </a:lnTo>
                <a:lnTo>
                  <a:pt x="1290136" y="13090"/>
                </a:lnTo>
                <a:lnTo>
                  <a:pt x="1278513" y="13076"/>
                </a:lnTo>
                <a:moveTo>
                  <a:pt x="1301772" y="1480"/>
                </a:moveTo>
                <a:lnTo>
                  <a:pt x="1313395" y="1493"/>
                </a:lnTo>
                <a:lnTo>
                  <a:pt x="1313382" y="13116"/>
                </a:lnTo>
                <a:lnTo>
                  <a:pt x="1301759" y="13103"/>
                </a:lnTo>
                <a:moveTo>
                  <a:pt x="1325017" y="1506"/>
                </a:moveTo>
                <a:lnTo>
                  <a:pt x="1336640" y="1520"/>
                </a:lnTo>
                <a:lnTo>
                  <a:pt x="1336627" y="13143"/>
                </a:lnTo>
                <a:lnTo>
                  <a:pt x="1325005" y="13129"/>
                </a:lnTo>
                <a:moveTo>
                  <a:pt x="1348263" y="1533"/>
                </a:moveTo>
                <a:lnTo>
                  <a:pt x="1359886" y="1546"/>
                </a:lnTo>
                <a:lnTo>
                  <a:pt x="1359873" y="13169"/>
                </a:lnTo>
                <a:lnTo>
                  <a:pt x="1348250" y="13156"/>
                </a:lnTo>
                <a:moveTo>
                  <a:pt x="1371509" y="1559"/>
                </a:moveTo>
                <a:lnTo>
                  <a:pt x="1383132" y="1573"/>
                </a:lnTo>
                <a:lnTo>
                  <a:pt x="1383119" y="13195"/>
                </a:lnTo>
                <a:lnTo>
                  <a:pt x="1371496" y="13182"/>
                </a:lnTo>
                <a:moveTo>
                  <a:pt x="1394755" y="1586"/>
                </a:moveTo>
                <a:lnTo>
                  <a:pt x="1406377" y="1599"/>
                </a:lnTo>
                <a:lnTo>
                  <a:pt x="1406365" y="13222"/>
                </a:lnTo>
                <a:lnTo>
                  <a:pt x="1394742" y="13209"/>
                </a:lnTo>
                <a:moveTo>
                  <a:pt x="1418000" y="1612"/>
                </a:moveTo>
                <a:lnTo>
                  <a:pt x="1429623" y="1625"/>
                </a:lnTo>
                <a:lnTo>
                  <a:pt x="1429610" y="13248"/>
                </a:lnTo>
                <a:lnTo>
                  <a:pt x="1417987" y="13235"/>
                </a:lnTo>
                <a:moveTo>
                  <a:pt x="1441246" y="1639"/>
                </a:moveTo>
                <a:lnTo>
                  <a:pt x="1452869" y="1652"/>
                </a:lnTo>
                <a:lnTo>
                  <a:pt x="1452856" y="13275"/>
                </a:lnTo>
                <a:lnTo>
                  <a:pt x="1441233" y="13261"/>
                </a:lnTo>
                <a:moveTo>
                  <a:pt x="1464492" y="1665"/>
                </a:moveTo>
                <a:lnTo>
                  <a:pt x="1476115" y="1678"/>
                </a:lnTo>
                <a:lnTo>
                  <a:pt x="1476102" y="13301"/>
                </a:lnTo>
                <a:lnTo>
                  <a:pt x="1464479" y="13288"/>
                </a:lnTo>
                <a:moveTo>
                  <a:pt x="1487737" y="1691"/>
                </a:moveTo>
                <a:lnTo>
                  <a:pt x="1499360" y="1705"/>
                </a:lnTo>
                <a:lnTo>
                  <a:pt x="1499347" y="13328"/>
                </a:lnTo>
                <a:lnTo>
                  <a:pt x="1487725" y="13314"/>
                </a:lnTo>
                <a:moveTo>
                  <a:pt x="1510983" y="1718"/>
                </a:moveTo>
                <a:lnTo>
                  <a:pt x="1522606" y="1731"/>
                </a:lnTo>
                <a:lnTo>
                  <a:pt x="1522593" y="13354"/>
                </a:lnTo>
                <a:lnTo>
                  <a:pt x="1510970" y="13341"/>
                </a:lnTo>
                <a:moveTo>
                  <a:pt x="1534229" y="1744"/>
                </a:moveTo>
                <a:lnTo>
                  <a:pt x="1545852" y="1758"/>
                </a:lnTo>
                <a:lnTo>
                  <a:pt x="1545839" y="13380"/>
                </a:lnTo>
                <a:lnTo>
                  <a:pt x="1534216" y="13367"/>
                </a:lnTo>
                <a:moveTo>
                  <a:pt x="1557474" y="1771"/>
                </a:moveTo>
                <a:lnTo>
                  <a:pt x="1569097" y="1784"/>
                </a:lnTo>
                <a:lnTo>
                  <a:pt x="1569085" y="13407"/>
                </a:lnTo>
                <a:lnTo>
                  <a:pt x="1557462" y="13393"/>
                </a:lnTo>
                <a:moveTo>
                  <a:pt x="1580720" y="1797"/>
                </a:moveTo>
                <a:lnTo>
                  <a:pt x="1592343" y="1810"/>
                </a:lnTo>
                <a:lnTo>
                  <a:pt x="1592330" y="13433"/>
                </a:lnTo>
                <a:lnTo>
                  <a:pt x="1580707" y="13420"/>
                </a:lnTo>
                <a:moveTo>
                  <a:pt x="1603966" y="1824"/>
                </a:moveTo>
                <a:lnTo>
                  <a:pt x="1615589" y="1837"/>
                </a:lnTo>
                <a:lnTo>
                  <a:pt x="1615576" y="13460"/>
                </a:lnTo>
                <a:lnTo>
                  <a:pt x="1603953" y="13446"/>
                </a:lnTo>
                <a:moveTo>
                  <a:pt x="1627212" y="1850"/>
                </a:moveTo>
                <a:lnTo>
                  <a:pt x="1638834" y="1863"/>
                </a:lnTo>
                <a:lnTo>
                  <a:pt x="1638822" y="13486"/>
                </a:lnTo>
                <a:lnTo>
                  <a:pt x="1627199" y="13473"/>
                </a:lnTo>
                <a:moveTo>
                  <a:pt x="1650457" y="1876"/>
                </a:moveTo>
                <a:lnTo>
                  <a:pt x="1662080" y="1890"/>
                </a:lnTo>
                <a:lnTo>
                  <a:pt x="1662067" y="13512"/>
                </a:lnTo>
                <a:lnTo>
                  <a:pt x="1650445" y="13499"/>
                </a:lnTo>
                <a:moveTo>
                  <a:pt x="1673703" y="1903"/>
                </a:moveTo>
                <a:lnTo>
                  <a:pt x="1685326" y="1916"/>
                </a:lnTo>
                <a:lnTo>
                  <a:pt x="1685313" y="13539"/>
                </a:lnTo>
                <a:lnTo>
                  <a:pt x="1673690" y="13526"/>
                </a:lnTo>
                <a:moveTo>
                  <a:pt x="1696949" y="1929"/>
                </a:moveTo>
                <a:lnTo>
                  <a:pt x="1708572" y="1943"/>
                </a:lnTo>
                <a:lnTo>
                  <a:pt x="1708559" y="13565"/>
                </a:lnTo>
                <a:lnTo>
                  <a:pt x="1696936" y="13552"/>
                </a:lnTo>
                <a:moveTo>
                  <a:pt x="1720194" y="1956"/>
                </a:moveTo>
                <a:lnTo>
                  <a:pt x="1731817" y="1969"/>
                </a:lnTo>
                <a:lnTo>
                  <a:pt x="1731805" y="13592"/>
                </a:lnTo>
                <a:lnTo>
                  <a:pt x="1720182" y="13579"/>
                </a:lnTo>
                <a:moveTo>
                  <a:pt x="1743440" y="1982"/>
                </a:moveTo>
                <a:lnTo>
                  <a:pt x="1755063" y="1995"/>
                </a:lnTo>
                <a:lnTo>
                  <a:pt x="1755050" y="13618"/>
                </a:lnTo>
                <a:lnTo>
                  <a:pt x="1743427" y="13605"/>
                </a:lnTo>
                <a:moveTo>
                  <a:pt x="1766685" y="2008"/>
                </a:moveTo>
                <a:lnTo>
                  <a:pt x="1778308" y="2022"/>
                </a:lnTo>
                <a:lnTo>
                  <a:pt x="1778296" y="13645"/>
                </a:lnTo>
                <a:lnTo>
                  <a:pt x="1766673" y="13631"/>
                </a:lnTo>
                <a:moveTo>
                  <a:pt x="1789931" y="2035"/>
                </a:moveTo>
                <a:lnTo>
                  <a:pt x="1801554" y="2048"/>
                </a:lnTo>
                <a:lnTo>
                  <a:pt x="1801541" y="13671"/>
                </a:lnTo>
                <a:lnTo>
                  <a:pt x="1789918" y="13658"/>
                </a:lnTo>
                <a:moveTo>
                  <a:pt x="1813177" y="2061"/>
                </a:moveTo>
                <a:lnTo>
                  <a:pt x="1824800" y="2075"/>
                </a:lnTo>
                <a:lnTo>
                  <a:pt x="1824787" y="13698"/>
                </a:lnTo>
                <a:lnTo>
                  <a:pt x="1813164" y="13684"/>
                </a:lnTo>
                <a:moveTo>
                  <a:pt x="1836423" y="2088"/>
                </a:moveTo>
                <a:lnTo>
                  <a:pt x="1848045" y="2101"/>
                </a:lnTo>
                <a:lnTo>
                  <a:pt x="1848033" y="13724"/>
                </a:lnTo>
                <a:lnTo>
                  <a:pt x="1836410" y="13711"/>
                </a:lnTo>
                <a:moveTo>
                  <a:pt x="1859668" y="2114"/>
                </a:moveTo>
                <a:lnTo>
                  <a:pt x="1871291" y="2128"/>
                </a:lnTo>
                <a:lnTo>
                  <a:pt x="1871278" y="13750"/>
                </a:lnTo>
                <a:lnTo>
                  <a:pt x="1859655" y="13737"/>
                </a:lnTo>
                <a:moveTo>
                  <a:pt x="1882914" y="2141"/>
                </a:moveTo>
                <a:lnTo>
                  <a:pt x="1894537" y="2154"/>
                </a:lnTo>
                <a:lnTo>
                  <a:pt x="1894524" y="13777"/>
                </a:lnTo>
                <a:lnTo>
                  <a:pt x="1882901" y="13763"/>
                </a:lnTo>
                <a:moveTo>
                  <a:pt x="1906160" y="2167"/>
                </a:moveTo>
                <a:lnTo>
                  <a:pt x="1917783" y="2180"/>
                </a:lnTo>
                <a:lnTo>
                  <a:pt x="1917770" y="13803"/>
                </a:lnTo>
                <a:lnTo>
                  <a:pt x="1906147" y="13790"/>
                </a:lnTo>
                <a:moveTo>
                  <a:pt x="1929405" y="2193"/>
                </a:moveTo>
                <a:lnTo>
                  <a:pt x="1941028" y="2207"/>
                </a:lnTo>
                <a:lnTo>
                  <a:pt x="1941015" y="13830"/>
                </a:lnTo>
                <a:lnTo>
                  <a:pt x="1929393" y="13816"/>
                </a:lnTo>
                <a:moveTo>
                  <a:pt x="1952651" y="2220"/>
                </a:moveTo>
                <a:lnTo>
                  <a:pt x="1964274" y="2233"/>
                </a:lnTo>
                <a:lnTo>
                  <a:pt x="1964261" y="13856"/>
                </a:lnTo>
                <a:lnTo>
                  <a:pt x="1952638" y="13843"/>
                </a:lnTo>
                <a:moveTo>
                  <a:pt x="1975897" y="2246"/>
                </a:moveTo>
                <a:lnTo>
                  <a:pt x="1987520" y="2260"/>
                </a:lnTo>
                <a:lnTo>
                  <a:pt x="1987507" y="13882"/>
                </a:lnTo>
                <a:lnTo>
                  <a:pt x="1975884" y="13869"/>
                </a:lnTo>
                <a:moveTo>
                  <a:pt x="1999143" y="2273"/>
                </a:moveTo>
                <a:lnTo>
                  <a:pt x="2010765" y="2286"/>
                </a:lnTo>
                <a:lnTo>
                  <a:pt x="2010753" y="13909"/>
                </a:lnTo>
                <a:lnTo>
                  <a:pt x="1999130" y="13896"/>
                </a:lnTo>
                <a:moveTo>
                  <a:pt x="2022388" y="2299"/>
                </a:moveTo>
                <a:lnTo>
                  <a:pt x="2034011" y="2312"/>
                </a:lnTo>
                <a:lnTo>
                  <a:pt x="2033998" y="13935"/>
                </a:lnTo>
                <a:lnTo>
                  <a:pt x="2022375" y="13922"/>
                </a:lnTo>
                <a:moveTo>
                  <a:pt x="2045634" y="2326"/>
                </a:moveTo>
                <a:lnTo>
                  <a:pt x="2057257" y="2339"/>
                </a:lnTo>
                <a:lnTo>
                  <a:pt x="2057244" y="13962"/>
                </a:lnTo>
                <a:lnTo>
                  <a:pt x="2045621" y="13949"/>
                </a:lnTo>
                <a:moveTo>
                  <a:pt x="2068880" y="2352"/>
                </a:moveTo>
                <a:lnTo>
                  <a:pt x="2080503" y="2365"/>
                </a:lnTo>
                <a:lnTo>
                  <a:pt x="2080490" y="13988"/>
                </a:lnTo>
                <a:lnTo>
                  <a:pt x="2068867" y="13975"/>
                </a:lnTo>
                <a:moveTo>
                  <a:pt x="2092125" y="2379"/>
                </a:moveTo>
                <a:lnTo>
                  <a:pt x="2103748" y="2392"/>
                </a:lnTo>
                <a:lnTo>
                  <a:pt x="2103735" y="14015"/>
                </a:lnTo>
                <a:lnTo>
                  <a:pt x="2092113" y="14001"/>
                </a:lnTo>
                <a:moveTo>
                  <a:pt x="2115371" y="2405"/>
                </a:moveTo>
                <a:lnTo>
                  <a:pt x="2126994" y="2418"/>
                </a:lnTo>
                <a:lnTo>
                  <a:pt x="2126981" y="14041"/>
                </a:lnTo>
                <a:lnTo>
                  <a:pt x="2115358" y="14028"/>
                </a:lnTo>
                <a:moveTo>
                  <a:pt x="2138617" y="2432"/>
                </a:moveTo>
                <a:lnTo>
                  <a:pt x="2150240" y="2445"/>
                </a:lnTo>
                <a:lnTo>
                  <a:pt x="2150227" y="14067"/>
                </a:lnTo>
                <a:lnTo>
                  <a:pt x="2138604" y="14054"/>
                </a:lnTo>
                <a:moveTo>
                  <a:pt x="2161863" y="2458"/>
                </a:moveTo>
                <a:lnTo>
                  <a:pt x="2173485" y="2471"/>
                </a:lnTo>
                <a:lnTo>
                  <a:pt x="2173473" y="14094"/>
                </a:lnTo>
                <a:lnTo>
                  <a:pt x="2161850" y="14081"/>
                </a:lnTo>
                <a:moveTo>
                  <a:pt x="2185108" y="2484"/>
                </a:moveTo>
                <a:lnTo>
                  <a:pt x="2196731" y="2498"/>
                </a:lnTo>
                <a:lnTo>
                  <a:pt x="2196718" y="14120"/>
                </a:lnTo>
                <a:lnTo>
                  <a:pt x="2185095" y="14107"/>
                </a:lnTo>
                <a:moveTo>
                  <a:pt x="2208354" y="2511"/>
                </a:moveTo>
                <a:lnTo>
                  <a:pt x="2219977" y="2524"/>
                </a:lnTo>
                <a:lnTo>
                  <a:pt x="2219964" y="14147"/>
                </a:lnTo>
                <a:lnTo>
                  <a:pt x="2208341" y="14134"/>
                </a:lnTo>
                <a:moveTo>
                  <a:pt x="2231600" y="2537"/>
                </a:moveTo>
                <a:lnTo>
                  <a:pt x="2243223" y="2550"/>
                </a:lnTo>
                <a:lnTo>
                  <a:pt x="2243210" y="14173"/>
                </a:lnTo>
                <a:lnTo>
                  <a:pt x="2231587" y="14160"/>
                </a:lnTo>
                <a:moveTo>
                  <a:pt x="2254845" y="2564"/>
                </a:moveTo>
                <a:lnTo>
                  <a:pt x="2266468" y="2577"/>
                </a:lnTo>
                <a:lnTo>
                  <a:pt x="2266455" y="14200"/>
                </a:lnTo>
                <a:lnTo>
                  <a:pt x="2254833" y="14187"/>
                </a:lnTo>
                <a:moveTo>
                  <a:pt x="2278091" y="2590"/>
                </a:moveTo>
                <a:lnTo>
                  <a:pt x="2289714" y="2603"/>
                </a:lnTo>
                <a:lnTo>
                  <a:pt x="2289701" y="14226"/>
                </a:lnTo>
                <a:lnTo>
                  <a:pt x="2278078" y="14213"/>
                </a:lnTo>
                <a:moveTo>
                  <a:pt x="2301337" y="2616"/>
                </a:moveTo>
                <a:lnTo>
                  <a:pt x="2312960" y="2630"/>
                </a:lnTo>
                <a:lnTo>
                  <a:pt x="2312947" y="14252"/>
                </a:lnTo>
                <a:lnTo>
                  <a:pt x="2301324" y="14239"/>
                </a:lnTo>
                <a:moveTo>
                  <a:pt x="2324582" y="2643"/>
                </a:moveTo>
                <a:lnTo>
                  <a:pt x="2336205" y="2656"/>
                </a:lnTo>
                <a:lnTo>
                  <a:pt x="2336193" y="14279"/>
                </a:lnTo>
                <a:lnTo>
                  <a:pt x="2324570" y="14266"/>
                </a:lnTo>
                <a:moveTo>
                  <a:pt x="2347828" y="2669"/>
                </a:moveTo>
                <a:lnTo>
                  <a:pt x="2359451" y="2682"/>
                </a:lnTo>
                <a:lnTo>
                  <a:pt x="2359438" y="14305"/>
                </a:lnTo>
                <a:lnTo>
                  <a:pt x="2347815" y="14292"/>
                </a:lnTo>
                <a:moveTo>
                  <a:pt x="2371074" y="2696"/>
                </a:moveTo>
                <a:lnTo>
                  <a:pt x="2382697" y="2709"/>
                </a:lnTo>
                <a:lnTo>
                  <a:pt x="2382684" y="14332"/>
                </a:lnTo>
                <a:lnTo>
                  <a:pt x="2371061" y="14319"/>
                </a:lnTo>
                <a:moveTo>
                  <a:pt x="2394320" y="2722"/>
                </a:moveTo>
                <a:lnTo>
                  <a:pt x="2405942" y="2735"/>
                </a:lnTo>
                <a:lnTo>
                  <a:pt x="2405930" y="14358"/>
                </a:lnTo>
                <a:lnTo>
                  <a:pt x="2394307" y="14345"/>
                </a:lnTo>
                <a:moveTo>
                  <a:pt x="2417565" y="2749"/>
                </a:moveTo>
                <a:lnTo>
                  <a:pt x="2429188" y="2762"/>
                </a:lnTo>
                <a:lnTo>
                  <a:pt x="2429175" y="14385"/>
                </a:lnTo>
                <a:lnTo>
                  <a:pt x="2417553" y="14371"/>
                </a:lnTo>
                <a:moveTo>
                  <a:pt x="2440811" y="2775"/>
                </a:moveTo>
                <a:lnTo>
                  <a:pt x="2452434" y="2788"/>
                </a:lnTo>
                <a:lnTo>
                  <a:pt x="2452421" y="14411"/>
                </a:lnTo>
                <a:lnTo>
                  <a:pt x="2440798" y="14398"/>
                </a:lnTo>
                <a:moveTo>
                  <a:pt x="2464057" y="2801"/>
                </a:moveTo>
                <a:lnTo>
                  <a:pt x="2475680" y="2815"/>
                </a:lnTo>
                <a:lnTo>
                  <a:pt x="2475667" y="14437"/>
                </a:lnTo>
                <a:lnTo>
                  <a:pt x="2464044" y="14424"/>
                </a:lnTo>
                <a:moveTo>
                  <a:pt x="2487302" y="2828"/>
                </a:moveTo>
                <a:lnTo>
                  <a:pt x="2498925" y="2841"/>
                </a:lnTo>
                <a:lnTo>
                  <a:pt x="2498913" y="14464"/>
                </a:lnTo>
                <a:lnTo>
                  <a:pt x="2487290" y="14451"/>
                </a:lnTo>
                <a:moveTo>
                  <a:pt x="2510548" y="2854"/>
                </a:moveTo>
                <a:lnTo>
                  <a:pt x="2522171" y="2867"/>
                </a:lnTo>
                <a:lnTo>
                  <a:pt x="2522158" y="14490"/>
                </a:lnTo>
                <a:lnTo>
                  <a:pt x="2510535" y="14477"/>
                </a:lnTo>
                <a:moveTo>
                  <a:pt x="2533794" y="2881"/>
                </a:moveTo>
                <a:lnTo>
                  <a:pt x="2545417" y="2894"/>
                </a:lnTo>
                <a:lnTo>
                  <a:pt x="2545404" y="14517"/>
                </a:lnTo>
                <a:lnTo>
                  <a:pt x="2533781" y="14504"/>
                </a:lnTo>
                <a:moveTo>
                  <a:pt x="2557040" y="2907"/>
                </a:moveTo>
                <a:lnTo>
                  <a:pt x="2568662" y="2920"/>
                </a:lnTo>
                <a:lnTo>
                  <a:pt x="2568650" y="14543"/>
                </a:lnTo>
                <a:lnTo>
                  <a:pt x="2557027" y="14530"/>
                </a:lnTo>
                <a:moveTo>
                  <a:pt x="2580285" y="2934"/>
                </a:moveTo>
                <a:lnTo>
                  <a:pt x="2591907" y="2947"/>
                </a:lnTo>
                <a:lnTo>
                  <a:pt x="2591895" y="14570"/>
                </a:lnTo>
                <a:lnTo>
                  <a:pt x="2580272" y="14556"/>
                </a:lnTo>
                <a:moveTo>
                  <a:pt x="2603530" y="2960"/>
                </a:moveTo>
                <a:lnTo>
                  <a:pt x="2615153" y="2973"/>
                </a:lnTo>
                <a:lnTo>
                  <a:pt x="2615140" y="14596"/>
                </a:lnTo>
                <a:lnTo>
                  <a:pt x="2603518" y="14583"/>
                </a:lnTo>
                <a:moveTo>
                  <a:pt x="2626776" y="2986"/>
                </a:moveTo>
                <a:lnTo>
                  <a:pt x="2638399" y="3000"/>
                </a:lnTo>
                <a:lnTo>
                  <a:pt x="2638386" y="14622"/>
                </a:lnTo>
                <a:lnTo>
                  <a:pt x="2626763" y="14609"/>
                </a:lnTo>
                <a:moveTo>
                  <a:pt x="2650022" y="3013"/>
                </a:moveTo>
                <a:lnTo>
                  <a:pt x="2661645" y="3026"/>
                </a:lnTo>
                <a:lnTo>
                  <a:pt x="2661632" y="14649"/>
                </a:lnTo>
                <a:lnTo>
                  <a:pt x="2650009" y="14636"/>
                </a:lnTo>
                <a:moveTo>
                  <a:pt x="2673267" y="3039"/>
                </a:moveTo>
                <a:lnTo>
                  <a:pt x="2684890" y="3053"/>
                </a:lnTo>
                <a:lnTo>
                  <a:pt x="2684878" y="14675"/>
                </a:lnTo>
                <a:lnTo>
                  <a:pt x="2673255" y="14662"/>
                </a:lnTo>
                <a:moveTo>
                  <a:pt x="2696513" y="3066"/>
                </a:moveTo>
                <a:lnTo>
                  <a:pt x="2708136" y="3079"/>
                </a:lnTo>
                <a:lnTo>
                  <a:pt x="2708123" y="14702"/>
                </a:lnTo>
                <a:lnTo>
                  <a:pt x="2696500" y="14688"/>
                </a:lnTo>
                <a:moveTo>
                  <a:pt x="2719759" y="3092"/>
                </a:moveTo>
                <a:lnTo>
                  <a:pt x="2731382" y="3105"/>
                </a:lnTo>
                <a:lnTo>
                  <a:pt x="2731369" y="14728"/>
                </a:lnTo>
                <a:lnTo>
                  <a:pt x="2719746" y="14715"/>
                </a:lnTo>
                <a:moveTo>
                  <a:pt x="2743005" y="3119"/>
                </a:moveTo>
                <a:lnTo>
                  <a:pt x="2754627" y="3132"/>
                </a:lnTo>
                <a:lnTo>
                  <a:pt x="2754615" y="14755"/>
                </a:lnTo>
                <a:lnTo>
                  <a:pt x="2742992" y="14741"/>
                </a:lnTo>
                <a:moveTo>
                  <a:pt x="2766250" y="3145"/>
                </a:moveTo>
                <a:lnTo>
                  <a:pt x="2777873" y="3158"/>
                </a:lnTo>
                <a:lnTo>
                  <a:pt x="2777860" y="14781"/>
                </a:lnTo>
                <a:lnTo>
                  <a:pt x="2766238" y="14768"/>
                </a:lnTo>
                <a:moveTo>
                  <a:pt x="2789496" y="3171"/>
                </a:moveTo>
                <a:lnTo>
                  <a:pt x="2801119" y="3185"/>
                </a:lnTo>
                <a:lnTo>
                  <a:pt x="2801106" y="14808"/>
                </a:lnTo>
                <a:lnTo>
                  <a:pt x="2789483" y="14794"/>
                </a:lnTo>
                <a:moveTo>
                  <a:pt x="2812742" y="3198"/>
                </a:moveTo>
                <a:lnTo>
                  <a:pt x="2824365" y="3211"/>
                </a:lnTo>
                <a:lnTo>
                  <a:pt x="2824352" y="14834"/>
                </a:lnTo>
                <a:lnTo>
                  <a:pt x="2812729" y="14821"/>
                </a:lnTo>
                <a:moveTo>
                  <a:pt x="2835987" y="3224"/>
                </a:moveTo>
                <a:lnTo>
                  <a:pt x="2847610" y="3238"/>
                </a:lnTo>
                <a:lnTo>
                  <a:pt x="2847598" y="14860"/>
                </a:lnTo>
                <a:lnTo>
                  <a:pt x="2835975" y="14847"/>
                </a:lnTo>
                <a:moveTo>
                  <a:pt x="2859233" y="3251"/>
                </a:moveTo>
                <a:lnTo>
                  <a:pt x="2870856" y="3264"/>
                </a:lnTo>
                <a:lnTo>
                  <a:pt x="2870843" y="14887"/>
                </a:lnTo>
                <a:lnTo>
                  <a:pt x="2859220" y="14874"/>
                </a:lnTo>
                <a:moveTo>
                  <a:pt x="2882479" y="3277"/>
                </a:moveTo>
                <a:lnTo>
                  <a:pt x="2894102" y="3290"/>
                </a:lnTo>
                <a:lnTo>
                  <a:pt x="2894089" y="14913"/>
                </a:lnTo>
                <a:lnTo>
                  <a:pt x="2882466" y="14900"/>
                </a:lnTo>
                <a:moveTo>
                  <a:pt x="2905725" y="3304"/>
                </a:moveTo>
                <a:lnTo>
                  <a:pt x="2917347" y="3317"/>
                </a:lnTo>
                <a:lnTo>
                  <a:pt x="2917335" y="14940"/>
                </a:lnTo>
                <a:lnTo>
                  <a:pt x="2905712" y="14926"/>
                </a:lnTo>
                <a:moveTo>
                  <a:pt x="2928970" y="3330"/>
                </a:moveTo>
                <a:lnTo>
                  <a:pt x="2940593" y="3343"/>
                </a:lnTo>
                <a:lnTo>
                  <a:pt x="2940580" y="14966"/>
                </a:lnTo>
                <a:lnTo>
                  <a:pt x="2928958" y="14953"/>
                </a:lnTo>
                <a:moveTo>
                  <a:pt x="2952216" y="3356"/>
                </a:moveTo>
                <a:lnTo>
                  <a:pt x="2963839" y="3370"/>
                </a:lnTo>
                <a:lnTo>
                  <a:pt x="2963826" y="14993"/>
                </a:lnTo>
                <a:lnTo>
                  <a:pt x="2952203" y="14979"/>
                </a:lnTo>
                <a:moveTo>
                  <a:pt x="2975462" y="3383"/>
                </a:moveTo>
                <a:lnTo>
                  <a:pt x="2987085" y="3396"/>
                </a:lnTo>
                <a:lnTo>
                  <a:pt x="2987072" y="15019"/>
                </a:lnTo>
                <a:lnTo>
                  <a:pt x="2975449" y="15006"/>
                </a:lnTo>
                <a:moveTo>
                  <a:pt x="2998707" y="3409"/>
                </a:moveTo>
                <a:lnTo>
                  <a:pt x="3010330" y="3422"/>
                </a:lnTo>
                <a:lnTo>
                  <a:pt x="3010317" y="15045"/>
                </a:lnTo>
                <a:lnTo>
                  <a:pt x="2998695" y="15032"/>
                </a:lnTo>
                <a:moveTo>
                  <a:pt x="3021953" y="3436"/>
                </a:moveTo>
                <a:lnTo>
                  <a:pt x="3033576" y="3449"/>
                </a:lnTo>
                <a:lnTo>
                  <a:pt x="3033563" y="15072"/>
                </a:lnTo>
                <a:lnTo>
                  <a:pt x="3021940" y="15058"/>
                </a:lnTo>
                <a:moveTo>
                  <a:pt x="3045199" y="3462"/>
                </a:moveTo>
                <a:lnTo>
                  <a:pt x="3056822" y="3475"/>
                </a:lnTo>
                <a:lnTo>
                  <a:pt x="3056809" y="15098"/>
                </a:lnTo>
                <a:lnTo>
                  <a:pt x="3045186" y="15085"/>
                </a:lnTo>
                <a:moveTo>
                  <a:pt x="3068445" y="3488"/>
                </a:moveTo>
                <a:lnTo>
                  <a:pt x="3080067" y="3502"/>
                </a:lnTo>
                <a:lnTo>
                  <a:pt x="3080055" y="15125"/>
                </a:lnTo>
                <a:lnTo>
                  <a:pt x="3068432" y="15111"/>
                </a:lnTo>
                <a:moveTo>
                  <a:pt x="3091690" y="3515"/>
                </a:moveTo>
                <a:lnTo>
                  <a:pt x="3103313" y="3528"/>
                </a:lnTo>
                <a:lnTo>
                  <a:pt x="3103300" y="15151"/>
                </a:lnTo>
                <a:lnTo>
                  <a:pt x="3091677" y="15138"/>
                </a:lnTo>
                <a:moveTo>
                  <a:pt x="3114936" y="3541"/>
                </a:moveTo>
                <a:lnTo>
                  <a:pt x="3126559" y="3555"/>
                </a:lnTo>
                <a:lnTo>
                  <a:pt x="3126546" y="15177"/>
                </a:lnTo>
                <a:lnTo>
                  <a:pt x="3114923" y="15164"/>
                </a:lnTo>
                <a:moveTo>
                  <a:pt x="3138182" y="3568"/>
                </a:moveTo>
                <a:lnTo>
                  <a:pt x="3149805" y="3581"/>
                </a:lnTo>
                <a:lnTo>
                  <a:pt x="3149792" y="15204"/>
                </a:lnTo>
                <a:lnTo>
                  <a:pt x="3138169" y="15191"/>
                </a:lnTo>
                <a:moveTo>
                  <a:pt x="3161427" y="3594"/>
                </a:moveTo>
                <a:lnTo>
                  <a:pt x="3173050" y="3608"/>
                </a:lnTo>
                <a:lnTo>
                  <a:pt x="3173037" y="15230"/>
                </a:lnTo>
                <a:lnTo>
                  <a:pt x="3161415" y="15217"/>
                </a:lnTo>
                <a:moveTo>
                  <a:pt x="3184673" y="3621"/>
                </a:moveTo>
                <a:lnTo>
                  <a:pt x="3196296" y="3634"/>
                </a:lnTo>
                <a:lnTo>
                  <a:pt x="3196283" y="15257"/>
                </a:lnTo>
                <a:lnTo>
                  <a:pt x="3184660" y="15243"/>
                </a:lnTo>
                <a:moveTo>
                  <a:pt x="3207919" y="3647"/>
                </a:moveTo>
                <a:lnTo>
                  <a:pt x="3219542" y="3660"/>
                </a:lnTo>
                <a:lnTo>
                  <a:pt x="3219529" y="15283"/>
                </a:lnTo>
                <a:lnTo>
                  <a:pt x="3207906" y="15270"/>
                </a:lnTo>
                <a:moveTo>
                  <a:pt x="3231165" y="3674"/>
                </a:moveTo>
                <a:lnTo>
                  <a:pt x="3242787" y="3687"/>
                </a:lnTo>
                <a:lnTo>
                  <a:pt x="3242775" y="15310"/>
                </a:lnTo>
                <a:lnTo>
                  <a:pt x="3231152" y="15296"/>
                </a:lnTo>
                <a:moveTo>
                  <a:pt x="3254410" y="3700"/>
                </a:moveTo>
                <a:lnTo>
                  <a:pt x="3266033" y="3713"/>
                </a:lnTo>
                <a:lnTo>
                  <a:pt x="3266020" y="15336"/>
                </a:lnTo>
                <a:lnTo>
                  <a:pt x="3254397" y="15323"/>
                </a:lnTo>
                <a:moveTo>
                  <a:pt x="3277656" y="3726"/>
                </a:moveTo>
                <a:lnTo>
                  <a:pt x="3289279" y="3740"/>
                </a:lnTo>
                <a:lnTo>
                  <a:pt x="3289266" y="15363"/>
                </a:lnTo>
                <a:lnTo>
                  <a:pt x="3277643" y="15349"/>
                </a:lnTo>
                <a:moveTo>
                  <a:pt x="3300902" y="3753"/>
                </a:moveTo>
                <a:lnTo>
                  <a:pt x="3312525" y="3766"/>
                </a:lnTo>
                <a:lnTo>
                  <a:pt x="3312512" y="15389"/>
                </a:lnTo>
                <a:lnTo>
                  <a:pt x="3300889" y="15376"/>
                </a:lnTo>
                <a:moveTo>
                  <a:pt x="3324147" y="3779"/>
                </a:moveTo>
                <a:lnTo>
                  <a:pt x="3335770" y="3792"/>
                </a:lnTo>
                <a:lnTo>
                  <a:pt x="3335757" y="15415"/>
                </a:lnTo>
                <a:lnTo>
                  <a:pt x="3324135" y="15402"/>
                </a:lnTo>
                <a:moveTo>
                  <a:pt x="3347393" y="3806"/>
                </a:moveTo>
                <a:lnTo>
                  <a:pt x="3359016" y="3819"/>
                </a:lnTo>
                <a:lnTo>
                  <a:pt x="3359003" y="15442"/>
                </a:lnTo>
                <a:lnTo>
                  <a:pt x="3347380" y="15429"/>
                </a:lnTo>
                <a:moveTo>
                  <a:pt x="3370639" y="3832"/>
                </a:moveTo>
                <a:lnTo>
                  <a:pt x="3382262" y="3845"/>
                </a:lnTo>
                <a:lnTo>
                  <a:pt x="3382249" y="15468"/>
                </a:lnTo>
                <a:lnTo>
                  <a:pt x="3370626" y="15455"/>
                </a:lnTo>
                <a:moveTo>
                  <a:pt x="3393885" y="3859"/>
                </a:moveTo>
                <a:lnTo>
                  <a:pt x="3405507" y="3872"/>
                </a:lnTo>
                <a:lnTo>
                  <a:pt x="3405495" y="15495"/>
                </a:lnTo>
                <a:lnTo>
                  <a:pt x="3393872" y="15482"/>
                </a:lnTo>
                <a:moveTo>
                  <a:pt x="3417130" y="3885"/>
                </a:moveTo>
                <a:lnTo>
                  <a:pt x="3428753" y="3898"/>
                </a:lnTo>
                <a:lnTo>
                  <a:pt x="3428740" y="15521"/>
                </a:lnTo>
                <a:lnTo>
                  <a:pt x="3417117" y="15508"/>
                </a:lnTo>
                <a:moveTo>
                  <a:pt x="3440376" y="3911"/>
                </a:moveTo>
                <a:lnTo>
                  <a:pt x="3451999" y="3925"/>
                </a:lnTo>
                <a:lnTo>
                  <a:pt x="3451986" y="15547"/>
                </a:lnTo>
                <a:lnTo>
                  <a:pt x="3440363" y="15534"/>
                </a:lnTo>
                <a:moveTo>
                  <a:pt x="3463622" y="3938"/>
                </a:moveTo>
                <a:lnTo>
                  <a:pt x="3475244" y="3951"/>
                </a:lnTo>
                <a:lnTo>
                  <a:pt x="3475232" y="15574"/>
                </a:lnTo>
                <a:lnTo>
                  <a:pt x="3463609" y="15561"/>
                </a:lnTo>
                <a:moveTo>
                  <a:pt x="3486867" y="3964"/>
                </a:moveTo>
                <a:lnTo>
                  <a:pt x="3498490" y="3977"/>
                </a:lnTo>
                <a:lnTo>
                  <a:pt x="3498477" y="15600"/>
                </a:lnTo>
                <a:lnTo>
                  <a:pt x="3486855" y="15587"/>
                </a:lnTo>
                <a:moveTo>
                  <a:pt x="3510113" y="3991"/>
                </a:moveTo>
                <a:lnTo>
                  <a:pt x="3521736" y="4004"/>
                </a:lnTo>
                <a:lnTo>
                  <a:pt x="3521723" y="15627"/>
                </a:lnTo>
                <a:lnTo>
                  <a:pt x="3510100" y="15614"/>
                </a:lnTo>
                <a:moveTo>
                  <a:pt x="3533359" y="4017"/>
                </a:moveTo>
                <a:lnTo>
                  <a:pt x="3544982" y="4030"/>
                </a:lnTo>
                <a:lnTo>
                  <a:pt x="3544969" y="15653"/>
                </a:lnTo>
                <a:lnTo>
                  <a:pt x="3533346" y="15640"/>
                </a:lnTo>
                <a:moveTo>
                  <a:pt x="3556604" y="4044"/>
                </a:moveTo>
                <a:lnTo>
                  <a:pt x="3568227" y="4057"/>
                </a:lnTo>
                <a:lnTo>
                  <a:pt x="3568215" y="15680"/>
                </a:lnTo>
                <a:lnTo>
                  <a:pt x="3556592" y="15666"/>
                </a:lnTo>
                <a:moveTo>
                  <a:pt x="3579850" y="4070"/>
                </a:moveTo>
                <a:lnTo>
                  <a:pt x="3591473" y="4083"/>
                </a:lnTo>
                <a:lnTo>
                  <a:pt x="3591460" y="15706"/>
                </a:lnTo>
                <a:lnTo>
                  <a:pt x="3579837" y="15693"/>
                </a:lnTo>
                <a:moveTo>
                  <a:pt x="3603096" y="4096"/>
                </a:moveTo>
                <a:lnTo>
                  <a:pt x="3614719" y="4110"/>
                </a:lnTo>
                <a:lnTo>
                  <a:pt x="3614706" y="15732"/>
                </a:lnTo>
                <a:lnTo>
                  <a:pt x="3603083" y="15719"/>
                </a:lnTo>
                <a:moveTo>
                  <a:pt x="3626342" y="4123"/>
                </a:moveTo>
                <a:lnTo>
                  <a:pt x="3637964" y="4136"/>
                </a:lnTo>
                <a:lnTo>
                  <a:pt x="3637952" y="15759"/>
                </a:lnTo>
                <a:lnTo>
                  <a:pt x="3626329" y="15746"/>
                </a:lnTo>
                <a:moveTo>
                  <a:pt x="3649587" y="4149"/>
                </a:moveTo>
                <a:lnTo>
                  <a:pt x="3661210" y="4162"/>
                </a:lnTo>
                <a:lnTo>
                  <a:pt x="3661197" y="15785"/>
                </a:lnTo>
                <a:lnTo>
                  <a:pt x="3649575" y="15772"/>
                </a:lnTo>
                <a:moveTo>
                  <a:pt x="3672833" y="4176"/>
                </a:moveTo>
                <a:lnTo>
                  <a:pt x="3684456" y="4189"/>
                </a:lnTo>
                <a:lnTo>
                  <a:pt x="3684443" y="15812"/>
                </a:lnTo>
                <a:lnTo>
                  <a:pt x="3672820" y="15799"/>
                </a:lnTo>
                <a:moveTo>
                  <a:pt x="3696079" y="4202"/>
                </a:moveTo>
                <a:lnTo>
                  <a:pt x="3707702" y="4215"/>
                </a:lnTo>
                <a:lnTo>
                  <a:pt x="3707689" y="15838"/>
                </a:lnTo>
                <a:lnTo>
                  <a:pt x="3696066" y="15825"/>
                </a:lnTo>
                <a:moveTo>
                  <a:pt x="3719324" y="4229"/>
                </a:moveTo>
                <a:lnTo>
                  <a:pt x="3730947" y="4242"/>
                </a:lnTo>
                <a:lnTo>
                  <a:pt x="3730935" y="15865"/>
                </a:lnTo>
                <a:lnTo>
                  <a:pt x="3719312" y="15851"/>
                </a:lnTo>
                <a:moveTo>
                  <a:pt x="3742570" y="4255"/>
                </a:moveTo>
                <a:lnTo>
                  <a:pt x="3754193" y="4268"/>
                </a:lnTo>
                <a:lnTo>
                  <a:pt x="3754180" y="15891"/>
                </a:lnTo>
                <a:lnTo>
                  <a:pt x="3742557" y="15878"/>
                </a:lnTo>
                <a:moveTo>
                  <a:pt x="3765816" y="4281"/>
                </a:moveTo>
                <a:lnTo>
                  <a:pt x="3777439" y="4295"/>
                </a:lnTo>
                <a:lnTo>
                  <a:pt x="3777426" y="15917"/>
                </a:lnTo>
                <a:lnTo>
                  <a:pt x="3765803" y="15904"/>
                </a:lnTo>
                <a:moveTo>
                  <a:pt x="3789062" y="4308"/>
                </a:moveTo>
                <a:lnTo>
                  <a:pt x="3800684" y="4321"/>
                </a:lnTo>
                <a:lnTo>
                  <a:pt x="3800672" y="15944"/>
                </a:lnTo>
                <a:lnTo>
                  <a:pt x="3789049" y="15931"/>
                </a:lnTo>
                <a:moveTo>
                  <a:pt x="3812307" y="4334"/>
                </a:moveTo>
                <a:lnTo>
                  <a:pt x="3823930" y="4347"/>
                </a:lnTo>
                <a:lnTo>
                  <a:pt x="3823917" y="15970"/>
                </a:lnTo>
                <a:lnTo>
                  <a:pt x="3812295" y="15957"/>
                </a:lnTo>
                <a:moveTo>
                  <a:pt x="3835553" y="4361"/>
                </a:moveTo>
                <a:lnTo>
                  <a:pt x="3847176" y="4374"/>
                </a:lnTo>
                <a:lnTo>
                  <a:pt x="3847163" y="15997"/>
                </a:lnTo>
                <a:lnTo>
                  <a:pt x="3835540" y="15984"/>
                </a:lnTo>
                <a:moveTo>
                  <a:pt x="3858799" y="4387"/>
                </a:moveTo>
                <a:lnTo>
                  <a:pt x="3870422" y="4400"/>
                </a:lnTo>
                <a:lnTo>
                  <a:pt x="3870409" y="16023"/>
                </a:lnTo>
                <a:lnTo>
                  <a:pt x="3858786" y="16010"/>
                </a:lnTo>
                <a:moveTo>
                  <a:pt x="3882044" y="4414"/>
                </a:moveTo>
                <a:lnTo>
                  <a:pt x="3893667" y="4427"/>
                </a:lnTo>
                <a:lnTo>
                  <a:pt x="3893655" y="16050"/>
                </a:lnTo>
                <a:lnTo>
                  <a:pt x="3882032" y="16036"/>
                </a:lnTo>
                <a:moveTo>
                  <a:pt x="3905290" y="4440"/>
                </a:moveTo>
                <a:lnTo>
                  <a:pt x="3916913" y="4453"/>
                </a:lnTo>
                <a:lnTo>
                  <a:pt x="3916900" y="16076"/>
                </a:lnTo>
                <a:lnTo>
                  <a:pt x="3905277" y="16063"/>
                </a:lnTo>
                <a:moveTo>
                  <a:pt x="3928536" y="4466"/>
                </a:moveTo>
                <a:lnTo>
                  <a:pt x="3940159" y="4479"/>
                </a:lnTo>
                <a:lnTo>
                  <a:pt x="3940146" y="16102"/>
                </a:lnTo>
                <a:lnTo>
                  <a:pt x="3928523" y="16089"/>
                </a:lnTo>
                <a:moveTo>
                  <a:pt x="3951782" y="4493"/>
                </a:moveTo>
                <a:lnTo>
                  <a:pt x="3963404" y="4506"/>
                </a:lnTo>
                <a:lnTo>
                  <a:pt x="3963392" y="16129"/>
                </a:lnTo>
                <a:lnTo>
                  <a:pt x="3951769" y="16116"/>
                </a:lnTo>
                <a:moveTo>
                  <a:pt x="3975027" y="4519"/>
                </a:moveTo>
                <a:lnTo>
                  <a:pt x="3986650" y="4532"/>
                </a:lnTo>
                <a:lnTo>
                  <a:pt x="3986637" y="16155"/>
                </a:lnTo>
                <a:lnTo>
                  <a:pt x="3975015" y="16142"/>
                </a:lnTo>
                <a:moveTo>
                  <a:pt x="3998273" y="4546"/>
                </a:moveTo>
                <a:lnTo>
                  <a:pt x="4009896" y="4559"/>
                </a:lnTo>
                <a:lnTo>
                  <a:pt x="4009883" y="16182"/>
                </a:lnTo>
                <a:lnTo>
                  <a:pt x="3998260" y="16169"/>
                </a:lnTo>
                <a:moveTo>
                  <a:pt x="4021519" y="4572"/>
                </a:moveTo>
                <a:lnTo>
                  <a:pt x="4033142" y="4585"/>
                </a:lnTo>
                <a:lnTo>
                  <a:pt x="4033129" y="16208"/>
                </a:lnTo>
                <a:lnTo>
                  <a:pt x="4021506" y="16195"/>
                </a:lnTo>
                <a:moveTo>
                  <a:pt x="4044764" y="4599"/>
                </a:moveTo>
                <a:lnTo>
                  <a:pt x="4056387" y="4612"/>
                </a:lnTo>
                <a:lnTo>
                  <a:pt x="4056374" y="16235"/>
                </a:lnTo>
                <a:lnTo>
                  <a:pt x="4044752" y="16221"/>
                </a:lnTo>
                <a:moveTo>
                  <a:pt x="4068009" y="4625"/>
                </a:moveTo>
                <a:lnTo>
                  <a:pt x="4079632" y="4638"/>
                </a:lnTo>
                <a:lnTo>
                  <a:pt x="4079619" y="16261"/>
                </a:lnTo>
                <a:lnTo>
                  <a:pt x="4067996" y="16248"/>
                </a:lnTo>
                <a:moveTo>
                  <a:pt x="4091255" y="4651"/>
                </a:moveTo>
                <a:lnTo>
                  <a:pt x="4102878" y="4665"/>
                </a:lnTo>
                <a:lnTo>
                  <a:pt x="4102865" y="16288"/>
                </a:lnTo>
                <a:lnTo>
                  <a:pt x="4091242" y="16274"/>
                </a:lnTo>
                <a:moveTo>
                  <a:pt x="4114500" y="4678"/>
                </a:moveTo>
                <a:lnTo>
                  <a:pt x="4126123" y="4691"/>
                </a:lnTo>
                <a:lnTo>
                  <a:pt x="4126110" y="16314"/>
                </a:lnTo>
                <a:lnTo>
                  <a:pt x="4114488" y="16301"/>
                </a:lnTo>
                <a:moveTo>
                  <a:pt x="4137746" y="4704"/>
                </a:moveTo>
                <a:lnTo>
                  <a:pt x="4149369" y="4717"/>
                </a:lnTo>
                <a:lnTo>
                  <a:pt x="4149356" y="16340"/>
                </a:lnTo>
                <a:lnTo>
                  <a:pt x="4137733" y="16327"/>
                </a:lnTo>
                <a:moveTo>
                  <a:pt x="4160992" y="4731"/>
                </a:moveTo>
                <a:lnTo>
                  <a:pt x="4172615" y="4744"/>
                </a:lnTo>
                <a:lnTo>
                  <a:pt x="4172602" y="16367"/>
                </a:lnTo>
                <a:lnTo>
                  <a:pt x="4160979" y="16353"/>
                </a:lnTo>
                <a:moveTo>
                  <a:pt x="4184238" y="4757"/>
                </a:moveTo>
                <a:lnTo>
                  <a:pt x="4195860" y="4770"/>
                </a:lnTo>
                <a:lnTo>
                  <a:pt x="4195848" y="16393"/>
                </a:lnTo>
                <a:lnTo>
                  <a:pt x="4184225" y="16380"/>
                </a:lnTo>
                <a:moveTo>
                  <a:pt x="4207483" y="4784"/>
                </a:moveTo>
                <a:lnTo>
                  <a:pt x="4219106" y="4797"/>
                </a:lnTo>
                <a:lnTo>
                  <a:pt x="4219093" y="16420"/>
                </a:lnTo>
                <a:lnTo>
                  <a:pt x="4207470" y="16406"/>
                </a:lnTo>
                <a:moveTo>
                  <a:pt x="4230729" y="4810"/>
                </a:moveTo>
                <a:lnTo>
                  <a:pt x="4242352" y="4823"/>
                </a:lnTo>
                <a:lnTo>
                  <a:pt x="4242339" y="16446"/>
                </a:lnTo>
                <a:lnTo>
                  <a:pt x="4230716" y="16433"/>
                </a:lnTo>
                <a:moveTo>
                  <a:pt x="4253975" y="4836"/>
                </a:moveTo>
                <a:lnTo>
                  <a:pt x="4265598" y="4850"/>
                </a:lnTo>
                <a:lnTo>
                  <a:pt x="4265585" y="16472"/>
                </a:lnTo>
                <a:lnTo>
                  <a:pt x="4253962" y="16459"/>
                </a:lnTo>
                <a:moveTo>
                  <a:pt x="4277220" y="4863"/>
                </a:moveTo>
                <a:lnTo>
                  <a:pt x="4288843" y="4876"/>
                </a:lnTo>
                <a:lnTo>
                  <a:pt x="4288830" y="16499"/>
                </a:lnTo>
                <a:lnTo>
                  <a:pt x="4277208" y="16486"/>
                </a:lnTo>
                <a:moveTo>
                  <a:pt x="4300466" y="4889"/>
                </a:moveTo>
                <a:lnTo>
                  <a:pt x="4312089" y="4903"/>
                </a:lnTo>
                <a:lnTo>
                  <a:pt x="4312076" y="16525"/>
                </a:lnTo>
                <a:lnTo>
                  <a:pt x="4300453" y="16512"/>
                </a:lnTo>
                <a:moveTo>
                  <a:pt x="4323712" y="4916"/>
                </a:moveTo>
                <a:lnTo>
                  <a:pt x="4335335" y="4929"/>
                </a:lnTo>
                <a:lnTo>
                  <a:pt x="4335322" y="16552"/>
                </a:lnTo>
                <a:lnTo>
                  <a:pt x="4323699" y="16539"/>
                </a:lnTo>
                <a:moveTo>
                  <a:pt x="4346957" y="4942"/>
                </a:moveTo>
                <a:lnTo>
                  <a:pt x="4358580" y="4955"/>
                </a:lnTo>
                <a:lnTo>
                  <a:pt x="4358568" y="16578"/>
                </a:lnTo>
                <a:lnTo>
                  <a:pt x="4346945" y="16565"/>
                </a:lnTo>
                <a:moveTo>
                  <a:pt x="4370203" y="4969"/>
                </a:moveTo>
                <a:lnTo>
                  <a:pt x="4381826" y="4982"/>
                </a:lnTo>
                <a:lnTo>
                  <a:pt x="4381813" y="16605"/>
                </a:lnTo>
                <a:lnTo>
                  <a:pt x="4370190" y="16591"/>
                </a:lnTo>
                <a:moveTo>
                  <a:pt x="4393449" y="4995"/>
                </a:moveTo>
                <a:lnTo>
                  <a:pt x="4405072" y="5008"/>
                </a:lnTo>
                <a:lnTo>
                  <a:pt x="4405059" y="16631"/>
                </a:lnTo>
                <a:lnTo>
                  <a:pt x="4393436" y="16618"/>
                </a:lnTo>
                <a:moveTo>
                  <a:pt x="4416695" y="5021"/>
                </a:moveTo>
                <a:lnTo>
                  <a:pt x="4428317" y="5035"/>
                </a:lnTo>
                <a:lnTo>
                  <a:pt x="4428305" y="16658"/>
                </a:lnTo>
                <a:lnTo>
                  <a:pt x="4416682" y="16644"/>
                </a:lnTo>
                <a:moveTo>
                  <a:pt x="4439940" y="5048"/>
                </a:moveTo>
                <a:lnTo>
                  <a:pt x="4451563" y="5061"/>
                </a:lnTo>
                <a:lnTo>
                  <a:pt x="4451550" y="16684"/>
                </a:lnTo>
                <a:lnTo>
                  <a:pt x="4439928" y="16671"/>
                </a:lnTo>
                <a:moveTo>
                  <a:pt x="4463186" y="5074"/>
                </a:moveTo>
                <a:lnTo>
                  <a:pt x="4474809" y="5087"/>
                </a:lnTo>
                <a:lnTo>
                  <a:pt x="4474796" y="16710"/>
                </a:lnTo>
                <a:lnTo>
                  <a:pt x="4463173" y="16697"/>
                </a:lnTo>
                <a:moveTo>
                  <a:pt x="4486432" y="5101"/>
                </a:moveTo>
                <a:lnTo>
                  <a:pt x="4498055" y="5114"/>
                </a:lnTo>
                <a:lnTo>
                  <a:pt x="4498042" y="16737"/>
                </a:lnTo>
                <a:lnTo>
                  <a:pt x="4486419" y="16723"/>
                </a:lnTo>
                <a:moveTo>
                  <a:pt x="4509677" y="5127"/>
                </a:moveTo>
                <a:lnTo>
                  <a:pt x="4521300" y="5140"/>
                </a:lnTo>
                <a:lnTo>
                  <a:pt x="4521288" y="16763"/>
                </a:lnTo>
                <a:lnTo>
                  <a:pt x="4509665" y="16750"/>
                </a:lnTo>
                <a:moveTo>
                  <a:pt x="4532923" y="5153"/>
                </a:moveTo>
                <a:lnTo>
                  <a:pt x="4544546" y="5167"/>
                </a:lnTo>
                <a:lnTo>
                  <a:pt x="4544533" y="16790"/>
                </a:lnTo>
                <a:lnTo>
                  <a:pt x="4532910" y="16776"/>
                </a:lnTo>
                <a:moveTo>
                  <a:pt x="4556169" y="5180"/>
                </a:moveTo>
                <a:lnTo>
                  <a:pt x="4567792" y="5193"/>
                </a:lnTo>
                <a:lnTo>
                  <a:pt x="4567779" y="16816"/>
                </a:lnTo>
                <a:lnTo>
                  <a:pt x="4556156" y="16803"/>
                </a:lnTo>
                <a:moveTo>
                  <a:pt x="4579415" y="5206"/>
                </a:moveTo>
                <a:lnTo>
                  <a:pt x="4591037" y="5220"/>
                </a:lnTo>
                <a:lnTo>
                  <a:pt x="4591025" y="16842"/>
                </a:lnTo>
                <a:lnTo>
                  <a:pt x="4579402" y="16829"/>
                </a:lnTo>
                <a:moveTo>
                  <a:pt x="4602660" y="5233"/>
                </a:moveTo>
                <a:lnTo>
                  <a:pt x="4614283" y="5246"/>
                </a:lnTo>
                <a:lnTo>
                  <a:pt x="4614270" y="16869"/>
                </a:lnTo>
                <a:lnTo>
                  <a:pt x="4602647" y="16856"/>
                </a:lnTo>
                <a:moveTo>
                  <a:pt x="4625906" y="5259"/>
                </a:moveTo>
                <a:lnTo>
                  <a:pt x="4637529" y="5272"/>
                </a:lnTo>
                <a:lnTo>
                  <a:pt x="4637516" y="16895"/>
                </a:lnTo>
                <a:lnTo>
                  <a:pt x="4625893" y="16882"/>
                </a:lnTo>
                <a:moveTo>
                  <a:pt x="4649152" y="5286"/>
                </a:moveTo>
                <a:lnTo>
                  <a:pt x="4660774" y="5299"/>
                </a:lnTo>
                <a:lnTo>
                  <a:pt x="4660762" y="16922"/>
                </a:lnTo>
                <a:lnTo>
                  <a:pt x="4649139" y="16908"/>
                </a:lnTo>
                <a:moveTo>
                  <a:pt x="4672397" y="5312"/>
                </a:moveTo>
                <a:lnTo>
                  <a:pt x="4684020" y="5325"/>
                </a:lnTo>
                <a:lnTo>
                  <a:pt x="4684007" y="16948"/>
                </a:lnTo>
                <a:lnTo>
                  <a:pt x="4672384" y="16935"/>
                </a:lnTo>
                <a:moveTo>
                  <a:pt x="4695643" y="5339"/>
                </a:moveTo>
                <a:lnTo>
                  <a:pt x="4702736" y="5347"/>
                </a:lnTo>
                <a:lnTo>
                  <a:pt x="4702723" y="16969"/>
                </a:lnTo>
                <a:lnTo>
                  <a:pt x="4695630" y="1696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D136F0-3BF1-49B3-82C3-E3574C52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256" y="1495238"/>
            <a:ext cx="507105" cy="10"/>
          </a:xfrm>
          <a:custGeom xmlns:a="http://schemas.openxmlformats.org/drawingml/2006/main">
            <a:pathLst>
              <a:path w="507105" h="1" fill="none">
                <a:moveTo>
                  <a:pt x="0" y="0"/>
                </a:moveTo>
                <a:lnTo>
                  <a:pt x="507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1CCBA-021B-478B-9013-F1DC03E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021" y="1454558"/>
            <a:ext cx="81360" cy="81360"/>
          </a:xfrm>
          <a:custGeom xmlns:a="http://schemas.openxmlformats.org/drawingml/2006/main">
            <a:pathLst>
              <a:path w="81360" h="81360">
                <a:moveTo>
                  <a:pt x="81360" y="40680"/>
                </a:moveTo>
                <a:lnTo>
                  <a:pt x="0" y="81360"/>
                </a:lnTo>
                <a:lnTo>
                  <a:pt x="20340" y="40680"/>
                </a:lnTo>
                <a:lnTo>
                  <a:pt x="0" y="0"/>
                </a:lnTo>
                <a:lnTo>
                  <a:pt x="81360" y="406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10010-B10A-4C83-AA0F-742F871B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021" y="1454558"/>
            <a:ext cx="81360" cy="81360"/>
          </a:xfrm>
          <a:custGeom xmlns:a="http://schemas.openxmlformats.org/drawingml/2006/main">
            <a:pathLst>
              <a:path w="81360" h="81360" fill="none">
                <a:moveTo>
                  <a:pt x="81360" y="40680"/>
                </a:moveTo>
                <a:lnTo>
                  <a:pt x="0" y="81360"/>
                </a:lnTo>
                <a:lnTo>
                  <a:pt x="20340" y="40680"/>
                </a:lnTo>
                <a:lnTo>
                  <a:pt x="0" y="0"/>
                </a:lnTo>
                <a:lnTo>
                  <a:pt x="81360" y="4068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623" cap="flat">
            <a:solidFill>
              <a:srgbClr val="000000"/>
            </a:solidFill>
            <a:miter/>
          </a:ln>
        </p:spPr>
      </p:sp>
      <p:sp>
        <p:nvSpPr>
          <p:cNvPr id="428" name="Text round2">
            <a:extLst xmlns:a="http://schemas.openxmlformats.org/drawingml/2006/main">
              <a:ext uri="{FF2B5EF4-FFF2-40B4-BE49-F238E27FC236}">
                <a16:creationId xmlns:a16="http://schemas.microsoft.com/office/drawing/2014/main" id="{88C271B8-A6D4-4A53-A3A4-9AB2277B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586" y="1268534"/>
            <a:ext cx="509021" cy="102018"/>
          </a:xfrm>
          <a:custGeom xmlns:a="http://schemas.openxmlformats.org/drawingml/2006/main">
            <a:pathLst>
              <a:path w="509021" h="102018">
                <a:moveTo>
                  <a:pt x="15119" y="27922"/>
                </a:moveTo>
                <a:lnTo>
                  <a:pt x="33370" y="27922"/>
                </a:lnTo>
                <a:lnTo>
                  <a:pt x="30442" y="41921"/>
                </a:lnTo>
                <a:cubicBezTo>
                  <a:pt x="37252" y="31408"/>
                  <a:pt x="44630" y="26151"/>
                  <a:pt x="52575" y="26151"/>
                </a:cubicBezTo>
                <a:cubicBezTo>
                  <a:pt x="55390" y="26151"/>
                  <a:pt x="58409" y="26855"/>
                  <a:pt x="61633" y="28263"/>
                </a:cubicBezTo>
                <a:lnTo>
                  <a:pt x="54142" y="44267"/>
                </a:lnTo>
                <a:cubicBezTo>
                  <a:pt x="52371" y="43631"/>
                  <a:pt x="50487" y="43313"/>
                  <a:pt x="48489" y="43313"/>
                </a:cubicBezTo>
                <a:cubicBezTo>
                  <a:pt x="45129" y="43313"/>
                  <a:pt x="41713" y="44587"/>
                  <a:pt x="38240" y="47136"/>
                </a:cubicBezTo>
                <a:cubicBezTo>
                  <a:pt x="34766" y="49682"/>
                  <a:pt x="32054" y="53082"/>
                  <a:pt x="30101" y="57336"/>
                </a:cubicBezTo>
                <a:cubicBezTo>
                  <a:pt x="28149" y="61588"/>
                  <a:pt x="26220" y="68332"/>
                  <a:pt x="24313" y="77567"/>
                </a:cubicBezTo>
                <a:lnTo>
                  <a:pt x="19545" y="100247"/>
                </a:lnTo>
                <a:lnTo>
                  <a:pt x="0" y="100247"/>
                </a:lnTo>
                <a:lnTo>
                  <a:pt x="15119" y="27922"/>
                </a:lnTo>
                <a:close/>
                <a:moveTo>
                  <a:pt x="58206" y="70224"/>
                </a:moveTo>
                <a:cubicBezTo>
                  <a:pt x="58206" y="56807"/>
                  <a:pt x="61986" y="46107"/>
                  <a:pt x="69546" y="38125"/>
                </a:cubicBezTo>
                <a:cubicBezTo>
                  <a:pt x="77105" y="30143"/>
                  <a:pt x="87037" y="26151"/>
                  <a:pt x="99340" y="26151"/>
                </a:cubicBezTo>
                <a:cubicBezTo>
                  <a:pt x="110010" y="26151"/>
                  <a:pt x="118341" y="29097"/>
                  <a:pt x="124334" y="34988"/>
                </a:cubicBezTo>
                <a:cubicBezTo>
                  <a:pt x="130327" y="40877"/>
                  <a:pt x="133324" y="48803"/>
                  <a:pt x="133324" y="58764"/>
                </a:cubicBezTo>
                <a:cubicBezTo>
                  <a:pt x="133324" y="70498"/>
                  <a:pt x="129578" y="80640"/>
                  <a:pt x="122087" y="89191"/>
                </a:cubicBezTo>
                <a:cubicBezTo>
                  <a:pt x="114595" y="97742"/>
                  <a:pt x="104562" y="102018"/>
                  <a:pt x="91985" y="102018"/>
                </a:cubicBezTo>
                <a:cubicBezTo>
                  <a:pt x="85175" y="102018"/>
                  <a:pt x="79137" y="100654"/>
                  <a:pt x="73870" y="97925"/>
                </a:cubicBezTo>
                <a:cubicBezTo>
                  <a:pt x="68603" y="95195"/>
                  <a:pt x="64676" y="91329"/>
                  <a:pt x="62088" y="86327"/>
                </a:cubicBezTo>
                <a:cubicBezTo>
                  <a:pt x="59500" y="81322"/>
                  <a:pt x="58206" y="75955"/>
                  <a:pt x="58206" y="70224"/>
                </a:cubicBezTo>
                <a:moveTo>
                  <a:pt x="113914" y="56229"/>
                </a:moveTo>
                <a:cubicBezTo>
                  <a:pt x="113914" y="51586"/>
                  <a:pt x="112564" y="47863"/>
                  <a:pt x="109862" y="45063"/>
                </a:cubicBezTo>
                <a:cubicBezTo>
                  <a:pt x="107161" y="42262"/>
                  <a:pt x="103676" y="40862"/>
                  <a:pt x="99409" y="40862"/>
                </a:cubicBezTo>
                <a:cubicBezTo>
                  <a:pt x="95186" y="40862"/>
                  <a:pt x="91441" y="42171"/>
                  <a:pt x="88172" y="44790"/>
                </a:cubicBezTo>
                <a:cubicBezTo>
                  <a:pt x="84903" y="47408"/>
                  <a:pt x="82360" y="51210"/>
                  <a:pt x="80544" y="56197"/>
                </a:cubicBezTo>
                <a:cubicBezTo>
                  <a:pt x="78728" y="61183"/>
                  <a:pt x="77820" y="65770"/>
                  <a:pt x="77820" y="69958"/>
                </a:cubicBezTo>
                <a:cubicBezTo>
                  <a:pt x="77820" y="75150"/>
                  <a:pt x="79227" y="79272"/>
                  <a:pt x="82042" y="82323"/>
                </a:cubicBezTo>
                <a:cubicBezTo>
                  <a:pt x="84857" y="85374"/>
                  <a:pt x="88399" y="86899"/>
                  <a:pt x="92666" y="86899"/>
                </a:cubicBezTo>
                <a:cubicBezTo>
                  <a:pt x="98024" y="86899"/>
                  <a:pt x="102519" y="84599"/>
                  <a:pt x="106151" y="79999"/>
                </a:cubicBezTo>
                <a:cubicBezTo>
                  <a:pt x="111327" y="73488"/>
                  <a:pt x="113914" y="65565"/>
                  <a:pt x="113914" y="56229"/>
                </a:cubicBezTo>
                <a:close/>
                <a:moveTo>
                  <a:pt x="155547" y="27922"/>
                </a:moveTo>
                <a:lnTo>
                  <a:pt x="175093" y="27922"/>
                </a:lnTo>
                <a:lnTo>
                  <a:pt x="166171" y="70759"/>
                </a:lnTo>
                <a:cubicBezTo>
                  <a:pt x="165081" y="75889"/>
                  <a:pt x="164537" y="79090"/>
                  <a:pt x="164537" y="80361"/>
                </a:cubicBezTo>
                <a:cubicBezTo>
                  <a:pt x="164537" y="82450"/>
                  <a:pt x="165308" y="84243"/>
                  <a:pt x="166852" y="85741"/>
                </a:cubicBezTo>
                <a:cubicBezTo>
                  <a:pt x="168396" y="87240"/>
                  <a:pt x="170371" y="87989"/>
                  <a:pt x="172777" y="87989"/>
                </a:cubicBezTo>
                <a:cubicBezTo>
                  <a:pt x="174502" y="87989"/>
                  <a:pt x="176205" y="87660"/>
                  <a:pt x="177885" y="87003"/>
                </a:cubicBezTo>
                <a:cubicBezTo>
                  <a:pt x="179565" y="86345"/>
                  <a:pt x="181290" y="85347"/>
                  <a:pt x="183061" y="84009"/>
                </a:cubicBezTo>
                <a:cubicBezTo>
                  <a:pt x="184831" y="82670"/>
                  <a:pt x="186420" y="81138"/>
                  <a:pt x="187828" y="79414"/>
                </a:cubicBezTo>
                <a:cubicBezTo>
                  <a:pt x="189235" y="77690"/>
                  <a:pt x="190552" y="75422"/>
                  <a:pt x="191778" y="72610"/>
                </a:cubicBezTo>
                <a:cubicBezTo>
                  <a:pt x="192640" y="70523"/>
                  <a:pt x="193571" y="67119"/>
                  <a:pt x="194570" y="62397"/>
                </a:cubicBezTo>
                <a:lnTo>
                  <a:pt x="201789" y="27922"/>
                </a:lnTo>
                <a:lnTo>
                  <a:pt x="221334" y="27922"/>
                </a:lnTo>
                <a:lnTo>
                  <a:pt x="206215" y="100247"/>
                </a:lnTo>
                <a:lnTo>
                  <a:pt x="187964" y="100247"/>
                </a:lnTo>
                <a:lnTo>
                  <a:pt x="190007" y="90491"/>
                </a:lnTo>
                <a:cubicBezTo>
                  <a:pt x="182016" y="98176"/>
                  <a:pt x="173322" y="102018"/>
                  <a:pt x="163924" y="102018"/>
                </a:cubicBezTo>
                <a:cubicBezTo>
                  <a:pt x="157976" y="102018"/>
                  <a:pt x="153300" y="100310"/>
                  <a:pt x="149895" y="96893"/>
                </a:cubicBezTo>
                <a:cubicBezTo>
                  <a:pt x="146489" y="93475"/>
                  <a:pt x="144787" y="88895"/>
                  <a:pt x="144787" y="83153"/>
                </a:cubicBezTo>
                <a:cubicBezTo>
                  <a:pt x="144787" y="80656"/>
                  <a:pt x="145559" y="75685"/>
                  <a:pt x="147102" y="68239"/>
                </a:cubicBezTo>
                <a:lnTo>
                  <a:pt x="155547" y="27922"/>
                </a:lnTo>
                <a:close/>
                <a:moveTo>
                  <a:pt x="241174" y="27922"/>
                </a:moveTo>
                <a:lnTo>
                  <a:pt x="259698" y="27922"/>
                </a:lnTo>
                <a:lnTo>
                  <a:pt x="257791" y="37335"/>
                </a:lnTo>
                <a:cubicBezTo>
                  <a:pt x="262422" y="33310"/>
                  <a:pt x="266747" y="30440"/>
                  <a:pt x="270765" y="28724"/>
                </a:cubicBezTo>
                <a:cubicBezTo>
                  <a:pt x="274783" y="27009"/>
                  <a:pt x="279016" y="26151"/>
                  <a:pt x="283466" y="26151"/>
                </a:cubicBezTo>
                <a:cubicBezTo>
                  <a:pt x="289413" y="26151"/>
                  <a:pt x="294101" y="27860"/>
                  <a:pt x="297529" y="31276"/>
                </a:cubicBezTo>
                <a:cubicBezTo>
                  <a:pt x="300957" y="34693"/>
                  <a:pt x="302671" y="39226"/>
                  <a:pt x="302671" y="44875"/>
                </a:cubicBezTo>
                <a:cubicBezTo>
                  <a:pt x="302671" y="47415"/>
                  <a:pt x="301922" y="52229"/>
                  <a:pt x="300423" y="59317"/>
                </a:cubicBezTo>
                <a:lnTo>
                  <a:pt x="291911" y="100247"/>
                </a:lnTo>
                <a:lnTo>
                  <a:pt x="272365" y="100247"/>
                </a:lnTo>
                <a:lnTo>
                  <a:pt x="280946" y="59177"/>
                </a:lnTo>
                <a:cubicBezTo>
                  <a:pt x="282217" y="53041"/>
                  <a:pt x="282853" y="49383"/>
                  <a:pt x="282853" y="48204"/>
                </a:cubicBezTo>
                <a:cubicBezTo>
                  <a:pt x="282853" y="45711"/>
                  <a:pt x="282115" y="43751"/>
                  <a:pt x="280640" y="42324"/>
                </a:cubicBezTo>
                <a:cubicBezTo>
                  <a:pt x="279164" y="40895"/>
                  <a:pt x="277110" y="40181"/>
                  <a:pt x="274476" y="40181"/>
                </a:cubicBezTo>
                <a:cubicBezTo>
                  <a:pt x="271616" y="40181"/>
                  <a:pt x="268438" y="41384"/>
                  <a:pt x="264942" y="43790"/>
                </a:cubicBezTo>
                <a:cubicBezTo>
                  <a:pt x="261446" y="46196"/>
                  <a:pt x="258699" y="49374"/>
                  <a:pt x="256701" y="53324"/>
                </a:cubicBezTo>
                <a:cubicBezTo>
                  <a:pt x="255249" y="56141"/>
                  <a:pt x="253614" y="61885"/>
                  <a:pt x="251798" y="70556"/>
                </a:cubicBezTo>
                <a:lnTo>
                  <a:pt x="245601" y="100247"/>
                </a:lnTo>
                <a:lnTo>
                  <a:pt x="226055" y="100247"/>
                </a:lnTo>
                <a:lnTo>
                  <a:pt x="241174" y="27922"/>
                </a:lnTo>
                <a:close/>
                <a:moveTo>
                  <a:pt x="377810" y="100247"/>
                </a:moveTo>
                <a:lnTo>
                  <a:pt x="359286" y="100247"/>
                </a:lnTo>
                <a:lnTo>
                  <a:pt x="360920" y="92422"/>
                </a:lnTo>
                <a:cubicBezTo>
                  <a:pt x="357379" y="95850"/>
                  <a:pt x="353895" y="98306"/>
                  <a:pt x="350467" y="99792"/>
                </a:cubicBezTo>
                <a:cubicBezTo>
                  <a:pt x="347039" y="101276"/>
                  <a:pt x="343168" y="102018"/>
                  <a:pt x="338855" y="102018"/>
                </a:cubicBezTo>
                <a:cubicBezTo>
                  <a:pt x="331364" y="102018"/>
                  <a:pt x="325291" y="99460"/>
                  <a:pt x="320638" y="94343"/>
                </a:cubicBezTo>
                <a:cubicBezTo>
                  <a:pt x="315984" y="89226"/>
                  <a:pt x="313657" y="81664"/>
                  <a:pt x="313657" y="71657"/>
                </a:cubicBezTo>
                <a:cubicBezTo>
                  <a:pt x="313657" y="60059"/>
                  <a:pt x="316926" y="49576"/>
                  <a:pt x="323464" y="40206"/>
                </a:cubicBezTo>
                <a:cubicBezTo>
                  <a:pt x="330002" y="30836"/>
                  <a:pt x="338651" y="26151"/>
                  <a:pt x="349411" y="26151"/>
                </a:cubicBezTo>
                <a:cubicBezTo>
                  <a:pt x="359127" y="26151"/>
                  <a:pt x="366414" y="30011"/>
                  <a:pt x="371272" y="37729"/>
                </a:cubicBezTo>
                <a:lnTo>
                  <a:pt x="379104" y="409"/>
                </a:lnTo>
                <a:lnTo>
                  <a:pt x="398649" y="409"/>
                </a:lnTo>
                <a:lnTo>
                  <a:pt x="377810" y="100247"/>
                </a:lnTo>
                <a:moveTo>
                  <a:pt x="332658" y="70803"/>
                </a:moveTo>
                <a:cubicBezTo>
                  <a:pt x="332658" y="75986"/>
                  <a:pt x="333963" y="80033"/>
                  <a:pt x="336574" y="82943"/>
                </a:cubicBezTo>
                <a:cubicBezTo>
                  <a:pt x="339184" y="85853"/>
                  <a:pt x="342397" y="87308"/>
                  <a:pt x="346210" y="87308"/>
                </a:cubicBezTo>
                <a:cubicBezTo>
                  <a:pt x="349752" y="87308"/>
                  <a:pt x="353055" y="86092"/>
                  <a:pt x="356119" y="83660"/>
                </a:cubicBezTo>
                <a:cubicBezTo>
                  <a:pt x="359184" y="81227"/>
                  <a:pt x="361636" y="77509"/>
                  <a:pt x="363474" y="72508"/>
                </a:cubicBezTo>
                <a:cubicBezTo>
                  <a:pt x="365313" y="67507"/>
                  <a:pt x="366232" y="62710"/>
                  <a:pt x="366232" y="58117"/>
                </a:cubicBezTo>
                <a:cubicBezTo>
                  <a:pt x="366232" y="52889"/>
                  <a:pt x="364825" y="48661"/>
                  <a:pt x="362010" y="45433"/>
                </a:cubicBezTo>
                <a:cubicBezTo>
                  <a:pt x="359195" y="42204"/>
                  <a:pt x="355949" y="40589"/>
                  <a:pt x="352271" y="40589"/>
                </a:cubicBezTo>
                <a:cubicBezTo>
                  <a:pt x="346551" y="40589"/>
                  <a:pt x="341852" y="43772"/>
                  <a:pt x="338174" y="50138"/>
                </a:cubicBezTo>
                <a:cubicBezTo>
                  <a:pt x="334497" y="56503"/>
                  <a:pt x="332658" y="63392"/>
                  <a:pt x="332658" y="70803"/>
                </a:cubicBezTo>
                <a:close/>
                <a:moveTo>
                  <a:pt x="466252" y="31600"/>
                </a:moveTo>
                <a:lnTo>
                  <a:pt x="447115" y="28739"/>
                </a:lnTo>
                <a:cubicBezTo>
                  <a:pt x="448659" y="19455"/>
                  <a:pt x="452257" y="12344"/>
                  <a:pt x="457910" y="7406"/>
                </a:cubicBezTo>
                <a:cubicBezTo>
                  <a:pt x="463562" y="2469"/>
                  <a:pt x="470633" y="0"/>
                  <a:pt x="479124" y="0"/>
                </a:cubicBezTo>
                <a:cubicBezTo>
                  <a:pt x="488431" y="0"/>
                  <a:pt x="495741" y="2520"/>
                  <a:pt x="501053" y="7559"/>
                </a:cubicBezTo>
                <a:cubicBezTo>
                  <a:pt x="506365" y="12599"/>
                  <a:pt x="509021" y="19001"/>
                  <a:pt x="509021" y="26764"/>
                </a:cubicBezTo>
                <a:cubicBezTo>
                  <a:pt x="509021" y="30714"/>
                  <a:pt x="508203" y="34676"/>
                  <a:pt x="506569" y="38648"/>
                </a:cubicBezTo>
                <a:cubicBezTo>
                  <a:pt x="504934" y="42621"/>
                  <a:pt x="502256" y="46787"/>
                  <a:pt x="498533" y="51145"/>
                </a:cubicBezTo>
                <a:cubicBezTo>
                  <a:pt x="495854" y="54232"/>
                  <a:pt x="491473" y="58602"/>
                  <a:pt x="485389" y="64255"/>
                </a:cubicBezTo>
                <a:cubicBezTo>
                  <a:pt x="479305" y="69907"/>
                  <a:pt x="475276" y="73767"/>
                  <a:pt x="473301" y="75832"/>
                </a:cubicBezTo>
                <a:cubicBezTo>
                  <a:pt x="471326" y="77898"/>
                  <a:pt x="469430" y="80089"/>
                  <a:pt x="467614" y="82404"/>
                </a:cubicBezTo>
                <a:lnTo>
                  <a:pt x="502210" y="82404"/>
                </a:lnTo>
                <a:lnTo>
                  <a:pt x="498533" y="100247"/>
                </a:lnTo>
                <a:lnTo>
                  <a:pt x="437853" y="100247"/>
                </a:lnTo>
                <a:cubicBezTo>
                  <a:pt x="438489" y="95348"/>
                  <a:pt x="439930" y="90687"/>
                  <a:pt x="442178" y="86265"/>
                </a:cubicBezTo>
                <a:cubicBezTo>
                  <a:pt x="444425" y="81841"/>
                  <a:pt x="447229" y="77724"/>
                  <a:pt x="450589" y="73913"/>
                </a:cubicBezTo>
                <a:cubicBezTo>
                  <a:pt x="453948" y="70102"/>
                  <a:pt x="460100" y="63955"/>
                  <a:pt x="469044" y="55472"/>
                </a:cubicBezTo>
                <a:cubicBezTo>
                  <a:pt x="475764" y="49030"/>
                  <a:pt x="480009" y="44834"/>
                  <a:pt x="481780" y="42883"/>
                </a:cubicBezTo>
                <a:cubicBezTo>
                  <a:pt x="484958" y="39345"/>
                  <a:pt x="487137" y="36283"/>
                  <a:pt x="488317" y="33698"/>
                </a:cubicBezTo>
                <a:cubicBezTo>
                  <a:pt x="489498" y="31112"/>
                  <a:pt x="490088" y="28775"/>
                  <a:pt x="490088" y="26688"/>
                </a:cubicBezTo>
                <a:cubicBezTo>
                  <a:pt x="490088" y="23331"/>
                  <a:pt x="489101" y="20609"/>
                  <a:pt x="487126" y="18522"/>
                </a:cubicBezTo>
                <a:cubicBezTo>
                  <a:pt x="485151" y="16435"/>
                  <a:pt x="482642" y="15391"/>
                  <a:pt x="479600" y="15391"/>
                </a:cubicBezTo>
                <a:cubicBezTo>
                  <a:pt x="476513" y="15391"/>
                  <a:pt x="473812" y="16560"/>
                  <a:pt x="471496" y="18898"/>
                </a:cubicBezTo>
                <a:cubicBezTo>
                  <a:pt x="469181" y="21237"/>
                  <a:pt x="467433" y="25470"/>
                  <a:pt x="466252" y="31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6B51B-9820-4E8F-A9BE-34B73ECC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6005" y="2088005"/>
            <a:ext cx="313914" cy="14643"/>
          </a:xfrm>
          <a:custGeom xmlns:a="http://schemas.openxmlformats.org/drawingml/2006/main">
            <a:pathLst>
              <a:path w="313914" h="14643">
                <a:moveTo>
                  <a:pt x="0" y="3021"/>
                </a:moveTo>
                <a:lnTo>
                  <a:pt x="11622" y="2909"/>
                </a:lnTo>
                <a:lnTo>
                  <a:pt x="11734" y="14531"/>
                </a:lnTo>
                <a:lnTo>
                  <a:pt x="112" y="14643"/>
                </a:lnTo>
                <a:moveTo>
                  <a:pt x="23244" y="2797"/>
                </a:moveTo>
                <a:lnTo>
                  <a:pt x="34867" y="2685"/>
                </a:lnTo>
                <a:lnTo>
                  <a:pt x="34979" y="14307"/>
                </a:lnTo>
                <a:lnTo>
                  <a:pt x="23356" y="14419"/>
                </a:lnTo>
                <a:moveTo>
                  <a:pt x="46489" y="2573"/>
                </a:moveTo>
                <a:lnTo>
                  <a:pt x="58111" y="2461"/>
                </a:lnTo>
                <a:lnTo>
                  <a:pt x="58224" y="14084"/>
                </a:lnTo>
                <a:lnTo>
                  <a:pt x="46601" y="14195"/>
                </a:lnTo>
                <a:moveTo>
                  <a:pt x="69734" y="2349"/>
                </a:moveTo>
                <a:lnTo>
                  <a:pt x="81356" y="2238"/>
                </a:lnTo>
                <a:lnTo>
                  <a:pt x="81468" y="13860"/>
                </a:lnTo>
                <a:lnTo>
                  <a:pt x="69845" y="13972"/>
                </a:lnTo>
                <a:moveTo>
                  <a:pt x="92978" y="2126"/>
                </a:moveTo>
                <a:lnTo>
                  <a:pt x="104601" y="2014"/>
                </a:lnTo>
                <a:lnTo>
                  <a:pt x="104713" y="13636"/>
                </a:lnTo>
                <a:lnTo>
                  <a:pt x="93091" y="13748"/>
                </a:lnTo>
                <a:moveTo>
                  <a:pt x="116223" y="1902"/>
                </a:moveTo>
                <a:lnTo>
                  <a:pt x="127846" y="1790"/>
                </a:lnTo>
                <a:lnTo>
                  <a:pt x="127957" y="13412"/>
                </a:lnTo>
                <a:lnTo>
                  <a:pt x="116334" y="13524"/>
                </a:lnTo>
                <a:moveTo>
                  <a:pt x="139467" y="1678"/>
                </a:moveTo>
                <a:lnTo>
                  <a:pt x="151090" y="1566"/>
                </a:lnTo>
                <a:lnTo>
                  <a:pt x="151202" y="13188"/>
                </a:lnTo>
                <a:lnTo>
                  <a:pt x="139580" y="13300"/>
                </a:lnTo>
                <a:moveTo>
                  <a:pt x="162712" y="1454"/>
                </a:moveTo>
                <a:lnTo>
                  <a:pt x="174335" y="1343"/>
                </a:lnTo>
                <a:lnTo>
                  <a:pt x="174447" y="12965"/>
                </a:lnTo>
                <a:lnTo>
                  <a:pt x="162824" y="13077"/>
                </a:lnTo>
                <a:moveTo>
                  <a:pt x="185957" y="1231"/>
                </a:moveTo>
                <a:lnTo>
                  <a:pt x="197579" y="1119"/>
                </a:lnTo>
                <a:lnTo>
                  <a:pt x="197691" y="12741"/>
                </a:lnTo>
                <a:lnTo>
                  <a:pt x="186069" y="12853"/>
                </a:lnTo>
                <a:moveTo>
                  <a:pt x="209201" y="1007"/>
                </a:moveTo>
                <a:lnTo>
                  <a:pt x="220824" y="895"/>
                </a:lnTo>
                <a:lnTo>
                  <a:pt x="220936" y="12517"/>
                </a:lnTo>
                <a:lnTo>
                  <a:pt x="209314" y="12629"/>
                </a:lnTo>
                <a:moveTo>
                  <a:pt x="232446" y="783"/>
                </a:moveTo>
                <a:lnTo>
                  <a:pt x="244068" y="671"/>
                </a:lnTo>
                <a:lnTo>
                  <a:pt x="244180" y="12293"/>
                </a:lnTo>
                <a:lnTo>
                  <a:pt x="232558" y="12405"/>
                </a:lnTo>
                <a:moveTo>
                  <a:pt x="255690" y="559"/>
                </a:moveTo>
                <a:lnTo>
                  <a:pt x="267313" y="447"/>
                </a:lnTo>
                <a:lnTo>
                  <a:pt x="267426" y="12070"/>
                </a:lnTo>
                <a:lnTo>
                  <a:pt x="255803" y="12181"/>
                </a:lnTo>
                <a:moveTo>
                  <a:pt x="278936" y="336"/>
                </a:moveTo>
                <a:lnTo>
                  <a:pt x="290558" y="224"/>
                </a:lnTo>
                <a:lnTo>
                  <a:pt x="290670" y="11846"/>
                </a:lnTo>
                <a:lnTo>
                  <a:pt x="279047" y="11958"/>
                </a:lnTo>
                <a:moveTo>
                  <a:pt x="302180" y="112"/>
                </a:moveTo>
                <a:lnTo>
                  <a:pt x="313802" y="0"/>
                </a:lnTo>
                <a:lnTo>
                  <a:pt x="313914" y="11622"/>
                </a:lnTo>
                <a:lnTo>
                  <a:pt x="302292" y="11734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FBAF0-11B8-4DB5-BA14-73D3F801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015" y="2532578"/>
            <a:ext cx="4700980" cy="11623"/>
          </a:xfrm>
          <a:custGeom xmlns:a="http://schemas.openxmlformats.org/drawingml/2006/main">
            <a:pathLst>
              <a:path w="4700980" h="11623">
                <a:moveTo>
                  <a:pt x="0" y="0"/>
                </a:moveTo>
                <a:lnTo>
                  <a:pt x="11623" y="0"/>
                </a:lnTo>
                <a:lnTo>
                  <a:pt x="11623" y="11623"/>
                </a:lnTo>
                <a:lnTo>
                  <a:pt x="0" y="11623"/>
                </a:lnTo>
                <a:moveTo>
                  <a:pt x="23246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23246" y="11623"/>
                </a:lnTo>
                <a:moveTo>
                  <a:pt x="46491" y="0"/>
                </a:moveTo>
                <a:lnTo>
                  <a:pt x="58114" y="0"/>
                </a:lnTo>
                <a:lnTo>
                  <a:pt x="58114" y="11623"/>
                </a:lnTo>
                <a:lnTo>
                  <a:pt x="46491" y="11623"/>
                </a:lnTo>
                <a:moveTo>
                  <a:pt x="69737" y="0"/>
                </a:moveTo>
                <a:lnTo>
                  <a:pt x="81360" y="0"/>
                </a:lnTo>
                <a:lnTo>
                  <a:pt x="81360" y="11623"/>
                </a:lnTo>
                <a:lnTo>
                  <a:pt x="69737" y="11623"/>
                </a:lnTo>
                <a:moveTo>
                  <a:pt x="92983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92983" y="11623"/>
                </a:lnTo>
                <a:moveTo>
                  <a:pt x="116229" y="0"/>
                </a:moveTo>
                <a:lnTo>
                  <a:pt x="127851" y="0"/>
                </a:lnTo>
                <a:lnTo>
                  <a:pt x="127851" y="11623"/>
                </a:lnTo>
                <a:lnTo>
                  <a:pt x="116229" y="11623"/>
                </a:lnTo>
                <a:moveTo>
                  <a:pt x="139474" y="0"/>
                </a:moveTo>
                <a:lnTo>
                  <a:pt x="151097" y="0"/>
                </a:lnTo>
                <a:lnTo>
                  <a:pt x="151097" y="11623"/>
                </a:lnTo>
                <a:lnTo>
                  <a:pt x="139474" y="11623"/>
                </a:lnTo>
                <a:moveTo>
                  <a:pt x="162720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62720" y="11623"/>
                </a:lnTo>
                <a:moveTo>
                  <a:pt x="185966" y="0"/>
                </a:moveTo>
                <a:lnTo>
                  <a:pt x="197589" y="0"/>
                </a:lnTo>
                <a:lnTo>
                  <a:pt x="197589" y="11623"/>
                </a:lnTo>
                <a:lnTo>
                  <a:pt x="185966" y="11623"/>
                </a:lnTo>
                <a:moveTo>
                  <a:pt x="209211" y="0"/>
                </a:moveTo>
                <a:lnTo>
                  <a:pt x="220834" y="0"/>
                </a:lnTo>
                <a:lnTo>
                  <a:pt x="220834" y="11623"/>
                </a:lnTo>
                <a:lnTo>
                  <a:pt x="209211" y="11623"/>
                </a:lnTo>
                <a:moveTo>
                  <a:pt x="232457" y="0"/>
                </a:moveTo>
                <a:lnTo>
                  <a:pt x="244080" y="0"/>
                </a:lnTo>
                <a:lnTo>
                  <a:pt x="244080" y="11623"/>
                </a:lnTo>
                <a:lnTo>
                  <a:pt x="232457" y="11623"/>
                </a:lnTo>
                <a:moveTo>
                  <a:pt x="255703" y="0"/>
                </a:moveTo>
                <a:lnTo>
                  <a:pt x="267326" y="0"/>
                </a:lnTo>
                <a:lnTo>
                  <a:pt x="267326" y="11623"/>
                </a:lnTo>
                <a:lnTo>
                  <a:pt x="255703" y="11623"/>
                </a:lnTo>
                <a:moveTo>
                  <a:pt x="278949" y="0"/>
                </a:moveTo>
                <a:lnTo>
                  <a:pt x="290571" y="0"/>
                </a:lnTo>
                <a:lnTo>
                  <a:pt x="290571" y="11623"/>
                </a:lnTo>
                <a:lnTo>
                  <a:pt x="278949" y="11623"/>
                </a:lnTo>
                <a:moveTo>
                  <a:pt x="302194" y="0"/>
                </a:moveTo>
                <a:lnTo>
                  <a:pt x="313817" y="0"/>
                </a:lnTo>
                <a:lnTo>
                  <a:pt x="313817" y="11623"/>
                </a:lnTo>
                <a:lnTo>
                  <a:pt x="302194" y="11623"/>
                </a:lnTo>
                <a:moveTo>
                  <a:pt x="325440" y="0"/>
                </a:moveTo>
                <a:lnTo>
                  <a:pt x="337063" y="0"/>
                </a:lnTo>
                <a:lnTo>
                  <a:pt x="337063" y="11623"/>
                </a:lnTo>
                <a:lnTo>
                  <a:pt x="325440" y="11623"/>
                </a:lnTo>
                <a:moveTo>
                  <a:pt x="348686" y="0"/>
                </a:moveTo>
                <a:lnTo>
                  <a:pt x="360309" y="0"/>
                </a:lnTo>
                <a:lnTo>
                  <a:pt x="360309" y="11623"/>
                </a:lnTo>
                <a:lnTo>
                  <a:pt x="348686" y="11623"/>
                </a:lnTo>
                <a:moveTo>
                  <a:pt x="371931" y="0"/>
                </a:moveTo>
                <a:lnTo>
                  <a:pt x="383554" y="0"/>
                </a:lnTo>
                <a:lnTo>
                  <a:pt x="383554" y="11623"/>
                </a:lnTo>
                <a:lnTo>
                  <a:pt x="371931" y="11623"/>
                </a:lnTo>
                <a:moveTo>
                  <a:pt x="395177" y="0"/>
                </a:moveTo>
                <a:lnTo>
                  <a:pt x="406800" y="0"/>
                </a:lnTo>
                <a:lnTo>
                  <a:pt x="406800" y="11623"/>
                </a:lnTo>
                <a:lnTo>
                  <a:pt x="395177" y="11623"/>
                </a:lnTo>
                <a:moveTo>
                  <a:pt x="418423" y="0"/>
                </a:moveTo>
                <a:lnTo>
                  <a:pt x="430046" y="0"/>
                </a:lnTo>
                <a:lnTo>
                  <a:pt x="430046" y="11623"/>
                </a:lnTo>
                <a:lnTo>
                  <a:pt x="418423" y="11623"/>
                </a:lnTo>
                <a:moveTo>
                  <a:pt x="441669" y="0"/>
                </a:moveTo>
                <a:lnTo>
                  <a:pt x="453291" y="0"/>
                </a:lnTo>
                <a:lnTo>
                  <a:pt x="453291" y="11623"/>
                </a:lnTo>
                <a:lnTo>
                  <a:pt x="441669" y="11623"/>
                </a:lnTo>
                <a:moveTo>
                  <a:pt x="464914" y="0"/>
                </a:moveTo>
                <a:lnTo>
                  <a:pt x="476537" y="0"/>
                </a:lnTo>
                <a:lnTo>
                  <a:pt x="476537" y="11623"/>
                </a:lnTo>
                <a:lnTo>
                  <a:pt x="464914" y="11623"/>
                </a:lnTo>
                <a:moveTo>
                  <a:pt x="488160" y="0"/>
                </a:moveTo>
                <a:lnTo>
                  <a:pt x="499783" y="0"/>
                </a:lnTo>
                <a:lnTo>
                  <a:pt x="499783" y="11623"/>
                </a:lnTo>
                <a:lnTo>
                  <a:pt x="488160" y="11623"/>
                </a:lnTo>
                <a:moveTo>
                  <a:pt x="511406" y="0"/>
                </a:moveTo>
                <a:lnTo>
                  <a:pt x="523028" y="0"/>
                </a:lnTo>
                <a:lnTo>
                  <a:pt x="523028" y="11623"/>
                </a:lnTo>
                <a:lnTo>
                  <a:pt x="511406" y="11623"/>
                </a:lnTo>
                <a:moveTo>
                  <a:pt x="534651" y="0"/>
                </a:moveTo>
                <a:lnTo>
                  <a:pt x="546274" y="0"/>
                </a:lnTo>
                <a:lnTo>
                  <a:pt x="546274" y="11623"/>
                </a:lnTo>
                <a:lnTo>
                  <a:pt x="534651" y="11623"/>
                </a:lnTo>
                <a:moveTo>
                  <a:pt x="557897" y="0"/>
                </a:moveTo>
                <a:lnTo>
                  <a:pt x="569520" y="0"/>
                </a:lnTo>
                <a:lnTo>
                  <a:pt x="569520" y="11623"/>
                </a:lnTo>
                <a:lnTo>
                  <a:pt x="557897" y="11623"/>
                </a:lnTo>
                <a:moveTo>
                  <a:pt x="581143" y="0"/>
                </a:moveTo>
                <a:lnTo>
                  <a:pt x="592766" y="0"/>
                </a:lnTo>
                <a:lnTo>
                  <a:pt x="592766" y="11623"/>
                </a:lnTo>
                <a:lnTo>
                  <a:pt x="581143" y="11623"/>
                </a:lnTo>
                <a:moveTo>
                  <a:pt x="604388" y="0"/>
                </a:moveTo>
                <a:lnTo>
                  <a:pt x="616011" y="0"/>
                </a:lnTo>
                <a:lnTo>
                  <a:pt x="616011" y="11623"/>
                </a:lnTo>
                <a:lnTo>
                  <a:pt x="604388" y="11623"/>
                </a:lnTo>
                <a:moveTo>
                  <a:pt x="627634" y="0"/>
                </a:moveTo>
                <a:lnTo>
                  <a:pt x="639257" y="0"/>
                </a:lnTo>
                <a:lnTo>
                  <a:pt x="639257" y="11623"/>
                </a:lnTo>
                <a:lnTo>
                  <a:pt x="627634" y="11623"/>
                </a:lnTo>
                <a:moveTo>
                  <a:pt x="650880" y="0"/>
                </a:moveTo>
                <a:lnTo>
                  <a:pt x="662503" y="0"/>
                </a:lnTo>
                <a:lnTo>
                  <a:pt x="662503" y="11623"/>
                </a:lnTo>
                <a:lnTo>
                  <a:pt x="650880" y="11623"/>
                </a:lnTo>
                <a:moveTo>
                  <a:pt x="674126" y="0"/>
                </a:moveTo>
                <a:lnTo>
                  <a:pt x="685748" y="0"/>
                </a:lnTo>
                <a:lnTo>
                  <a:pt x="685748" y="11623"/>
                </a:lnTo>
                <a:lnTo>
                  <a:pt x="674126" y="11623"/>
                </a:lnTo>
                <a:moveTo>
                  <a:pt x="697371" y="0"/>
                </a:moveTo>
                <a:lnTo>
                  <a:pt x="708994" y="0"/>
                </a:lnTo>
                <a:lnTo>
                  <a:pt x="708994" y="11623"/>
                </a:lnTo>
                <a:lnTo>
                  <a:pt x="697371" y="11623"/>
                </a:lnTo>
                <a:moveTo>
                  <a:pt x="720617" y="0"/>
                </a:moveTo>
                <a:lnTo>
                  <a:pt x="732240" y="0"/>
                </a:lnTo>
                <a:lnTo>
                  <a:pt x="732240" y="11623"/>
                </a:lnTo>
                <a:lnTo>
                  <a:pt x="720617" y="11623"/>
                </a:lnTo>
                <a:moveTo>
                  <a:pt x="743863" y="0"/>
                </a:moveTo>
                <a:lnTo>
                  <a:pt x="755486" y="0"/>
                </a:lnTo>
                <a:lnTo>
                  <a:pt x="755486" y="11623"/>
                </a:lnTo>
                <a:lnTo>
                  <a:pt x="743863" y="11623"/>
                </a:lnTo>
                <a:moveTo>
                  <a:pt x="767108" y="0"/>
                </a:moveTo>
                <a:lnTo>
                  <a:pt x="778731" y="0"/>
                </a:lnTo>
                <a:lnTo>
                  <a:pt x="778731" y="11623"/>
                </a:lnTo>
                <a:lnTo>
                  <a:pt x="767108" y="11623"/>
                </a:lnTo>
                <a:moveTo>
                  <a:pt x="790354" y="0"/>
                </a:moveTo>
                <a:lnTo>
                  <a:pt x="801977" y="0"/>
                </a:lnTo>
                <a:lnTo>
                  <a:pt x="801977" y="11623"/>
                </a:lnTo>
                <a:lnTo>
                  <a:pt x="790354" y="11623"/>
                </a:lnTo>
                <a:moveTo>
                  <a:pt x="813600" y="0"/>
                </a:moveTo>
                <a:lnTo>
                  <a:pt x="825223" y="0"/>
                </a:lnTo>
                <a:lnTo>
                  <a:pt x="825223" y="11623"/>
                </a:lnTo>
                <a:lnTo>
                  <a:pt x="813600" y="11623"/>
                </a:lnTo>
                <a:moveTo>
                  <a:pt x="836846" y="0"/>
                </a:moveTo>
                <a:lnTo>
                  <a:pt x="848468" y="0"/>
                </a:lnTo>
                <a:lnTo>
                  <a:pt x="848468" y="11623"/>
                </a:lnTo>
                <a:lnTo>
                  <a:pt x="836846" y="11623"/>
                </a:lnTo>
                <a:moveTo>
                  <a:pt x="860091" y="0"/>
                </a:moveTo>
                <a:lnTo>
                  <a:pt x="871714" y="0"/>
                </a:lnTo>
                <a:lnTo>
                  <a:pt x="871714" y="11623"/>
                </a:lnTo>
                <a:lnTo>
                  <a:pt x="860091" y="11623"/>
                </a:lnTo>
                <a:moveTo>
                  <a:pt x="883337" y="0"/>
                </a:moveTo>
                <a:lnTo>
                  <a:pt x="894960" y="0"/>
                </a:lnTo>
                <a:lnTo>
                  <a:pt x="894960" y="11623"/>
                </a:lnTo>
                <a:lnTo>
                  <a:pt x="883337" y="11623"/>
                </a:lnTo>
                <a:moveTo>
                  <a:pt x="906583" y="0"/>
                </a:moveTo>
                <a:lnTo>
                  <a:pt x="918206" y="0"/>
                </a:lnTo>
                <a:lnTo>
                  <a:pt x="918206" y="11623"/>
                </a:lnTo>
                <a:lnTo>
                  <a:pt x="906583" y="11623"/>
                </a:lnTo>
                <a:moveTo>
                  <a:pt x="929828" y="0"/>
                </a:moveTo>
                <a:lnTo>
                  <a:pt x="941451" y="0"/>
                </a:lnTo>
                <a:lnTo>
                  <a:pt x="941451" y="11623"/>
                </a:lnTo>
                <a:lnTo>
                  <a:pt x="929828" y="11623"/>
                </a:lnTo>
                <a:moveTo>
                  <a:pt x="953074" y="0"/>
                </a:moveTo>
                <a:lnTo>
                  <a:pt x="964697" y="0"/>
                </a:lnTo>
                <a:lnTo>
                  <a:pt x="964697" y="11623"/>
                </a:lnTo>
                <a:lnTo>
                  <a:pt x="953074" y="11623"/>
                </a:lnTo>
                <a:moveTo>
                  <a:pt x="976320" y="0"/>
                </a:moveTo>
                <a:lnTo>
                  <a:pt x="987943" y="0"/>
                </a:lnTo>
                <a:lnTo>
                  <a:pt x="987943" y="11623"/>
                </a:lnTo>
                <a:lnTo>
                  <a:pt x="976320" y="11623"/>
                </a:lnTo>
                <a:moveTo>
                  <a:pt x="999566" y="0"/>
                </a:moveTo>
                <a:lnTo>
                  <a:pt x="1011188" y="0"/>
                </a:lnTo>
                <a:lnTo>
                  <a:pt x="1011188" y="11623"/>
                </a:lnTo>
                <a:lnTo>
                  <a:pt x="999566" y="11623"/>
                </a:lnTo>
                <a:moveTo>
                  <a:pt x="1022811" y="0"/>
                </a:moveTo>
                <a:lnTo>
                  <a:pt x="1034434" y="0"/>
                </a:lnTo>
                <a:lnTo>
                  <a:pt x="1034434" y="11623"/>
                </a:lnTo>
                <a:lnTo>
                  <a:pt x="1022811" y="11623"/>
                </a:lnTo>
                <a:moveTo>
                  <a:pt x="1046057" y="0"/>
                </a:moveTo>
                <a:lnTo>
                  <a:pt x="1057680" y="0"/>
                </a:lnTo>
                <a:lnTo>
                  <a:pt x="1057680" y="11623"/>
                </a:lnTo>
                <a:lnTo>
                  <a:pt x="1046057" y="11623"/>
                </a:lnTo>
                <a:moveTo>
                  <a:pt x="1069303" y="0"/>
                </a:moveTo>
                <a:lnTo>
                  <a:pt x="1080926" y="0"/>
                </a:lnTo>
                <a:lnTo>
                  <a:pt x="1080926" y="11623"/>
                </a:lnTo>
                <a:lnTo>
                  <a:pt x="1069303" y="11623"/>
                </a:lnTo>
                <a:moveTo>
                  <a:pt x="1092548" y="0"/>
                </a:moveTo>
                <a:lnTo>
                  <a:pt x="1104171" y="0"/>
                </a:lnTo>
                <a:lnTo>
                  <a:pt x="1104171" y="11623"/>
                </a:lnTo>
                <a:lnTo>
                  <a:pt x="1092548" y="11623"/>
                </a:lnTo>
                <a:moveTo>
                  <a:pt x="1115794" y="0"/>
                </a:moveTo>
                <a:lnTo>
                  <a:pt x="1127417" y="0"/>
                </a:lnTo>
                <a:lnTo>
                  <a:pt x="1127417" y="11623"/>
                </a:lnTo>
                <a:lnTo>
                  <a:pt x="1115794" y="11623"/>
                </a:lnTo>
                <a:moveTo>
                  <a:pt x="1139040" y="0"/>
                </a:moveTo>
                <a:lnTo>
                  <a:pt x="1150663" y="0"/>
                </a:lnTo>
                <a:lnTo>
                  <a:pt x="1150663" y="11623"/>
                </a:lnTo>
                <a:lnTo>
                  <a:pt x="1139040" y="11623"/>
                </a:lnTo>
                <a:moveTo>
                  <a:pt x="1162286" y="0"/>
                </a:moveTo>
                <a:lnTo>
                  <a:pt x="1173908" y="0"/>
                </a:lnTo>
                <a:lnTo>
                  <a:pt x="1173908" y="11623"/>
                </a:lnTo>
                <a:lnTo>
                  <a:pt x="1162286" y="11623"/>
                </a:lnTo>
                <a:moveTo>
                  <a:pt x="1185531" y="0"/>
                </a:moveTo>
                <a:lnTo>
                  <a:pt x="1197154" y="0"/>
                </a:lnTo>
                <a:lnTo>
                  <a:pt x="1197154" y="11623"/>
                </a:lnTo>
                <a:lnTo>
                  <a:pt x="1185531" y="11623"/>
                </a:lnTo>
                <a:moveTo>
                  <a:pt x="1208777" y="0"/>
                </a:moveTo>
                <a:lnTo>
                  <a:pt x="1220400" y="0"/>
                </a:lnTo>
                <a:lnTo>
                  <a:pt x="1220400" y="11623"/>
                </a:lnTo>
                <a:lnTo>
                  <a:pt x="1208777" y="11623"/>
                </a:lnTo>
                <a:moveTo>
                  <a:pt x="1232023" y="0"/>
                </a:moveTo>
                <a:lnTo>
                  <a:pt x="1243646" y="0"/>
                </a:lnTo>
                <a:lnTo>
                  <a:pt x="1243646" y="11623"/>
                </a:lnTo>
                <a:lnTo>
                  <a:pt x="1232023" y="11623"/>
                </a:lnTo>
                <a:moveTo>
                  <a:pt x="1255268" y="0"/>
                </a:moveTo>
                <a:lnTo>
                  <a:pt x="1266891" y="0"/>
                </a:lnTo>
                <a:lnTo>
                  <a:pt x="1266891" y="11623"/>
                </a:lnTo>
                <a:lnTo>
                  <a:pt x="1255268" y="11623"/>
                </a:lnTo>
                <a:moveTo>
                  <a:pt x="1278514" y="0"/>
                </a:moveTo>
                <a:lnTo>
                  <a:pt x="1290137" y="0"/>
                </a:lnTo>
                <a:lnTo>
                  <a:pt x="1290137" y="11623"/>
                </a:lnTo>
                <a:lnTo>
                  <a:pt x="1278514" y="11623"/>
                </a:lnTo>
                <a:moveTo>
                  <a:pt x="1301760" y="0"/>
                </a:moveTo>
                <a:lnTo>
                  <a:pt x="1313383" y="0"/>
                </a:lnTo>
                <a:lnTo>
                  <a:pt x="1313383" y="11623"/>
                </a:lnTo>
                <a:lnTo>
                  <a:pt x="1301760" y="11623"/>
                </a:lnTo>
                <a:moveTo>
                  <a:pt x="1325006" y="0"/>
                </a:moveTo>
                <a:lnTo>
                  <a:pt x="1336628" y="0"/>
                </a:lnTo>
                <a:lnTo>
                  <a:pt x="1336628" y="11623"/>
                </a:lnTo>
                <a:lnTo>
                  <a:pt x="1325006" y="11623"/>
                </a:lnTo>
                <a:moveTo>
                  <a:pt x="1348251" y="0"/>
                </a:moveTo>
                <a:lnTo>
                  <a:pt x="1359874" y="0"/>
                </a:lnTo>
                <a:lnTo>
                  <a:pt x="1359874" y="11623"/>
                </a:lnTo>
                <a:lnTo>
                  <a:pt x="1348251" y="11623"/>
                </a:lnTo>
                <a:moveTo>
                  <a:pt x="1371497" y="0"/>
                </a:moveTo>
                <a:lnTo>
                  <a:pt x="1383120" y="0"/>
                </a:lnTo>
                <a:lnTo>
                  <a:pt x="1383120" y="11623"/>
                </a:lnTo>
                <a:lnTo>
                  <a:pt x="1371497" y="11623"/>
                </a:lnTo>
                <a:moveTo>
                  <a:pt x="1394743" y="0"/>
                </a:moveTo>
                <a:lnTo>
                  <a:pt x="1406366" y="0"/>
                </a:lnTo>
                <a:lnTo>
                  <a:pt x="1406366" y="11623"/>
                </a:lnTo>
                <a:lnTo>
                  <a:pt x="1394743" y="11623"/>
                </a:lnTo>
                <a:moveTo>
                  <a:pt x="1417988" y="0"/>
                </a:moveTo>
                <a:lnTo>
                  <a:pt x="1429611" y="0"/>
                </a:lnTo>
                <a:lnTo>
                  <a:pt x="1429611" y="11623"/>
                </a:lnTo>
                <a:lnTo>
                  <a:pt x="1417988" y="11623"/>
                </a:lnTo>
                <a:moveTo>
                  <a:pt x="1441234" y="0"/>
                </a:moveTo>
                <a:lnTo>
                  <a:pt x="1452857" y="0"/>
                </a:lnTo>
                <a:lnTo>
                  <a:pt x="1452857" y="11623"/>
                </a:lnTo>
                <a:lnTo>
                  <a:pt x="1441234" y="11623"/>
                </a:lnTo>
                <a:moveTo>
                  <a:pt x="1464480" y="0"/>
                </a:moveTo>
                <a:lnTo>
                  <a:pt x="1476103" y="0"/>
                </a:lnTo>
                <a:lnTo>
                  <a:pt x="1476103" y="11623"/>
                </a:lnTo>
                <a:lnTo>
                  <a:pt x="1464480" y="11623"/>
                </a:lnTo>
                <a:moveTo>
                  <a:pt x="1487726" y="0"/>
                </a:moveTo>
                <a:lnTo>
                  <a:pt x="1499348" y="0"/>
                </a:lnTo>
                <a:lnTo>
                  <a:pt x="1499348" y="11623"/>
                </a:lnTo>
                <a:lnTo>
                  <a:pt x="1487726" y="11623"/>
                </a:lnTo>
                <a:moveTo>
                  <a:pt x="1510971" y="0"/>
                </a:moveTo>
                <a:lnTo>
                  <a:pt x="1522594" y="0"/>
                </a:lnTo>
                <a:lnTo>
                  <a:pt x="1522594" y="11623"/>
                </a:lnTo>
                <a:lnTo>
                  <a:pt x="1510971" y="11623"/>
                </a:lnTo>
                <a:moveTo>
                  <a:pt x="1534217" y="0"/>
                </a:moveTo>
                <a:lnTo>
                  <a:pt x="1545840" y="0"/>
                </a:lnTo>
                <a:lnTo>
                  <a:pt x="1545840" y="11623"/>
                </a:lnTo>
                <a:lnTo>
                  <a:pt x="1534217" y="11623"/>
                </a:lnTo>
                <a:moveTo>
                  <a:pt x="1557463" y="0"/>
                </a:moveTo>
                <a:lnTo>
                  <a:pt x="1569085" y="0"/>
                </a:lnTo>
                <a:lnTo>
                  <a:pt x="1569085" y="11623"/>
                </a:lnTo>
                <a:lnTo>
                  <a:pt x="1557463" y="11623"/>
                </a:lnTo>
                <a:moveTo>
                  <a:pt x="1580708" y="0"/>
                </a:moveTo>
                <a:lnTo>
                  <a:pt x="1592331" y="0"/>
                </a:lnTo>
                <a:lnTo>
                  <a:pt x="1592331" y="11623"/>
                </a:lnTo>
                <a:lnTo>
                  <a:pt x="1580708" y="11623"/>
                </a:lnTo>
                <a:moveTo>
                  <a:pt x="1603954" y="0"/>
                </a:moveTo>
                <a:lnTo>
                  <a:pt x="1615577" y="0"/>
                </a:lnTo>
                <a:lnTo>
                  <a:pt x="1615577" y="11623"/>
                </a:lnTo>
                <a:lnTo>
                  <a:pt x="1603954" y="11623"/>
                </a:lnTo>
                <a:moveTo>
                  <a:pt x="1627200" y="0"/>
                </a:moveTo>
                <a:lnTo>
                  <a:pt x="1638823" y="0"/>
                </a:lnTo>
                <a:lnTo>
                  <a:pt x="1638823" y="11623"/>
                </a:lnTo>
                <a:lnTo>
                  <a:pt x="1627200" y="11623"/>
                </a:lnTo>
                <a:moveTo>
                  <a:pt x="1650445" y="0"/>
                </a:moveTo>
                <a:lnTo>
                  <a:pt x="1662068" y="0"/>
                </a:lnTo>
                <a:lnTo>
                  <a:pt x="1662068" y="11623"/>
                </a:lnTo>
                <a:lnTo>
                  <a:pt x="1650445" y="11623"/>
                </a:lnTo>
                <a:moveTo>
                  <a:pt x="1673691" y="0"/>
                </a:moveTo>
                <a:lnTo>
                  <a:pt x="1685314" y="0"/>
                </a:lnTo>
                <a:lnTo>
                  <a:pt x="1685314" y="11623"/>
                </a:lnTo>
                <a:lnTo>
                  <a:pt x="1673691" y="11623"/>
                </a:lnTo>
                <a:moveTo>
                  <a:pt x="1696937" y="0"/>
                </a:moveTo>
                <a:lnTo>
                  <a:pt x="1708560" y="0"/>
                </a:lnTo>
                <a:lnTo>
                  <a:pt x="1708560" y="11623"/>
                </a:lnTo>
                <a:lnTo>
                  <a:pt x="1696937" y="11623"/>
                </a:lnTo>
                <a:moveTo>
                  <a:pt x="1720183" y="0"/>
                </a:moveTo>
                <a:lnTo>
                  <a:pt x="1731805" y="0"/>
                </a:lnTo>
                <a:lnTo>
                  <a:pt x="1731805" y="11623"/>
                </a:lnTo>
                <a:lnTo>
                  <a:pt x="1720183" y="11623"/>
                </a:lnTo>
                <a:moveTo>
                  <a:pt x="1743428" y="0"/>
                </a:moveTo>
                <a:lnTo>
                  <a:pt x="1755051" y="0"/>
                </a:lnTo>
                <a:lnTo>
                  <a:pt x="1755051" y="11623"/>
                </a:lnTo>
                <a:lnTo>
                  <a:pt x="1743428" y="11623"/>
                </a:lnTo>
                <a:moveTo>
                  <a:pt x="1766674" y="0"/>
                </a:moveTo>
                <a:lnTo>
                  <a:pt x="1778297" y="0"/>
                </a:lnTo>
                <a:lnTo>
                  <a:pt x="1778297" y="11623"/>
                </a:lnTo>
                <a:lnTo>
                  <a:pt x="1766674" y="11623"/>
                </a:lnTo>
                <a:moveTo>
                  <a:pt x="1789920" y="0"/>
                </a:moveTo>
                <a:lnTo>
                  <a:pt x="1801543" y="0"/>
                </a:lnTo>
                <a:lnTo>
                  <a:pt x="1801543" y="11623"/>
                </a:lnTo>
                <a:lnTo>
                  <a:pt x="1789920" y="11623"/>
                </a:lnTo>
                <a:moveTo>
                  <a:pt x="1813165" y="0"/>
                </a:moveTo>
                <a:lnTo>
                  <a:pt x="1824788" y="0"/>
                </a:lnTo>
                <a:lnTo>
                  <a:pt x="1824788" y="11623"/>
                </a:lnTo>
                <a:lnTo>
                  <a:pt x="1813165" y="11623"/>
                </a:lnTo>
                <a:moveTo>
                  <a:pt x="1836411" y="0"/>
                </a:moveTo>
                <a:lnTo>
                  <a:pt x="1848034" y="0"/>
                </a:lnTo>
                <a:lnTo>
                  <a:pt x="1848034" y="11623"/>
                </a:lnTo>
                <a:lnTo>
                  <a:pt x="1836411" y="11623"/>
                </a:lnTo>
                <a:moveTo>
                  <a:pt x="1859657" y="0"/>
                </a:moveTo>
                <a:lnTo>
                  <a:pt x="1871280" y="0"/>
                </a:lnTo>
                <a:lnTo>
                  <a:pt x="1871280" y="11623"/>
                </a:lnTo>
                <a:lnTo>
                  <a:pt x="1859657" y="11623"/>
                </a:lnTo>
                <a:moveTo>
                  <a:pt x="1882903" y="0"/>
                </a:moveTo>
                <a:lnTo>
                  <a:pt x="1894525" y="0"/>
                </a:lnTo>
                <a:lnTo>
                  <a:pt x="1894525" y="11623"/>
                </a:lnTo>
                <a:lnTo>
                  <a:pt x="1882903" y="11623"/>
                </a:lnTo>
                <a:moveTo>
                  <a:pt x="1906148" y="0"/>
                </a:moveTo>
                <a:lnTo>
                  <a:pt x="1917771" y="0"/>
                </a:lnTo>
                <a:lnTo>
                  <a:pt x="1917771" y="11623"/>
                </a:lnTo>
                <a:lnTo>
                  <a:pt x="1906148" y="11623"/>
                </a:lnTo>
                <a:moveTo>
                  <a:pt x="1929394" y="0"/>
                </a:moveTo>
                <a:lnTo>
                  <a:pt x="1941017" y="0"/>
                </a:lnTo>
                <a:lnTo>
                  <a:pt x="1941017" y="11623"/>
                </a:lnTo>
                <a:lnTo>
                  <a:pt x="1929394" y="11623"/>
                </a:lnTo>
                <a:moveTo>
                  <a:pt x="1952640" y="0"/>
                </a:moveTo>
                <a:lnTo>
                  <a:pt x="1964263" y="0"/>
                </a:lnTo>
                <a:lnTo>
                  <a:pt x="1964263" y="11623"/>
                </a:lnTo>
                <a:lnTo>
                  <a:pt x="1952640" y="11623"/>
                </a:lnTo>
                <a:moveTo>
                  <a:pt x="1975885" y="0"/>
                </a:moveTo>
                <a:lnTo>
                  <a:pt x="1987508" y="0"/>
                </a:lnTo>
                <a:lnTo>
                  <a:pt x="1987508" y="11623"/>
                </a:lnTo>
                <a:lnTo>
                  <a:pt x="1975885" y="11623"/>
                </a:lnTo>
                <a:moveTo>
                  <a:pt x="1999131" y="0"/>
                </a:moveTo>
                <a:lnTo>
                  <a:pt x="2010754" y="0"/>
                </a:lnTo>
                <a:lnTo>
                  <a:pt x="2010754" y="11623"/>
                </a:lnTo>
                <a:lnTo>
                  <a:pt x="1999131" y="11623"/>
                </a:lnTo>
                <a:moveTo>
                  <a:pt x="2022377" y="0"/>
                </a:moveTo>
                <a:lnTo>
                  <a:pt x="2034000" y="0"/>
                </a:lnTo>
                <a:lnTo>
                  <a:pt x="2034000" y="11623"/>
                </a:lnTo>
                <a:lnTo>
                  <a:pt x="2022377" y="11623"/>
                </a:lnTo>
                <a:moveTo>
                  <a:pt x="2045623" y="0"/>
                </a:moveTo>
                <a:lnTo>
                  <a:pt x="2057245" y="0"/>
                </a:lnTo>
                <a:lnTo>
                  <a:pt x="2057245" y="11623"/>
                </a:lnTo>
                <a:lnTo>
                  <a:pt x="2045623" y="11623"/>
                </a:lnTo>
                <a:moveTo>
                  <a:pt x="2068868" y="0"/>
                </a:moveTo>
                <a:lnTo>
                  <a:pt x="2080491" y="0"/>
                </a:lnTo>
                <a:lnTo>
                  <a:pt x="2080491" y="11623"/>
                </a:lnTo>
                <a:lnTo>
                  <a:pt x="2068868" y="11623"/>
                </a:lnTo>
                <a:moveTo>
                  <a:pt x="2092114" y="0"/>
                </a:moveTo>
                <a:lnTo>
                  <a:pt x="2103737" y="0"/>
                </a:lnTo>
                <a:lnTo>
                  <a:pt x="2103737" y="11623"/>
                </a:lnTo>
                <a:lnTo>
                  <a:pt x="2092114" y="11623"/>
                </a:lnTo>
                <a:moveTo>
                  <a:pt x="2115360" y="0"/>
                </a:moveTo>
                <a:lnTo>
                  <a:pt x="2126983" y="0"/>
                </a:lnTo>
                <a:lnTo>
                  <a:pt x="2126983" y="11623"/>
                </a:lnTo>
                <a:lnTo>
                  <a:pt x="2115360" y="11623"/>
                </a:lnTo>
                <a:moveTo>
                  <a:pt x="2138605" y="0"/>
                </a:moveTo>
                <a:lnTo>
                  <a:pt x="2150228" y="0"/>
                </a:lnTo>
                <a:lnTo>
                  <a:pt x="2150228" y="11623"/>
                </a:lnTo>
                <a:lnTo>
                  <a:pt x="2138605" y="11623"/>
                </a:lnTo>
                <a:moveTo>
                  <a:pt x="2161851" y="0"/>
                </a:moveTo>
                <a:lnTo>
                  <a:pt x="2173474" y="0"/>
                </a:lnTo>
                <a:lnTo>
                  <a:pt x="2173474" y="11623"/>
                </a:lnTo>
                <a:lnTo>
                  <a:pt x="2161851" y="11623"/>
                </a:lnTo>
                <a:moveTo>
                  <a:pt x="2185097" y="0"/>
                </a:moveTo>
                <a:lnTo>
                  <a:pt x="2196720" y="0"/>
                </a:lnTo>
                <a:lnTo>
                  <a:pt x="2196720" y="11623"/>
                </a:lnTo>
                <a:lnTo>
                  <a:pt x="2185097" y="11623"/>
                </a:lnTo>
                <a:moveTo>
                  <a:pt x="2208343" y="0"/>
                </a:moveTo>
                <a:lnTo>
                  <a:pt x="2219965" y="0"/>
                </a:lnTo>
                <a:lnTo>
                  <a:pt x="2219965" y="11623"/>
                </a:lnTo>
                <a:lnTo>
                  <a:pt x="2208343" y="11623"/>
                </a:lnTo>
                <a:moveTo>
                  <a:pt x="2231588" y="0"/>
                </a:moveTo>
                <a:lnTo>
                  <a:pt x="2243211" y="0"/>
                </a:lnTo>
                <a:lnTo>
                  <a:pt x="2243211" y="11623"/>
                </a:lnTo>
                <a:lnTo>
                  <a:pt x="2231588" y="11623"/>
                </a:lnTo>
                <a:moveTo>
                  <a:pt x="2254834" y="0"/>
                </a:moveTo>
                <a:lnTo>
                  <a:pt x="2266457" y="0"/>
                </a:lnTo>
                <a:lnTo>
                  <a:pt x="2266457" y="11623"/>
                </a:lnTo>
                <a:lnTo>
                  <a:pt x="2254834" y="11623"/>
                </a:lnTo>
                <a:moveTo>
                  <a:pt x="2278080" y="0"/>
                </a:moveTo>
                <a:lnTo>
                  <a:pt x="2289703" y="0"/>
                </a:lnTo>
                <a:lnTo>
                  <a:pt x="2289703" y="11623"/>
                </a:lnTo>
                <a:lnTo>
                  <a:pt x="2278080" y="11623"/>
                </a:lnTo>
                <a:moveTo>
                  <a:pt x="2301325" y="0"/>
                </a:moveTo>
                <a:lnTo>
                  <a:pt x="2312948" y="0"/>
                </a:lnTo>
                <a:lnTo>
                  <a:pt x="2312948" y="11623"/>
                </a:lnTo>
                <a:lnTo>
                  <a:pt x="2301325" y="11623"/>
                </a:lnTo>
                <a:moveTo>
                  <a:pt x="2324571" y="0"/>
                </a:moveTo>
                <a:lnTo>
                  <a:pt x="2336194" y="0"/>
                </a:lnTo>
                <a:lnTo>
                  <a:pt x="2336194" y="11623"/>
                </a:lnTo>
                <a:lnTo>
                  <a:pt x="2324571" y="11623"/>
                </a:lnTo>
                <a:moveTo>
                  <a:pt x="2347817" y="0"/>
                </a:moveTo>
                <a:lnTo>
                  <a:pt x="2359440" y="0"/>
                </a:lnTo>
                <a:lnTo>
                  <a:pt x="2359440" y="11623"/>
                </a:lnTo>
                <a:lnTo>
                  <a:pt x="2347817" y="11623"/>
                </a:lnTo>
                <a:moveTo>
                  <a:pt x="2371063" y="0"/>
                </a:moveTo>
                <a:lnTo>
                  <a:pt x="2382685" y="0"/>
                </a:lnTo>
                <a:lnTo>
                  <a:pt x="2382685" y="11623"/>
                </a:lnTo>
                <a:lnTo>
                  <a:pt x="2371063" y="11623"/>
                </a:lnTo>
                <a:moveTo>
                  <a:pt x="2394308" y="0"/>
                </a:moveTo>
                <a:lnTo>
                  <a:pt x="2405931" y="0"/>
                </a:lnTo>
                <a:lnTo>
                  <a:pt x="2405931" y="11623"/>
                </a:lnTo>
                <a:lnTo>
                  <a:pt x="2394308" y="11623"/>
                </a:lnTo>
                <a:moveTo>
                  <a:pt x="2417554" y="0"/>
                </a:moveTo>
                <a:lnTo>
                  <a:pt x="2429177" y="0"/>
                </a:lnTo>
                <a:lnTo>
                  <a:pt x="2429177" y="11623"/>
                </a:lnTo>
                <a:lnTo>
                  <a:pt x="2417554" y="11623"/>
                </a:lnTo>
                <a:moveTo>
                  <a:pt x="2440800" y="0"/>
                </a:moveTo>
                <a:lnTo>
                  <a:pt x="2452423" y="0"/>
                </a:lnTo>
                <a:lnTo>
                  <a:pt x="2452423" y="11623"/>
                </a:lnTo>
                <a:lnTo>
                  <a:pt x="2440800" y="11623"/>
                </a:lnTo>
                <a:moveTo>
                  <a:pt x="2464045" y="0"/>
                </a:moveTo>
                <a:lnTo>
                  <a:pt x="2475668" y="0"/>
                </a:lnTo>
                <a:lnTo>
                  <a:pt x="2475668" y="11623"/>
                </a:lnTo>
                <a:lnTo>
                  <a:pt x="2464045" y="11623"/>
                </a:lnTo>
                <a:moveTo>
                  <a:pt x="2487291" y="0"/>
                </a:moveTo>
                <a:lnTo>
                  <a:pt x="2498914" y="0"/>
                </a:lnTo>
                <a:lnTo>
                  <a:pt x="2498914" y="11623"/>
                </a:lnTo>
                <a:lnTo>
                  <a:pt x="2487291" y="11623"/>
                </a:lnTo>
                <a:moveTo>
                  <a:pt x="2510537" y="0"/>
                </a:moveTo>
                <a:lnTo>
                  <a:pt x="2522160" y="0"/>
                </a:lnTo>
                <a:lnTo>
                  <a:pt x="2522160" y="11623"/>
                </a:lnTo>
                <a:lnTo>
                  <a:pt x="2510537" y="11623"/>
                </a:lnTo>
                <a:moveTo>
                  <a:pt x="2533783" y="0"/>
                </a:moveTo>
                <a:lnTo>
                  <a:pt x="2545405" y="0"/>
                </a:lnTo>
                <a:lnTo>
                  <a:pt x="2545405" y="11623"/>
                </a:lnTo>
                <a:lnTo>
                  <a:pt x="2533783" y="11623"/>
                </a:lnTo>
                <a:moveTo>
                  <a:pt x="2557028" y="0"/>
                </a:moveTo>
                <a:lnTo>
                  <a:pt x="2568651" y="0"/>
                </a:lnTo>
                <a:lnTo>
                  <a:pt x="2568651" y="11623"/>
                </a:lnTo>
                <a:lnTo>
                  <a:pt x="2557028" y="11623"/>
                </a:lnTo>
                <a:moveTo>
                  <a:pt x="2580274" y="0"/>
                </a:moveTo>
                <a:lnTo>
                  <a:pt x="2591897" y="0"/>
                </a:lnTo>
                <a:lnTo>
                  <a:pt x="2591897" y="11623"/>
                </a:lnTo>
                <a:lnTo>
                  <a:pt x="2580274" y="11623"/>
                </a:lnTo>
                <a:moveTo>
                  <a:pt x="2603520" y="0"/>
                </a:moveTo>
                <a:lnTo>
                  <a:pt x="2615142" y="0"/>
                </a:lnTo>
                <a:lnTo>
                  <a:pt x="2615142" y="11623"/>
                </a:lnTo>
                <a:lnTo>
                  <a:pt x="2603520" y="11623"/>
                </a:lnTo>
                <a:moveTo>
                  <a:pt x="2626765" y="0"/>
                </a:moveTo>
                <a:lnTo>
                  <a:pt x="2638388" y="0"/>
                </a:lnTo>
                <a:lnTo>
                  <a:pt x="2638388" y="11623"/>
                </a:lnTo>
                <a:lnTo>
                  <a:pt x="2626765" y="11623"/>
                </a:lnTo>
                <a:moveTo>
                  <a:pt x="2650011" y="0"/>
                </a:moveTo>
                <a:lnTo>
                  <a:pt x="2661634" y="0"/>
                </a:lnTo>
                <a:lnTo>
                  <a:pt x="2661634" y="11623"/>
                </a:lnTo>
                <a:lnTo>
                  <a:pt x="2650011" y="11623"/>
                </a:lnTo>
                <a:moveTo>
                  <a:pt x="2673257" y="0"/>
                </a:moveTo>
                <a:lnTo>
                  <a:pt x="2684880" y="0"/>
                </a:lnTo>
                <a:lnTo>
                  <a:pt x="2684880" y="11623"/>
                </a:lnTo>
                <a:lnTo>
                  <a:pt x="2673257" y="11623"/>
                </a:lnTo>
                <a:moveTo>
                  <a:pt x="2696502" y="0"/>
                </a:moveTo>
                <a:lnTo>
                  <a:pt x="2708125" y="0"/>
                </a:lnTo>
                <a:lnTo>
                  <a:pt x="2708125" y="11623"/>
                </a:lnTo>
                <a:lnTo>
                  <a:pt x="2696502" y="11623"/>
                </a:lnTo>
                <a:moveTo>
                  <a:pt x="2719748" y="0"/>
                </a:moveTo>
                <a:lnTo>
                  <a:pt x="2731371" y="0"/>
                </a:lnTo>
                <a:lnTo>
                  <a:pt x="2731371" y="11623"/>
                </a:lnTo>
                <a:lnTo>
                  <a:pt x="2719748" y="11623"/>
                </a:lnTo>
                <a:moveTo>
                  <a:pt x="2742994" y="0"/>
                </a:moveTo>
                <a:lnTo>
                  <a:pt x="2754617" y="0"/>
                </a:lnTo>
                <a:lnTo>
                  <a:pt x="2754617" y="11623"/>
                </a:lnTo>
                <a:lnTo>
                  <a:pt x="2742994" y="11623"/>
                </a:lnTo>
                <a:moveTo>
                  <a:pt x="2766240" y="0"/>
                </a:moveTo>
                <a:lnTo>
                  <a:pt x="2777862" y="0"/>
                </a:lnTo>
                <a:lnTo>
                  <a:pt x="2777862" y="11623"/>
                </a:lnTo>
                <a:lnTo>
                  <a:pt x="2766240" y="11623"/>
                </a:lnTo>
                <a:moveTo>
                  <a:pt x="2789485" y="0"/>
                </a:moveTo>
                <a:lnTo>
                  <a:pt x="2801108" y="0"/>
                </a:lnTo>
                <a:lnTo>
                  <a:pt x="2801108" y="11623"/>
                </a:lnTo>
                <a:lnTo>
                  <a:pt x="2789485" y="11623"/>
                </a:lnTo>
                <a:moveTo>
                  <a:pt x="2812731" y="0"/>
                </a:moveTo>
                <a:lnTo>
                  <a:pt x="2824354" y="0"/>
                </a:lnTo>
                <a:lnTo>
                  <a:pt x="2824354" y="11623"/>
                </a:lnTo>
                <a:lnTo>
                  <a:pt x="2812731" y="11623"/>
                </a:lnTo>
                <a:moveTo>
                  <a:pt x="2835977" y="0"/>
                </a:moveTo>
                <a:lnTo>
                  <a:pt x="2847600" y="0"/>
                </a:lnTo>
                <a:lnTo>
                  <a:pt x="2847600" y="11623"/>
                </a:lnTo>
                <a:lnTo>
                  <a:pt x="2835977" y="11623"/>
                </a:lnTo>
                <a:moveTo>
                  <a:pt x="2859222" y="0"/>
                </a:moveTo>
                <a:lnTo>
                  <a:pt x="2870845" y="0"/>
                </a:lnTo>
                <a:lnTo>
                  <a:pt x="2870845" y="11623"/>
                </a:lnTo>
                <a:lnTo>
                  <a:pt x="2859222" y="11623"/>
                </a:lnTo>
                <a:moveTo>
                  <a:pt x="2882468" y="0"/>
                </a:moveTo>
                <a:lnTo>
                  <a:pt x="2894091" y="0"/>
                </a:lnTo>
                <a:lnTo>
                  <a:pt x="2894091" y="11623"/>
                </a:lnTo>
                <a:lnTo>
                  <a:pt x="2882468" y="11623"/>
                </a:lnTo>
                <a:moveTo>
                  <a:pt x="2905714" y="0"/>
                </a:moveTo>
                <a:lnTo>
                  <a:pt x="2917337" y="0"/>
                </a:lnTo>
                <a:lnTo>
                  <a:pt x="2917337" y="11623"/>
                </a:lnTo>
                <a:lnTo>
                  <a:pt x="2905714" y="11623"/>
                </a:lnTo>
                <a:moveTo>
                  <a:pt x="2928960" y="0"/>
                </a:moveTo>
                <a:lnTo>
                  <a:pt x="2940582" y="0"/>
                </a:lnTo>
                <a:lnTo>
                  <a:pt x="2940582" y="11623"/>
                </a:lnTo>
                <a:lnTo>
                  <a:pt x="2928960" y="11623"/>
                </a:lnTo>
                <a:moveTo>
                  <a:pt x="2952205" y="0"/>
                </a:moveTo>
                <a:lnTo>
                  <a:pt x="2963828" y="0"/>
                </a:lnTo>
                <a:lnTo>
                  <a:pt x="2963828" y="11623"/>
                </a:lnTo>
                <a:lnTo>
                  <a:pt x="2952205" y="11623"/>
                </a:lnTo>
                <a:moveTo>
                  <a:pt x="2975451" y="0"/>
                </a:moveTo>
                <a:lnTo>
                  <a:pt x="2987074" y="0"/>
                </a:lnTo>
                <a:lnTo>
                  <a:pt x="2987074" y="11623"/>
                </a:lnTo>
                <a:lnTo>
                  <a:pt x="2975451" y="11623"/>
                </a:lnTo>
                <a:moveTo>
                  <a:pt x="2998697" y="0"/>
                </a:moveTo>
                <a:lnTo>
                  <a:pt x="3010320" y="0"/>
                </a:lnTo>
                <a:lnTo>
                  <a:pt x="3010320" y="11623"/>
                </a:lnTo>
                <a:lnTo>
                  <a:pt x="2998697" y="11623"/>
                </a:lnTo>
                <a:moveTo>
                  <a:pt x="3021942" y="0"/>
                </a:moveTo>
                <a:lnTo>
                  <a:pt x="3033565" y="0"/>
                </a:lnTo>
                <a:lnTo>
                  <a:pt x="3033565" y="11623"/>
                </a:lnTo>
                <a:lnTo>
                  <a:pt x="3021942" y="11623"/>
                </a:lnTo>
                <a:moveTo>
                  <a:pt x="3045188" y="0"/>
                </a:moveTo>
                <a:lnTo>
                  <a:pt x="3056811" y="0"/>
                </a:lnTo>
                <a:lnTo>
                  <a:pt x="3056811" y="11623"/>
                </a:lnTo>
                <a:lnTo>
                  <a:pt x="3045188" y="11623"/>
                </a:lnTo>
                <a:moveTo>
                  <a:pt x="3068434" y="0"/>
                </a:moveTo>
                <a:lnTo>
                  <a:pt x="3080057" y="0"/>
                </a:lnTo>
                <a:lnTo>
                  <a:pt x="3080057" y="11623"/>
                </a:lnTo>
                <a:lnTo>
                  <a:pt x="3068434" y="11623"/>
                </a:lnTo>
                <a:moveTo>
                  <a:pt x="3091680" y="0"/>
                </a:moveTo>
                <a:lnTo>
                  <a:pt x="3103302" y="0"/>
                </a:lnTo>
                <a:lnTo>
                  <a:pt x="3103302" y="11623"/>
                </a:lnTo>
                <a:lnTo>
                  <a:pt x="3091680" y="11623"/>
                </a:lnTo>
                <a:moveTo>
                  <a:pt x="3114925" y="0"/>
                </a:moveTo>
                <a:lnTo>
                  <a:pt x="3126548" y="0"/>
                </a:lnTo>
                <a:lnTo>
                  <a:pt x="3126548" y="11623"/>
                </a:lnTo>
                <a:lnTo>
                  <a:pt x="3114925" y="11623"/>
                </a:lnTo>
                <a:moveTo>
                  <a:pt x="3138171" y="0"/>
                </a:moveTo>
                <a:lnTo>
                  <a:pt x="3149794" y="0"/>
                </a:lnTo>
                <a:lnTo>
                  <a:pt x="3149794" y="11623"/>
                </a:lnTo>
                <a:lnTo>
                  <a:pt x="3138171" y="11623"/>
                </a:lnTo>
                <a:moveTo>
                  <a:pt x="3161417" y="0"/>
                </a:moveTo>
                <a:lnTo>
                  <a:pt x="3173040" y="0"/>
                </a:lnTo>
                <a:lnTo>
                  <a:pt x="3173040" y="11623"/>
                </a:lnTo>
                <a:lnTo>
                  <a:pt x="3161417" y="11623"/>
                </a:lnTo>
                <a:moveTo>
                  <a:pt x="3184662" y="0"/>
                </a:moveTo>
                <a:lnTo>
                  <a:pt x="3196285" y="0"/>
                </a:lnTo>
                <a:lnTo>
                  <a:pt x="3196285" y="11623"/>
                </a:lnTo>
                <a:lnTo>
                  <a:pt x="3184662" y="11623"/>
                </a:lnTo>
                <a:moveTo>
                  <a:pt x="3207908" y="0"/>
                </a:moveTo>
                <a:lnTo>
                  <a:pt x="3219531" y="0"/>
                </a:lnTo>
                <a:lnTo>
                  <a:pt x="3219531" y="11623"/>
                </a:lnTo>
                <a:lnTo>
                  <a:pt x="3207908" y="11623"/>
                </a:lnTo>
                <a:moveTo>
                  <a:pt x="3231154" y="0"/>
                </a:moveTo>
                <a:lnTo>
                  <a:pt x="3242777" y="0"/>
                </a:lnTo>
                <a:lnTo>
                  <a:pt x="3242777" y="11623"/>
                </a:lnTo>
                <a:lnTo>
                  <a:pt x="3231154" y="11623"/>
                </a:lnTo>
                <a:moveTo>
                  <a:pt x="3254400" y="0"/>
                </a:moveTo>
                <a:lnTo>
                  <a:pt x="3266022" y="0"/>
                </a:lnTo>
                <a:lnTo>
                  <a:pt x="3266022" y="11623"/>
                </a:lnTo>
                <a:lnTo>
                  <a:pt x="3254400" y="11623"/>
                </a:lnTo>
                <a:moveTo>
                  <a:pt x="3277645" y="0"/>
                </a:moveTo>
                <a:lnTo>
                  <a:pt x="3289268" y="0"/>
                </a:lnTo>
                <a:lnTo>
                  <a:pt x="3289268" y="11623"/>
                </a:lnTo>
                <a:lnTo>
                  <a:pt x="3277645" y="11623"/>
                </a:lnTo>
                <a:moveTo>
                  <a:pt x="3300891" y="0"/>
                </a:moveTo>
                <a:lnTo>
                  <a:pt x="3312514" y="0"/>
                </a:lnTo>
                <a:lnTo>
                  <a:pt x="3312514" y="11623"/>
                </a:lnTo>
                <a:lnTo>
                  <a:pt x="3300891" y="11623"/>
                </a:lnTo>
                <a:moveTo>
                  <a:pt x="3324137" y="0"/>
                </a:moveTo>
                <a:lnTo>
                  <a:pt x="3335760" y="0"/>
                </a:lnTo>
                <a:lnTo>
                  <a:pt x="3335760" y="11623"/>
                </a:lnTo>
                <a:lnTo>
                  <a:pt x="3324137" y="11623"/>
                </a:lnTo>
                <a:moveTo>
                  <a:pt x="3347382" y="0"/>
                </a:moveTo>
                <a:lnTo>
                  <a:pt x="3359005" y="0"/>
                </a:lnTo>
                <a:lnTo>
                  <a:pt x="3359005" y="11623"/>
                </a:lnTo>
                <a:lnTo>
                  <a:pt x="3347382" y="11623"/>
                </a:lnTo>
                <a:moveTo>
                  <a:pt x="3370628" y="0"/>
                </a:moveTo>
                <a:lnTo>
                  <a:pt x="3382251" y="0"/>
                </a:lnTo>
                <a:lnTo>
                  <a:pt x="3382251" y="11623"/>
                </a:lnTo>
                <a:lnTo>
                  <a:pt x="3370628" y="11623"/>
                </a:lnTo>
                <a:moveTo>
                  <a:pt x="3393874" y="0"/>
                </a:moveTo>
                <a:lnTo>
                  <a:pt x="3405497" y="0"/>
                </a:lnTo>
                <a:lnTo>
                  <a:pt x="3405497" y="11623"/>
                </a:lnTo>
                <a:lnTo>
                  <a:pt x="3393874" y="11623"/>
                </a:lnTo>
                <a:moveTo>
                  <a:pt x="3417120" y="0"/>
                </a:moveTo>
                <a:lnTo>
                  <a:pt x="3428742" y="0"/>
                </a:lnTo>
                <a:lnTo>
                  <a:pt x="3428742" y="11623"/>
                </a:lnTo>
                <a:lnTo>
                  <a:pt x="3417120" y="11623"/>
                </a:lnTo>
                <a:moveTo>
                  <a:pt x="3440365" y="0"/>
                </a:moveTo>
                <a:lnTo>
                  <a:pt x="3451988" y="0"/>
                </a:lnTo>
                <a:lnTo>
                  <a:pt x="3451988" y="11623"/>
                </a:lnTo>
                <a:lnTo>
                  <a:pt x="3440365" y="11623"/>
                </a:lnTo>
                <a:moveTo>
                  <a:pt x="3463611" y="0"/>
                </a:moveTo>
                <a:lnTo>
                  <a:pt x="3475234" y="0"/>
                </a:lnTo>
                <a:lnTo>
                  <a:pt x="3475234" y="11623"/>
                </a:lnTo>
                <a:lnTo>
                  <a:pt x="3463611" y="11623"/>
                </a:lnTo>
                <a:moveTo>
                  <a:pt x="3486857" y="0"/>
                </a:moveTo>
                <a:lnTo>
                  <a:pt x="3498480" y="0"/>
                </a:lnTo>
                <a:lnTo>
                  <a:pt x="3498480" y="11623"/>
                </a:lnTo>
                <a:lnTo>
                  <a:pt x="3486857" y="11623"/>
                </a:lnTo>
                <a:moveTo>
                  <a:pt x="3510102" y="0"/>
                </a:moveTo>
                <a:lnTo>
                  <a:pt x="3521725" y="0"/>
                </a:lnTo>
                <a:lnTo>
                  <a:pt x="3521725" y="11623"/>
                </a:lnTo>
                <a:lnTo>
                  <a:pt x="3510102" y="11623"/>
                </a:lnTo>
                <a:moveTo>
                  <a:pt x="3533348" y="0"/>
                </a:moveTo>
                <a:lnTo>
                  <a:pt x="3544971" y="0"/>
                </a:lnTo>
                <a:lnTo>
                  <a:pt x="3544971" y="11623"/>
                </a:lnTo>
                <a:lnTo>
                  <a:pt x="3533348" y="11623"/>
                </a:lnTo>
                <a:moveTo>
                  <a:pt x="3556594" y="0"/>
                </a:moveTo>
                <a:lnTo>
                  <a:pt x="3568217" y="0"/>
                </a:lnTo>
                <a:lnTo>
                  <a:pt x="3568217" y="11623"/>
                </a:lnTo>
                <a:lnTo>
                  <a:pt x="3556594" y="11623"/>
                </a:lnTo>
                <a:moveTo>
                  <a:pt x="3579840" y="0"/>
                </a:moveTo>
                <a:lnTo>
                  <a:pt x="3591462" y="0"/>
                </a:lnTo>
                <a:lnTo>
                  <a:pt x="3591462" y="11623"/>
                </a:lnTo>
                <a:lnTo>
                  <a:pt x="3579840" y="11623"/>
                </a:lnTo>
                <a:moveTo>
                  <a:pt x="3603085" y="0"/>
                </a:moveTo>
                <a:lnTo>
                  <a:pt x="3614708" y="0"/>
                </a:lnTo>
                <a:lnTo>
                  <a:pt x="3614708" y="11623"/>
                </a:lnTo>
                <a:lnTo>
                  <a:pt x="3603085" y="11623"/>
                </a:lnTo>
                <a:moveTo>
                  <a:pt x="3626331" y="0"/>
                </a:moveTo>
                <a:lnTo>
                  <a:pt x="3637954" y="0"/>
                </a:lnTo>
                <a:lnTo>
                  <a:pt x="3637954" y="11623"/>
                </a:lnTo>
                <a:lnTo>
                  <a:pt x="3626331" y="11623"/>
                </a:lnTo>
                <a:moveTo>
                  <a:pt x="3649577" y="0"/>
                </a:moveTo>
                <a:lnTo>
                  <a:pt x="3661199" y="0"/>
                </a:lnTo>
                <a:lnTo>
                  <a:pt x="3661199" y="11623"/>
                </a:lnTo>
                <a:lnTo>
                  <a:pt x="3649577" y="11623"/>
                </a:lnTo>
                <a:moveTo>
                  <a:pt x="3672822" y="0"/>
                </a:moveTo>
                <a:lnTo>
                  <a:pt x="3684445" y="0"/>
                </a:lnTo>
                <a:lnTo>
                  <a:pt x="3684445" y="11623"/>
                </a:lnTo>
                <a:lnTo>
                  <a:pt x="3672822" y="11623"/>
                </a:lnTo>
                <a:moveTo>
                  <a:pt x="3696068" y="0"/>
                </a:moveTo>
                <a:lnTo>
                  <a:pt x="3707691" y="0"/>
                </a:lnTo>
                <a:lnTo>
                  <a:pt x="3707691" y="11623"/>
                </a:lnTo>
                <a:lnTo>
                  <a:pt x="3696068" y="11623"/>
                </a:lnTo>
                <a:moveTo>
                  <a:pt x="3719314" y="0"/>
                </a:moveTo>
                <a:lnTo>
                  <a:pt x="3730937" y="0"/>
                </a:lnTo>
                <a:lnTo>
                  <a:pt x="3730937" y="11623"/>
                </a:lnTo>
                <a:lnTo>
                  <a:pt x="3719314" y="11623"/>
                </a:lnTo>
                <a:moveTo>
                  <a:pt x="3742559" y="0"/>
                </a:moveTo>
                <a:lnTo>
                  <a:pt x="3754182" y="0"/>
                </a:lnTo>
                <a:lnTo>
                  <a:pt x="3754182" y="11623"/>
                </a:lnTo>
                <a:lnTo>
                  <a:pt x="3742559" y="11623"/>
                </a:lnTo>
                <a:moveTo>
                  <a:pt x="3765805" y="0"/>
                </a:moveTo>
                <a:lnTo>
                  <a:pt x="3777428" y="0"/>
                </a:lnTo>
                <a:lnTo>
                  <a:pt x="3777428" y="11623"/>
                </a:lnTo>
                <a:lnTo>
                  <a:pt x="3765805" y="11623"/>
                </a:lnTo>
                <a:moveTo>
                  <a:pt x="3789051" y="0"/>
                </a:moveTo>
                <a:lnTo>
                  <a:pt x="3800674" y="0"/>
                </a:lnTo>
                <a:lnTo>
                  <a:pt x="3800674" y="11623"/>
                </a:lnTo>
                <a:lnTo>
                  <a:pt x="3789051" y="11623"/>
                </a:lnTo>
                <a:moveTo>
                  <a:pt x="3812297" y="0"/>
                </a:moveTo>
                <a:lnTo>
                  <a:pt x="3823919" y="0"/>
                </a:lnTo>
                <a:lnTo>
                  <a:pt x="3823919" y="11623"/>
                </a:lnTo>
                <a:lnTo>
                  <a:pt x="3812297" y="11623"/>
                </a:lnTo>
                <a:moveTo>
                  <a:pt x="3835542" y="0"/>
                </a:moveTo>
                <a:lnTo>
                  <a:pt x="3847165" y="0"/>
                </a:lnTo>
                <a:lnTo>
                  <a:pt x="3847165" y="11623"/>
                </a:lnTo>
                <a:lnTo>
                  <a:pt x="3835542" y="11623"/>
                </a:lnTo>
                <a:moveTo>
                  <a:pt x="3858788" y="0"/>
                </a:moveTo>
                <a:lnTo>
                  <a:pt x="3870411" y="0"/>
                </a:lnTo>
                <a:lnTo>
                  <a:pt x="3870411" y="11623"/>
                </a:lnTo>
                <a:lnTo>
                  <a:pt x="3858788" y="11623"/>
                </a:lnTo>
                <a:moveTo>
                  <a:pt x="3882034" y="0"/>
                </a:moveTo>
                <a:lnTo>
                  <a:pt x="3893657" y="0"/>
                </a:lnTo>
                <a:lnTo>
                  <a:pt x="3893657" y="11623"/>
                </a:lnTo>
                <a:lnTo>
                  <a:pt x="3882034" y="11623"/>
                </a:lnTo>
                <a:moveTo>
                  <a:pt x="3905279" y="0"/>
                </a:moveTo>
                <a:lnTo>
                  <a:pt x="3916902" y="0"/>
                </a:lnTo>
                <a:lnTo>
                  <a:pt x="3916902" y="11623"/>
                </a:lnTo>
                <a:lnTo>
                  <a:pt x="3905279" y="11623"/>
                </a:lnTo>
                <a:moveTo>
                  <a:pt x="3928525" y="0"/>
                </a:moveTo>
                <a:lnTo>
                  <a:pt x="3940148" y="0"/>
                </a:lnTo>
                <a:lnTo>
                  <a:pt x="3940148" y="11623"/>
                </a:lnTo>
                <a:lnTo>
                  <a:pt x="3928525" y="11623"/>
                </a:lnTo>
                <a:moveTo>
                  <a:pt x="3951771" y="0"/>
                </a:moveTo>
                <a:lnTo>
                  <a:pt x="3963394" y="0"/>
                </a:lnTo>
                <a:lnTo>
                  <a:pt x="3963394" y="11623"/>
                </a:lnTo>
                <a:lnTo>
                  <a:pt x="3951771" y="11623"/>
                </a:lnTo>
                <a:moveTo>
                  <a:pt x="3975017" y="0"/>
                </a:moveTo>
                <a:lnTo>
                  <a:pt x="3986639" y="0"/>
                </a:lnTo>
                <a:lnTo>
                  <a:pt x="3986639" y="11623"/>
                </a:lnTo>
                <a:lnTo>
                  <a:pt x="3975017" y="11623"/>
                </a:lnTo>
                <a:moveTo>
                  <a:pt x="3998262" y="0"/>
                </a:moveTo>
                <a:lnTo>
                  <a:pt x="4009885" y="0"/>
                </a:lnTo>
                <a:lnTo>
                  <a:pt x="4009885" y="11623"/>
                </a:lnTo>
                <a:lnTo>
                  <a:pt x="3998262" y="11623"/>
                </a:lnTo>
                <a:moveTo>
                  <a:pt x="4021508" y="0"/>
                </a:moveTo>
                <a:lnTo>
                  <a:pt x="4033131" y="0"/>
                </a:lnTo>
                <a:lnTo>
                  <a:pt x="4033131" y="11623"/>
                </a:lnTo>
                <a:lnTo>
                  <a:pt x="4021508" y="11623"/>
                </a:lnTo>
                <a:moveTo>
                  <a:pt x="4044754" y="0"/>
                </a:moveTo>
                <a:lnTo>
                  <a:pt x="4056377" y="0"/>
                </a:lnTo>
                <a:lnTo>
                  <a:pt x="4056377" y="11623"/>
                </a:lnTo>
                <a:lnTo>
                  <a:pt x="4044754" y="11623"/>
                </a:lnTo>
                <a:moveTo>
                  <a:pt x="4067999" y="0"/>
                </a:moveTo>
                <a:lnTo>
                  <a:pt x="4079622" y="0"/>
                </a:lnTo>
                <a:lnTo>
                  <a:pt x="4079622" y="11623"/>
                </a:lnTo>
                <a:lnTo>
                  <a:pt x="4067999" y="11623"/>
                </a:lnTo>
                <a:moveTo>
                  <a:pt x="4091245" y="0"/>
                </a:moveTo>
                <a:lnTo>
                  <a:pt x="4102868" y="0"/>
                </a:lnTo>
                <a:lnTo>
                  <a:pt x="4102868" y="11623"/>
                </a:lnTo>
                <a:lnTo>
                  <a:pt x="4091245" y="11623"/>
                </a:lnTo>
                <a:moveTo>
                  <a:pt x="4114491" y="0"/>
                </a:moveTo>
                <a:lnTo>
                  <a:pt x="4126114" y="0"/>
                </a:lnTo>
                <a:lnTo>
                  <a:pt x="4126114" y="11623"/>
                </a:lnTo>
                <a:lnTo>
                  <a:pt x="4114491" y="11623"/>
                </a:lnTo>
                <a:moveTo>
                  <a:pt x="4137737" y="0"/>
                </a:moveTo>
                <a:lnTo>
                  <a:pt x="4149359" y="0"/>
                </a:lnTo>
                <a:lnTo>
                  <a:pt x="4149359" y="11623"/>
                </a:lnTo>
                <a:lnTo>
                  <a:pt x="4137737" y="11623"/>
                </a:lnTo>
                <a:moveTo>
                  <a:pt x="4160982" y="0"/>
                </a:moveTo>
                <a:lnTo>
                  <a:pt x="4172605" y="0"/>
                </a:lnTo>
                <a:lnTo>
                  <a:pt x="4172605" y="11623"/>
                </a:lnTo>
                <a:lnTo>
                  <a:pt x="4160982" y="11623"/>
                </a:lnTo>
                <a:moveTo>
                  <a:pt x="4184228" y="0"/>
                </a:moveTo>
                <a:lnTo>
                  <a:pt x="4195851" y="0"/>
                </a:lnTo>
                <a:lnTo>
                  <a:pt x="4195851" y="11623"/>
                </a:lnTo>
                <a:lnTo>
                  <a:pt x="4184228" y="11623"/>
                </a:lnTo>
                <a:moveTo>
                  <a:pt x="4207474" y="0"/>
                </a:moveTo>
                <a:lnTo>
                  <a:pt x="4219097" y="0"/>
                </a:lnTo>
                <a:lnTo>
                  <a:pt x="4219097" y="11623"/>
                </a:lnTo>
                <a:lnTo>
                  <a:pt x="4207474" y="11623"/>
                </a:lnTo>
                <a:moveTo>
                  <a:pt x="4230719" y="0"/>
                </a:moveTo>
                <a:lnTo>
                  <a:pt x="4242342" y="0"/>
                </a:lnTo>
                <a:lnTo>
                  <a:pt x="4242342" y="11623"/>
                </a:lnTo>
                <a:lnTo>
                  <a:pt x="4230719" y="11623"/>
                </a:lnTo>
                <a:moveTo>
                  <a:pt x="4253965" y="0"/>
                </a:moveTo>
                <a:lnTo>
                  <a:pt x="4265588" y="0"/>
                </a:lnTo>
                <a:lnTo>
                  <a:pt x="4265588" y="11623"/>
                </a:lnTo>
                <a:lnTo>
                  <a:pt x="4253965" y="11623"/>
                </a:lnTo>
                <a:moveTo>
                  <a:pt x="4277211" y="0"/>
                </a:moveTo>
                <a:lnTo>
                  <a:pt x="4288834" y="0"/>
                </a:lnTo>
                <a:lnTo>
                  <a:pt x="4288834" y="11623"/>
                </a:lnTo>
                <a:lnTo>
                  <a:pt x="4277211" y="11623"/>
                </a:lnTo>
                <a:moveTo>
                  <a:pt x="4300457" y="0"/>
                </a:moveTo>
                <a:lnTo>
                  <a:pt x="4312079" y="0"/>
                </a:lnTo>
                <a:lnTo>
                  <a:pt x="4312079" y="11623"/>
                </a:lnTo>
                <a:lnTo>
                  <a:pt x="4300457" y="11623"/>
                </a:lnTo>
                <a:moveTo>
                  <a:pt x="4323702" y="0"/>
                </a:moveTo>
                <a:lnTo>
                  <a:pt x="4335325" y="0"/>
                </a:lnTo>
                <a:lnTo>
                  <a:pt x="4335325" y="11623"/>
                </a:lnTo>
                <a:lnTo>
                  <a:pt x="4323702" y="11623"/>
                </a:lnTo>
                <a:moveTo>
                  <a:pt x="4346948" y="0"/>
                </a:moveTo>
                <a:lnTo>
                  <a:pt x="4358571" y="0"/>
                </a:lnTo>
                <a:lnTo>
                  <a:pt x="4358571" y="11623"/>
                </a:lnTo>
                <a:lnTo>
                  <a:pt x="4346948" y="11623"/>
                </a:lnTo>
                <a:moveTo>
                  <a:pt x="4370194" y="0"/>
                </a:moveTo>
                <a:lnTo>
                  <a:pt x="4381817" y="0"/>
                </a:lnTo>
                <a:lnTo>
                  <a:pt x="4381817" y="11623"/>
                </a:lnTo>
                <a:lnTo>
                  <a:pt x="4370194" y="11623"/>
                </a:lnTo>
                <a:moveTo>
                  <a:pt x="4393439" y="0"/>
                </a:moveTo>
                <a:lnTo>
                  <a:pt x="4405062" y="0"/>
                </a:lnTo>
                <a:lnTo>
                  <a:pt x="4405062" y="11623"/>
                </a:lnTo>
                <a:lnTo>
                  <a:pt x="4393439" y="11623"/>
                </a:lnTo>
                <a:moveTo>
                  <a:pt x="4416685" y="0"/>
                </a:moveTo>
                <a:lnTo>
                  <a:pt x="4428308" y="0"/>
                </a:lnTo>
                <a:lnTo>
                  <a:pt x="4428308" y="11623"/>
                </a:lnTo>
                <a:lnTo>
                  <a:pt x="4416685" y="11623"/>
                </a:lnTo>
                <a:moveTo>
                  <a:pt x="4439931" y="0"/>
                </a:moveTo>
                <a:lnTo>
                  <a:pt x="4451554" y="0"/>
                </a:lnTo>
                <a:lnTo>
                  <a:pt x="4451554" y="11623"/>
                </a:lnTo>
                <a:lnTo>
                  <a:pt x="4439931" y="11623"/>
                </a:lnTo>
                <a:moveTo>
                  <a:pt x="4463177" y="0"/>
                </a:moveTo>
                <a:lnTo>
                  <a:pt x="4474799" y="0"/>
                </a:lnTo>
                <a:lnTo>
                  <a:pt x="4474799" y="11623"/>
                </a:lnTo>
                <a:lnTo>
                  <a:pt x="4463177" y="11623"/>
                </a:lnTo>
                <a:moveTo>
                  <a:pt x="4486422" y="0"/>
                </a:moveTo>
                <a:lnTo>
                  <a:pt x="4498045" y="0"/>
                </a:lnTo>
                <a:lnTo>
                  <a:pt x="4498045" y="11623"/>
                </a:lnTo>
                <a:lnTo>
                  <a:pt x="4486422" y="11623"/>
                </a:lnTo>
                <a:moveTo>
                  <a:pt x="4509668" y="0"/>
                </a:moveTo>
                <a:lnTo>
                  <a:pt x="4521291" y="0"/>
                </a:lnTo>
                <a:lnTo>
                  <a:pt x="4521291" y="11623"/>
                </a:lnTo>
                <a:lnTo>
                  <a:pt x="4509668" y="11623"/>
                </a:lnTo>
                <a:moveTo>
                  <a:pt x="4532914" y="0"/>
                </a:moveTo>
                <a:lnTo>
                  <a:pt x="4544537" y="0"/>
                </a:lnTo>
                <a:lnTo>
                  <a:pt x="4544537" y="11623"/>
                </a:lnTo>
                <a:lnTo>
                  <a:pt x="4532914" y="11623"/>
                </a:lnTo>
                <a:moveTo>
                  <a:pt x="4556159" y="0"/>
                </a:moveTo>
                <a:lnTo>
                  <a:pt x="4567782" y="0"/>
                </a:lnTo>
                <a:lnTo>
                  <a:pt x="4567782" y="11623"/>
                </a:lnTo>
                <a:lnTo>
                  <a:pt x="4556159" y="11623"/>
                </a:lnTo>
                <a:moveTo>
                  <a:pt x="4579405" y="0"/>
                </a:moveTo>
                <a:lnTo>
                  <a:pt x="4591028" y="0"/>
                </a:lnTo>
                <a:lnTo>
                  <a:pt x="4591028" y="11623"/>
                </a:lnTo>
                <a:lnTo>
                  <a:pt x="4579405" y="11623"/>
                </a:lnTo>
                <a:moveTo>
                  <a:pt x="4602651" y="0"/>
                </a:moveTo>
                <a:lnTo>
                  <a:pt x="4614274" y="0"/>
                </a:lnTo>
                <a:lnTo>
                  <a:pt x="4614274" y="11623"/>
                </a:lnTo>
                <a:lnTo>
                  <a:pt x="4602651" y="11623"/>
                </a:lnTo>
                <a:moveTo>
                  <a:pt x="4625897" y="0"/>
                </a:moveTo>
                <a:lnTo>
                  <a:pt x="4637519" y="0"/>
                </a:lnTo>
                <a:lnTo>
                  <a:pt x="4637519" y="11623"/>
                </a:lnTo>
                <a:lnTo>
                  <a:pt x="4625897" y="11623"/>
                </a:lnTo>
                <a:moveTo>
                  <a:pt x="4649142" y="0"/>
                </a:moveTo>
                <a:lnTo>
                  <a:pt x="4660765" y="0"/>
                </a:lnTo>
                <a:lnTo>
                  <a:pt x="4660765" y="11623"/>
                </a:lnTo>
                <a:lnTo>
                  <a:pt x="4649142" y="11623"/>
                </a:lnTo>
                <a:moveTo>
                  <a:pt x="4672388" y="0"/>
                </a:moveTo>
                <a:lnTo>
                  <a:pt x="4684011" y="0"/>
                </a:lnTo>
                <a:lnTo>
                  <a:pt x="4684011" y="11623"/>
                </a:lnTo>
                <a:lnTo>
                  <a:pt x="4672388" y="11623"/>
                </a:lnTo>
                <a:moveTo>
                  <a:pt x="4695634" y="0"/>
                </a:moveTo>
                <a:lnTo>
                  <a:pt x="4700980" y="0"/>
                </a:lnTo>
                <a:lnTo>
                  <a:pt x="4700980" y="11623"/>
                </a:lnTo>
                <a:lnTo>
                  <a:pt x="4695634" y="11623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90235C-52CE-4E4D-895A-CF73DC5D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89" y="2738883"/>
            <a:ext cx="8612544" cy="26148"/>
          </a:xfrm>
          <a:custGeom xmlns:a="http://schemas.openxmlformats.org/drawingml/2006/main">
            <a:pathLst>
              <a:path w="8612544" h="26148">
                <a:moveTo>
                  <a:pt x="20" y="0"/>
                </a:moveTo>
                <a:lnTo>
                  <a:pt x="11643" y="20"/>
                </a:lnTo>
                <a:lnTo>
                  <a:pt x="11623" y="11643"/>
                </a:lnTo>
                <a:lnTo>
                  <a:pt x="0" y="11623"/>
                </a:lnTo>
                <a:moveTo>
                  <a:pt x="23266" y="39"/>
                </a:moveTo>
                <a:lnTo>
                  <a:pt x="34888" y="59"/>
                </a:lnTo>
                <a:lnTo>
                  <a:pt x="34869" y="11682"/>
                </a:lnTo>
                <a:lnTo>
                  <a:pt x="23246" y="11662"/>
                </a:lnTo>
                <a:moveTo>
                  <a:pt x="46511" y="78"/>
                </a:moveTo>
                <a:lnTo>
                  <a:pt x="58134" y="98"/>
                </a:lnTo>
                <a:lnTo>
                  <a:pt x="58114" y="11721"/>
                </a:lnTo>
                <a:lnTo>
                  <a:pt x="46491" y="11701"/>
                </a:lnTo>
                <a:moveTo>
                  <a:pt x="69757" y="118"/>
                </a:moveTo>
                <a:lnTo>
                  <a:pt x="81380" y="137"/>
                </a:lnTo>
                <a:lnTo>
                  <a:pt x="81360" y="11760"/>
                </a:lnTo>
                <a:lnTo>
                  <a:pt x="69737" y="11740"/>
                </a:lnTo>
                <a:moveTo>
                  <a:pt x="93003" y="157"/>
                </a:moveTo>
                <a:lnTo>
                  <a:pt x="104626" y="177"/>
                </a:lnTo>
                <a:lnTo>
                  <a:pt x="104606" y="11799"/>
                </a:lnTo>
                <a:lnTo>
                  <a:pt x="92983" y="11780"/>
                </a:lnTo>
                <a:moveTo>
                  <a:pt x="116248" y="196"/>
                </a:moveTo>
                <a:lnTo>
                  <a:pt x="127871" y="216"/>
                </a:lnTo>
                <a:lnTo>
                  <a:pt x="127851" y="11839"/>
                </a:lnTo>
                <a:lnTo>
                  <a:pt x="116229" y="11819"/>
                </a:lnTo>
                <a:moveTo>
                  <a:pt x="139494" y="235"/>
                </a:moveTo>
                <a:lnTo>
                  <a:pt x="151116" y="255"/>
                </a:lnTo>
                <a:lnTo>
                  <a:pt x="151097" y="11878"/>
                </a:lnTo>
                <a:lnTo>
                  <a:pt x="139474" y="11858"/>
                </a:lnTo>
                <a:moveTo>
                  <a:pt x="162739" y="274"/>
                </a:moveTo>
                <a:lnTo>
                  <a:pt x="174362" y="294"/>
                </a:lnTo>
                <a:lnTo>
                  <a:pt x="174342" y="11917"/>
                </a:lnTo>
                <a:lnTo>
                  <a:pt x="162720" y="11897"/>
                </a:lnTo>
                <a:moveTo>
                  <a:pt x="185985" y="314"/>
                </a:moveTo>
                <a:lnTo>
                  <a:pt x="197608" y="333"/>
                </a:lnTo>
                <a:lnTo>
                  <a:pt x="197588" y="11956"/>
                </a:lnTo>
                <a:lnTo>
                  <a:pt x="185965" y="11937"/>
                </a:lnTo>
                <a:moveTo>
                  <a:pt x="209231" y="353"/>
                </a:moveTo>
                <a:lnTo>
                  <a:pt x="220854" y="373"/>
                </a:lnTo>
                <a:lnTo>
                  <a:pt x="220834" y="11995"/>
                </a:lnTo>
                <a:lnTo>
                  <a:pt x="209211" y="11976"/>
                </a:lnTo>
                <a:moveTo>
                  <a:pt x="232476" y="392"/>
                </a:moveTo>
                <a:lnTo>
                  <a:pt x="244099" y="412"/>
                </a:lnTo>
                <a:lnTo>
                  <a:pt x="244080" y="12035"/>
                </a:lnTo>
                <a:lnTo>
                  <a:pt x="232457" y="12015"/>
                </a:lnTo>
                <a:moveTo>
                  <a:pt x="255722" y="431"/>
                </a:moveTo>
                <a:lnTo>
                  <a:pt x="267345" y="451"/>
                </a:lnTo>
                <a:lnTo>
                  <a:pt x="267325" y="12074"/>
                </a:lnTo>
                <a:lnTo>
                  <a:pt x="255702" y="12054"/>
                </a:lnTo>
                <a:moveTo>
                  <a:pt x="278968" y="471"/>
                </a:moveTo>
                <a:lnTo>
                  <a:pt x="290591" y="490"/>
                </a:lnTo>
                <a:lnTo>
                  <a:pt x="290571" y="12113"/>
                </a:lnTo>
                <a:lnTo>
                  <a:pt x="278948" y="12093"/>
                </a:lnTo>
                <a:moveTo>
                  <a:pt x="302214" y="510"/>
                </a:moveTo>
                <a:lnTo>
                  <a:pt x="313836" y="529"/>
                </a:lnTo>
                <a:lnTo>
                  <a:pt x="313817" y="12152"/>
                </a:lnTo>
                <a:lnTo>
                  <a:pt x="302194" y="12133"/>
                </a:lnTo>
                <a:moveTo>
                  <a:pt x="325459" y="549"/>
                </a:moveTo>
                <a:lnTo>
                  <a:pt x="337082" y="568"/>
                </a:lnTo>
                <a:lnTo>
                  <a:pt x="337062" y="12191"/>
                </a:lnTo>
                <a:lnTo>
                  <a:pt x="325439" y="12172"/>
                </a:lnTo>
                <a:moveTo>
                  <a:pt x="348705" y="588"/>
                </a:moveTo>
                <a:lnTo>
                  <a:pt x="360328" y="608"/>
                </a:lnTo>
                <a:lnTo>
                  <a:pt x="360308" y="12230"/>
                </a:lnTo>
                <a:lnTo>
                  <a:pt x="348685" y="12211"/>
                </a:lnTo>
                <a:moveTo>
                  <a:pt x="371951" y="627"/>
                </a:moveTo>
                <a:lnTo>
                  <a:pt x="383574" y="647"/>
                </a:lnTo>
                <a:lnTo>
                  <a:pt x="383554" y="12270"/>
                </a:lnTo>
                <a:lnTo>
                  <a:pt x="371931" y="12250"/>
                </a:lnTo>
                <a:moveTo>
                  <a:pt x="395196" y="667"/>
                </a:moveTo>
                <a:lnTo>
                  <a:pt x="406819" y="686"/>
                </a:lnTo>
                <a:lnTo>
                  <a:pt x="406799" y="12309"/>
                </a:lnTo>
                <a:lnTo>
                  <a:pt x="395176" y="12289"/>
                </a:lnTo>
                <a:moveTo>
                  <a:pt x="418442" y="706"/>
                </a:moveTo>
                <a:lnTo>
                  <a:pt x="430065" y="725"/>
                </a:lnTo>
                <a:lnTo>
                  <a:pt x="430045" y="12348"/>
                </a:lnTo>
                <a:lnTo>
                  <a:pt x="418422" y="12329"/>
                </a:lnTo>
                <a:moveTo>
                  <a:pt x="441688" y="745"/>
                </a:moveTo>
                <a:lnTo>
                  <a:pt x="453311" y="765"/>
                </a:lnTo>
                <a:lnTo>
                  <a:pt x="453291" y="12388"/>
                </a:lnTo>
                <a:lnTo>
                  <a:pt x="441668" y="12368"/>
                </a:lnTo>
                <a:moveTo>
                  <a:pt x="464933" y="784"/>
                </a:moveTo>
                <a:lnTo>
                  <a:pt x="476556" y="804"/>
                </a:lnTo>
                <a:lnTo>
                  <a:pt x="476536" y="12427"/>
                </a:lnTo>
                <a:lnTo>
                  <a:pt x="464914" y="12407"/>
                </a:lnTo>
                <a:moveTo>
                  <a:pt x="488179" y="823"/>
                </a:moveTo>
                <a:lnTo>
                  <a:pt x="499802" y="843"/>
                </a:lnTo>
                <a:lnTo>
                  <a:pt x="499782" y="12466"/>
                </a:lnTo>
                <a:lnTo>
                  <a:pt x="488159" y="12446"/>
                </a:lnTo>
                <a:moveTo>
                  <a:pt x="511425" y="863"/>
                </a:moveTo>
                <a:lnTo>
                  <a:pt x="523048" y="882"/>
                </a:lnTo>
                <a:lnTo>
                  <a:pt x="523028" y="12505"/>
                </a:lnTo>
                <a:lnTo>
                  <a:pt x="511405" y="12485"/>
                </a:lnTo>
                <a:moveTo>
                  <a:pt x="534671" y="902"/>
                </a:moveTo>
                <a:lnTo>
                  <a:pt x="546293" y="921"/>
                </a:lnTo>
                <a:lnTo>
                  <a:pt x="546274" y="12544"/>
                </a:lnTo>
                <a:lnTo>
                  <a:pt x="534651" y="12525"/>
                </a:lnTo>
                <a:moveTo>
                  <a:pt x="557916" y="941"/>
                </a:moveTo>
                <a:lnTo>
                  <a:pt x="569539" y="961"/>
                </a:lnTo>
                <a:lnTo>
                  <a:pt x="569519" y="12583"/>
                </a:lnTo>
                <a:lnTo>
                  <a:pt x="557896" y="12564"/>
                </a:lnTo>
                <a:moveTo>
                  <a:pt x="581162" y="980"/>
                </a:moveTo>
                <a:lnTo>
                  <a:pt x="592785" y="1000"/>
                </a:lnTo>
                <a:lnTo>
                  <a:pt x="592765" y="12623"/>
                </a:lnTo>
                <a:lnTo>
                  <a:pt x="581142" y="12603"/>
                </a:lnTo>
                <a:moveTo>
                  <a:pt x="604407" y="1020"/>
                </a:moveTo>
                <a:lnTo>
                  <a:pt x="616030" y="1039"/>
                </a:lnTo>
                <a:lnTo>
                  <a:pt x="616010" y="12662"/>
                </a:lnTo>
                <a:lnTo>
                  <a:pt x="604387" y="12642"/>
                </a:lnTo>
                <a:moveTo>
                  <a:pt x="627653" y="1059"/>
                </a:moveTo>
                <a:lnTo>
                  <a:pt x="639276" y="1078"/>
                </a:lnTo>
                <a:lnTo>
                  <a:pt x="639256" y="12701"/>
                </a:lnTo>
                <a:lnTo>
                  <a:pt x="627633" y="12682"/>
                </a:lnTo>
                <a:moveTo>
                  <a:pt x="650899" y="1098"/>
                </a:moveTo>
                <a:lnTo>
                  <a:pt x="662522" y="1117"/>
                </a:lnTo>
                <a:lnTo>
                  <a:pt x="662502" y="12740"/>
                </a:lnTo>
                <a:lnTo>
                  <a:pt x="650879" y="12721"/>
                </a:lnTo>
                <a:moveTo>
                  <a:pt x="674144" y="1137"/>
                </a:moveTo>
                <a:lnTo>
                  <a:pt x="685767" y="1156"/>
                </a:lnTo>
                <a:lnTo>
                  <a:pt x="685747" y="12779"/>
                </a:lnTo>
                <a:lnTo>
                  <a:pt x="674125" y="12760"/>
                </a:lnTo>
                <a:moveTo>
                  <a:pt x="697390" y="1176"/>
                </a:moveTo>
                <a:lnTo>
                  <a:pt x="709013" y="1196"/>
                </a:lnTo>
                <a:lnTo>
                  <a:pt x="708993" y="12819"/>
                </a:lnTo>
                <a:lnTo>
                  <a:pt x="697370" y="12799"/>
                </a:lnTo>
                <a:moveTo>
                  <a:pt x="720636" y="1216"/>
                </a:moveTo>
                <a:lnTo>
                  <a:pt x="732259" y="1235"/>
                </a:lnTo>
                <a:lnTo>
                  <a:pt x="732239" y="12858"/>
                </a:lnTo>
                <a:lnTo>
                  <a:pt x="720616" y="12838"/>
                </a:lnTo>
                <a:moveTo>
                  <a:pt x="743882" y="1255"/>
                </a:moveTo>
                <a:lnTo>
                  <a:pt x="755504" y="1274"/>
                </a:lnTo>
                <a:lnTo>
                  <a:pt x="755485" y="12897"/>
                </a:lnTo>
                <a:lnTo>
                  <a:pt x="743862" y="12878"/>
                </a:lnTo>
                <a:moveTo>
                  <a:pt x="767127" y="1294"/>
                </a:moveTo>
                <a:lnTo>
                  <a:pt x="778750" y="1313"/>
                </a:lnTo>
                <a:lnTo>
                  <a:pt x="778730" y="12936"/>
                </a:lnTo>
                <a:lnTo>
                  <a:pt x="767107" y="12917"/>
                </a:lnTo>
                <a:moveTo>
                  <a:pt x="790373" y="1333"/>
                </a:moveTo>
                <a:lnTo>
                  <a:pt x="801996" y="1353"/>
                </a:lnTo>
                <a:lnTo>
                  <a:pt x="801976" y="12976"/>
                </a:lnTo>
                <a:lnTo>
                  <a:pt x="790353" y="12956"/>
                </a:lnTo>
                <a:moveTo>
                  <a:pt x="813619" y="1372"/>
                </a:moveTo>
                <a:lnTo>
                  <a:pt x="825242" y="1392"/>
                </a:lnTo>
                <a:lnTo>
                  <a:pt x="825222" y="13015"/>
                </a:lnTo>
                <a:lnTo>
                  <a:pt x="813599" y="12995"/>
                </a:lnTo>
                <a:moveTo>
                  <a:pt x="836864" y="1411"/>
                </a:moveTo>
                <a:lnTo>
                  <a:pt x="848487" y="1431"/>
                </a:lnTo>
                <a:lnTo>
                  <a:pt x="848467" y="13054"/>
                </a:lnTo>
                <a:lnTo>
                  <a:pt x="836845" y="13034"/>
                </a:lnTo>
                <a:moveTo>
                  <a:pt x="860110" y="1451"/>
                </a:moveTo>
                <a:lnTo>
                  <a:pt x="871733" y="1470"/>
                </a:lnTo>
                <a:lnTo>
                  <a:pt x="871713" y="13093"/>
                </a:lnTo>
                <a:lnTo>
                  <a:pt x="860090" y="13073"/>
                </a:lnTo>
                <a:moveTo>
                  <a:pt x="883356" y="1490"/>
                </a:moveTo>
                <a:lnTo>
                  <a:pt x="894979" y="1510"/>
                </a:lnTo>
                <a:lnTo>
                  <a:pt x="894959" y="13132"/>
                </a:lnTo>
                <a:lnTo>
                  <a:pt x="883336" y="13113"/>
                </a:lnTo>
                <a:moveTo>
                  <a:pt x="906601" y="1529"/>
                </a:moveTo>
                <a:lnTo>
                  <a:pt x="918224" y="1549"/>
                </a:lnTo>
                <a:lnTo>
                  <a:pt x="918204" y="13172"/>
                </a:lnTo>
                <a:lnTo>
                  <a:pt x="906581" y="13152"/>
                </a:lnTo>
                <a:moveTo>
                  <a:pt x="929847" y="1568"/>
                </a:moveTo>
                <a:lnTo>
                  <a:pt x="941470" y="1588"/>
                </a:lnTo>
                <a:lnTo>
                  <a:pt x="941450" y="13211"/>
                </a:lnTo>
                <a:lnTo>
                  <a:pt x="929827" y="13191"/>
                </a:lnTo>
                <a:moveTo>
                  <a:pt x="953093" y="1607"/>
                </a:moveTo>
                <a:lnTo>
                  <a:pt x="964715" y="1627"/>
                </a:lnTo>
                <a:lnTo>
                  <a:pt x="964695" y="13250"/>
                </a:lnTo>
                <a:lnTo>
                  <a:pt x="953073" y="13230"/>
                </a:lnTo>
                <a:moveTo>
                  <a:pt x="976338" y="1647"/>
                </a:moveTo>
                <a:lnTo>
                  <a:pt x="987961" y="1666"/>
                </a:lnTo>
                <a:lnTo>
                  <a:pt x="987941" y="13289"/>
                </a:lnTo>
                <a:lnTo>
                  <a:pt x="976318" y="13269"/>
                </a:lnTo>
                <a:moveTo>
                  <a:pt x="999584" y="1686"/>
                </a:moveTo>
                <a:lnTo>
                  <a:pt x="1011207" y="1706"/>
                </a:lnTo>
                <a:lnTo>
                  <a:pt x="1011187" y="13328"/>
                </a:lnTo>
                <a:lnTo>
                  <a:pt x="999564" y="13309"/>
                </a:lnTo>
                <a:moveTo>
                  <a:pt x="1022830" y="1725"/>
                </a:moveTo>
                <a:lnTo>
                  <a:pt x="1034453" y="1745"/>
                </a:lnTo>
                <a:lnTo>
                  <a:pt x="1034433" y="13367"/>
                </a:lnTo>
                <a:lnTo>
                  <a:pt x="1022810" y="13348"/>
                </a:lnTo>
                <a:moveTo>
                  <a:pt x="1046075" y="1764"/>
                </a:moveTo>
                <a:lnTo>
                  <a:pt x="1057698" y="1784"/>
                </a:lnTo>
                <a:lnTo>
                  <a:pt x="1057678" y="13407"/>
                </a:lnTo>
                <a:lnTo>
                  <a:pt x="1046055" y="13387"/>
                </a:lnTo>
                <a:moveTo>
                  <a:pt x="1069321" y="1804"/>
                </a:moveTo>
                <a:lnTo>
                  <a:pt x="1080944" y="1823"/>
                </a:lnTo>
                <a:lnTo>
                  <a:pt x="1080924" y="13446"/>
                </a:lnTo>
                <a:lnTo>
                  <a:pt x="1069301" y="13426"/>
                </a:lnTo>
                <a:moveTo>
                  <a:pt x="1092567" y="1843"/>
                </a:moveTo>
                <a:lnTo>
                  <a:pt x="1104189" y="1862"/>
                </a:lnTo>
                <a:lnTo>
                  <a:pt x="1104170" y="13485"/>
                </a:lnTo>
                <a:lnTo>
                  <a:pt x="1092547" y="13466"/>
                </a:lnTo>
                <a:moveTo>
                  <a:pt x="1115812" y="1882"/>
                </a:moveTo>
                <a:lnTo>
                  <a:pt x="1127435" y="1901"/>
                </a:lnTo>
                <a:lnTo>
                  <a:pt x="1127415" y="13524"/>
                </a:lnTo>
                <a:lnTo>
                  <a:pt x="1115792" y="13505"/>
                </a:lnTo>
                <a:moveTo>
                  <a:pt x="1139058" y="1921"/>
                </a:moveTo>
                <a:lnTo>
                  <a:pt x="1150681" y="1941"/>
                </a:lnTo>
                <a:lnTo>
                  <a:pt x="1150661" y="13564"/>
                </a:lnTo>
                <a:lnTo>
                  <a:pt x="1139038" y="13544"/>
                </a:lnTo>
                <a:moveTo>
                  <a:pt x="1162304" y="1960"/>
                </a:moveTo>
                <a:lnTo>
                  <a:pt x="1173927" y="1980"/>
                </a:lnTo>
                <a:lnTo>
                  <a:pt x="1173907" y="13603"/>
                </a:lnTo>
                <a:lnTo>
                  <a:pt x="1162284" y="13583"/>
                </a:lnTo>
                <a:moveTo>
                  <a:pt x="1185549" y="2000"/>
                </a:moveTo>
                <a:lnTo>
                  <a:pt x="1197172" y="2019"/>
                </a:lnTo>
                <a:lnTo>
                  <a:pt x="1197152" y="13642"/>
                </a:lnTo>
                <a:lnTo>
                  <a:pt x="1185530" y="13622"/>
                </a:lnTo>
                <a:moveTo>
                  <a:pt x="1208795" y="2039"/>
                </a:moveTo>
                <a:lnTo>
                  <a:pt x="1220418" y="2058"/>
                </a:lnTo>
                <a:lnTo>
                  <a:pt x="1220398" y="13681"/>
                </a:lnTo>
                <a:lnTo>
                  <a:pt x="1208775" y="13662"/>
                </a:lnTo>
                <a:moveTo>
                  <a:pt x="1232041" y="2078"/>
                </a:moveTo>
                <a:lnTo>
                  <a:pt x="1243664" y="2098"/>
                </a:lnTo>
                <a:lnTo>
                  <a:pt x="1243644" y="13720"/>
                </a:lnTo>
                <a:lnTo>
                  <a:pt x="1232021" y="13701"/>
                </a:lnTo>
                <a:moveTo>
                  <a:pt x="1255287" y="2117"/>
                </a:moveTo>
                <a:lnTo>
                  <a:pt x="1266909" y="2137"/>
                </a:lnTo>
                <a:lnTo>
                  <a:pt x="1266890" y="13760"/>
                </a:lnTo>
                <a:lnTo>
                  <a:pt x="1255267" y="13740"/>
                </a:lnTo>
                <a:moveTo>
                  <a:pt x="1278532" y="2156"/>
                </a:moveTo>
                <a:lnTo>
                  <a:pt x="1290155" y="2176"/>
                </a:lnTo>
                <a:lnTo>
                  <a:pt x="1290135" y="13799"/>
                </a:lnTo>
                <a:lnTo>
                  <a:pt x="1278512" y="13779"/>
                </a:lnTo>
                <a:moveTo>
                  <a:pt x="1301778" y="2196"/>
                </a:moveTo>
                <a:lnTo>
                  <a:pt x="1313401" y="2215"/>
                </a:lnTo>
                <a:lnTo>
                  <a:pt x="1313381" y="13838"/>
                </a:lnTo>
                <a:lnTo>
                  <a:pt x="1301758" y="13818"/>
                </a:lnTo>
                <a:moveTo>
                  <a:pt x="1325024" y="2235"/>
                </a:moveTo>
                <a:lnTo>
                  <a:pt x="1336647" y="2254"/>
                </a:lnTo>
                <a:lnTo>
                  <a:pt x="1336627" y="13877"/>
                </a:lnTo>
                <a:lnTo>
                  <a:pt x="1325004" y="13858"/>
                </a:lnTo>
                <a:moveTo>
                  <a:pt x="1348269" y="2274"/>
                </a:moveTo>
                <a:lnTo>
                  <a:pt x="1359892" y="2294"/>
                </a:lnTo>
                <a:lnTo>
                  <a:pt x="1359872" y="13916"/>
                </a:lnTo>
                <a:lnTo>
                  <a:pt x="1348249" y="13897"/>
                </a:lnTo>
                <a:moveTo>
                  <a:pt x="1371515" y="2313"/>
                </a:moveTo>
                <a:lnTo>
                  <a:pt x="1383138" y="2333"/>
                </a:lnTo>
                <a:lnTo>
                  <a:pt x="1383118" y="13956"/>
                </a:lnTo>
                <a:lnTo>
                  <a:pt x="1371495" y="13936"/>
                </a:lnTo>
                <a:moveTo>
                  <a:pt x="1394761" y="2352"/>
                </a:moveTo>
                <a:lnTo>
                  <a:pt x="1406383" y="2372"/>
                </a:lnTo>
                <a:lnTo>
                  <a:pt x="1406363" y="13995"/>
                </a:lnTo>
                <a:lnTo>
                  <a:pt x="1394741" y="13975"/>
                </a:lnTo>
                <a:moveTo>
                  <a:pt x="1418006" y="2392"/>
                </a:moveTo>
                <a:lnTo>
                  <a:pt x="1429629" y="2411"/>
                </a:lnTo>
                <a:lnTo>
                  <a:pt x="1429609" y="14034"/>
                </a:lnTo>
                <a:lnTo>
                  <a:pt x="1417986" y="14014"/>
                </a:lnTo>
                <a:moveTo>
                  <a:pt x="1441252" y="2431"/>
                </a:moveTo>
                <a:lnTo>
                  <a:pt x="1452875" y="2450"/>
                </a:lnTo>
                <a:lnTo>
                  <a:pt x="1452855" y="14073"/>
                </a:lnTo>
                <a:lnTo>
                  <a:pt x="1441232" y="14054"/>
                </a:lnTo>
                <a:moveTo>
                  <a:pt x="1464498" y="2470"/>
                </a:moveTo>
                <a:lnTo>
                  <a:pt x="1476120" y="2490"/>
                </a:lnTo>
                <a:lnTo>
                  <a:pt x="1476101" y="14112"/>
                </a:lnTo>
                <a:lnTo>
                  <a:pt x="1464478" y="14093"/>
                </a:lnTo>
                <a:moveTo>
                  <a:pt x="1487743" y="2509"/>
                </a:moveTo>
                <a:lnTo>
                  <a:pt x="1499366" y="2529"/>
                </a:lnTo>
                <a:lnTo>
                  <a:pt x="1499346" y="14152"/>
                </a:lnTo>
                <a:lnTo>
                  <a:pt x="1487723" y="14132"/>
                </a:lnTo>
                <a:moveTo>
                  <a:pt x="1510989" y="2548"/>
                </a:moveTo>
                <a:lnTo>
                  <a:pt x="1522612" y="2568"/>
                </a:lnTo>
                <a:lnTo>
                  <a:pt x="1522592" y="14191"/>
                </a:lnTo>
                <a:lnTo>
                  <a:pt x="1510969" y="14171"/>
                </a:lnTo>
                <a:moveTo>
                  <a:pt x="1534235" y="2588"/>
                </a:moveTo>
                <a:lnTo>
                  <a:pt x="1545858" y="2607"/>
                </a:lnTo>
                <a:lnTo>
                  <a:pt x="1545838" y="14230"/>
                </a:lnTo>
                <a:lnTo>
                  <a:pt x="1534215" y="14210"/>
                </a:lnTo>
                <a:moveTo>
                  <a:pt x="1557480" y="2627"/>
                </a:moveTo>
                <a:lnTo>
                  <a:pt x="1569103" y="2646"/>
                </a:lnTo>
                <a:lnTo>
                  <a:pt x="1569083" y="14269"/>
                </a:lnTo>
                <a:lnTo>
                  <a:pt x="1557460" y="14250"/>
                </a:lnTo>
                <a:moveTo>
                  <a:pt x="1580726" y="2666"/>
                </a:moveTo>
                <a:lnTo>
                  <a:pt x="1592349" y="2686"/>
                </a:lnTo>
                <a:lnTo>
                  <a:pt x="1592329" y="14309"/>
                </a:lnTo>
                <a:lnTo>
                  <a:pt x="1580706" y="14289"/>
                </a:lnTo>
                <a:moveTo>
                  <a:pt x="1603971" y="2705"/>
                </a:moveTo>
                <a:lnTo>
                  <a:pt x="1615594" y="2725"/>
                </a:lnTo>
                <a:lnTo>
                  <a:pt x="1615574" y="14348"/>
                </a:lnTo>
                <a:lnTo>
                  <a:pt x="1603952" y="14328"/>
                </a:lnTo>
                <a:moveTo>
                  <a:pt x="1627217" y="2744"/>
                </a:moveTo>
                <a:lnTo>
                  <a:pt x="1638840" y="2764"/>
                </a:lnTo>
                <a:lnTo>
                  <a:pt x="1638820" y="14387"/>
                </a:lnTo>
                <a:lnTo>
                  <a:pt x="1627197" y="14367"/>
                </a:lnTo>
                <a:moveTo>
                  <a:pt x="1650463" y="2784"/>
                </a:moveTo>
                <a:lnTo>
                  <a:pt x="1662086" y="2803"/>
                </a:lnTo>
                <a:lnTo>
                  <a:pt x="1662066" y="14426"/>
                </a:lnTo>
                <a:lnTo>
                  <a:pt x="1650443" y="14406"/>
                </a:lnTo>
                <a:moveTo>
                  <a:pt x="1673709" y="2823"/>
                </a:moveTo>
                <a:lnTo>
                  <a:pt x="1685331" y="2842"/>
                </a:lnTo>
                <a:lnTo>
                  <a:pt x="1685312" y="14465"/>
                </a:lnTo>
                <a:lnTo>
                  <a:pt x="1673689" y="14446"/>
                </a:lnTo>
                <a:moveTo>
                  <a:pt x="1696954" y="2862"/>
                </a:moveTo>
                <a:lnTo>
                  <a:pt x="1708577" y="2882"/>
                </a:lnTo>
                <a:lnTo>
                  <a:pt x="1708557" y="14505"/>
                </a:lnTo>
                <a:lnTo>
                  <a:pt x="1696934" y="14485"/>
                </a:lnTo>
                <a:moveTo>
                  <a:pt x="1720200" y="2901"/>
                </a:moveTo>
                <a:lnTo>
                  <a:pt x="1731823" y="2921"/>
                </a:lnTo>
                <a:lnTo>
                  <a:pt x="1731803" y="14544"/>
                </a:lnTo>
                <a:lnTo>
                  <a:pt x="1720180" y="14524"/>
                </a:lnTo>
                <a:moveTo>
                  <a:pt x="1743446" y="2940"/>
                </a:moveTo>
                <a:lnTo>
                  <a:pt x="1755069" y="2960"/>
                </a:lnTo>
                <a:lnTo>
                  <a:pt x="1755049" y="14583"/>
                </a:lnTo>
                <a:lnTo>
                  <a:pt x="1743426" y="14563"/>
                </a:lnTo>
                <a:moveTo>
                  <a:pt x="1766691" y="2980"/>
                </a:moveTo>
                <a:lnTo>
                  <a:pt x="1778314" y="2999"/>
                </a:lnTo>
                <a:lnTo>
                  <a:pt x="1778294" y="14622"/>
                </a:lnTo>
                <a:lnTo>
                  <a:pt x="1766672" y="14602"/>
                </a:lnTo>
                <a:moveTo>
                  <a:pt x="1789937" y="3019"/>
                </a:moveTo>
                <a:lnTo>
                  <a:pt x="1801560" y="3038"/>
                </a:lnTo>
                <a:lnTo>
                  <a:pt x="1801540" y="14661"/>
                </a:lnTo>
                <a:lnTo>
                  <a:pt x="1789917" y="14642"/>
                </a:lnTo>
                <a:moveTo>
                  <a:pt x="1813183" y="3058"/>
                </a:moveTo>
                <a:lnTo>
                  <a:pt x="1824806" y="3078"/>
                </a:lnTo>
                <a:lnTo>
                  <a:pt x="1824786" y="14700"/>
                </a:lnTo>
                <a:lnTo>
                  <a:pt x="1813163" y="14681"/>
                </a:lnTo>
                <a:moveTo>
                  <a:pt x="1836429" y="3097"/>
                </a:moveTo>
                <a:lnTo>
                  <a:pt x="1848051" y="3117"/>
                </a:lnTo>
                <a:lnTo>
                  <a:pt x="1848032" y="14740"/>
                </a:lnTo>
                <a:lnTo>
                  <a:pt x="1836409" y="14720"/>
                </a:lnTo>
                <a:moveTo>
                  <a:pt x="1859674" y="3137"/>
                </a:moveTo>
                <a:lnTo>
                  <a:pt x="1871297" y="3156"/>
                </a:lnTo>
                <a:lnTo>
                  <a:pt x="1871277" y="14779"/>
                </a:lnTo>
                <a:lnTo>
                  <a:pt x="1859654" y="14759"/>
                </a:lnTo>
                <a:moveTo>
                  <a:pt x="1882920" y="3176"/>
                </a:moveTo>
                <a:lnTo>
                  <a:pt x="1894543" y="3195"/>
                </a:lnTo>
                <a:lnTo>
                  <a:pt x="1894523" y="14818"/>
                </a:lnTo>
                <a:lnTo>
                  <a:pt x="1882900" y="14799"/>
                </a:lnTo>
                <a:moveTo>
                  <a:pt x="1906166" y="3215"/>
                </a:moveTo>
                <a:lnTo>
                  <a:pt x="1917789" y="3234"/>
                </a:lnTo>
                <a:lnTo>
                  <a:pt x="1917769" y="14857"/>
                </a:lnTo>
                <a:lnTo>
                  <a:pt x="1906146" y="14838"/>
                </a:lnTo>
                <a:moveTo>
                  <a:pt x="1929411" y="3254"/>
                </a:moveTo>
                <a:lnTo>
                  <a:pt x="1941034" y="3274"/>
                </a:lnTo>
                <a:lnTo>
                  <a:pt x="1941014" y="14896"/>
                </a:lnTo>
                <a:lnTo>
                  <a:pt x="1929391" y="14877"/>
                </a:lnTo>
                <a:moveTo>
                  <a:pt x="1952657" y="3293"/>
                </a:moveTo>
                <a:lnTo>
                  <a:pt x="1964280" y="3313"/>
                </a:lnTo>
                <a:lnTo>
                  <a:pt x="1964260" y="14936"/>
                </a:lnTo>
                <a:lnTo>
                  <a:pt x="1952637" y="14916"/>
                </a:lnTo>
                <a:moveTo>
                  <a:pt x="1975902" y="3333"/>
                </a:moveTo>
                <a:lnTo>
                  <a:pt x="1987525" y="3352"/>
                </a:lnTo>
                <a:lnTo>
                  <a:pt x="1987506" y="14975"/>
                </a:lnTo>
                <a:lnTo>
                  <a:pt x="1975883" y="14955"/>
                </a:lnTo>
                <a:moveTo>
                  <a:pt x="1999148" y="3372"/>
                </a:moveTo>
                <a:lnTo>
                  <a:pt x="2010771" y="3391"/>
                </a:lnTo>
                <a:lnTo>
                  <a:pt x="2010751" y="15014"/>
                </a:lnTo>
                <a:lnTo>
                  <a:pt x="1999128" y="14995"/>
                </a:lnTo>
                <a:moveTo>
                  <a:pt x="2022394" y="3411"/>
                </a:moveTo>
                <a:lnTo>
                  <a:pt x="2034017" y="3431"/>
                </a:lnTo>
                <a:lnTo>
                  <a:pt x="2033997" y="15053"/>
                </a:lnTo>
                <a:lnTo>
                  <a:pt x="2022374" y="15034"/>
                </a:lnTo>
                <a:moveTo>
                  <a:pt x="2045640" y="3450"/>
                </a:moveTo>
                <a:lnTo>
                  <a:pt x="2057262" y="3470"/>
                </a:lnTo>
                <a:lnTo>
                  <a:pt x="2057242" y="15093"/>
                </a:lnTo>
                <a:lnTo>
                  <a:pt x="2045620" y="15073"/>
                </a:lnTo>
                <a:moveTo>
                  <a:pt x="2068885" y="3489"/>
                </a:moveTo>
                <a:lnTo>
                  <a:pt x="2080508" y="3509"/>
                </a:lnTo>
                <a:lnTo>
                  <a:pt x="2080488" y="15132"/>
                </a:lnTo>
                <a:lnTo>
                  <a:pt x="2068865" y="15112"/>
                </a:lnTo>
                <a:moveTo>
                  <a:pt x="2092131" y="3528"/>
                </a:moveTo>
                <a:lnTo>
                  <a:pt x="2103754" y="3548"/>
                </a:lnTo>
                <a:lnTo>
                  <a:pt x="2103734" y="15171"/>
                </a:lnTo>
                <a:lnTo>
                  <a:pt x="2092111" y="15151"/>
                </a:lnTo>
                <a:moveTo>
                  <a:pt x="2115376" y="3568"/>
                </a:moveTo>
                <a:lnTo>
                  <a:pt x="2126999" y="3587"/>
                </a:lnTo>
                <a:lnTo>
                  <a:pt x="2126979" y="15210"/>
                </a:lnTo>
                <a:lnTo>
                  <a:pt x="2115357" y="15190"/>
                </a:lnTo>
                <a:moveTo>
                  <a:pt x="2138622" y="3607"/>
                </a:moveTo>
                <a:lnTo>
                  <a:pt x="2150245" y="3627"/>
                </a:lnTo>
                <a:lnTo>
                  <a:pt x="2150225" y="15249"/>
                </a:lnTo>
                <a:lnTo>
                  <a:pt x="2138602" y="15230"/>
                </a:lnTo>
                <a:moveTo>
                  <a:pt x="2161868" y="3646"/>
                </a:moveTo>
                <a:lnTo>
                  <a:pt x="2173491" y="3666"/>
                </a:lnTo>
                <a:lnTo>
                  <a:pt x="2173471" y="15289"/>
                </a:lnTo>
                <a:lnTo>
                  <a:pt x="2161848" y="15269"/>
                </a:lnTo>
                <a:moveTo>
                  <a:pt x="2185114" y="3685"/>
                </a:moveTo>
                <a:lnTo>
                  <a:pt x="2196736" y="3705"/>
                </a:lnTo>
                <a:lnTo>
                  <a:pt x="2196717" y="15328"/>
                </a:lnTo>
                <a:lnTo>
                  <a:pt x="2185094" y="15308"/>
                </a:lnTo>
                <a:moveTo>
                  <a:pt x="2208359" y="3725"/>
                </a:moveTo>
                <a:lnTo>
                  <a:pt x="2219982" y="3744"/>
                </a:lnTo>
                <a:lnTo>
                  <a:pt x="2219962" y="15367"/>
                </a:lnTo>
                <a:lnTo>
                  <a:pt x="2208339" y="15348"/>
                </a:lnTo>
                <a:moveTo>
                  <a:pt x="2231605" y="3764"/>
                </a:moveTo>
                <a:lnTo>
                  <a:pt x="2243228" y="3783"/>
                </a:lnTo>
                <a:lnTo>
                  <a:pt x="2243208" y="15406"/>
                </a:lnTo>
                <a:lnTo>
                  <a:pt x="2231585" y="15387"/>
                </a:lnTo>
                <a:moveTo>
                  <a:pt x="2254851" y="3803"/>
                </a:moveTo>
                <a:lnTo>
                  <a:pt x="2266474" y="3823"/>
                </a:lnTo>
                <a:lnTo>
                  <a:pt x="2266454" y="15445"/>
                </a:lnTo>
                <a:lnTo>
                  <a:pt x="2254831" y="15426"/>
                </a:lnTo>
                <a:moveTo>
                  <a:pt x="2278096" y="3842"/>
                </a:moveTo>
                <a:lnTo>
                  <a:pt x="2289719" y="3862"/>
                </a:lnTo>
                <a:lnTo>
                  <a:pt x="2289699" y="15485"/>
                </a:lnTo>
                <a:lnTo>
                  <a:pt x="2278077" y="15465"/>
                </a:lnTo>
                <a:moveTo>
                  <a:pt x="2301342" y="3881"/>
                </a:moveTo>
                <a:lnTo>
                  <a:pt x="2312965" y="3901"/>
                </a:lnTo>
                <a:lnTo>
                  <a:pt x="2312945" y="15524"/>
                </a:lnTo>
                <a:lnTo>
                  <a:pt x="2301322" y="15504"/>
                </a:lnTo>
                <a:moveTo>
                  <a:pt x="2324588" y="3921"/>
                </a:moveTo>
                <a:lnTo>
                  <a:pt x="2336211" y="3940"/>
                </a:lnTo>
                <a:lnTo>
                  <a:pt x="2336191" y="15563"/>
                </a:lnTo>
                <a:lnTo>
                  <a:pt x="2324568" y="15543"/>
                </a:lnTo>
                <a:moveTo>
                  <a:pt x="2347834" y="3960"/>
                </a:moveTo>
                <a:lnTo>
                  <a:pt x="2359456" y="3979"/>
                </a:lnTo>
                <a:lnTo>
                  <a:pt x="2359437" y="15602"/>
                </a:lnTo>
                <a:lnTo>
                  <a:pt x="2347814" y="15583"/>
                </a:lnTo>
                <a:moveTo>
                  <a:pt x="2371079" y="3999"/>
                </a:moveTo>
                <a:lnTo>
                  <a:pt x="2382702" y="4019"/>
                </a:lnTo>
                <a:lnTo>
                  <a:pt x="2382682" y="15642"/>
                </a:lnTo>
                <a:lnTo>
                  <a:pt x="2371059" y="15622"/>
                </a:lnTo>
                <a:moveTo>
                  <a:pt x="2394325" y="4038"/>
                </a:moveTo>
                <a:lnTo>
                  <a:pt x="2405948" y="4058"/>
                </a:lnTo>
                <a:lnTo>
                  <a:pt x="2405928" y="15681"/>
                </a:lnTo>
                <a:lnTo>
                  <a:pt x="2394305" y="15661"/>
                </a:lnTo>
                <a:moveTo>
                  <a:pt x="2417570" y="4077"/>
                </a:moveTo>
                <a:lnTo>
                  <a:pt x="2429193" y="4097"/>
                </a:lnTo>
                <a:lnTo>
                  <a:pt x="2429173" y="15720"/>
                </a:lnTo>
                <a:lnTo>
                  <a:pt x="2417550" y="15700"/>
                </a:lnTo>
                <a:moveTo>
                  <a:pt x="2440816" y="4117"/>
                </a:moveTo>
                <a:lnTo>
                  <a:pt x="2452439" y="4136"/>
                </a:lnTo>
                <a:lnTo>
                  <a:pt x="2452419" y="15759"/>
                </a:lnTo>
                <a:lnTo>
                  <a:pt x="2440796" y="15739"/>
                </a:lnTo>
                <a:moveTo>
                  <a:pt x="2464062" y="4156"/>
                </a:moveTo>
                <a:lnTo>
                  <a:pt x="2475685" y="4176"/>
                </a:lnTo>
                <a:lnTo>
                  <a:pt x="2475665" y="15798"/>
                </a:lnTo>
                <a:lnTo>
                  <a:pt x="2464042" y="15779"/>
                </a:lnTo>
                <a:moveTo>
                  <a:pt x="2487307" y="4195"/>
                </a:moveTo>
                <a:lnTo>
                  <a:pt x="2498930" y="4215"/>
                </a:lnTo>
                <a:lnTo>
                  <a:pt x="2498910" y="15838"/>
                </a:lnTo>
                <a:lnTo>
                  <a:pt x="2487288" y="15818"/>
                </a:lnTo>
                <a:moveTo>
                  <a:pt x="2510553" y="4234"/>
                </a:moveTo>
                <a:lnTo>
                  <a:pt x="2522176" y="4254"/>
                </a:lnTo>
                <a:lnTo>
                  <a:pt x="2522156" y="15877"/>
                </a:lnTo>
                <a:lnTo>
                  <a:pt x="2510533" y="15857"/>
                </a:lnTo>
                <a:moveTo>
                  <a:pt x="2533799" y="4273"/>
                </a:moveTo>
                <a:lnTo>
                  <a:pt x="2545421" y="4293"/>
                </a:lnTo>
                <a:lnTo>
                  <a:pt x="2545401" y="15916"/>
                </a:lnTo>
                <a:lnTo>
                  <a:pt x="2533779" y="15896"/>
                </a:lnTo>
                <a:moveTo>
                  <a:pt x="2557044" y="4313"/>
                </a:moveTo>
                <a:lnTo>
                  <a:pt x="2568667" y="4332"/>
                </a:lnTo>
                <a:lnTo>
                  <a:pt x="2568647" y="15955"/>
                </a:lnTo>
                <a:lnTo>
                  <a:pt x="2557024" y="15935"/>
                </a:lnTo>
                <a:moveTo>
                  <a:pt x="2580290" y="4352"/>
                </a:moveTo>
                <a:lnTo>
                  <a:pt x="2591913" y="4371"/>
                </a:lnTo>
                <a:lnTo>
                  <a:pt x="2591893" y="15994"/>
                </a:lnTo>
                <a:lnTo>
                  <a:pt x="2580270" y="15975"/>
                </a:lnTo>
                <a:moveTo>
                  <a:pt x="2603535" y="4391"/>
                </a:moveTo>
                <a:lnTo>
                  <a:pt x="2615158" y="4411"/>
                </a:lnTo>
                <a:lnTo>
                  <a:pt x="2615139" y="16033"/>
                </a:lnTo>
                <a:lnTo>
                  <a:pt x="2603516" y="16014"/>
                </a:lnTo>
                <a:moveTo>
                  <a:pt x="2626781" y="4430"/>
                </a:moveTo>
                <a:lnTo>
                  <a:pt x="2638404" y="4450"/>
                </a:lnTo>
                <a:lnTo>
                  <a:pt x="2638384" y="16073"/>
                </a:lnTo>
                <a:lnTo>
                  <a:pt x="2626761" y="16053"/>
                </a:lnTo>
                <a:moveTo>
                  <a:pt x="2650027" y="4469"/>
                </a:moveTo>
                <a:lnTo>
                  <a:pt x="2661650" y="4489"/>
                </a:lnTo>
                <a:lnTo>
                  <a:pt x="2661630" y="16112"/>
                </a:lnTo>
                <a:lnTo>
                  <a:pt x="2650007" y="16092"/>
                </a:lnTo>
                <a:moveTo>
                  <a:pt x="2673273" y="4509"/>
                </a:moveTo>
                <a:lnTo>
                  <a:pt x="2684895" y="4528"/>
                </a:lnTo>
                <a:lnTo>
                  <a:pt x="2684876" y="16151"/>
                </a:lnTo>
                <a:lnTo>
                  <a:pt x="2673253" y="16132"/>
                </a:lnTo>
                <a:moveTo>
                  <a:pt x="2696518" y="4548"/>
                </a:moveTo>
                <a:lnTo>
                  <a:pt x="2708141" y="4567"/>
                </a:lnTo>
                <a:lnTo>
                  <a:pt x="2708121" y="16190"/>
                </a:lnTo>
                <a:lnTo>
                  <a:pt x="2696499" y="16171"/>
                </a:lnTo>
                <a:moveTo>
                  <a:pt x="2719764" y="4587"/>
                </a:moveTo>
                <a:lnTo>
                  <a:pt x="2731387" y="4607"/>
                </a:lnTo>
                <a:lnTo>
                  <a:pt x="2731367" y="16229"/>
                </a:lnTo>
                <a:lnTo>
                  <a:pt x="2719744" y="16210"/>
                </a:lnTo>
                <a:moveTo>
                  <a:pt x="2743010" y="4626"/>
                </a:moveTo>
                <a:lnTo>
                  <a:pt x="2754633" y="4646"/>
                </a:lnTo>
                <a:lnTo>
                  <a:pt x="2754613" y="16269"/>
                </a:lnTo>
                <a:lnTo>
                  <a:pt x="2742990" y="16249"/>
                </a:lnTo>
                <a:moveTo>
                  <a:pt x="2766255" y="4665"/>
                </a:moveTo>
                <a:lnTo>
                  <a:pt x="2777878" y="4685"/>
                </a:lnTo>
                <a:lnTo>
                  <a:pt x="2777859" y="16308"/>
                </a:lnTo>
                <a:lnTo>
                  <a:pt x="2766236" y="16288"/>
                </a:lnTo>
                <a:moveTo>
                  <a:pt x="2789501" y="4705"/>
                </a:moveTo>
                <a:lnTo>
                  <a:pt x="2801124" y="4724"/>
                </a:lnTo>
                <a:lnTo>
                  <a:pt x="2801104" y="16347"/>
                </a:lnTo>
                <a:lnTo>
                  <a:pt x="2789481" y="16328"/>
                </a:lnTo>
                <a:moveTo>
                  <a:pt x="2812747" y="4744"/>
                </a:moveTo>
                <a:lnTo>
                  <a:pt x="2824370" y="4764"/>
                </a:lnTo>
                <a:lnTo>
                  <a:pt x="2824350" y="16386"/>
                </a:lnTo>
                <a:lnTo>
                  <a:pt x="2812727" y="16367"/>
                </a:lnTo>
                <a:moveTo>
                  <a:pt x="2835993" y="4783"/>
                </a:moveTo>
                <a:lnTo>
                  <a:pt x="2847615" y="4803"/>
                </a:lnTo>
                <a:lnTo>
                  <a:pt x="2847596" y="16426"/>
                </a:lnTo>
                <a:lnTo>
                  <a:pt x="2835973" y="16406"/>
                </a:lnTo>
                <a:moveTo>
                  <a:pt x="2859238" y="4822"/>
                </a:moveTo>
                <a:lnTo>
                  <a:pt x="2870861" y="4842"/>
                </a:lnTo>
                <a:lnTo>
                  <a:pt x="2870841" y="16465"/>
                </a:lnTo>
                <a:lnTo>
                  <a:pt x="2859219" y="16445"/>
                </a:lnTo>
                <a:moveTo>
                  <a:pt x="2882484" y="4861"/>
                </a:moveTo>
                <a:lnTo>
                  <a:pt x="2894107" y="4881"/>
                </a:lnTo>
                <a:lnTo>
                  <a:pt x="2894087" y="16504"/>
                </a:lnTo>
                <a:lnTo>
                  <a:pt x="2882464" y="16484"/>
                </a:lnTo>
                <a:moveTo>
                  <a:pt x="2905730" y="4901"/>
                </a:moveTo>
                <a:lnTo>
                  <a:pt x="2917353" y="4920"/>
                </a:lnTo>
                <a:lnTo>
                  <a:pt x="2917333" y="16543"/>
                </a:lnTo>
                <a:lnTo>
                  <a:pt x="2905710" y="16524"/>
                </a:lnTo>
                <a:moveTo>
                  <a:pt x="2928975" y="4940"/>
                </a:moveTo>
                <a:lnTo>
                  <a:pt x="2940598" y="4959"/>
                </a:lnTo>
                <a:lnTo>
                  <a:pt x="2940578" y="16582"/>
                </a:lnTo>
                <a:lnTo>
                  <a:pt x="2928956" y="16563"/>
                </a:lnTo>
                <a:moveTo>
                  <a:pt x="2952221" y="4979"/>
                </a:moveTo>
                <a:lnTo>
                  <a:pt x="2963844" y="4999"/>
                </a:lnTo>
                <a:lnTo>
                  <a:pt x="2963824" y="16622"/>
                </a:lnTo>
                <a:lnTo>
                  <a:pt x="2952201" y="16602"/>
                </a:lnTo>
                <a:moveTo>
                  <a:pt x="2975467" y="5018"/>
                </a:moveTo>
                <a:lnTo>
                  <a:pt x="2987090" y="5038"/>
                </a:lnTo>
                <a:lnTo>
                  <a:pt x="2987070" y="16661"/>
                </a:lnTo>
                <a:lnTo>
                  <a:pt x="2975447" y="16641"/>
                </a:lnTo>
                <a:moveTo>
                  <a:pt x="2998713" y="5058"/>
                </a:moveTo>
                <a:lnTo>
                  <a:pt x="3010335" y="5077"/>
                </a:lnTo>
                <a:lnTo>
                  <a:pt x="3010316" y="16700"/>
                </a:lnTo>
                <a:lnTo>
                  <a:pt x="2998693" y="16680"/>
                </a:lnTo>
                <a:moveTo>
                  <a:pt x="3021958" y="5097"/>
                </a:moveTo>
                <a:lnTo>
                  <a:pt x="3033581" y="5116"/>
                </a:lnTo>
                <a:lnTo>
                  <a:pt x="3033561" y="16739"/>
                </a:lnTo>
                <a:lnTo>
                  <a:pt x="3021938" y="16720"/>
                </a:lnTo>
                <a:moveTo>
                  <a:pt x="3045204" y="5136"/>
                </a:moveTo>
                <a:lnTo>
                  <a:pt x="3056827" y="5156"/>
                </a:lnTo>
                <a:lnTo>
                  <a:pt x="3056807" y="16778"/>
                </a:lnTo>
                <a:lnTo>
                  <a:pt x="3045184" y="16759"/>
                </a:lnTo>
                <a:moveTo>
                  <a:pt x="3068450" y="5175"/>
                </a:moveTo>
                <a:lnTo>
                  <a:pt x="3080073" y="5195"/>
                </a:lnTo>
                <a:lnTo>
                  <a:pt x="3080053" y="16818"/>
                </a:lnTo>
                <a:lnTo>
                  <a:pt x="3068430" y="16798"/>
                </a:lnTo>
                <a:moveTo>
                  <a:pt x="3091695" y="5214"/>
                </a:moveTo>
                <a:lnTo>
                  <a:pt x="3103318" y="5234"/>
                </a:lnTo>
                <a:lnTo>
                  <a:pt x="3103298" y="16857"/>
                </a:lnTo>
                <a:lnTo>
                  <a:pt x="3091676" y="16837"/>
                </a:lnTo>
                <a:moveTo>
                  <a:pt x="3114941" y="5254"/>
                </a:moveTo>
                <a:lnTo>
                  <a:pt x="3126564" y="5273"/>
                </a:lnTo>
                <a:lnTo>
                  <a:pt x="3126544" y="16896"/>
                </a:lnTo>
                <a:lnTo>
                  <a:pt x="3114921" y="16876"/>
                </a:lnTo>
                <a:moveTo>
                  <a:pt x="3138186" y="5293"/>
                </a:moveTo>
                <a:lnTo>
                  <a:pt x="3149809" y="5312"/>
                </a:lnTo>
                <a:lnTo>
                  <a:pt x="3149789" y="16935"/>
                </a:lnTo>
                <a:lnTo>
                  <a:pt x="3138167" y="16916"/>
                </a:lnTo>
                <a:moveTo>
                  <a:pt x="3161432" y="5332"/>
                </a:moveTo>
                <a:lnTo>
                  <a:pt x="3173055" y="5352"/>
                </a:lnTo>
                <a:lnTo>
                  <a:pt x="3173035" y="16974"/>
                </a:lnTo>
                <a:lnTo>
                  <a:pt x="3161412" y="16955"/>
                </a:lnTo>
                <a:moveTo>
                  <a:pt x="3184678" y="5371"/>
                </a:moveTo>
                <a:lnTo>
                  <a:pt x="3196301" y="5391"/>
                </a:lnTo>
                <a:lnTo>
                  <a:pt x="3196281" y="17014"/>
                </a:lnTo>
                <a:lnTo>
                  <a:pt x="3184658" y="16994"/>
                </a:lnTo>
                <a:moveTo>
                  <a:pt x="3207924" y="5410"/>
                </a:moveTo>
                <a:lnTo>
                  <a:pt x="3219546" y="5430"/>
                </a:lnTo>
                <a:lnTo>
                  <a:pt x="3219527" y="17053"/>
                </a:lnTo>
                <a:lnTo>
                  <a:pt x="3207904" y="17033"/>
                </a:lnTo>
                <a:moveTo>
                  <a:pt x="3231169" y="5449"/>
                </a:moveTo>
                <a:lnTo>
                  <a:pt x="3242792" y="5469"/>
                </a:lnTo>
                <a:lnTo>
                  <a:pt x="3242772" y="17092"/>
                </a:lnTo>
                <a:lnTo>
                  <a:pt x="3231149" y="17072"/>
                </a:lnTo>
                <a:moveTo>
                  <a:pt x="3254415" y="5489"/>
                </a:moveTo>
                <a:lnTo>
                  <a:pt x="3266038" y="5508"/>
                </a:lnTo>
                <a:lnTo>
                  <a:pt x="3266018" y="17131"/>
                </a:lnTo>
                <a:lnTo>
                  <a:pt x="3254395" y="17112"/>
                </a:lnTo>
                <a:moveTo>
                  <a:pt x="3277661" y="5528"/>
                </a:moveTo>
                <a:lnTo>
                  <a:pt x="3289284" y="5548"/>
                </a:lnTo>
                <a:lnTo>
                  <a:pt x="3289264" y="17170"/>
                </a:lnTo>
                <a:lnTo>
                  <a:pt x="3277641" y="17151"/>
                </a:lnTo>
                <a:moveTo>
                  <a:pt x="3300906" y="5567"/>
                </a:moveTo>
                <a:lnTo>
                  <a:pt x="3312529" y="5587"/>
                </a:lnTo>
                <a:lnTo>
                  <a:pt x="3312509" y="17210"/>
                </a:lnTo>
                <a:lnTo>
                  <a:pt x="3300887" y="17190"/>
                </a:lnTo>
                <a:moveTo>
                  <a:pt x="3324152" y="5606"/>
                </a:moveTo>
                <a:lnTo>
                  <a:pt x="3335775" y="5626"/>
                </a:lnTo>
                <a:lnTo>
                  <a:pt x="3335755" y="17249"/>
                </a:lnTo>
                <a:lnTo>
                  <a:pt x="3324132" y="17229"/>
                </a:lnTo>
                <a:moveTo>
                  <a:pt x="3347397" y="5646"/>
                </a:moveTo>
                <a:lnTo>
                  <a:pt x="3359020" y="5665"/>
                </a:lnTo>
                <a:lnTo>
                  <a:pt x="3359000" y="17288"/>
                </a:lnTo>
                <a:lnTo>
                  <a:pt x="3347377" y="17268"/>
                </a:lnTo>
                <a:moveTo>
                  <a:pt x="3370643" y="5685"/>
                </a:moveTo>
                <a:lnTo>
                  <a:pt x="3382266" y="5704"/>
                </a:lnTo>
                <a:lnTo>
                  <a:pt x="3382246" y="17327"/>
                </a:lnTo>
                <a:lnTo>
                  <a:pt x="3370623" y="17308"/>
                </a:lnTo>
                <a:moveTo>
                  <a:pt x="3393888" y="5724"/>
                </a:moveTo>
                <a:lnTo>
                  <a:pt x="3405511" y="5744"/>
                </a:lnTo>
                <a:lnTo>
                  <a:pt x="3405492" y="17366"/>
                </a:lnTo>
                <a:lnTo>
                  <a:pt x="3393869" y="17347"/>
                </a:lnTo>
                <a:moveTo>
                  <a:pt x="3417134" y="5763"/>
                </a:moveTo>
                <a:lnTo>
                  <a:pt x="3428757" y="5783"/>
                </a:lnTo>
                <a:lnTo>
                  <a:pt x="3428737" y="17406"/>
                </a:lnTo>
                <a:lnTo>
                  <a:pt x="3417114" y="17386"/>
                </a:lnTo>
                <a:moveTo>
                  <a:pt x="3440380" y="5802"/>
                </a:moveTo>
                <a:lnTo>
                  <a:pt x="3452003" y="5822"/>
                </a:lnTo>
                <a:lnTo>
                  <a:pt x="3451983" y="17445"/>
                </a:lnTo>
                <a:lnTo>
                  <a:pt x="3440360" y="17425"/>
                </a:lnTo>
                <a:moveTo>
                  <a:pt x="3463626" y="5842"/>
                </a:moveTo>
                <a:lnTo>
                  <a:pt x="3475248" y="5861"/>
                </a:lnTo>
                <a:lnTo>
                  <a:pt x="3475229" y="17484"/>
                </a:lnTo>
                <a:lnTo>
                  <a:pt x="3463606" y="17465"/>
                </a:lnTo>
                <a:moveTo>
                  <a:pt x="3486871" y="5881"/>
                </a:moveTo>
                <a:lnTo>
                  <a:pt x="3498494" y="5900"/>
                </a:lnTo>
                <a:lnTo>
                  <a:pt x="3498474" y="17523"/>
                </a:lnTo>
                <a:lnTo>
                  <a:pt x="3486852" y="17504"/>
                </a:lnTo>
                <a:moveTo>
                  <a:pt x="3510117" y="5920"/>
                </a:moveTo>
                <a:lnTo>
                  <a:pt x="3521740" y="5940"/>
                </a:lnTo>
                <a:lnTo>
                  <a:pt x="3521720" y="17562"/>
                </a:lnTo>
                <a:lnTo>
                  <a:pt x="3510097" y="17543"/>
                </a:lnTo>
                <a:moveTo>
                  <a:pt x="3533363" y="5959"/>
                </a:moveTo>
                <a:lnTo>
                  <a:pt x="3544986" y="5979"/>
                </a:lnTo>
                <a:lnTo>
                  <a:pt x="3544966" y="17602"/>
                </a:lnTo>
                <a:lnTo>
                  <a:pt x="3533343" y="17582"/>
                </a:lnTo>
                <a:moveTo>
                  <a:pt x="3556608" y="5998"/>
                </a:moveTo>
                <a:lnTo>
                  <a:pt x="3568231" y="6018"/>
                </a:lnTo>
                <a:lnTo>
                  <a:pt x="3568212" y="17641"/>
                </a:lnTo>
                <a:lnTo>
                  <a:pt x="3556589" y="17621"/>
                </a:lnTo>
                <a:moveTo>
                  <a:pt x="3579854" y="6038"/>
                </a:moveTo>
                <a:lnTo>
                  <a:pt x="3591477" y="6057"/>
                </a:lnTo>
                <a:lnTo>
                  <a:pt x="3591457" y="17680"/>
                </a:lnTo>
                <a:lnTo>
                  <a:pt x="3579834" y="17660"/>
                </a:lnTo>
                <a:moveTo>
                  <a:pt x="3603100" y="6077"/>
                </a:moveTo>
                <a:lnTo>
                  <a:pt x="3614723" y="6097"/>
                </a:lnTo>
                <a:lnTo>
                  <a:pt x="3614703" y="17719"/>
                </a:lnTo>
                <a:lnTo>
                  <a:pt x="3603080" y="17700"/>
                </a:lnTo>
                <a:moveTo>
                  <a:pt x="3626346" y="6116"/>
                </a:moveTo>
                <a:lnTo>
                  <a:pt x="3637968" y="6136"/>
                </a:lnTo>
                <a:lnTo>
                  <a:pt x="3637949" y="17759"/>
                </a:lnTo>
                <a:lnTo>
                  <a:pt x="3626326" y="17739"/>
                </a:lnTo>
                <a:moveTo>
                  <a:pt x="3649591" y="6155"/>
                </a:moveTo>
                <a:lnTo>
                  <a:pt x="3661214" y="6175"/>
                </a:lnTo>
                <a:lnTo>
                  <a:pt x="3661194" y="17798"/>
                </a:lnTo>
                <a:lnTo>
                  <a:pt x="3649572" y="17778"/>
                </a:lnTo>
                <a:moveTo>
                  <a:pt x="3672837" y="6194"/>
                </a:moveTo>
                <a:lnTo>
                  <a:pt x="3684460" y="6214"/>
                </a:lnTo>
                <a:lnTo>
                  <a:pt x="3684440" y="17837"/>
                </a:lnTo>
                <a:lnTo>
                  <a:pt x="3672817" y="17817"/>
                </a:lnTo>
                <a:moveTo>
                  <a:pt x="3696083" y="6234"/>
                </a:moveTo>
                <a:lnTo>
                  <a:pt x="3707706" y="6253"/>
                </a:lnTo>
                <a:lnTo>
                  <a:pt x="3707686" y="17876"/>
                </a:lnTo>
                <a:lnTo>
                  <a:pt x="3696063" y="17856"/>
                </a:lnTo>
                <a:moveTo>
                  <a:pt x="3719328" y="6273"/>
                </a:moveTo>
                <a:lnTo>
                  <a:pt x="3730951" y="6292"/>
                </a:lnTo>
                <a:lnTo>
                  <a:pt x="3730932" y="17915"/>
                </a:lnTo>
                <a:lnTo>
                  <a:pt x="3719309" y="17896"/>
                </a:lnTo>
                <a:moveTo>
                  <a:pt x="3742574" y="6312"/>
                </a:moveTo>
                <a:lnTo>
                  <a:pt x="3754197" y="6332"/>
                </a:lnTo>
                <a:lnTo>
                  <a:pt x="3754177" y="17955"/>
                </a:lnTo>
                <a:lnTo>
                  <a:pt x="3742554" y="17935"/>
                </a:lnTo>
                <a:moveTo>
                  <a:pt x="3765820" y="6351"/>
                </a:moveTo>
                <a:lnTo>
                  <a:pt x="3777443" y="6371"/>
                </a:lnTo>
                <a:lnTo>
                  <a:pt x="3777423" y="17994"/>
                </a:lnTo>
                <a:lnTo>
                  <a:pt x="3765800" y="17974"/>
                </a:lnTo>
                <a:moveTo>
                  <a:pt x="3789066" y="6391"/>
                </a:moveTo>
                <a:lnTo>
                  <a:pt x="3800688" y="6410"/>
                </a:lnTo>
                <a:lnTo>
                  <a:pt x="3800669" y="18033"/>
                </a:lnTo>
                <a:lnTo>
                  <a:pt x="3789046" y="18013"/>
                </a:lnTo>
                <a:moveTo>
                  <a:pt x="3812311" y="6430"/>
                </a:moveTo>
                <a:lnTo>
                  <a:pt x="3823934" y="6449"/>
                </a:lnTo>
                <a:lnTo>
                  <a:pt x="3823914" y="18072"/>
                </a:lnTo>
                <a:lnTo>
                  <a:pt x="3812292" y="18053"/>
                </a:lnTo>
                <a:moveTo>
                  <a:pt x="3835557" y="6469"/>
                </a:moveTo>
                <a:lnTo>
                  <a:pt x="3847180" y="6488"/>
                </a:lnTo>
                <a:lnTo>
                  <a:pt x="3847160" y="18111"/>
                </a:lnTo>
                <a:lnTo>
                  <a:pt x="3835537" y="18092"/>
                </a:lnTo>
                <a:moveTo>
                  <a:pt x="3858803" y="6508"/>
                </a:moveTo>
                <a:lnTo>
                  <a:pt x="3870426" y="6528"/>
                </a:lnTo>
                <a:lnTo>
                  <a:pt x="3870406" y="18150"/>
                </a:lnTo>
                <a:lnTo>
                  <a:pt x="3858783" y="18131"/>
                </a:lnTo>
                <a:moveTo>
                  <a:pt x="3882048" y="6547"/>
                </a:moveTo>
                <a:lnTo>
                  <a:pt x="3893671" y="6567"/>
                </a:lnTo>
                <a:lnTo>
                  <a:pt x="3893651" y="18190"/>
                </a:lnTo>
                <a:lnTo>
                  <a:pt x="3882029" y="18170"/>
                </a:lnTo>
                <a:moveTo>
                  <a:pt x="3905294" y="6587"/>
                </a:moveTo>
                <a:lnTo>
                  <a:pt x="3916917" y="6606"/>
                </a:lnTo>
                <a:lnTo>
                  <a:pt x="3916897" y="18229"/>
                </a:lnTo>
                <a:lnTo>
                  <a:pt x="3905274" y="18209"/>
                </a:lnTo>
                <a:moveTo>
                  <a:pt x="3928540" y="6626"/>
                </a:moveTo>
                <a:lnTo>
                  <a:pt x="3940163" y="6645"/>
                </a:lnTo>
                <a:lnTo>
                  <a:pt x="3940143" y="18268"/>
                </a:lnTo>
                <a:lnTo>
                  <a:pt x="3928520" y="18249"/>
                </a:lnTo>
                <a:moveTo>
                  <a:pt x="3951786" y="6665"/>
                </a:moveTo>
                <a:lnTo>
                  <a:pt x="3963408" y="6684"/>
                </a:lnTo>
                <a:lnTo>
                  <a:pt x="3963389" y="18307"/>
                </a:lnTo>
                <a:lnTo>
                  <a:pt x="3951766" y="18288"/>
                </a:lnTo>
                <a:moveTo>
                  <a:pt x="3975031" y="6704"/>
                </a:moveTo>
                <a:lnTo>
                  <a:pt x="3986654" y="6724"/>
                </a:lnTo>
                <a:lnTo>
                  <a:pt x="3986634" y="18347"/>
                </a:lnTo>
                <a:lnTo>
                  <a:pt x="3975011" y="18327"/>
                </a:lnTo>
                <a:moveTo>
                  <a:pt x="3998277" y="6743"/>
                </a:moveTo>
                <a:lnTo>
                  <a:pt x="4009900" y="6763"/>
                </a:lnTo>
                <a:lnTo>
                  <a:pt x="4009880" y="18386"/>
                </a:lnTo>
                <a:lnTo>
                  <a:pt x="3998257" y="18366"/>
                </a:lnTo>
                <a:moveTo>
                  <a:pt x="4021523" y="6783"/>
                </a:moveTo>
                <a:lnTo>
                  <a:pt x="4033146" y="6802"/>
                </a:lnTo>
                <a:lnTo>
                  <a:pt x="4033126" y="18425"/>
                </a:lnTo>
                <a:lnTo>
                  <a:pt x="4021503" y="18405"/>
                </a:lnTo>
                <a:moveTo>
                  <a:pt x="4044768" y="6822"/>
                </a:moveTo>
                <a:lnTo>
                  <a:pt x="4056391" y="6841"/>
                </a:lnTo>
                <a:lnTo>
                  <a:pt x="4056371" y="18464"/>
                </a:lnTo>
                <a:lnTo>
                  <a:pt x="4044749" y="18445"/>
                </a:lnTo>
                <a:moveTo>
                  <a:pt x="4068014" y="6861"/>
                </a:moveTo>
                <a:lnTo>
                  <a:pt x="4079637" y="6881"/>
                </a:lnTo>
                <a:lnTo>
                  <a:pt x="4079617" y="18503"/>
                </a:lnTo>
                <a:lnTo>
                  <a:pt x="4067994" y="18484"/>
                </a:lnTo>
                <a:moveTo>
                  <a:pt x="4091260" y="6900"/>
                </a:moveTo>
                <a:lnTo>
                  <a:pt x="4102881" y="6920"/>
                </a:lnTo>
                <a:lnTo>
                  <a:pt x="4102862" y="18543"/>
                </a:lnTo>
                <a:lnTo>
                  <a:pt x="4091240" y="18523"/>
                </a:lnTo>
                <a:moveTo>
                  <a:pt x="4114504" y="6939"/>
                </a:moveTo>
                <a:lnTo>
                  <a:pt x="4126127" y="6959"/>
                </a:lnTo>
                <a:lnTo>
                  <a:pt x="4126107" y="18582"/>
                </a:lnTo>
                <a:lnTo>
                  <a:pt x="4114485" y="18562"/>
                </a:lnTo>
                <a:moveTo>
                  <a:pt x="4137750" y="6978"/>
                </a:moveTo>
                <a:lnTo>
                  <a:pt x="4149373" y="6998"/>
                </a:lnTo>
                <a:lnTo>
                  <a:pt x="4149353" y="18621"/>
                </a:lnTo>
                <a:lnTo>
                  <a:pt x="4137730" y="18601"/>
                </a:lnTo>
                <a:moveTo>
                  <a:pt x="4160996" y="7018"/>
                </a:moveTo>
                <a:lnTo>
                  <a:pt x="4172619" y="7037"/>
                </a:lnTo>
                <a:lnTo>
                  <a:pt x="4172599" y="18660"/>
                </a:lnTo>
                <a:lnTo>
                  <a:pt x="4160976" y="18641"/>
                </a:lnTo>
                <a:moveTo>
                  <a:pt x="4184241" y="7057"/>
                </a:moveTo>
                <a:lnTo>
                  <a:pt x="4195864" y="7077"/>
                </a:lnTo>
                <a:lnTo>
                  <a:pt x="4195845" y="18699"/>
                </a:lnTo>
                <a:lnTo>
                  <a:pt x="4184222" y="18680"/>
                </a:lnTo>
                <a:moveTo>
                  <a:pt x="4207487" y="7096"/>
                </a:moveTo>
                <a:lnTo>
                  <a:pt x="4219110" y="7116"/>
                </a:lnTo>
                <a:lnTo>
                  <a:pt x="4219090" y="18739"/>
                </a:lnTo>
                <a:lnTo>
                  <a:pt x="4207467" y="18719"/>
                </a:lnTo>
                <a:moveTo>
                  <a:pt x="4230733" y="7135"/>
                </a:moveTo>
                <a:lnTo>
                  <a:pt x="4242356" y="7155"/>
                </a:lnTo>
                <a:lnTo>
                  <a:pt x="4242336" y="18778"/>
                </a:lnTo>
                <a:lnTo>
                  <a:pt x="4230713" y="18758"/>
                </a:lnTo>
                <a:moveTo>
                  <a:pt x="4253979" y="7175"/>
                </a:moveTo>
                <a:lnTo>
                  <a:pt x="4265601" y="7194"/>
                </a:lnTo>
                <a:lnTo>
                  <a:pt x="4265582" y="18817"/>
                </a:lnTo>
                <a:lnTo>
                  <a:pt x="4253959" y="18798"/>
                </a:lnTo>
                <a:moveTo>
                  <a:pt x="4277224" y="7214"/>
                </a:moveTo>
                <a:lnTo>
                  <a:pt x="4288847" y="7233"/>
                </a:lnTo>
                <a:lnTo>
                  <a:pt x="4288827" y="18856"/>
                </a:lnTo>
                <a:lnTo>
                  <a:pt x="4277205" y="18837"/>
                </a:lnTo>
                <a:moveTo>
                  <a:pt x="4300470" y="7253"/>
                </a:moveTo>
                <a:lnTo>
                  <a:pt x="4312093" y="7272"/>
                </a:lnTo>
                <a:lnTo>
                  <a:pt x="4312073" y="18895"/>
                </a:lnTo>
                <a:lnTo>
                  <a:pt x="4300450" y="18876"/>
                </a:lnTo>
                <a:moveTo>
                  <a:pt x="4323716" y="7292"/>
                </a:moveTo>
                <a:lnTo>
                  <a:pt x="4335339" y="7312"/>
                </a:lnTo>
                <a:lnTo>
                  <a:pt x="4335319" y="18935"/>
                </a:lnTo>
                <a:lnTo>
                  <a:pt x="4323696" y="18915"/>
                </a:lnTo>
                <a:moveTo>
                  <a:pt x="4346961" y="7331"/>
                </a:moveTo>
                <a:lnTo>
                  <a:pt x="4358584" y="7351"/>
                </a:lnTo>
                <a:lnTo>
                  <a:pt x="4358564" y="18974"/>
                </a:lnTo>
                <a:lnTo>
                  <a:pt x="4346941" y="18954"/>
                </a:lnTo>
                <a:moveTo>
                  <a:pt x="4370207" y="7371"/>
                </a:moveTo>
                <a:lnTo>
                  <a:pt x="4381830" y="7390"/>
                </a:lnTo>
                <a:lnTo>
                  <a:pt x="4381810" y="19013"/>
                </a:lnTo>
                <a:lnTo>
                  <a:pt x="4370187" y="18993"/>
                </a:lnTo>
                <a:moveTo>
                  <a:pt x="4393453" y="7410"/>
                </a:moveTo>
                <a:lnTo>
                  <a:pt x="4405076" y="7429"/>
                </a:lnTo>
                <a:lnTo>
                  <a:pt x="4405056" y="19052"/>
                </a:lnTo>
                <a:lnTo>
                  <a:pt x="4393433" y="19033"/>
                </a:lnTo>
                <a:moveTo>
                  <a:pt x="4416698" y="7449"/>
                </a:moveTo>
                <a:lnTo>
                  <a:pt x="4428321" y="7469"/>
                </a:lnTo>
                <a:lnTo>
                  <a:pt x="4428301" y="19092"/>
                </a:lnTo>
                <a:lnTo>
                  <a:pt x="4416679" y="19072"/>
                </a:lnTo>
                <a:moveTo>
                  <a:pt x="4439944" y="7488"/>
                </a:moveTo>
                <a:lnTo>
                  <a:pt x="4451567" y="7508"/>
                </a:lnTo>
                <a:lnTo>
                  <a:pt x="4451547" y="19131"/>
                </a:lnTo>
                <a:lnTo>
                  <a:pt x="4439924" y="19111"/>
                </a:lnTo>
                <a:moveTo>
                  <a:pt x="4463190" y="7527"/>
                </a:moveTo>
                <a:lnTo>
                  <a:pt x="4474813" y="7547"/>
                </a:lnTo>
                <a:lnTo>
                  <a:pt x="4474793" y="19170"/>
                </a:lnTo>
                <a:lnTo>
                  <a:pt x="4463170" y="19150"/>
                </a:lnTo>
                <a:moveTo>
                  <a:pt x="4486436" y="7566"/>
                </a:moveTo>
                <a:lnTo>
                  <a:pt x="4498058" y="7586"/>
                </a:lnTo>
                <a:lnTo>
                  <a:pt x="4498039" y="19209"/>
                </a:lnTo>
                <a:lnTo>
                  <a:pt x="4486416" y="19189"/>
                </a:lnTo>
                <a:moveTo>
                  <a:pt x="4509681" y="7606"/>
                </a:moveTo>
                <a:lnTo>
                  <a:pt x="4521304" y="7625"/>
                </a:lnTo>
                <a:lnTo>
                  <a:pt x="4521284" y="19248"/>
                </a:lnTo>
                <a:lnTo>
                  <a:pt x="4509661" y="19229"/>
                </a:lnTo>
                <a:moveTo>
                  <a:pt x="4532927" y="7645"/>
                </a:moveTo>
                <a:lnTo>
                  <a:pt x="4544550" y="7665"/>
                </a:lnTo>
                <a:lnTo>
                  <a:pt x="4544530" y="19288"/>
                </a:lnTo>
                <a:lnTo>
                  <a:pt x="4532907" y="19268"/>
                </a:lnTo>
                <a:moveTo>
                  <a:pt x="4556173" y="7684"/>
                </a:moveTo>
                <a:lnTo>
                  <a:pt x="4567796" y="7704"/>
                </a:lnTo>
                <a:lnTo>
                  <a:pt x="4567776" y="19327"/>
                </a:lnTo>
                <a:lnTo>
                  <a:pt x="4556153" y="19307"/>
                </a:lnTo>
                <a:moveTo>
                  <a:pt x="4579418" y="7724"/>
                </a:moveTo>
                <a:lnTo>
                  <a:pt x="4591041" y="7743"/>
                </a:lnTo>
                <a:lnTo>
                  <a:pt x="4591021" y="19366"/>
                </a:lnTo>
                <a:lnTo>
                  <a:pt x="4579399" y="19346"/>
                </a:lnTo>
                <a:moveTo>
                  <a:pt x="4602664" y="7763"/>
                </a:moveTo>
                <a:lnTo>
                  <a:pt x="4614287" y="7782"/>
                </a:lnTo>
                <a:lnTo>
                  <a:pt x="4614267" y="19405"/>
                </a:lnTo>
                <a:lnTo>
                  <a:pt x="4602644" y="19386"/>
                </a:lnTo>
                <a:moveTo>
                  <a:pt x="4625910" y="7802"/>
                </a:moveTo>
                <a:lnTo>
                  <a:pt x="4637533" y="7821"/>
                </a:lnTo>
                <a:lnTo>
                  <a:pt x="4637513" y="19444"/>
                </a:lnTo>
                <a:lnTo>
                  <a:pt x="4625890" y="19425"/>
                </a:lnTo>
                <a:moveTo>
                  <a:pt x="4649156" y="7841"/>
                </a:moveTo>
                <a:lnTo>
                  <a:pt x="4660778" y="7861"/>
                </a:lnTo>
                <a:lnTo>
                  <a:pt x="4660759" y="19483"/>
                </a:lnTo>
                <a:lnTo>
                  <a:pt x="4649136" y="19464"/>
                </a:lnTo>
                <a:moveTo>
                  <a:pt x="4672401" y="7880"/>
                </a:moveTo>
                <a:lnTo>
                  <a:pt x="4684024" y="7900"/>
                </a:lnTo>
                <a:lnTo>
                  <a:pt x="4684004" y="19523"/>
                </a:lnTo>
                <a:lnTo>
                  <a:pt x="4672381" y="19503"/>
                </a:lnTo>
                <a:moveTo>
                  <a:pt x="4695647" y="7919"/>
                </a:moveTo>
                <a:lnTo>
                  <a:pt x="4707270" y="7939"/>
                </a:lnTo>
                <a:lnTo>
                  <a:pt x="4707250" y="19562"/>
                </a:lnTo>
                <a:lnTo>
                  <a:pt x="4695627" y="19542"/>
                </a:lnTo>
                <a:moveTo>
                  <a:pt x="4718893" y="7959"/>
                </a:moveTo>
                <a:lnTo>
                  <a:pt x="4730516" y="7978"/>
                </a:lnTo>
                <a:lnTo>
                  <a:pt x="4730496" y="19601"/>
                </a:lnTo>
                <a:lnTo>
                  <a:pt x="4718873" y="19582"/>
                </a:lnTo>
                <a:moveTo>
                  <a:pt x="4742138" y="7998"/>
                </a:moveTo>
                <a:lnTo>
                  <a:pt x="4753761" y="8017"/>
                </a:lnTo>
                <a:lnTo>
                  <a:pt x="4753741" y="19640"/>
                </a:lnTo>
                <a:lnTo>
                  <a:pt x="4742119" y="19621"/>
                </a:lnTo>
                <a:moveTo>
                  <a:pt x="4765384" y="8037"/>
                </a:moveTo>
                <a:lnTo>
                  <a:pt x="4777007" y="8057"/>
                </a:lnTo>
                <a:lnTo>
                  <a:pt x="4776987" y="19680"/>
                </a:lnTo>
                <a:lnTo>
                  <a:pt x="4765364" y="19660"/>
                </a:lnTo>
                <a:moveTo>
                  <a:pt x="4788630" y="8076"/>
                </a:moveTo>
                <a:lnTo>
                  <a:pt x="4800253" y="8096"/>
                </a:lnTo>
                <a:lnTo>
                  <a:pt x="4800233" y="19719"/>
                </a:lnTo>
                <a:lnTo>
                  <a:pt x="4788610" y="19699"/>
                </a:lnTo>
                <a:moveTo>
                  <a:pt x="4811876" y="8115"/>
                </a:moveTo>
                <a:lnTo>
                  <a:pt x="4823498" y="8135"/>
                </a:lnTo>
                <a:lnTo>
                  <a:pt x="4823479" y="19758"/>
                </a:lnTo>
                <a:lnTo>
                  <a:pt x="4811856" y="19738"/>
                </a:lnTo>
                <a:moveTo>
                  <a:pt x="4835121" y="8155"/>
                </a:moveTo>
                <a:lnTo>
                  <a:pt x="4846744" y="8174"/>
                </a:lnTo>
                <a:lnTo>
                  <a:pt x="4846724" y="19797"/>
                </a:lnTo>
                <a:lnTo>
                  <a:pt x="4835101" y="19777"/>
                </a:lnTo>
                <a:moveTo>
                  <a:pt x="4858367" y="8194"/>
                </a:moveTo>
                <a:lnTo>
                  <a:pt x="4869990" y="8214"/>
                </a:lnTo>
                <a:lnTo>
                  <a:pt x="4869970" y="19836"/>
                </a:lnTo>
                <a:lnTo>
                  <a:pt x="4858347" y="19817"/>
                </a:lnTo>
                <a:moveTo>
                  <a:pt x="4881613" y="8233"/>
                </a:moveTo>
                <a:lnTo>
                  <a:pt x="4893236" y="8253"/>
                </a:lnTo>
                <a:lnTo>
                  <a:pt x="4893216" y="19876"/>
                </a:lnTo>
                <a:lnTo>
                  <a:pt x="4881593" y="19856"/>
                </a:lnTo>
                <a:moveTo>
                  <a:pt x="4904858" y="8272"/>
                </a:moveTo>
                <a:lnTo>
                  <a:pt x="4916481" y="8292"/>
                </a:lnTo>
                <a:lnTo>
                  <a:pt x="4916461" y="19915"/>
                </a:lnTo>
                <a:lnTo>
                  <a:pt x="4904839" y="19895"/>
                </a:lnTo>
                <a:moveTo>
                  <a:pt x="4928104" y="8312"/>
                </a:moveTo>
                <a:lnTo>
                  <a:pt x="4939727" y="8331"/>
                </a:lnTo>
                <a:lnTo>
                  <a:pt x="4939707" y="19954"/>
                </a:lnTo>
                <a:lnTo>
                  <a:pt x="4928084" y="19934"/>
                </a:lnTo>
                <a:moveTo>
                  <a:pt x="4951350" y="8351"/>
                </a:moveTo>
                <a:lnTo>
                  <a:pt x="4962973" y="8370"/>
                </a:lnTo>
                <a:lnTo>
                  <a:pt x="4962953" y="19993"/>
                </a:lnTo>
                <a:lnTo>
                  <a:pt x="4951330" y="19974"/>
                </a:lnTo>
                <a:moveTo>
                  <a:pt x="4974596" y="8390"/>
                </a:moveTo>
                <a:lnTo>
                  <a:pt x="4986218" y="8409"/>
                </a:lnTo>
                <a:lnTo>
                  <a:pt x="4986199" y="20032"/>
                </a:lnTo>
                <a:lnTo>
                  <a:pt x="4974576" y="20013"/>
                </a:lnTo>
                <a:moveTo>
                  <a:pt x="4997841" y="8429"/>
                </a:moveTo>
                <a:lnTo>
                  <a:pt x="5009464" y="8449"/>
                </a:lnTo>
                <a:lnTo>
                  <a:pt x="5009444" y="20072"/>
                </a:lnTo>
                <a:lnTo>
                  <a:pt x="4997821" y="20052"/>
                </a:lnTo>
                <a:moveTo>
                  <a:pt x="5021087" y="8468"/>
                </a:moveTo>
                <a:lnTo>
                  <a:pt x="5032710" y="8488"/>
                </a:lnTo>
                <a:lnTo>
                  <a:pt x="5032690" y="20111"/>
                </a:lnTo>
                <a:lnTo>
                  <a:pt x="5021067" y="20091"/>
                </a:lnTo>
                <a:moveTo>
                  <a:pt x="5044333" y="8508"/>
                </a:moveTo>
                <a:lnTo>
                  <a:pt x="5055956" y="8527"/>
                </a:lnTo>
                <a:lnTo>
                  <a:pt x="5055936" y="20150"/>
                </a:lnTo>
                <a:lnTo>
                  <a:pt x="5044313" y="20130"/>
                </a:lnTo>
                <a:moveTo>
                  <a:pt x="5067578" y="8547"/>
                </a:moveTo>
                <a:lnTo>
                  <a:pt x="5079201" y="8566"/>
                </a:lnTo>
                <a:lnTo>
                  <a:pt x="5079181" y="20189"/>
                </a:lnTo>
                <a:lnTo>
                  <a:pt x="5067559" y="20170"/>
                </a:lnTo>
                <a:moveTo>
                  <a:pt x="5090823" y="8586"/>
                </a:moveTo>
                <a:lnTo>
                  <a:pt x="5102446" y="8605"/>
                </a:lnTo>
                <a:lnTo>
                  <a:pt x="5102426" y="20228"/>
                </a:lnTo>
                <a:lnTo>
                  <a:pt x="5090803" y="20209"/>
                </a:lnTo>
                <a:moveTo>
                  <a:pt x="5114069" y="8625"/>
                </a:moveTo>
                <a:lnTo>
                  <a:pt x="5125692" y="8645"/>
                </a:lnTo>
                <a:lnTo>
                  <a:pt x="5125672" y="20268"/>
                </a:lnTo>
                <a:lnTo>
                  <a:pt x="5114049" y="20248"/>
                </a:lnTo>
                <a:moveTo>
                  <a:pt x="5137314" y="8664"/>
                </a:moveTo>
                <a:lnTo>
                  <a:pt x="5148937" y="8684"/>
                </a:lnTo>
                <a:lnTo>
                  <a:pt x="5148918" y="20307"/>
                </a:lnTo>
                <a:lnTo>
                  <a:pt x="5137295" y="20287"/>
                </a:lnTo>
                <a:moveTo>
                  <a:pt x="5160560" y="8704"/>
                </a:moveTo>
                <a:lnTo>
                  <a:pt x="5172183" y="8723"/>
                </a:lnTo>
                <a:lnTo>
                  <a:pt x="5172163" y="20346"/>
                </a:lnTo>
                <a:lnTo>
                  <a:pt x="5160540" y="20326"/>
                </a:lnTo>
                <a:moveTo>
                  <a:pt x="5183806" y="8743"/>
                </a:moveTo>
                <a:lnTo>
                  <a:pt x="5195429" y="8762"/>
                </a:lnTo>
                <a:lnTo>
                  <a:pt x="5195409" y="20385"/>
                </a:lnTo>
                <a:lnTo>
                  <a:pt x="5183786" y="20366"/>
                </a:lnTo>
                <a:moveTo>
                  <a:pt x="5207052" y="8782"/>
                </a:moveTo>
                <a:lnTo>
                  <a:pt x="5218674" y="8802"/>
                </a:lnTo>
                <a:lnTo>
                  <a:pt x="5218655" y="20424"/>
                </a:lnTo>
                <a:lnTo>
                  <a:pt x="5207032" y="20405"/>
                </a:lnTo>
                <a:moveTo>
                  <a:pt x="5230297" y="8821"/>
                </a:moveTo>
                <a:lnTo>
                  <a:pt x="5241920" y="8841"/>
                </a:lnTo>
                <a:lnTo>
                  <a:pt x="5241900" y="20464"/>
                </a:lnTo>
                <a:lnTo>
                  <a:pt x="5230278" y="20444"/>
                </a:lnTo>
                <a:moveTo>
                  <a:pt x="5253543" y="8860"/>
                </a:moveTo>
                <a:lnTo>
                  <a:pt x="5265166" y="8880"/>
                </a:lnTo>
                <a:lnTo>
                  <a:pt x="5265146" y="20503"/>
                </a:lnTo>
                <a:lnTo>
                  <a:pt x="5253523" y="20483"/>
                </a:lnTo>
                <a:moveTo>
                  <a:pt x="5276789" y="8900"/>
                </a:moveTo>
                <a:lnTo>
                  <a:pt x="5288412" y="8919"/>
                </a:lnTo>
                <a:lnTo>
                  <a:pt x="5288392" y="20542"/>
                </a:lnTo>
                <a:lnTo>
                  <a:pt x="5276769" y="20522"/>
                </a:lnTo>
                <a:moveTo>
                  <a:pt x="5300034" y="8939"/>
                </a:moveTo>
                <a:lnTo>
                  <a:pt x="5311657" y="8958"/>
                </a:lnTo>
                <a:lnTo>
                  <a:pt x="5311638" y="20581"/>
                </a:lnTo>
                <a:lnTo>
                  <a:pt x="5300015" y="20562"/>
                </a:lnTo>
                <a:moveTo>
                  <a:pt x="5323280" y="8978"/>
                </a:moveTo>
                <a:lnTo>
                  <a:pt x="5334903" y="8998"/>
                </a:lnTo>
                <a:lnTo>
                  <a:pt x="5334883" y="20620"/>
                </a:lnTo>
                <a:lnTo>
                  <a:pt x="5323260" y="20601"/>
                </a:lnTo>
                <a:moveTo>
                  <a:pt x="5346526" y="9017"/>
                </a:moveTo>
                <a:lnTo>
                  <a:pt x="5358148" y="9037"/>
                </a:lnTo>
                <a:lnTo>
                  <a:pt x="5358128" y="20660"/>
                </a:lnTo>
                <a:lnTo>
                  <a:pt x="5346506" y="20640"/>
                </a:lnTo>
                <a:moveTo>
                  <a:pt x="5369771" y="9057"/>
                </a:moveTo>
                <a:lnTo>
                  <a:pt x="5381394" y="9076"/>
                </a:lnTo>
                <a:lnTo>
                  <a:pt x="5381374" y="20699"/>
                </a:lnTo>
                <a:lnTo>
                  <a:pt x="5369751" y="20679"/>
                </a:lnTo>
                <a:moveTo>
                  <a:pt x="5393017" y="9096"/>
                </a:moveTo>
                <a:lnTo>
                  <a:pt x="5404640" y="9115"/>
                </a:lnTo>
                <a:lnTo>
                  <a:pt x="5404620" y="20738"/>
                </a:lnTo>
                <a:lnTo>
                  <a:pt x="5392997" y="20719"/>
                </a:lnTo>
                <a:moveTo>
                  <a:pt x="5416263" y="9135"/>
                </a:moveTo>
                <a:lnTo>
                  <a:pt x="5427886" y="9154"/>
                </a:lnTo>
                <a:lnTo>
                  <a:pt x="5427866" y="20777"/>
                </a:lnTo>
                <a:lnTo>
                  <a:pt x="5416243" y="20758"/>
                </a:lnTo>
                <a:moveTo>
                  <a:pt x="5439508" y="9174"/>
                </a:moveTo>
                <a:lnTo>
                  <a:pt x="5451131" y="9194"/>
                </a:lnTo>
                <a:lnTo>
                  <a:pt x="5451111" y="20816"/>
                </a:lnTo>
                <a:lnTo>
                  <a:pt x="5439488" y="20797"/>
                </a:lnTo>
                <a:moveTo>
                  <a:pt x="5462754" y="9213"/>
                </a:moveTo>
                <a:lnTo>
                  <a:pt x="5474377" y="9233"/>
                </a:lnTo>
                <a:lnTo>
                  <a:pt x="5474357" y="20856"/>
                </a:lnTo>
                <a:lnTo>
                  <a:pt x="5462734" y="20836"/>
                </a:lnTo>
                <a:moveTo>
                  <a:pt x="5486000" y="9252"/>
                </a:moveTo>
                <a:lnTo>
                  <a:pt x="5497623" y="9272"/>
                </a:lnTo>
                <a:lnTo>
                  <a:pt x="5497603" y="20895"/>
                </a:lnTo>
                <a:lnTo>
                  <a:pt x="5485980" y="20875"/>
                </a:lnTo>
                <a:moveTo>
                  <a:pt x="5509245" y="9292"/>
                </a:moveTo>
                <a:lnTo>
                  <a:pt x="5520868" y="9311"/>
                </a:lnTo>
                <a:lnTo>
                  <a:pt x="5520848" y="20934"/>
                </a:lnTo>
                <a:lnTo>
                  <a:pt x="5509226" y="20915"/>
                </a:lnTo>
                <a:moveTo>
                  <a:pt x="5532491" y="9331"/>
                </a:moveTo>
                <a:lnTo>
                  <a:pt x="5544114" y="9350"/>
                </a:lnTo>
                <a:lnTo>
                  <a:pt x="5544094" y="20973"/>
                </a:lnTo>
                <a:lnTo>
                  <a:pt x="5532471" y="20954"/>
                </a:lnTo>
                <a:moveTo>
                  <a:pt x="5555737" y="9370"/>
                </a:moveTo>
                <a:lnTo>
                  <a:pt x="5567360" y="9390"/>
                </a:lnTo>
                <a:lnTo>
                  <a:pt x="5567340" y="21013"/>
                </a:lnTo>
                <a:lnTo>
                  <a:pt x="5555717" y="20993"/>
                </a:lnTo>
                <a:moveTo>
                  <a:pt x="5578983" y="9409"/>
                </a:moveTo>
                <a:lnTo>
                  <a:pt x="5590605" y="9429"/>
                </a:lnTo>
                <a:lnTo>
                  <a:pt x="5590586" y="21052"/>
                </a:lnTo>
                <a:lnTo>
                  <a:pt x="5578963" y="21032"/>
                </a:lnTo>
                <a:moveTo>
                  <a:pt x="5602228" y="9448"/>
                </a:moveTo>
                <a:lnTo>
                  <a:pt x="5613851" y="9468"/>
                </a:lnTo>
                <a:lnTo>
                  <a:pt x="5613831" y="21091"/>
                </a:lnTo>
                <a:lnTo>
                  <a:pt x="5602208" y="21071"/>
                </a:lnTo>
                <a:moveTo>
                  <a:pt x="5625474" y="9488"/>
                </a:moveTo>
                <a:lnTo>
                  <a:pt x="5637097" y="9507"/>
                </a:lnTo>
                <a:lnTo>
                  <a:pt x="5637077" y="21130"/>
                </a:lnTo>
                <a:lnTo>
                  <a:pt x="5625454" y="21110"/>
                </a:lnTo>
                <a:moveTo>
                  <a:pt x="5648720" y="9527"/>
                </a:moveTo>
                <a:lnTo>
                  <a:pt x="5660343" y="9547"/>
                </a:lnTo>
                <a:lnTo>
                  <a:pt x="5660323" y="21169"/>
                </a:lnTo>
                <a:lnTo>
                  <a:pt x="5648700" y="21150"/>
                </a:lnTo>
                <a:moveTo>
                  <a:pt x="5671965" y="9566"/>
                </a:moveTo>
                <a:lnTo>
                  <a:pt x="5683588" y="9586"/>
                </a:lnTo>
                <a:lnTo>
                  <a:pt x="5683568" y="21209"/>
                </a:lnTo>
                <a:lnTo>
                  <a:pt x="5671946" y="21189"/>
                </a:lnTo>
                <a:moveTo>
                  <a:pt x="5695211" y="9605"/>
                </a:moveTo>
                <a:lnTo>
                  <a:pt x="5706834" y="9625"/>
                </a:lnTo>
                <a:lnTo>
                  <a:pt x="5706814" y="21248"/>
                </a:lnTo>
                <a:lnTo>
                  <a:pt x="5695191" y="21228"/>
                </a:lnTo>
                <a:moveTo>
                  <a:pt x="5718457" y="9644"/>
                </a:moveTo>
                <a:lnTo>
                  <a:pt x="5730080" y="9664"/>
                </a:lnTo>
                <a:lnTo>
                  <a:pt x="5730060" y="21287"/>
                </a:lnTo>
                <a:lnTo>
                  <a:pt x="5718437" y="21267"/>
                </a:lnTo>
                <a:moveTo>
                  <a:pt x="5741703" y="9684"/>
                </a:moveTo>
                <a:lnTo>
                  <a:pt x="5753325" y="9703"/>
                </a:lnTo>
                <a:lnTo>
                  <a:pt x="5753306" y="21326"/>
                </a:lnTo>
                <a:lnTo>
                  <a:pt x="5741683" y="21306"/>
                </a:lnTo>
                <a:moveTo>
                  <a:pt x="5764948" y="9723"/>
                </a:moveTo>
                <a:lnTo>
                  <a:pt x="5776571" y="9743"/>
                </a:lnTo>
                <a:lnTo>
                  <a:pt x="5776551" y="21365"/>
                </a:lnTo>
                <a:lnTo>
                  <a:pt x="5764928" y="21346"/>
                </a:lnTo>
                <a:moveTo>
                  <a:pt x="5788194" y="9762"/>
                </a:moveTo>
                <a:lnTo>
                  <a:pt x="5799817" y="9782"/>
                </a:lnTo>
                <a:lnTo>
                  <a:pt x="5799797" y="21405"/>
                </a:lnTo>
                <a:lnTo>
                  <a:pt x="5788174" y="21385"/>
                </a:lnTo>
                <a:moveTo>
                  <a:pt x="5811440" y="9801"/>
                </a:moveTo>
                <a:lnTo>
                  <a:pt x="5823063" y="9821"/>
                </a:lnTo>
                <a:lnTo>
                  <a:pt x="5823043" y="21444"/>
                </a:lnTo>
                <a:lnTo>
                  <a:pt x="5811420" y="21424"/>
                </a:lnTo>
                <a:moveTo>
                  <a:pt x="5834685" y="9841"/>
                </a:moveTo>
                <a:lnTo>
                  <a:pt x="5846308" y="9860"/>
                </a:lnTo>
                <a:lnTo>
                  <a:pt x="5846288" y="21483"/>
                </a:lnTo>
                <a:lnTo>
                  <a:pt x="5834666" y="21463"/>
                </a:lnTo>
                <a:moveTo>
                  <a:pt x="5857931" y="9880"/>
                </a:moveTo>
                <a:lnTo>
                  <a:pt x="5869554" y="9899"/>
                </a:lnTo>
                <a:lnTo>
                  <a:pt x="5869534" y="21522"/>
                </a:lnTo>
                <a:lnTo>
                  <a:pt x="5857911" y="21503"/>
                </a:lnTo>
                <a:moveTo>
                  <a:pt x="5881177" y="9919"/>
                </a:moveTo>
                <a:lnTo>
                  <a:pt x="5892800" y="9938"/>
                </a:lnTo>
                <a:lnTo>
                  <a:pt x="5892780" y="21561"/>
                </a:lnTo>
                <a:lnTo>
                  <a:pt x="5881157" y="21542"/>
                </a:lnTo>
                <a:moveTo>
                  <a:pt x="5904423" y="9958"/>
                </a:moveTo>
                <a:lnTo>
                  <a:pt x="5916045" y="9978"/>
                </a:lnTo>
                <a:lnTo>
                  <a:pt x="5916026" y="21600"/>
                </a:lnTo>
                <a:lnTo>
                  <a:pt x="5904403" y="21581"/>
                </a:lnTo>
                <a:moveTo>
                  <a:pt x="5927668" y="9997"/>
                </a:moveTo>
                <a:lnTo>
                  <a:pt x="5939291" y="10017"/>
                </a:lnTo>
                <a:lnTo>
                  <a:pt x="5939271" y="21640"/>
                </a:lnTo>
                <a:lnTo>
                  <a:pt x="5927648" y="21620"/>
                </a:lnTo>
                <a:moveTo>
                  <a:pt x="5950914" y="10037"/>
                </a:moveTo>
                <a:lnTo>
                  <a:pt x="5962537" y="10056"/>
                </a:lnTo>
                <a:lnTo>
                  <a:pt x="5962517" y="21679"/>
                </a:lnTo>
                <a:lnTo>
                  <a:pt x="5950894" y="21659"/>
                </a:lnTo>
                <a:moveTo>
                  <a:pt x="5974160" y="10076"/>
                </a:moveTo>
                <a:lnTo>
                  <a:pt x="5985783" y="10095"/>
                </a:lnTo>
                <a:lnTo>
                  <a:pt x="5985763" y="21718"/>
                </a:lnTo>
                <a:lnTo>
                  <a:pt x="5974140" y="21699"/>
                </a:lnTo>
                <a:moveTo>
                  <a:pt x="5997405" y="10115"/>
                </a:moveTo>
                <a:lnTo>
                  <a:pt x="6009028" y="10135"/>
                </a:lnTo>
                <a:lnTo>
                  <a:pt x="6009008" y="21758"/>
                </a:lnTo>
                <a:lnTo>
                  <a:pt x="5997386" y="21738"/>
                </a:lnTo>
                <a:moveTo>
                  <a:pt x="6020651" y="10154"/>
                </a:moveTo>
                <a:lnTo>
                  <a:pt x="6032274" y="10174"/>
                </a:lnTo>
                <a:lnTo>
                  <a:pt x="6032254" y="21797"/>
                </a:lnTo>
                <a:lnTo>
                  <a:pt x="6020631" y="21777"/>
                </a:lnTo>
                <a:moveTo>
                  <a:pt x="6043897" y="10193"/>
                </a:moveTo>
                <a:lnTo>
                  <a:pt x="6055520" y="10213"/>
                </a:lnTo>
                <a:lnTo>
                  <a:pt x="6055500" y="21836"/>
                </a:lnTo>
                <a:lnTo>
                  <a:pt x="6043877" y="21816"/>
                </a:lnTo>
                <a:moveTo>
                  <a:pt x="6067143" y="10233"/>
                </a:moveTo>
                <a:lnTo>
                  <a:pt x="6078765" y="10252"/>
                </a:lnTo>
                <a:lnTo>
                  <a:pt x="6078746" y="21875"/>
                </a:lnTo>
                <a:lnTo>
                  <a:pt x="6067123" y="21855"/>
                </a:lnTo>
                <a:moveTo>
                  <a:pt x="6090388" y="10272"/>
                </a:moveTo>
                <a:lnTo>
                  <a:pt x="6102011" y="10291"/>
                </a:lnTo>
                <a:lnTo>
                  <a:pt x="6101991" y="21914"/>
                </a:lnTo>
                <a:lnTo>
                  <a:pt x="6090368" y="21895"/>
                </a:lnTo>
                <a:moveTo>
                  <a:pt x="6113634" y="10311"/>
                </a:moveTo>
                <a:lnTo>
                  <a:pt x="6125257" y="10331"/>
                </a:lnTo>
                <a:lnTo>
                  <a:pt x="6125237" y="21953"/>
                </a:lnTo>
                <a:lnTo>
                  <a:pt x="6113614" y="21934"/>
                </a:lnTo>
                <a:moveTo>
                  <a:pt x="6136880" y="10350"/>
                </a:moveTo>
                <a:lnTo>
                  <a:pt x="6148503" y="10370"/>
                </a:lnTo>
                <a:lnTo>
                  <a:pt x="6148483" y="21993"/>
                </a:lnTo>
                <a:lnTo>
                  <a:pt x="6136860" y="21973"/>
                </a:lnTo>
                <a:moveTo>
                  <a:pt x="6160125" y="10389"/>
                </a:moveTo>
                <a:lnTo>
                  <a:pt x="6171748" y="10409"/>
                </a:lnTo>
                <a:lnTo>
                  <a:pt x="6171728" y="22032"/>
                </a:lnTo>
                <a:lnTo>
                  <a:pt x="6160106" y="22012"/>
                </a:lnTo>
                <a:moveTo>
                  <a:pt x="6183371" y="10429"/>
                </a:moveTo>
                <a:lnTo>
                  <a:pt x="6194994" y="10448"/>
                </a:lnTo>
                <a:lnTo>
                  <a:pt x="6194974" y="22071"/>
                </a:lnTo>
                <a:lnTo>
                  <a:pt x="6183351" y="22051"/>
                </a:lnTo>
                <a:moveTo>
                  <a:pt x="6206615" y="10468"/>
                </a:moveTo>
                <a:lnTo>
                  <a:pt x="6218238" y="10487"/>
                </a:lnTo>
                <a:lnTo>
                  <a:pt x="6218218" y="22110"/>
                </a:lnTo>
                <a:lnTo>
                  <a:pt x="6206595" y="22091"/>
                </a:lnTo>
                <a:moveTo>
                  <a:pt x="6229861" y="10507"/>
                </a:moveTo>
                <a:lnTo>
                  <a:pt x="6241483" y="10527"/>
                </a:lnTo>
                <a:lnTo>
                  <a:pt x="6241464" y="22149"/>
                </a:lnTo>
                <a:lnTo>
                  <a:pt x="6229841" y="22130"/>
                </a:lnTo>
                <a:moveTo>
                  <a:pt x="6253106" y="10546"/>
                </a:moveTo>
                <a:lnTo>
                  <a:pt x="6264729" y="10566"/>
                </a:lnTo>
                <a:lnTo>
                  <a:pt x="6264709" y="22189"/>
                </a:lnTo>
                <a:lnTo>
                  <a:pt x="6253087" y="22169"/>
                </a:lnTo>
                <a:moveTo>
                  <a:pt x="6276352" y="10585"/>
                </a:moveTo>
                <a:lnTo>
                  <a:pt x="6287975" y="10605"/>
                </a:lnTo>
                <a:lnTo>
                  <a:pt x="6287955" y="22228"/>
                </a:lnTo>
                <a:lnTo>
                  <a:pt x="6276332" y="22208"/>
                </a:lnTo>
                <a:moveTo>
                  <a:pt x="6299598" y="10625"/>
                </a:moveTo>
                <a:lnTo>
                  <a:pt x="6311221" y="10644"/>
                </a:lnTo>
                <a:lnTo>
                  <a:pt x="6311201" y="22267"/>
                </a:lnTo>
                <a:lnTo>
                  <a:pt x="6299578" y="22248"/>
                </a:lnTo>
                <a:moveTo>
                  <a:pt x="6322843" y="10664"/>
                </a:moveTo>
                <a:lnTo>
                  <a:pt x="6334466" y="10683"/>
                </a:lnTo>
                <a:lnTo>
                  <a:pt x="6334447" y="22306"/>
                </a:lnTo>
                <a:lnTo>
                  <a:pt x="6322824" y="22287"/>
                </a:lnTo>
                <a:moveTo>
                  <a:pt x="6346089" y="10703"/>
                </a:moveTo>
                <a:lnTo>
                  <a:pt x="6357712" y="10723"/>
                </a:lnTo>
                <a:lnTo>
                  <a:pt x="6357692" y="22346"/>
                </a:lnTo>
                <a:lnTo>
                  <a:pt x="6346069" y="22326"/>
                </a:lnTo>
                <a:moveTo>
                  <a:pt x="6369335" y="10742"/>
                </a:moveTo>
                <a:lnTo>
                  <a:pt x="6380958" y="10762"/>
                </a:lnTo>
                <a:lnTo>
                  <a:pt x="6380938" y="22385"/>
                </a:lnTo>
                <a:lnTo>
                  <a:pt x="6369315" y="22365"/>
                </a:lnTo>
                <a:moveTo>
                  <a:pt x="6392581" y="10781"/>
                </a:moveTo>
                <a:lnTo>
                  <a:pt x="6404203" y="10801"/>
                </a:lnTo>
                <a:lnTo>
                  <a:pt x="6404184" y="22424"/>
                </a:lnTo>
                <a:lnTo>
                  <a:pt x="6392561" y="22404"/>
                </a:lnTo>
                <a:moveTo>
                  <a:pt x="6415826" y="10821"/>
                </a:moveTo>
                <a:lnTo>
                  <a:pt x="6427449" y="10840"/>
                </a:lnTo>
                <a:lnTo>
                  <a:pt x="6427429" y="22463"/>
                </a:lnTo>
                <a:lnTo>
                  <a:pt x="6415806" y="22444"/>
                </a:lnTo>
                <a:moveTo>
                  <a:pt x="6439072" y="10860"/>
                </a:moveTo>
                <a:lnTo>
                  <a:pt x="6450695" y="10879"/>
                </a:lnTo>
                <a:lnTo>
                  <a:pt x="6450675" y="22502"/>
                </a:lnTo>
                <a:lnTo>
                  <a:pt x="6439052" y="22483"/>
                </a:lnTo>
                <a:moveTo>
                  <a:pt x="6462318" y="10899"/>
                </a:moveTo>
                <a:lnTo>
                  <a:pt x="6473941" y="10919"/>
                </a:lnTo>
                <a:lnTo>
                  <a:pt x="6473921" y="22541"/>
                </a:lnTo>
                <a:lnTo>
                  <a:pt x="6462298" y="22522"/>
                </a:lnTo>
                <a:moveTo>
                  <a:pt x="6485563" y="10938"/>
                </a:moveTo>
                <a:lnTo>
                  <a:pt x="6497186" y="10958"/>
                </a:lnTo>
                <a:lnTo>
                  <a:pt x="6497166" y="22581"/>
                </a:lnTo>
                <a:lnTo>
                  <a:pt x="6485544" y="22561"/>
                </a:lnTo>
                <a:moveTo>
                  <a:pt x="6508809" y="10977"/>
                </a:moveTo>
                <a:lnTo>
                  <a:pt x="6520432" y="10997"/>
                </a:lnTo>
                <a:lnTo>
                  <a:pt x="6520412" y="22620"/>
                </a:lnTo>
                <a:lnTo>
                  <a:pt x="6508789" y="22600"/>
                </a:lnTo>
                <a:moveTo>
                  <a:pt x="6532055" y="11017"/>
                </a:moveTo>
                <a:lnTo>
                  <a:pt x="6543678" y="11036"/>
                </a:lnTo>
                <a:lnTo>
                  <a:pt x="6543658" y="22659"/>
                </a:lnTo>
                <a:lnTo>
                  <a:pt x="6532035" y="22639"/>
                </a:lnTo>
                <a:moveTo>
                  <a:pt x="6555301" y="11056"/>
                </a:moveTo>
                <a:lnTo>
                  <a:pt x="6566923" y="11075"/>
                </a:lnTo>
                <a:lnTo>
                  <a:pt x="6566904" y="22698"/>
                </a:lnTo>
                <a:lnTo>
                  <a:pt x="6555281" y="22679"/>
                </a:lnTo>
                <a:moveTo>
                  <a:pt x="6578546" y="11095"/>
                </a:moveTo>
                <a:lnTo>
                  <a:pt x="6590169" y="11115"/>
                </a:lnTo>
                <a:lnTo>
                  <a:pt x="6590149" y="22738"/>
                </a:lnTo>
                <a:lnTo>
                  <a:pt x="6578526" y="22718"/>
                </a:lnTo>
                <a:moveTo>
                  <a:pt x="6601792" y="11134"/>
                </a:moveTo>
                <a:lnTo>
                  <a:pt x="6613415" y="11154"/>
                </a:lnTo>
                <a:lnTo>
                  <a:pt x="6613395" y="22777"/>
                </a:lnTo>
                <a:lnTo>
                  <a:pt x="6601772" y="22757"/>
                </a:lnTo>
                <a:moveTo>
                  <a:pt x="6625038" y="11174"/>
                </a:moveTo>
                <a:lnTo>
                  <a:pt x="6636661" y="11193"/>
                </a:lnTo>
                <a:lnTo>
                  <a:pt x="6636641" y="22816"/>
                </a:lnTo>
                <a:lnTo>
                  <a:pt x="6625018" y="22796"/>
                </a:lnTo>
                <a:moveTo>
                  <a:pt x="6648283" y="11213"/>
                </a:moveTo>
                <a:lnTo>
                  <a:pt x="6659906" y="11232"/>
                </a:lnTo>
                <a:lnTo>
                  <a:pt x="6659886" y="22855"/>
                </a:lnTo>
                <a:lnTo>
                  <a:pt x="6648264" y="22836"/>
                </a:lnTo>
                <a:moveTo>
                  <a:pt x="6671529" y="11252"/>
                </a:moveTo>
                <a:lnTo>
                  <a:pt x="6683152" y="11271"/>
                </a:lnTo>
                <a:lnTo>
                  <a:pt x="6683132" y="22894"/>
                </a:lnTo>
                <a:lnTo>
                  <a:pt x="6671509" y="22875"/>
                </a:lnTo>
                <a:moveTo>
                  <a:pt x="6694775" y="11291"/>
                </a:moveTo>
                <a:lnTo>
                  <a:pt x="6706398" y="11311"/>
                </a:lnTo>
                <a:lnTo>
                  <a:pt x="6706378" y="22934"/>
                </a:lnTo>
                <a:lnTo>
                  <a:pt x="6694755" y="22914"/>
                </a:lnTo>
                <a:moveTo>
                  <a:pt x="6718020" y="11330"/>
                </a:moveTo>
                <a:lnTo>
                  <a:pt x="6729643" y="11350"/>
                </a:lnTo>
                <a:lnTo>
                  <a:pt x="6729624" y="22973"/>
                </a:lnTo>
                <a:lnTo>
                  <a:pt x="6718001" y="22953"/>
                </a:lnTo>
                <a:moveTo>
                  <a:pt x="6741266" y="11369"/>
                </a:moveTo>
                <a:lnTo>
                  <a:pt x="6752889" y="11389"/>
                </a:lnTo>
                <a:lnTo>
                  <a:pt x="6752869" y="23012"/>
                </a:lnTo>
                <a:lnTo>
                  <a:pt x="6741246" y="22992"/>
                </a:lnTo>
                <a:moveTo>
                  <a:pt x="6764512" y="11409"/>
                </a:moveTo>
                <a:lnTo>
                  <a:pt x="6776135" y="11428"/>
                </a:lnTo>
                <a:lnTo>
                  <a:pt x="6776115" y="23051"/>
                </a:lnTo>
                <a:lnTo>
                  <a:pt x="6764492" y="23032"/>
                </a:lnTo>
                <a:moveTo>
                  <a:pt x="6787758" y="11448"/>
                </a:moveTo>
                <a:lnTo>
                  <a:pt x="6799380" y="11468"/>
                </a:lnTo>
                <a:lnTo>
                  <a:pt x="6799361" y="23090"/>
                </a:lnTo>
                <a:lnTo>
                  <a:pt x="6787738" y="23071"/>
                </a:lnTo>
                <a:moveTo>
                  <a:pt x="6811003" y="11487"/>
                </a:moveTo>
                <a:lnTo>
                  <a:pt x="6822626" y="11507"/>
                </a:lnTo>
                <a:lnTo>
                  <a:pt x="6822606" y="23130"/>
                </a:lnTo>
                <a:lnTo>
                  <a:pt x="6810984" y="23110"/>
                </a:lnTo>
                <a:moveTo>
                  <a:pt x="6834249" y="11526"/>
                </a:moveTo>
                <a:lnTo>
                  <a:pt x="6845872" y="11546"/>
                </a:lnTo>
                <a:lnTo>
                  <a:pt x="6845852" y="23169"/>
                </a:lnTo>
                <a:lnTo>
                  <a:pt x="6834229" y="23149"/>
                </a:lnTo>
                <a:moveTo>
                  <a:pt x="6857495" y="11565"/>
                </a:moveTo>
                <a:lnTo>
                  <a:pt x="6869118" y="11585"/>
                </a:lnTo>
                <a:lnTo>
                  <a:pt x="6869098" y="23208"/>
                </a:lnTo>
                <a:lnTo>
                  <a:pt x="6857475" y="23188"/>
                </a:lnTo>
                <a:moveTo>
                  <a:pt x="6880740" y="11605"/>
                </a:moveTo>
                <a:lnTo>
                  <a:pt x="6892363" y="11624"/>
                </a:lnTo>
                <a:lnTo>
                  <a:pt x="6892344" y="23247"/>
                </a:lnTo>
                <a:lnTo>
                  <a:pt x="6880721" y="23228"/>
                </a:lnTo>
                <a:moveTo>
                  <a:pt x="6903986" y="11644"/>
                </a:moveTo>
                <a:lnTo>
                  <a:pt x="6915609" y="11664"/>
                </a:lnTo>
                <a:lnTo>
                  <a:pt x="6915589" y="23286"/>
                </a:lnTo>
                <a:lnTo>
                  <a:pt x="6903966" y="23267"/>
                </a:lnTo>
                <a:moveTo>
                  <a:pt x="6927232" y="11683"/>
                </a:moveTo>
                <a:lnTo>
                  <a:pt x="6938855" y="11703"/>
                </a:lnTo>
                <a:lnTo>
                  <a:pt x="6938835" y="23326"/>
                </a:lnTo>
                <a:lnTo>
                  <a:pt x="6927212" y="23306"/>
                </a:lnTo>
                <a:moveTo>
                  <a:pt x="6950478" y="11722"/>
                </a:moveTo>
                <a:lnTo>
                  <a:pt x="6962100" y="11742"/>
                </a:lnTo>
                <a:lnTo>
                  <a:pt x="6962081" y="23365"/>
                </a:lnTo>
                <a:lnTo>
                  <a:pt x="6950458" y="23345"/>
                </a:lnTo>
                <a:moveTo>
                  <a:pt x="6973723" y="11762"/>
                </a:moveTo>
                <a:lnTo>
                  <a:pt x="6985346" y="11781"/>
                </a:lnTo>
                <a:lnTo>
                  <a:pt x="6985326" y="23404"/>
                </a:lnTo>
                <a:lnTo>
                  <a:pt x="6973704" y="23384"/>
                </a:lnTo>
                <a:moveTo>
                  <a:pt x="6996969" y="11801"/>
                </a:moveTo>
                <a:lnTo>
                  <a:pt x="7008592" y="11820"/>
                </a:lnTo>
                <a:lnTo>
                  <a:pt x="7008572" y="23443"/>
                </a:lnTo>
                <a:lnTo>
                  <a:pt x="6996949" y="23424"/>
                </a:lnTo>
                <a:moveTo>
                  <a:pt x="7020215" y="11840"/>
                </a:moveTo>
                <a:lnTo>
                  <a:pt x="7031838" y="11859"/>
                </a:lnTo>
                <a:lnTo>
                  <a:pt x="7031818" y="23482"/>
                </a:lnTo>
                <a:lnTo>
                  <a:pt x="7020195" y="23463"/>
                </a:lnTo>
                <a:moveTo>
                  <a:pt x="7043460" y="11879"/>
                </a:moveTo>
                <a:lnTo>
                  <a:pt x="7055083" y="11899"/>
                </a:lnTo>
                <a:lnTo>
                  <a:pt x="7055064" y="23522"/>
                </a:lnTo>
                <a:lnTo>
                  <a:pt x="7043441" y="23502"/>
                </a:lnTo>
                <a:moveTo>
                  <a:pt x="7066706" y="11918"/>
                </a:moveTo>
                <a:lnTo>
                  <a:pt x="7078329" y="11938"/>
                </a:lnTo>
                <a:lnTo>
                  <a:pt x="7078309" y="23561"/>
                </a:lnTo>
                <a:lnTo>
                  <a:pt x="7066686" y="23541"/>
                </a:lnTo>
                <a:moveTo>
                  <a:pt x="7089952" y="11958"/>
                </a:moveTo>
                <a:lnTo>
                  <a:pt x="7101575" y="11977"/>
                </a:lnTo>
                <a:lnTo>
                  <a:pt x="7101555" y="23600"/>
                </a:lnTo>
                <a:lnTo>
                  <a:pt x="7089932" y="23580"/>
                </a:lnTo>
                <a:moveTo>
                  <a:pt x="7113198" y="11997"/>
                </a:moveTo>
                <a:lnTo>
                  <a:pt x="7124820" y="12016"/>
                </a:lnTo>
                <a:lnTo>
                  <a:pt x="7124801" y="23639"/>
                </a:lnTo>
                <a:lnTo>
                  <a:pt x="7113178" y="23620"/>
                </a:lnTo>
                <a:moveTo>
                  <a:pt x="7136443" y="12036"/>
                </a:moveTo>
                <a:lnTo>
                  <a:pt x="7148066" y="12056"/>
                </a:lnTo>
                <a:lnTo>
                  <a:pt x="7148046" y="23679"/>
                </a:lnTo>
                <a:lnTo>
                  <a:pt x="7136424" y="23659"/>
                </a:lnTo>
                <a:moveTo>
                  <a:pt x="7159689" y="12075"/>
                </a:moveTo>
                <a:lnTo>
                  <a:pt x="7171312" y="12095"/>
                </a:lnTo>
                <a:lnTo>
                  <a:pt x="7171292" y="23718"/>
                </a:lnTo>
                <a:lnTo>
                  <a:pt x="7159669" y="23698"/>
                </a:lnTo>
                <a:moveTo>
                  <a:pt x="7182935" y="12114"/>
                </a:moveTo>
                <a:lnTo>
                  <a:pt x="7194556" y="12134"/>
                </a:lnTo>
                <a:lnTo>
                  <a:pt x="7194537" y="23757"/>
                </a:lnTo>
                <a:lnTo>
                  <a:pt x="7182915" y="23737"/>
                </a:lnTo>
                <a:moveTo>
                  <a:pt x="7206179" y="12154"/>
                </a:moveTo>
                <a:lnTo>
                  <a:pt x="7217802" y="12173"/>
                </a:lnTo>
                <a:lnTo>
                  <a:pt x="7217782" y="23796"/>
                </a:lnTo>
                <a:lnTo>
                  <a:pt x="7206160" y="23776"/>
                </a:lnTo>
                <a:moveTo>
                  <a:pt x="7229425" y="12193"/>
                </a:moveTo>
                <a:lnTo>
                  <a:pt x="7241048" y="12212"/>
                </a:lnTo>
                <a:lnTo>
                  <a:pt x="7241028" y="23835"/>
                </a:lnTo>
                <a:lnTo>
                  <a:pt x="7229405" y="23816"/>
                </a:lnTo>
                <a:moveTo>
                  <a:pt x="7252671" y="12232"/>
                </a:moveTo>
                <a:lnTo>
                  <a:pt x="7264294" y="12252"/>
                </a:lnTo>
                <a:lnTo>
                  <a:pt x="7264274" y="23875"/>
                </a:lnTo>
                <a:lnTo>
                  <a:pt x="7252651" y="23855"/>
                </a:lnTo>
                <a:moveTo>
                  <a:pt x="7275916" y="12271"/>
                </a:moveTo>
                <a:lnTo>
                  <a:pt x="7287539" y="12291"/>
                </a:lnTo>
                <a:lnTo>
                  <a:pt x="7287519" y="23914"/>
                </a:lnTo>
                <a:lnTo>
                  <a:pt x="7275897" y="23894"/>
                </a:lnTo>
                <a:moveTo>
                  <a:pt x="7299162" y="12310"/>
                </a:moveTo>
                <a:lnTo>
                  <a:pt x="7310785" y="12330"/>
                </a:lnTo>
                <a:lnTo>
                  <a:pt x="7310765" y="23953"/>
                </a:lnTo>
                <a:lnTo>
                  <a:pt x="7299142" y="23933"/>
                </a:lnTo>
                <a:moveTo>
                  <a:pt x="7322408" y="12350"/>
                </a:moveTo>
                <a:lnTo>
                  <a:pt x="7334031" y="12369"/>
                </a:lnTo>
                <a:lnTo>
                  <a:pt x="7334011" y="23992"/>
                </a:lnTo>
                <a:lnTo>
                  <a:pt x="7322388" y="23972"/>
                </a:lnTo>
                <a:moveTo>
                  <a:pt x="7345654" y="12389"/>
                </a:moveTo>
                <a:lnTo>
                  <a:pt x="7357276" y="12408"/>
                </a:lnTo>
                <a:lnTo>
                  <a:pt x="7357257" y="24031"/>
                </a:lnTo>
                <a:lnTo>
                  <a:pt x="7345634" y="24012"/>
                </a:lnTo>
                <a:moveTo>
                  <a:pt x="7368899" y="12428"/>
                </a:moveTo>
                <a:lnTo>
                  <a:pt x="7380522" y="12448"/>
                </a:lnTo>
                <a:lnTo>
                  <a:pt x="7380502" y="24070"/>
                </a:lnTo>
                <a:lnTo>
                  <a:pt x="7368879" y="24051"/>
                </a:lnTo>
                <a:moveTo>
                  <a:pt x="7392145" y="12467"/>
                </a:moveTo>
                <a:lnTo>
                  <a:pt x="7403768" y="12487"/>
                </a:lnTo>
                <a:lnTo>
                  <a:pt x="7403748" y="24110"/>
                </a:lnTo>
                <a:lnTo>
                  <a:pt x="7392125" y="24090"/>
                </a:lnTo>
                <a:moveTo>
                  <a:pt x="7415391" y="12507"/>
                </a:moveTo>
                <a:lnTo>
                  <a:pt x="7427014" y="12526"/>
                </a:lnTo>
                <a:lnTo>
                  <a:pt x="7426994" y="24149"/>
                </a:lnTo>
                <a:lnTo>
                  <a:pt x="7415371" y="24129"/>
                </a:lnTo>
                <a:moveTo>
                  <a:pt x="7438636" y="12546"/>
                </a:moveTo>
                <a:lnTo>
                  <a:pt x="7450259" y="12565"/>
                </a:lnTo>
                <a:lnTo>
                  <a:pt x="7450239" y="24188"/>
                </a:lnTo>
                <a:lnTo>
                  <a:pt x="7438617" y="24169"/>
                </a:lnTo>
                <a:moveTo>
                  <a:pt x="7461882" y="12585"/>
                </a:moveTo>
                <a:lnTo>
                  <a:pt x="7473505" y="12604"/>
                </a:lnTo>
                <a:lnTo>
                  <a:pt x="7473485" y="24227"/>
                </a:lnTo>
                <a:lnTo>
                  <a:pt x="7461862" y="24208"/>
                </a:lnTo>
                <a:moveTo>
                  <a:pt x="7485128" y="12624"/>
                </a:moveTo>
                <a:lnTo>
                  <a:pt x="7496751" y="12644"/>
                </a:lnTo>
                <a:lnTo>
                  <a:pt x="7496731" y="24266"/>
                </a:lnTo>
                <a:lnTo>
                  <a:pt x="7485108" y="24247"/>
                </a:lnTo>
                <a:moveTo>
                  <a:pt x="7508374" y="12663"/>
                </a:moveTo>
                <a:lnTo>
                  <a:pt x="7519996" y="12683"/>
                </a:lnTo>
                <a:lnTo>
                  <a:pt x="7519977" y="24306"/>
                </a:lnTo>
                <a:lnTo>
                  <a:pt x="7508354" y="24286"/>
                </a:lnTo>
                <a:moveTo>
                  <a:pt x="7531619" y="12703"/>
                </a:moveTo>
                <a:lnTo>
                  <a:pt x="7543242" y="12722"/>
                </a:lnTo>
                <a:lnTo>
                  <a:pt x="7543222" y="24345"/>
                </a:lnTo>
                <a:lnTo>
                  <a:pt x="7531599" y="24325"/>
                </a:lnTo>
                <a:moveTo>
                  <a:pt x="7554865" y="12742"/>
                </a:moveTo>
                <a:lnTo>
                  <a:pt x="7566488" y="12761"/>
                </a:lnTo>
                <a:lnTo>
                  <a:pt x="7566468" y="24384"/>
                </a:lnTo>
                <a:lnTo>
                  <a:pt x="7554845" y="24365"/>
                </a:lnTo>
                <a:moveTo>
                  <a:pt x="7578111" y="12781"/>
                </a:moveTo>
                <a:lnTo>
                  <a:pt x="7589733" y="12801"/>
                </a:lnTo>
                <a:lnTo>
                  <a:pt x="7589714" y="24423"/>
                </a:lnTo>
                <a:lnTo>
                  <a:pt x="7578091" y="24404"/>
                </a:lnTo>
                <a:moveTo>
                  <a:pt x="7601356" y="12820"/>
                </a:moveTo>
                <a:lnTo>
                  <a:pt x="7612979" y="12840"/>
                </a:lnTo>
                <a:lnTo>
                  <a:pt x="7612959" y="24463"/>
                </a:lnTo>
                <a:lnTo>
                  <a:pt x="7601337" y="24443"/>
                </a:lnTo>
                <a:moveTo>
                  <a:pt x="7624602" y="12859"/>
                </a:moveTo>
                <a:lnTo>
                  <a:pt x="7636225" y="12879"/>
                </a:lnTo>
                <a:lnTo>
                  <a:pt x="7636205" y="24502"/>
                </a:lnTo>
                <a:lnTo>
                  <a:pt x="7624582" y="24482"/>
                </a:lnTo>
                <a:moveTo>
                  <a:pt x="7647848" y="12898"/>
                </a:moveTo>
                <a:lnTo>
                  <a:pt x="7659471" y="12918"/>
                </a:lnTo>
                <a:lnTo>
                  <a:pt x="7659451" y="24541"/>
                </a:lnTo>
                <a:lnTo>
                  <a:pt x="7647828" y="24521"/>
                </a:lnTo>
                <a:moveTo>
                  <a:pt x="7671093" y="12938"/>
                </a:moveTo>
                <a:lnTo>
                  <a:pt x="7682716" y="12957"/>
                </a:lnTo>
                <a:lnTo>
                  <a:pt x="7682697" y="24580"/>
                </a:lnTo>
                <a:lnTo>
                  <a:pt x="7671074" y="24560"/>
                </a:lnTo>
                <a:moveTo>
                  <a:pt x="7694339" y="12977"/>
                </a:moveTo>
                <a:lnTo>
                  <a:pt x="7705962" y="12997"/>
                </a:lnTo>
                <a:lnTo>
                  <a:pt x="7705942" y="24619"/>
                </a:lnTo>
                <a:lnTo>
                  <a:pt x="7694319" y="24600"/>
                </a:lnTo>
                <a:moveTo>
                  <a:pt x="7717585" y="13016"/>
                </a:moveTo>
                <a:lnTo>
                  <a:pt x="7729208" y="13036"/>
                </a:lnTo>
                <a:lnTo>
                  <a:pt x="7729188" y="24659"/>
                </a:lnTo>
                <a:lnTo>
                  <a:pt x="7717565" y="24639"/>
                </a:lnTo>
                <a:moveTo>
                  <a:pt x="7740831" y="13055"/>
                </a:moveTo>
                <a:lnTo>
                  <a:pt x="7752453" y="13075"/>
                </a:lnTo>
                <a:lnTo>
                  <a:pt x="7752434" y="24698"/>
                </a:lnTo>
                <a:lnTo>
                  <a:pt x="7740811" y="24678"/>
                </a:lnTo>
                <a:moveTo>
                  <a:pt x="7764076" y="13095"/>
                </a:moveTo>
                <a:lnTo>
                  <a:pt x="7775699" y="13114"/>
                </a:lnTo>
                <a:lnTo>
                  <a:pt x="7775679" y="24737"/>
                </a:lnTo>
                <a:lnTo>
                  <a:pt x="7764057" y="24717"/>
                </a:lnTo>
                <a:moveTo>
                  <a:pt x="7787322" y="13134"/>
                </a:moveTo>
                <a:lnTo>
                  <a:pt x="7798945" y="13153"/>
                </a:lnTo>
                <a:lnTo>
                  <a:pt x="7798925" y="24776"/>
                </a:lnTo>
                <a:lnTo>
                  <a:pt x="7787302" y="24757"/>
                </a:lnTo>
                <a:moveTo>
                  <a:pt x="7810568" y="13173"/>
                </a:moveTo>
                <a:lnTo>
                  <a:pt x="7822191" y="13193"/>
                </a:lnTo>
                <a:lnTo>
                  <a:pt x="7822171" y="24815"/>
                </a:lnTo>
                <a:lnTo>
                  <a:pt x="7810548" y="24796"/>
                </a:lnTo>
                <a:moveTo>
                  <a:pt x="7833813" y="13212"/>
                </a:moveTo>
                <a:lnTo>
                  <a:pt x="7845436" y="13232"/>
                </a:lnTo>
                <a:lnTo>
                  <a:pt x="7845417" y="24855"/>
                </a:lnTo>
                <a:lnTo>
                  <a:pt x="7833794" y="24835"/>
                </a:lnTo>
                <a:moveTo>
                  <a:pt x="7857059" y="13251"/>
                </a:moveTo>
                <a:lnTo>
                  <a:pt x="7868682" y="13271"/>
                </a:lnTo>
                <a:lnTo>
                  <a:pt x="7868662" y="24894"/>
                </a:lnTo>
                <a:lnTo>
                  <a:pt x="7857039" y="24874"/>
                </a:lnTo>
                <a:moveTo>
                  <a:pt x="7880305" y="13291"/>
                </a:moveTo>
                <a:lnTo>
                  <a:pt x="7891928" y="13310"/>
                </a:lnTo>
                <a:lnTo>
                  <a:pt x="7891908" y="24933"/>
                </a:lnTo>
                <a:lnTo>
                  <a:pt x="7880285" y="24913"/>
                </a:lnTo>
                <a:moveTo>
                  <a:pt x="7903551" y="13330"/>
                </a:moveTo>
                <a:lnTo>
                  <a:pt x="7915173" y="13349"/>
                </a:lnTo>
                <a:lnTo>
                  <a:pt x="7915154" y="24972"/>
                </a:lnTo>
                <a:lnTo>
                  <a:pt x="7903531" y="24953"/>
                </a:lnTo>
                <a:moveTo>
                  <a:pt x="7926796" y="13369"/>
                </a:moveTo>
                <a:lnTo>
                  <a:pt x="7938419" y="13389"/>
                </a:lnTo>
                <a:lnTo>
                  <a:pt x="7938399" y="25011"/>
                </a:lnTo>
                <a:lnTo>
                  <a:pt x="7926777" y="24992"/>
                </a:lnTo>
                <a:moveTo>
                  <a:pt x="7950042" y="13408"/>
                </a:moveTo>
                <a:lnTo>
                  <a:pt x="7961665" y="13428"/>
                </a:lnTo>
                <a:lnTo>
                  <a:pt x="7961645" y="25051"/>
                </a:lnTo>
                <a:lnTo>
                  <a:pt x="7950022" y="25031"/>
                </a:lnTo>
                <a:moveTo>
                  <a:pt x="7973288" y="13447"/>
                </a:moveTo>
                <a:lnTo>
                  <a:pt x="7984911" y="13467"/>
                </a:lnTo>
                <a:lnTo>
                  <a:pt x="7984891" y="25090"/>
                </a:lnTo>
                <a:lnTo>
                  <a:pt x="7973268" y="25070"/>
                </a:lnTo>
                <a:moveTo>
                  <a:pt x="7996533" y="13487"/>
                </a:moveTo>
                <a:lnTo>
                  <a:pt x="8008156" y="13506"/>
                </a:lnTo>
                <a:lnTo>
                  <a:pt x="8008137" y="25129"/>
                </a:lnTo>
                <a:lnTo>
                  <a:pt x="7996514" y="25109"/>
                </a:lnTo>
                <a:moveTo>
                  <a:pt x="8019779" y="13526"/>
                </a:moveTo>
                <a:lnTo>
                  <a:pt x="8031402" y="13545"/>
                </a:lnTo>
                <a:lnTo>
                  <a:pt x="8031382" y="25168"/>
                </a:lnTo>
                <a:lnTo>
                  <a:pt x="8019759" y="25149"/>
                </a:lnTo>
                <a:moveTo>
                  <a:pt x="8043025" y="13565"/>
                </a:moveTo>
                <a:lnTo>
                  <a:pt x="8054648" y="13585"/>
                </a:lnTo>
                <a:lnTo>
                  <a:pt x="8054628" y="25207"/>
                </a:lnTo>
                <a:lnTo>
                  <a:pt x="8043005" y="25188"/>
                </a:lnTo>
                <a:moveTo>
                  <a:pt x="8066271" y="13604"/>
                </a:moveTo>
                <a:lnTo>
                  <a:pt x="8077893" y="13624"/>
                </a:lnTo>
                <a:lnTo>
                  <a:pt x="8077874" y="25247"/>
                </a:lnTo>
                <a:lnTo>
                  <a:pt x="8066251" y="25227"/>
                </a:lnTo>
                <a:moveTo>
                  <a:pt x="8089516" y="13643"/>
                </a:moveTo>
                <a:lnTo>
                  <a:pt x="8101139" y="13663"/>
                </a:lnTo>
                <a:lnTo>
                  <a:pt x="8101119" y="25286"/>
                </a:lnTo>
                <a:lnTo>
                  <a:pt x="8089497" y="25266"/>
                </a:lnTo>
                <a:moveTo>
                  <a:pt x="8112762" y="13682"/>
                </a:moveTo>
                <a:lnTo>
                  <a:pt x="8124385" y="13702"/>
                </a:lnTo>
                <a:lnTo>
                  <a:pt x="8124365" y="25325"/>
                </a:lnTo>
                <a:lnTo>
                  <a:pt x="8112742" y="25305"/>
                </a:lnTo>
                <a:moveTo>
                  <a:pt x="8136008" y="13722"/>
                </a:moveTo>
                <a:lnTo>
                  <a:pt x="8147631" y="13741"/>
                </a:lnTo>
                <a:lnTo>
                  <a:pt x="8147611" y="25364"/>
                </a:lnTo>
                <a:lnTo>
                  <a:pt x="8135988" y="25345"/>
                </a:lnTo>
                <a:moveTo>
                  <a:pt x="8159253" y="13761"/>
                </a:moveTo>
                <a:lnTo>
                  <a:pt x="8170876" y="13781"/>
                </a:lnTo>
                <a:lnTo>
                  <a:pt x="8170857" y="25403"/>
                </a:lnTo>
                <a:lnTo>
                  <a:pt x="8159234" y="25384"/>
                </a:lnTo>
                <a:moveTo>
                  <a:pt x="8182499" y="13800"/>
                </a:moveTo>
                <a:lnTo>
                  <a:pt x="8194121" y="13820"/>
                </a:lnTo>
                <a:lnTo>
                  <a:pt x="8194101" y="25443"/>
                </a:lnTo>
                <a:lnTo>
                  <a:pt x="8182479" y="25423"/>
                </a:lnTo>
                <a:moveTo>
                  <a:pt x="8205744" y="13839"/>
                </a:moveTo>
                <a:lnTo>
                  <a:pt x="8217367" y="13859"/>
                </a:lnTo>
                <a:lnTo>
                  <a:pt x="8217347" y="25482"/>
                </a:lnTo>
                <a:lnTo>
                  <a:pt x="8205724" y="25462"/>
                </a:lnTo>
                <a:moveTo>
                  <a:pt x="8228989" y="13879"/>
                </a:moveTo>
                <a:lnTo>
                  <a:pt x="8240612" y="13898"/>
                </a:lnTo>
                <a:lnTo>
                  <a:pt x="8240592" y="25521"/>
                </a:lnTo>
                <a:lnTo>
                  <a:pt x="8228970" y="25501"/>
                </a:lnTo>
                <a:moveTo>
                  <a:pt x="8252235" y="13918"/>
                </a:moveTo>
                <a:lnTo>
                  <a:pt x="8263858" y="13937"/>
                </a:lnTo>
                <a:lnTo>
                  <a:pt x="8263838" y="25560"/>
                </a:lnTo>
                <a:lnTo>
                  <a:pt x="8252215" y="25541"/>
                </a:lnTo>
                <a:moveTo>
                  <a:pt x="8275481" y="13957"/>
                </a:moveTo>
                <a:lnTo>
                  <a:pt x="8287104" y="13976"/>
                </a:lnTo>
                <a:lnTo>
                  <a:pt x="8287084" y="25599"/>
                </a:lnTo>
                <a:lnTo>
                  <a:pt x="8275461" y="25580"/>
                </a:lnTo>
                <a:moveTo>
                  <a:pt x="8298727" y="13996"/>
                </a:moveTo>
                <a:lnTo>
                  <a:pt x="8310349" y="14016"/>
                </a:lnTo>
                <a:lnTo>
                  <a:pt x="8310330" y="25639"/>
                </a:lnTo>
                <a:lnTo>
                  <a:pt x="8298707" y="25619"/>
                </a:lnTo>
                <a:moveTo>
                  <a:pt x="8321972" y="14035"/>
                </a:moveTo>
                <a:lnTo>
                  <a:pt x="8333595" y="14055"/>
                </a:lnTo>
                <a:lnTo>
                  <a:pt x="8333575" y="25678"/>
                </a:lnTo>
                <a:lnTo>
                  <a:pt x="8321952" y="25658"/>
                </a:lnTo>
                <a:moveTo>
                  <a:pt x="8345218" y="14075"/>
                </a:moveTo>
                <a:lnTo>
                  <a:pt x="8356841" y="14094"/>
                </a:lnTo>
                <a:lnTo>
                  <a:pt x="8356821" y="25717"/>
                </a:lnTo>
                <a:lnTo>
                  <a:pt x="8345198" y="25698"/>
                </a:lnTo>
                <a:moveTo>
                  <a:pt x="8368464" y="14114"/>
                </a:moveTo>
                <a:lnTo>
                  <a:pt x="8380087" y="14134"/>
                </a:lnTo>
                <a:lnTo>
                  <a:pt x="8380067" y="25756"/>
                </a:lnTo>
                <a:lnTo>
                  <a:pt x="8368444" y="25737"/>
                </a:lnTo>
                <a:moveTo>
                  <a:pt x="8391709" y="14153"/>
                </a:moveTo>
                <a:lnTo>
                  <a:pt x="8403332" y="14173"/>
                </a:lnTo>
                <a:lnTo>
                  <a:pt x="8403312" y="25796"/>
                </a:lnTo>
                <a:lnTo>
                  <a:pt x="8391689" y="25776"/>
                </a:lnTo>
                <a:moveTo>
                  <a:pt x="8414955" y="14192"/>
                </a:moveTo>
                <a:lnTo>
                  <a:pt x="8426578" y="14212"/>
                </a:lnTo>
                <a:lnTo>
                  <a:pt x="8426558" y="25835"/>
                </a:lnTo>
                <a:lnTo>
                  <a:pt x="8414935" y="25815"/>
                </a:lnTo>
                <a:moveTo>
                  <a:pt x="8438201" y="14231"/>
                </a:moveTo>
                <a:lnTo>
                  <a:pt x="8449824" y="14251"/>
                </a:lnTo>
                <a:lnTo>
                  <a:pt x="8449804" y="25874"/>
                </a:lnTo>
                <a:lnTo>
                  <a:pt x="8438181" y="25854"/>
                </a:lnTo>
                <a:moveTo>
                  <a:pt x="8461446" y="14271"/>
                </a:moveTo>
                <a:lnTo>
                  <a:pt x="8473069" y="14290"/>
                </a:lnTo>
                <a:lnTo>
                  <a:pt x="8473049" y="25913"/>
                </a:lnTo>
                <a:lnTo>
                  <a:pt x="8461427" y="25893"/>
                </a:lnTo>
                <a:moveTo>
                  <a:pt x="8484692" y="14310"/>
                </a:moveTo>
                <a:lnTo>
                  <a:pt x="8496315" y="14329"/>
                </a:lnTo>
                <a:lnTo>
                  <a:pt x="8496295" y="25952"/>
                </a:lnTo>
                <a:lnTo>
                  <a:pt x="8484672" y="25933"/>
                </a:lnTo>
                <a:moveTo>
                  <a:pt x="8507938" y="14349"/>
                </a:moveTo>
                <a:lnTo>
                  <a:pt x="8519561" y="14369"/>
                </a:lnTo>
                <a:lnTo>
                  <a:pt x="8519541" y="25991"/>
                </a:lnTo>
                <a:lnTo>
                  <a:pt x="8507918" y="25972"/>
                </a:lnTo>
                <a:moveTo>
                  <a:pt x="8531184" y="14388"/>
                </a:moveTo>
                <a:lnTo>
                  <a:pt x="8542806" y="14408"/>
                </a:lnTo>
                <a:lnTo>
                  <a:pt x="8542787" y="26031"/>
                </a:lnTo>
                <a:lnTo>
                  <a:pt x="8531164" y="26011"/>
                </a:lnTo>
                <a:moveTo>
                  <a:pt x="8554429" y="14427"/>
                </a:moveTo>
                <a:lnTo>
                  <a:pt x="8566052" y="14447"/>
                </a:lnTo>
                <a:lnTo>
                  <a:pt x="8566032" y="26070"/>
                </a:lnTo>
                <a:lnTo>
                  <a:pt x="8554409" y="26050"/>
                </a:lnTo>
                <a:moveTo>
                  <a:pt x="8577675" y="14467"/>
                </a:moveTo>
                <a:lnTo>
                  <a:pt x="8589298" y="14486"/>
                </a:lnTo>
                <a:lnTo>
                  <a:pt x="8589278" y="26109"/>
                </a:lnTo>
                <a:lnTo>
                  <a:pt x="8577655" y="26090"/>
                </a:lnTo>
                <a:moveTo>
                  <a:pt x="8600921" y="14506"/>
                </a:moveTo>
                <a:lnTo>
                  <a:pt x="8612544" y="14525"/>
                </a:lnTo>
                <a:lnTo>
                  <a:pt x="8612524" y="26148"/>
                </a:lnTo>
                <a:lnTo>
                  <a:pt x="8600901" y="2612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FE3A1-B347-4968-A001-B7232D870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211" y="2968436"/>
            <a:ext cx="313978" cy="17397"/>
          </a:xfrm>
          <a:custGeom xmlns:a="http://schemas.openxmlformats.org/drawingml/2006/main">
            <a:pathLst>
              <a:path w="313978" h="17397">
                <a:moveTo>
                  <a:pt x="215" y="0"/>
                </a:moveTo>
                <a:lnTo>
                  <a:pt x="11835" y="214"/>
                </a:lnTo>
                <a:lnTo>
                  <a:pt x="11621" y="11835"/>
                </a:lnTo>
                <a:lnTo>
                  <a:pt x="0" y="11621"/>
                </a:lnTo>
                <a:moveTo>
                  <a:pt x="23456" y="428"/>
                </a:moveTo>
                <a:lnTo>
                  <a:pt x="35077" y="642"/>
                </a:lnTo>
                <a:lnTo>
                  <a:pt x="34863" y="12262"/>
                </a:lnTo>
                <a:lnTo>
                  <a:pt x="23242" y="12049"/>
                </a:lnTo>
                <a:moveTo>
                  <a:pt x="46698" y="856"/>
                </a:moveTo>
                <a:lnTo>
                  <a:pt x="58319" y="1070"/>
                </a:lnTo>
                <a:lnTo>
                  <a:pt x="58105" y="12691"/>
                </a:lnTo>
                <a:lnTo>
                  <a:pt x="46484" y="12477"/>
                </a:lnTo>
                <a:moveTo>
                  <a:pt x="69939" y="1284"/>
                </a:moveTo>
                <a:lnTo>
                  <a:pt x="81561" y="1498"/>
                </a:lnTo>
                <a:lnTo>
                  <a:pt x="81347" y="13118"/>
                </a:lnTo>
                <a:lnTo>
                  <a:pt x="69725" y="12905"/>
                </a:lnTo>
                <a:moveTo>
                  <a:pt x="93182" y="1711"/>
                </a:moveTo>
                <a:lnTo>
                  <a:pt x="104802" y="1925"/>
                </a:lnTo>
                <a:lnTo>
                  <a:pt x="104588" y="13546"/>
                </a:lnTo>
                <a:lnTo>
                  <a:pt x="92968" y="13332"/>
                </a:lnTo>
                <a:moveTo>
                  <a:pt x="116423" y="2139"/>
                </a:moveTo>
                <a:lnTo>
                  <a:pt x="128044" y="2354"/>
                </a:lnTo>
                <a:lnTo>
                  <a:pt x="127829" y="13974"/>
                </a:lnTo>
                <a:lnTo>
                  <a:pt x="116209" y="13760"/>
                </a:lnTo>
                <a:moveTo>
                  <a:pt x="139665" y="2567"/>
                </a:moveTo>
                <a:lnTo>
                  <a:pt x="151286" y="2781"/>
                </a:lnTo>
                <a:lnTo>
                  <a:pt x="151072" y="14402"/>
                </a:lnTo>
                <a:lnTo>
                  <a:pt x="139451" y="14188"/>
                </a:lnTo>
                <a:moveTo>
                  <a:pt x="162907" y="2995"/>
                </a:moveTo>
                <a:lnTo>
                  <a:pt x="174528" y="3209"/>
                </a:lnTo>
                <a:lnTo>
                  <a:pt x="174313" y="14830"/>
                </a:lnTo>
                <a:lnTo>
                  <a:pt x="162692" y="14616"/>
                </a:lnTo>
                <a:moveTo>
                  <a:pt x="186149" y="3423"/>
                </a:moveTo>
                <a:lnTo>
                  <a:pt x="197770" y="3637"/>
                </a:lnTo>
                <a:lnTo>
                  <a:pt x="197556" y="15257"/>
                </a:lnTo>
                <a:lnTo>
                  <a:pt x="185934" y="15043"/>
                </a:lnTo>
                <a:moveTo>
                  <a:pt x="209390" y="3851"/>
                </a:moveTo>
                <a:lnTo>
                  <a:pt x="221011" y="4065"/>
                </a:lnTo>
                <a:lnTo>
                  <a:pt x="220797" y="15686"/>
                </a:lnTo>
                <a:lnTo>
                  <a:pt x="209176" y="15471"/>
                </a:lnTo>
                <a:moveTo>
                  <a:pt x="232631" y="4279"/>
                </a:moveTo>
                <a:lnTo>
                  <a:pt x="244253" y="4493"/>
                </a:lnTo>
                <a:lnTo>
                  <a:pt x="244039" y="16113"/>
                </a:lnTo>
                <a:lnTo>
                  <a:pt x="232418" y="15900"/>
                </a:lnTo>
                <a:moveTo>
                  <a:pt x="255874" y="4707"/>
                </a:moveTo>
                <a:lnTo>
                  <a:pt x="267494" y="4921"/>
                </a:lnTo>
                <a:lnTo>
                  <a:pt x="267280" y="16541"/>
                </a:lnTo>
                <a:lnTo>
                  <a:pt x="255660" y="16327"/>
                </a:lnTo>
                <a:moveTo>
                  <a:pt x="279116" y="5134"/>
                </a:moveTo>
                <a:lnTo>
                  <a:pt x="290736" y="5348"/>
                </a:lnTo>
                <a:lnTo>
                  <a:pt x="290523" y="16969"/>
                </a:lnTo>
                <a:lnTo>
                  <a:pt x="278901" y="16755"/>
                </a:lnTo>
                <a:moveTo>
                  <a:pt x="302358" y="5562"/>
                </a:moveTo>
                <a:lnTo>
                  <a:pt x="313978" y="5776"/>
                </a:lnTo>
                <a:lnTo>
                  <a:pt x="313764" y="17397"/>
                </a:lnTo>
                <a:lnTo>
                  <a:pt x="302143" y="17183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C79099-83DD-4A42-BF0E-5A1D2C8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4" y="3401386"/>
            <a:ext cx="4702758" cy="26151"/>
          </a:xfrm>
          <a:custGeom xmlns:a="http://schemas.openxmlformats.org/drawingml/2006/main">
            <a:pathLst>
              <a:path w="4702758" h="26151">
                <a:moveTo>
                  <a:pt x="36" y="0"/>
                </a:moveTo>
                <a:lnTo>
                  <a:pt x="11658" y="36"/>
                </a:lnTo>
                <a:lnTo>
                  <a:pt x="11623" y="11659"/>
                </a:lnTo>
                <a:lnTo>
                  <a:pt x="0" y="11623"/>
                </a:lnTo>
                <a:moveTo>
                  <a:pt x="23281" y="72"/>
                </a:moveTo>
                <a:lnTo>
                  <a:pt x="34904" y="108"/>
                </a:lnTo>
                <a:lnTo>
                  <a:pt x="34869" y="11731"/>
                </a:lnTo>
                <a:lnTo>
                  <a:pt x="23246" y="11695"/>
                </a:lnTo>
                <a:moveTo>
                  <a:pt x="46527" y="144"/>
                </a:moveTo>
                <a:lnTo>
                  <a:pt x="58150" y="180"/>
                </a:lnTo>
                <a:lnTo>
                  <a:pt x="58114" y="11803"/>
                </a:lnTo>
                <a:lnTo>
                  <a:pt x="46491" y="11767"/>
                </a:lnTo>
                <a:moveTo>
                  <a:pt x="69773" y="215"/>
                </a:moveTo>
                <a:lnTo>
                  <a:pt x="81395" y="252"/>
                </a:lnTo>
                <a:lnTo>
                  <a:pt x="81359" y="11874"/>
                </a:lnTo>
                <a:lnTo>
                  <a:pt x="69737" y="11838"/>
                </a:lnTo>
                <a:moveTo>
                  <a:pt x="93018" y="287"/>
                </a:moveTo>
                <a:lnTo>
                  <a:pt x="104641" y="323"/>
                </a:lnTo>
                <a:lnTo>
                  <a:pt x="104605" y="11946"/>
                </a:lnTo>
                <a:lnTo>
                  <a:pt x="92982" y="11910"/>
                </a:lnTo>
                <a:moveTo>
                  <a:pt x="116263" y="359"/>
                </a:moveTo>
                <a:lnTo>
                  <a:pt x="127886" y="395"/>
                </a:lnTo>
                <a:lnTo>
                  <a:pt x="127850" y="12018"/>
                </a:lnTo>
                <a:lnTo>
                  <a:pt x="116227" y="11982"/>
                </a:lnTo>
                <a:moveTo>
                  <a:pt x="139509" y="431"/>
                </a:moveTo>
                <a:lnTo>
                  <a:pt x="151132" y="467"/>
                </a:lnTo>
                <a:lnTo>
                  <a:pt x="151096" y="12090"/>
                </a:lnTo>
                <a:lnTo>
                  <a:pt x="139473" y="12054"/>
                </a:lnTo>
                <a:moveTo>
                  <a:pt x="162755" y="503"/>
                </a:moveTo>
                <a:lnTo>
                  <a:pt x="174378" y="539"/>
                </a:lnTo>
                <a:lnTo>
                  <a:pt x="174342" y="12161"/>
                </a:lnTo>
                <a:lnTo>
                  <a:pt x="162719" y="12126"/>
                </a:lnTo>
                <a:moveTo>
                  <a:pt x="186001" y="575"/>
                </a:moveTo>
                <a:lnTo>
                  <a:pt x="197623" y="611"/>
                </a:lnTo>
                <a:lnTo>
                  <a:pt x="197587" y="12234"/>
                </a:lnTo>
                <a:lnTo>
                  <a:pt x="185965" y="12198"/>
                </a:lnTo>
                <a:moveTo>
                  <a:pt x="209246" y="646"/>
                </a:moveTo>
                <a:lnTo>
                  <a:pt x="220869" y="682"/>
                </a:lnTo>
                <a:lnTo>
                  <a:pt x="220833" y="12305"/>
                </a:lnTo>
                <a:lnTo>
                  <a:pt x="209210" y="12269"/>
                </a:lnTo>
                <a:moveTo>
                  <a:pt x="232491" y="718"/>
                </a:moveTo>
                <a:lnTo>
                  <a:pt x="244114" y="754"/>
                </a:lnTo>
                <a:lnTo>
                  <a:pt x="244079" y="12377"/>
                </a:lnTo>
                <a:lnTo>
                  <a:pt x="232456" y="12341"/>
                </a:lnTo>
                <a:moveTo>
                  <a:pt x="255737" y="790"/>
                </a:moveTo>
                <a:lnTo>
                  <a:pt x="267359" y="826"/>
                </a:lnTo>
                <a:lnTo>
                  <a:pt x="267324" y="12449"/>
                </a:lnTo>
                <a:lnTo>
                  <a:pt x="255701" y="12413"/>
                </a:lnTo>
                <a:moveTo>
                  <a:pt x="278982" y="862"/>
                </a:moveTo>
                <a:lnTo>
                  <a:pt x="290605" y="898"/>
                </a:lnTo>
                <a:lnTo>
                  <a:pt x="290570" y="12521"/>
                </a:lnTo>
                <a:lnTo>
                  <a:pt x="278947" y="12485"/>
                </a:lnTo>
                <a:moveTo>
                  <a:pt x="302228" y="934"/>
                </a:moveTo>
                <a:lnTo>
                  <a:pt x="313851" y="969"/>
                </a:lnTo>
                <a:lnTo>
                  <a:pt x="313816" y="12592"/>
                </a:lnTo>
                <a:lnTo>
                  <a:pt x="302193" y="12557"/>
                </a:lnTo>
                <a:moveTo>
                  <a:pt x="325474" y="1006"/>
                </a:moveTo>
                <a:lnTo>
                  <a:pt x="337097" y="1041"/>
                </a:lnTo>
                <a:lnTo>
                  <a:pt x="337061" y="12664"/>
                </a:lnTo>
                <a:lnTo>
                  <a:pt x="325439" y="12629"/>
                </a:lnTo>
                <a:moveTo>
                  <a:pt x="348719" y="1077"/>
                </a:moveTo>
                <a:lnTo>
                  <a:pt x="360342" y="1113"/>
                </a:lnTo>
                <a:lnTo>
                  <a:pt x="360307" y="12736"/>
                </a:lnTo>
                <a:lnTo>
                  <a:pt x="348684" y="12700"/>
                </a:lnTo>
                <a:moveTo>
                  <a:pt x="371965" y="1149"/>
                </a:moveTo>
                <a:lnTo>
                  <a:pt x="383588" y="1185"/>
                </a:lnTo>
                <a:lnTo>
                  <a:pt x="383552" y="12808"/>
                </a:lnTo>
                <a:lnTo>
                  <a:pt x="371929" y="12772"/>
                </a:lnTo>
                <a:moveTo>
                  <a:pt x="395211" y="1221"/>
                </a:moveTo>
                <a:lnTo>
                  <a:pt x="406833" y="1257"/>
                </a:lnTo>
                <a:lnTo>
                  <a:pt x="406798" y="12880"/>
                </a:lnTo>
                <a:lnTo>
                  <a:pt x="395175" y="12844"/>
                </a:lnTo>
                <a:moveTo>
                  <a:pt x="418456" y="1292"/>
                </a:moveTo>
                <a:lnTo>
                  <a:pt x="430079" y="1329"/>
                </a:lnTo>
                <a:lnTo>
                  <a:pt x="430043" y="12952"/>
                </a:lnTo>
                <a:lnTo>
                  <a:pt x="418420" y="12915"/>
                </a:lnTo>
                <a:moveTo>
                  <a:pt x="441702" y="1365"/>
                </a:moveTo>
                <a:lnTo>
                  <a:pt x="453325" y="1401"/>
                </a:lnTo>
                <a:lnTo>
                  <a:pt x="453289" y="13023"/>
                </a:lnTo>
                <a:lnTo>
                  <a:pt x="441666" y="12987"/>
                </a:lnTo>
                <a:moveTo>
                  <a:pt x="464948" y="1436"/>
                </a:moveTo>
                <a:lnTo>
                  <a:pt x="476571" y="1472"/>
                </a:lnTo>
                <a:lnTo>
                  <a:pt x="476535" y="13095"/>
                </a:lnTo>
                <a:lnTo>
                  <a:pt x="464912" y="13059"/>
                </a:lnTo>
                <a:moveTo>
                  <a:pt x="488193" y="1508"/>
                </a:moveTo>
                <a:lnTo>
                  <a:pt x="499816" y="1544"/>
                </a:lnTo>
                <a:lnTo>
                  <a:pt x="499780" y="13167"/>
                </a:lnTo>
                <a:lnTo>
                  <a:pt x="488158" y="13131"/>
                </a:lnTo>
                <a:moveTo>
                  <a:pt x="511439" y="1580"/>
                </a:moveTo>
                <a:lnTo>
                  <a:pt x="523062" y="1616"/>
                </a:lnTo>
                <a:lnTo>
                  <a:pt x="523026" y="13238"/>
                </a:lnTo>
                <a:lnTo>
                  <a:pt x="511403" y="13203"/>
                </a:lnTo>
                <a:moveTo>
                  <a:pt x="534684" y="1652"/>
                </a:moveTo>
                <a:lnTo>
                  <a:pt x="546307" y="1688"/>
                </a:lnTo>
                <a:lnTo>
                  <a:pt x="546271" y="13310"/>
                </a:lnTo>
                <a:lnTo>
                  <a:pt x="534649" y="13275"/>
                </a:lnTo>
                <a:moveTo>
                  <a:pt x="557930" y="1724"/>
                </a:moveTo>
                <a:lnTo>
                  <a:pt x="569552" y="1759"/>
                </a:lnTo>
                <a:lnTo>
                  <a:pt x="569517" y="13382"/>
                </a:lnTo>
                <a:lnTo>
                  <a:pt x="557894" y="13347"/>
                </a:lnTo>
                <a:moveTo>
                  <a:pt x="581175" y="1796"/>
                </a:moveTo>
                <a:lnTo>
                  <a:pt x="592798" y="1832"/>
                </a:lnTo>
                <a:lnTo>
                  <a:pt x="592763" y="13454"/>
                </a:lnTo>
                <a:lnTo>
                  <a:pt x="581140" y="13419"/>
                </a:lnTo>
                <a:moveTo>
                  <a:pt x="604421" y="1867"/>
                </a:moveTo>
                <a:lnTo>
                  <a:pt x="616044" y="1903"/>
                </a:lnTo>
                <a:lnTo>
                  <a:pt x="616009" y="13526"/>
                </a:lnTo>
                <a:lnTo>
                  <a:pt x="604386" y="13490"/>
                </a:lnTo>
                <a:moveTo>
                  <a:pt x="627667" y="1939"/>
                </a:moveTo>
                <a:lnTo>
                  <a:pt x="639290" y="1975"/>
                </a:lnTo>
                <a:lnTo>
                  <a:pt x="639254" y="13598"/>
                </a:lnTo>
                <a:lnTo>
                  <a:pt x="627631" y="13562"/>
                </a:lnTo>
                <a:moveTo>
                  <a:pt x="650912" y="2011"/>
                </a:moveTo>
                <a:lnTo>
                  <a:pt x="662535" y="2047"/>
                </a:lnTo>
                <a:lnTo>
                  <a:pt x="662500" y="13670"/>
                </a:lnTo>
                <a:lnTo>
                  <a:pt x="650877" y="13634"/>
                </a:lnTo>
                <a:moveTo>
                  <a:pt x="674157" y="2083"/>
                </a:moveTo>
                <a:lnTo>
                  <a:pt x="685780" y="2119"/>
                </a:lnTo>
                <a:lnTo>
                  <a:pt x="685745" y="13742"/>
                </a:lnTo>
                <a:lnTo>
                  <a:pt x="674122" y="13706"/>
                </a:lnTo>
                <a:moveTo>
                  <a:pt x="697403" y="2155"/>
                </a:moveTo>
                <a:lnTo>
                  <a:pt x="709026" y="2190"/>
                </a:lnTo>
                <a:lnTo>
                  <a:pt x="708991" y="13813"/>
                </a:lnTo>
                <a:lnTo>
                  <a:pt x="697368" y="13778"/>
                </a:lnTo>
                <a:moveTo>
                  <a:pt x="720648" y="2226"/>
                </a:moveTo>
                <a:lnTo>
                  <a:pt x="732271" y="2263"/>
                </a:lnTo>
                <a:lnTo>
                  <a:pt x="732236" y="13885"/>
                </a:lnTo>
                <a:lnTo>
                  <a:pt x="720614" y="13849"/>
                </a:lnTo>
                <a:moveTo>
                  <a:pt x="743894" y="2298"/>
                </a:moveTo>
                <a:lnTo>
                  <a:pt x="755517" y="2334"/>
                </a:lnTo>
                <a:lnTo>
                  <a:pt x="755482" y="13957"/>
                </a:lnTo>
                <a:lnTo>
                  <a:pt x="743859" y="13921"/>
                </a:lnTo>
                <a:moveTo>
                  <a:pt x="767140" y="2370"/>
                </a:moveTo>
                <a:lnTo>
                  <a:pt x="778763" y="2406"/>
                </a:lnTo>
                <a:lnTo>
                  <a:pt x="778728" y="14029"/>
                </a:lnTo>
                <a:lnTo>
                  <a:pt x="767105" y="13993"/>
                </a:lnTo>
                <a:moveTo>
                  <a:pt x="790386" y="2442"/>
                </a:moveTo>
                <a:lnTo>
                  <a:pt x="802008" y="2478"/>
                </a:lnTo>
                <a:lnTo>
                  <a:pt x="801974" y="14101"/>
                </a:lnTo>
                <a:lnTo>
                  <a:pt x="790351" y="14065"/>
                </a:lnTo>
                <a:moveTo>
                  <a:pt x="813631" y="2514"/>
                </a:moveTo>
                <a:lnTo>
                  <a:pt x="825254" y="2550"/>
                </a:lnTo>
                <a:lnTo>
                  <a:pt x="825219" y="14173"/>
                </a:lnTo>
                <a:lnTo>
                  <a:pt x="813596" y="14136"/>
                </a:lnTo>
                <a:moveTo>
                  <a:pt x="836877" y="2586"/>
                </a:moveTo>
                <a:lnTo>
                  <a:pt x="848500" y="2621"/>
                </a:lnTo>
                <a:lnTo>
                  <a:pt x="848464" y="14244"/>
                </a:lnTo>
                <a:lnTo>
                  <a:pt x="836841" y="14208"/>
                </a:lnTo>
                <a:moveTo>
                  <a:pt x="860123" y="2657"/>
                </a:moveTo>
                <a:lnTo>
                  <a:pt x="871745" y="2693"/>
                </a:lnTo>
                <a:lnTo>
                  <a:pt x="871710" y="14316"/>
                </a:lnTo>
                <a:lnTo>
                  <a:pt x="860087" y="14280"/>
                </a:lnTo>
                <a:moveTo>
                  <a:pt x="883368" y="2729"/>
                </a:moveTo>
                <a:lnTo>
                  <a:pt x="894991" y="2765"/>
                </a:lnTo>
                <a:lnTo>
                  <a:pt x="894955" y="14388"/>
                </a:lnTo>
                <a:lnTo>
                  <a:pt x="883332" y="14352"/>
                </a:lnTo>
                <a:moveTo>
                  <a:pt x="906614" y="2801"/>
                </a:moveTo>
                <a:lnTo>
                  <a:pt x="918237" y="2837"/>
                </a:lnTo>
                <a:lnTo>
                  <a:pt x="918201" y="14460"/>
                </a:lnTo>
                <a:lnTo>
                  <a:pt x="906578" y="14424"/>
                </a:lnTo>
                <a:moveTo>
                  <a:pt x="929860" y="2873"/>
                </a:moveTo>
                <a:lnTo>
                  <a:pt x="941483" y="2909"/>
                </a:lnTo>
                <a:lnTo>
                  <a:pt x="941447" y="14532"/>
                </a:lnTo>
                <a:lnTo>
                  <a:pt x="929824" y="14496"/>
                </a:lnTo>
                <a:moveTo>
                  <a:pt x="953105" y="2945"/>
                </a:moveTo>
                <a:lnTo>
                  <a:pt x="964727" y="2980"/>
                </a:lnTo>
                <a:lnTo>
                  <a:pt x="964692" y="14603"/>
                </a:lnTo>
                <a:lnTo>
                  <a:pt x="953070" y="14567"/>
                </a:lnTo>
                <a:moveTo>
                  <a:pt x="976350" y="3017"/>
                </a:moveTo>
                <a:lnTo>
                  <a:pt x="987973" y="3052"/>
                </a:lnTo>
                <a:lnTo>
                  <a:pt x="987938" y="14675"/>
                </a:lnTo>
                <a:lnTo>
                  <a:pt x="976315" y="14639"/>
                </a:lnTo>
                <a:moveTo>
                  <a:pt x="999596" y="3088"/>
                </a:moveTo>
                <a:lnTo>
                  <a:pt x="1011219" y="3124"/>
                </a:lnTo>
                <a:lnTo>
                  <a:pt x="1011184" y="14747"/>
                </a:lnTo>
                <a:lnTo>
                  <a:pt x="999561" y="14711"/>
                </a:lnTo>
                <a:moveTo>
                  <a:pt x="1022842" y="3160"/>
                </a:moveTo>
                <a:lnTo>
                  <a:pt x="1034464" y="3196"/>
                </a:lnTo>
                <a:lnTo>
                  <a:pt x="1034429" y="14819"/>
                </a:lnTo>
                <a:lnTo>
                  <a:pt x="1022806" y="14783"/>
                </a:lnTo>
                <a:moveTo>
                  <a:pt x="1046087" y="3232"/>
                </a:moveTo>
                <a:lnTo>
                  <a:pt x="1057710" y="3268"/>
                </a:lnTo>
                <a:lnTo>
                  <a:pt x="1057675" y="14891"/>
                </a:lnTo>
                <a:lnTo>
                  <a:pt x="1046052" y="14855"/>
                </a:lnTo>
                <a:moveTo>
                  <a:pt x="1069333" y="3303"/>
                </a:moveTo>
                <a:lnTo>
                  <a:pt x="1080956" y="3340"/>
                </a:lnTo>
                <a:lnTo>
                  <a:pt x="1080921" y="14963"/>
                </a:lnTo>
                <a:lnTo>
                  <a:pt x="1069298" y="14926"/>
                </a:lnTo>
                <a:moveTo>
                  <a:pt x="1092579" y="3375"/>
                </a:moveTo>
                <a:lnTo>
                  <a:pt x="1104201" y="3411"/>
                </a:lnTo>
                <a:lnTo>
                  <a:pt x="1104166" y="15034"/>
                </a:lnTo>
                <a:lnTo>
                  <a:pt x="1092544" y="14998"/>
                </a:lnTo>
                <a:moveTo>
                  <a:pt x="1115824" y="3447"/>
                </a:moveTo>
                <a:lnTo>
                  <a:pt x="1127447" y="3483"/>
                </a:lnTo>
                <a:lnTo>
                  <a:pt x="1127411" y="15106"/>
                </a:lnTo>
                <a:lnTo>
                  <a:pt x="1115789" y="15070"/>
                </a:lnTo>
                <a:moveTo>
                  <a:pt x="1139070" y="3519"/>
                </a:moveTo>
                <a:lnTo>
                  <a:pt x="1150693" y="3555"/>
                </a:lnTo>
                <a:lnTo>
                  <a:pt x="1150657" y="15178"/>
                </a:lnTo>
                <a:lnTo>
                  <a:pt x="1139034" y="15142"/>
                </a:lnTo>
                <a:moveTo>
                  <a:pt x="1162315" y="3591"/>
                </a:moveTo>
                <a:lnTo>
                  <a:pt x="1173938" y="3627"/>
                </a:lnTo>
                <a:lnTo>
                  <a:pt x="1173903" y="15250"/>
                </a:lnTo>
                <a:lnTo>
                  <a:pt x="1162280" y="15214"/>
                </a:lnTo>
                <a:moveTo>
                  <a:pt x="1185561" y="3663"/>
                </a:moveTo>
                <a:lnTo>
                  <a:pt x="1197184" y="3698"/>
                </a:lnTo>
                <a:lnTo>
                  <a:pt x="1197148" y="15321"/>
                </a:lnTo>
                <a:lnTo>
                  <a:pt x="1185525" y="15286"/>
                </a:lnTo>
                <a:moveTo>
                  <a:pt x="1208807" y="3734"/>
                </a:moveTo>
                <a:lnTo>
                  <a:pt x="1220430" y="3770"/>
                </a:lnTo>
                <a:lnTo>
                  <a:pt x="1220394" y="15393"/>
                </a:lnTo>
                <a:lnTo>
                  <a:pt x="1208771" y="15357"/>
                </a:lnTo>
                <a:moveTo>
                  <a:pt x="1232053" y="3806"/>
                </a:moveTo>
                <a:lnTo>
                  <a:pt x="1243675" y="3842"/>
                </a:lnTo>
                <a:lnTo>
                  <a:pt x="1243640" y="15465"/>
                </a:lnTo>
                <a:lnTo>
                  <a:pt x="1232017" y="15429"/>
                </a:lnTo>
                <a:moveTo>
                  <a:pt x="1255297" y="3878"/>
                </a:moveTo>
                <a:lnTo>
                  <a:pt x="1266920" y="3914"/>
                </a:lnTo>
                <a:lnTo>
                  <a:pt x="1266885" y="15537"/>
                </a:lnTo>
                <a:lnTo>
                  <a:pt x="1255262" y="15501"/>
                </a:lnTo>
                <a:moveTo>
                  <a:pt x="1278543" y="3950"/>
                </a:moveTo>
                <a:lnTo>
                  <a:pt x="1290166" y="3986"/>
                </a:lnTo>
                <a:lnTo>
                  <a:pt x="1290131" y="15609"/>
                </a:lnTo>
                <a:lnTo>
                  <a:pt x="1278508" y="15573"/>
                </a:lnTo>
                <a:moveTo>
                  <a:pt x="1301789" y="4022"/>
                </a:moveTo>
                <a:lnTo>
                  <a:pt x="1313412" y="4058"/>
                </a:lnTo>
                <a:lnTo>
                  <a:pt x="1313376" y="15680"/>
                </a:lnTo>
                <a:lnTo>
                  <a:pt x="1301754" y="15644"/>
                </a:lnTo>
                <a:moveTo>
                  <a:pt x="1325035" y="4094"/>
                </a:moveTo>
                <a:lnTo>
                  <a:pt x="1336657" y="4130"/>
                </a:lnTo>
                <a:lnTo>
                  <a:pt x="1336622" y="15752"/>
                </a:lnTo>
                <a:lnTo>
                  <a:pt x="1324999" y="15716"/>
                </a:lnTo>
                <a:moveTo>
                  <a:pt x="1348280" y="4165"/>
                </a:moveTo>
                <a:lnTo>
                  <a:pt x="1359903" y="4201"/>
                </a:lnTo>
                <a:lnTo>
                  <a:pt x="1359868" y="15824"/>
                </a:lnTo>
                <a:lnTo>
                  <a:pt x="1348245" y="15788"/>
                </a:lnTo>
                <a:moveTo>
                  <a:pt x="1371526" y="4237"/>
                </a:moveTo>
                <a:lnTo>
                  <a:pt x="1383149" y="4273"/>
                </a:lnTo>
                <a:lnTo>
                  <a:pt x="1383114" y="15896"/>
                </a:lnTo>
                <a:lnTo>
                  <a:pt x="1371491" y="15860"/>
                </a:lnTo>
                <a:moveTo>
                  <a:pt x="1394772" y="4309"/>
                </a:moveTo>
                <a:lnTo>
                  <a:pt x="1406395" y="4345"/>
                </a:lnTo>
                <a:lnTo>
                  <a:pt x="1406359" y="15967"/>
                </a:lnTo>
                <a:lnTo>
                  <a:pt x="1394736" y="15932"/>
                </a:lnTo>
                <a:moveTo>
                  <a:pt x="1418017" y="4381"/>
                </a:moveTo>
                <a:lnTo>
                  <a:pt x="1429639" y="4417"/>
                </a:lnTo>
                <a:lnTo>
                  <a:pt x="1429604" y="16040"/>
                </a:lnTo>
                <a:lnTo>
                  <a:pt x="1417982" y="16004"/>
                </a:lnTo>
                <a:moveTo>
                  <a:pt x="1441262" y="4453"/>
                </a:moveTo>
                <a:lnTo>
                  <a:pt x="1452885" y="4489"/>
                </a:lnTo>
                <a:lnTo>
                  <a:pt x="1452850" y="16111"/>
                </a:lnTo>
                <a:lnTo>
                  <a:pt x="1441227" y="16076"/>
                </a:lnTo>
                <a:moveTo>
                  <a:pt x="1464508" y="4524"/>
                </a:moveTo>
                <a:lnTo>
                  <a:pt x="1476131" y="4561"/>
                </a:lnTo>
                <a:lnTo>
                  <a:pt x="1476096" y="16183"/>
                </a:lnTo>
                <a:lnTo>
                  <a:pt x="1464473" y="16147"/>
                </a:lnTo>
                <a:moveTo>
                  <a:pt x="1487753" y="4596"/>
                </a:moveTo>
                <a:lnTo>
                  <a:pt x="1499376" y="4632"/>
                </a:lnTo>
                <a:lnTo>
                  <a:pt x="1499341" y="16255"/>
                </a:lnTo>
                <a:lnTo>
                  <a:pt x="1487719" y="16219"/>
                </a:lnTo>
                <a:moveTo>
                  <a:pt x="1510999" y="4668"/>
                </a:moveTo>
                <a:lnTo>
                  <a:pt x="1522622" y="4704"/>
                </a:lnTo>
                <a:lnTo>
                  <a:pt x="1522587" y="16327"/>
                </a:lnTo>
                <a:lnTo>
                  <a:pt x="1510964" y="16291"/>
                </a:lnTo>
                <a:moveTo>
                  <a:pt x="1534245" y="4740"/>
                </a:moveTo>
                <a:lnTo>
                  <a:pt x="1545868" y="4776"/>
                </a:lnTo>
                <a:lnTo>
                  <a:pt x="1545832" y="16399"/>
                </a:lnTo>
                <a:lnTo>
                  <a:pt x="1534210" y="16363"/>
                </a:lnTo>
                <a:moveTo>
                  <a:pt x="1557490" y="4812"/>
                </a:moveTo>
                <a:lnTo>
                  <a:pt x="1569113" y="4848"/>
                </a:lnTo>
                <a:lnTo>
                  <a:pt x="1569077" y="16470"/>
                </a:lnTo>
                <a:lnTo>
                  <a:pt x="1557455" y="16435"/>
                </a:lnTo>
                <a:moveTo>
                  <a:pt x="1580736" y="4884"/>
                </a:moveTo>
                <a:lnTo>
                  <a:pt x="1592359" y="4919"/>
                </a:lnTo>
                <a:lnTo>
                  <a:pt x="1592323" y="16542"/>
                </a:lnTo>
                <a:lnTo>
                  <a:pt x="1580700" y="16507"/>
                </a:lnTo>
                <a:moveTo>
                  <a:pt x="1603982" y="4955"/>
                </a:moveTo>
                <a:lnTo>
                  <a:pt x="1615605" y="4991"/>
                </a:lnTo>
                <a:lnTo>
                  <a:pt x="1615569" y="16614"/>
                </a:lnTo>
                <a:lnTo>
                  <a:pt x="1603946" y="16578"/>
                </a:lnTo>
                <a:moveTo>
                  <a:pt x="1627228" y="5027"/>
                </a:moveTo>
                <a:lnTo>
                  <a:pt x="1638850" y="5063"/>
                </a:lnTo>
                <a:lnTo>
                  <a:pt x="1638814" y="16686"/>
                </a:lnTo>
                <a:lnTo>
                  <a:pt x="1627192" y="16650"/>
                </a:lnTo>
                <a:moveTo>
                  <a:pt x="1650473" y="5099"/>
                </a:moveTo>
                <a:lnTo>
                  <a:pt x="1662096" y="5135"/>
                </a:lnTo>
                <a:lnTo>
                  <a:pt x="1662060" y="16758"/>
                </a:lnTo>
                <a:lnTo>
                  <a:pt x="1650437" y="16722"/>
                </a:lnTo>
                <a:moveTo>
                  <a:pt x="1673719" y="5171"/>
                </a:moveTo>
                <a:lnTo>
                  <a:pt x="1685342" y="5207"/>
                </a:lnTo>
                <a:lnTo>
                  <a:pt x="1685306" y="16830"/>
                </a:lnTo>
                <a:lnTo>
                  <a:pt x="1673683" y="16794"/>
                </a:lnTo>
                <a:moveTo>
                  <a:pt x="1696965" y="5243"/>
                </a:moveTo>
                <a:lnTo>
                  <a:pt x="1708588" y="5279"/>
                </a:lnTo>
                <a:lnTo>
                  <a:pt x="1708552" y="16901"/>
                </a:lnTo>
                <a:lnTo>
                  <a:pt x="1696929" y="16865"/>
                </a:lnTo>
                <a:moveTo>
                  <a:pt x="1720210" y="5314"/>
                </a:moveTo>
                <a:lnTo>
                  <a:pt x="1731832" y="5350"/>
                </a:lnTo>
                <a:lnTo>
                  <a:pt x="1731797" y="16973"/>
                </a:lnTo>
                <a:lnTo>
                  <a:pt x="1720174" y="16937"/>
                </a:lnTo>
                <a:moveTo>
                  <a:pt x="1743455" y="5386"/>
                </a:moveTo>
                <a:lnTo>
                  <a:pt x="1755078" y="5422"/>
                </a:lnTo>
                <a:lnTo>
                  <a:pt x="1755043" y="17045"/>
                </a:lnTo>
                <a:lnTo>
                  <a:pt x="1743420" y="17009"/>
                </a:lnTo>
                <a:moveTo>
                  <a:pt x="1766701" y="5458"/>
                </a:moveTo>
                <a:lnTo>
                  <a:pt x="1778324" y="5494"/>
                </a:lnTo>
                <a:lnTo>
                  <a:pt x="1778288" y="17117"/>
                </a:lnTo>
                <a:lnTo>
                  <a:pt x="1766666" y="17081"/>
                </a:lnTo>
                <a:moveTo>
                  <a:pt x="1789946" y="5530"/>
                </a:moveTo>
                <a:lnTo>
                  <a:pt x="1801569" y="5566"/>
                </a:lnTo>
                <a:lnTo>
                  <a:pt x="1801534" y="17189"/>
                </a:lnTo>
                <a:lnTo>
                  <a:pt x="1789911" y="17153"/>
                </a:lnTo>
                <a:moveTo>
                  <a:pt x="1813192" y="5602"/>
                </a:moveTo>
                <a:lnTo>
                  <a:pt x="1824815" y="5638"/>
                </a:lnTo>
                <a:lnTo>
                  <a:pt x="1824780" y="17261"/>
                </a:lnTo>
                <a:lnTo>
                  <a:pt x="1813157" y="17224"/>
                </a:lnTo>
                <a:moveTo>
                  <a:pt x="1836438" y="5674"/>
                </a:moveTo>
                <a:lnTo>
                  <a:pt x="1848060" y="5709"/>
                </a:lnTo>
                <a:lnTo>
                  <a:pt x="1848025" y="17332"/>
                </a:lnTo>
                <a:lnTo>
                  <a:pt x="1836403" y="17296"/>
                </a:lnTo>
                <a:moveTo>
                  <a:pt x="1859683" y="5745"/>
                </a:moveTo>
                <a:lnTo>
                  <a:pt x="1871306" y="5781"/>
                </a:lnTo>
                <a:lnTo>
                  <a:pt x="1871270" y="17404"/>
                </a:lnTo>
                <a:lnTo>
                  <a:pt x="1859648" y="17368"/>
                </a:lnTo>
                <a:moveTo>
                  <a:pt x="1882929" y="5817"/>
                </a:moveTo>
                <a:lnTo>
                  <a:pt x="1894552" y="5853"/>
                </a:lnTo>
                <a:lnTo>
                  <a:pt x="1894516" y="17476"/>
                </a:lnTo>
                <a:lnTo>
                  <a:pt x="1882893" y="17440"/>
                </a:lnTo>
                <a:moveTo>
                  <a:pt x="1906175" y="5889"/>
                </a:moveTo>
                <a:lnTo>
                  <a:pt x="1917798" y="5925"/>
                </a:lnTo>
                <a:lnTo>
                  <a:pt x="1917762" y="17548"/>
                </a:lnTo>
                <a:lnTo>
                  <a:pt x="1906139" y="17512"/>
                </a:lnTo>
                <a:moveTo>
                  <a:pt x="1929420" y="5961"/>
                </a:moveTo>
                <a:lnTo>
                  <a:pt x="1941043" y="5997"/>
                </a:lnTo>
                <a:lnTo>
                  <a:pt x="1941008" y="17620"/>
                </a:lnTo>
                <a:lnTo>
                  <a:pt x="1929385" y="17584"/>
                </a:lnTo>
                <a:moveTo>
                  <a:pt x="1952666" y="6033"/>
                </a:moveTo>
                <a:lnTo>
                  <a:pt x="1964289" y="6068"/>
                </a:lnTo>
                <a:lnTo>
                  <a:pt x="1964253" y="17691"/>
                </a:lnTo>
                <a:lnTo>
                  <a:pt x="1952630" y="17655"/>
                </a:lnTo>
                <a:moveTo>
                  <a:pt x="1975912" y="6104"/>
                </a:moveTo>
                <a:lnTo>
                  <a:pt x="1987535" y="6140"/>
                </a:lnTo>
                <a:lnTo>
                  <a:pt x="1987499" y="17763"/>
                </a:lnTo>
                <a:lnTo>
                  <a:pt x="1975876" y="17727"/>
                </a:lnTo>
                <a:moveTo>
                  <a:pt x="1999158" y="6176"/>
                </a:moveTo>
                <a:lnTo>
                  <a:pt x="2010780" y="6212"/>
                </a:lnTo>
                <a:lnTo>
                  <a:pt x="2010745" y="17835"/>
                </a:lnTo>
                <a:lnTo>
                  <a:pt x="1999122" y="17799"/>
                </a:lnTo>
                <a:moveTo>
                  <a:pt x="2022403" y="6248"/>
                </a:moveTo>
                <a:lnTo>
                  <a:pt x="2034025" y="6284"/>
                </a:lnTo>
                <a:lnTo>
                  <a:pt x="2033989" y="17907"/>
                </a:lnTo>
                <a:lnTo>
                  <a:pt x="2022368" y="17871"/>
                </a:lnTo>
                <a:moveTo>
                  <a:pt x="2045648" y="6320"/>
                </a:moveTo>
                <a:lnTo>
                  <a:pt x="2057271" y="6356"/>
                </a:lnTo>
                <a:lnTo>
                  <a:pt x="2057235" y="17979"/>
                </a:lnTo>
                <a:lnTo>
                  <a:pt x="2045612" y="17943"/>
                </a:lnTo>
                <a:moveTo>
                  <a:pt x="2068894" y="6391"/>
                </a:moveTo>
                <a:lnTo>
                  <a:pt x="2080517" y="6427"/>
                </a:lnTo>
                <a:lnTo>
                  <a:pt x="2080481" y="18050"/>
                </a:lnTo>
                <a:lnTo>
                  <a:pt x="2068858" y="18014"/>
                </a:lnTo>
                <a:moveTo>
                  <a:pt x="2092140" y="6463"/>
                </a:moveTo>
                <a:lnTo>
                  <a:pt x="2103762" y="6499"/>
                </a:lnTo>
                <a:lnTo>
                  <a:pt x="2103726" y="18122"/>
                </a:lnTo>
                <a:lnTo>
                  <a:pt x="2092104" y="18086"/>
                </a:lnTo>
                <a:moveTo>
                  <a:pt x="2115385" y="6535"/>
                </a:moveTo>
                <a:lnTo>
                  <a:pt x="2127008" y="6571"/>
                </a:lnTo>
                <a:lnTo>
                  <a:pt x="2126972" y="18194"/>
                </a:lnTo>
                <a:lnTo>
                  <a:pt x="2115349" y="18158"/>
                </a:lnTo>
                <a:moveTo>
                  <a:pt x="2138630" y="6607"/>
                </a:moveTo>
                <a:lnTo>
                  <a:pt x="2150253" y="6643"/>
                </a:lnTo>
                <a:lnTo>
                  <a:pt x="2150218" y="18266"/>
                </a:lnTo>
                <a:lnTo>
                  <a:pt x="2138595" y="18230"/>
                </a:lnTo>
                <a:moveTo>
                  <a:pt x="2161876" y="6679"/>
                </a:moveTo>
                <a:lnTo>
                  <a:pt x="2173498" y="6715"/>
                </a:lnTo>
                <a:lnTo>
                  <a:pt x="2173463" y="18338"/>
                </a:lnTo>
                <a:lnTo>
                  <a:pt x="2161841" y="18302"/>
                </a:lnTo>
                <a:moveTo>
                  <a:pt x="2185121" y="6751"/>
                </a:moveTo>
                <a:lnTo>
                  <a:pt x="2196744" y="6787"/>
                </a:lnTo>
                <a:lnTo>
                  <a:pt x="2196709" y="18409"/>
                </a:lnTo>
                <a:lnTo>
                  <a:pt x="2185086" y="18374"/>
                </a:lnTo>
                <a:moveTo>
                  <a:pt x="2208367" y="6822"/>
                </a:moveTo>
                <a:lnTo>
                  <a:pt x="2219990" y="6858"/>
                </a:lnTo>
                <a:lnTo>
                  <a:pt x="2219955" y="18481"/>
                </a:lnTo>
                <a:lnTo>
                  <a:pt x="2208332" y="18445"/>
                </a:lnTo>
                <a:moveTo>
                  <a:pt x="2231613" y="6895"/>
                </a:moveTo>
                <a:lnTo>
                  <a:pt x="2243236" y="6930"/>
                </a:lnTo>
                <a:lnTo>
                  <a:pt x="2243201" y="18553"/>
                </a:lnTo>
                <a:lnTo>
                  <a:pt x="2231578" y="18517"/>
                </a:lnTo>
                <a:moveTo>
                  <a:pt x="2254858" y="6966"/>
                </a:moveTo>
                <a:lnTo>
                  <a:pt x="2266481" y="7002"/>
                </a:lnTo>
                <a:lnTo>
                  <a:pt x="2266446" y="18625"/>
                </a:lnTo>
                <a:lnTo>
                  <a:pt x="2254823" y="18589"/>
                </a:lnTo>
                <a:moveTo>
                  <a:pt x="2278104" y="7038"/>
                </a:moveTo>
                <a:lnTo>
                  <a:pt x="2289727" y="7074"/>
                </a:lnTo>
                <a:lnTo>
                  <a:pt x="2289692" y="18697"/>
                </a:lnTo>
                <a:lnTo>
                  <a:pt x="2278069" y="18661"/>
                </a:lnTo>
                <a:moveTo>
                  <a:pt x="2301350" y="7110"/>
                </a:moveTo>
                <a:lnTo>
                  <a:pt x="2312973" y="7146"/>
                </a:lnTo>
                <a:lnTo>
                  <a:pt x="2312938" y="18768"/>
                </a:lnTo>
                <a:lnTo>
                  <a:pt x="2301315" y="18733"/>
                </a:lnTo>
                <a:moveTo>
                  <a:pt x="2324596" y="7182"/>
                </a:moveTo>
                <a:lnTo>
                  <a:pt x="2336218" y="7218"/>
                </a:lnTo>
                <a:lnTo>
                  <a:pt x="2336182" y="18841"/>
                </a:lnTo>
                <a:lnTo>
                  <a:pt x="2324561" y="18805"/>
                </a:lnTo>
                <a:moveTo>
                  <a:pt x="2347841" y="7253"/>
                </a:moveTo>
                <a:lnTo>
                  <a:pt x="2359464" y="7289"/>
                </a:lnTo>
                <a:lnTo>
                  <a:pt x="2359428" y="18912"/>
                </a:lnTo>
                <a:lnTo>
                  <a:pt x="2347805" y="18876"/>
                </a:lnTo>
                <a:moveTo>
                  <a:pt x="2371087" y="7325"/>
                </a:moveTo>
                <a:lnTo>
                  <a:pt x="2382710" y="7361"/>
                </a:lnTo>
                <a:lnTo>
                  <a:pt x="2382674" y="18984"/>
                </a:lnTo>
                <a:lnTo>
                  <a:pt x="2371051" y="18948"/>
                </a:lnTo>
                <a:moveTo>
                  <a:pt x="2394332" y="7397"/>
                </a:moveTo>
                <a:lnTo>
                  <a:pt x="2405955" y="7433"/>
                </a:lnTo>
                <a:lnTo>
                  <a:pt x="2405919" y="19056"/>
                </a:lnTo>
                <a:lnTo>
                  <a:pt x="2394297" y="19020"/>
                </a:lnTo>
                <a:moveTo>
                  <a:pt x="2417578" y="7469"/>
                </a:moveTo>
                <a:lnTo>
                  <a:pt x="2429201" y="7505"/>
                </a:lnTo>
                <a:lnTo>
                  <a:pt x="2429165" y="19128"/>
                </a:lnTo>
                <a:lnTo>
                  <a:pt x="2417542" y="19092"/>
                </a:lnTo>
                <a:moveTo>
                  <a:pt x="2440823" y="7541"/>
                </a:moveTo>
                <a:lnTo>
                  <a:pt x="2452446" y="7577"/>
                </a:lnTo>
                <a:lnTo>
                  <a:pt x="2452411" y="19199"/>
                </a:lnTo>
                <a:lnTo>
                  <a:pt x="2440788" y="19164"/>
                </a:lnTo>
                <a:moveTo>
                  <a:pt x="2464069" y="7612"/>
                </a:moveTo>
                <a:lnTo>
                  <a:pt x="2475691" y="7649"/>
                </a:lnTo>
                <a:lnTo>
                  <a:pt x="2475656" y="19272"/>
                </a:lnTo>
                <a:lnTo>
                  <a:pt x="2464033" y="19235"/>
                </a:lnTo>
                <a:moveTo>
                  <a:pt x="2487314" y="7684"/>
                </a:moveTo>
                <a:lnTo>
                  <a:pt x="2498937" y="7720"/>
                </a:lnTo>
                <a:lnTo>
                  <a:pt x="2498902" y="19343"/>
                </a:lnTo>
                <a:lnTo>
                  <a:pt x="2487279" y="19307"/>
                </a:lnTo>
                <a:moveTo>
                  <a:pt x="2510560" y="7756"/>
                </a:moveTo>
                <a:lnTo>
                  <a:pt x="2522183" y="7792"/>
                </a:lnTo>
                <a:lnTo>
                  <a:pt x="2522148" y="19415"/>
                </a:lnTo>
                <a:lnTo>
                  <a:pt x="2510525" y="19379"/>
                </a:lnTo>
                <a:moveTo>
                  <a:pt x="2533806" y="7828"/>
                </a:moveTo>
                <a:lnTo>
                  <a:pt x="2545429" y="7864"/>
                </a:lnTo>
                <a:lnTo>
                  <a:pt x="2545393" y="19487"/>
                </a:lnTo>
                <a:lnTo>
                  <a:pt x="2533771" y="19451"/>
                </a:lnTo>
                <a:moveTo>
                  <a:pt x="2557051" y="7900"/>
                </a:moveTo>
                <a:lnTo>
                  <a:pt x="2568674" y="7936"/>
                </a:lnTo>
                <a:lnTo>
                  <a:pt x="2568639" y="19558"/>
                </a:lnTo>
                <a:lnTo>
                  <a:pt x="2557016" y="19523"/>
                </a:lnTo>
                <a:moveTo>
                  <a:pt x="2580297" y="7972"/>
                </a:moveTo>
                <a:lnTo>
                  <a:pt x="2591920" y="8008"/>
                </a:lnTo>
                <a:lnTo>
                  <a:pt x="2591885" y="19630"/>
                </a:lnTo>
                <a:lnTo>
                  <a:pt x="2580262" y="19595"/>
                </a:lnTo>
                <a:moveTo>
                  <a:pt x="2603543" y="8043"/>
                </a:moveTo>
                <a:lnTo>
                  <a:pt x="2615166" y="8079"/>
                </a:lnTo>
                <a:lnTo>
                  <a:pt x="2615131" y="19702"/>
                </a:lnTo>
                <a:lnTo>
                  <a:pt x="2603508" y="19666"/>
                </a:lnTo>
                <a:moveTo>
                  <a:pt x="2626788" y="8115"/>
                </a:moveTo>
                <a:lnTo>
                  <a:pt x="2638411" y="8151"/>
                </a:lnTo>
                <a:lnTo>
                  <a:pt x="2638375" y="19774"/>
                </a:lnTo>
                <a:lnTo>
                  <a:pt x="2626753" y="19738"/>
                </a:lnTo>
                <a:moveTo>
                  <a:pt x="2650034" y="8187"/>
                </a:moveTo>
                <a:lnTo>
                  <a:pt x="2661657" y="8223"/>
                </a:lnTo>
                <a:lnTo>
                  <a:pt x="2661621" y="19846"/>
                </a:lnTo>
                <a:lnTo>
                  <a:pt x="2649998" y="19810"/>
                </a:lnTo>
                <a:moveTo>
                  <a:pt x="2673280" y="8259"/>
                </a:moveTo>
                <a:lnTo>
                  <a:pt x="2684902" y="8295"/>
                </a:lnTo>
                <a:lnTo>
                  <a:pt x="2684867" y="19918"/>
                </a:lnTo>
                <a:lnTo>
                  <a:pt x="2673244" y="19882"/>
                </a:lnTo>
                <a:moveTo>
                  <a:pt x="2696525" y="8331"/>
                </a:moveTo>
                <a:lnTo>
                  <a:pt x="2708148" y="8366"/>
                </a:lnTo>
                <a:lnTo>
                  <a:pt x="2708113" y="19989"/>
                </a:lnTo>
                <a:lnTo>
                  <a:pt x="2696490" y="19954"/>
                </a:lnTo>
                <a:moveTo>
                  <a:pt x="2719771" y="8402"/>
                </a:moveTo>
                <a:lnTo>
                  <a:pt x="2731394" y="8439"/>
                </a:lnTo>
                <a:lnTo>
                  <a:pt x="2731358" y="20061"/>
                </a:lnTo>
                <a:lnTo>
                  <a:pt x="2719735" y="20025"/>
                </a:lnTo>
                <a:moveTo>
                  <a:pt x="2743016" y="8474"/>
                </a:moveTo>
                <a:lnTo>
                  <a:pt x="2754639" y="8510"/>
                </a:lnTo>
                <a:lnTo>
                  <a:pt x="2754603" y="20133"/>
                </a:lnTo>
                <a:lnTo>
                  <a:pt x="2742980" y="20097"/>
                </a:lnTo>
                <a:moveTo>
                  <a:pt x="2766262" y="8546"/>
                </a:moveTo>
                <a:lnTo>
                  <a:pt x="2777885" y="8582"/>
                </a:lnTo>
                <a:lnTo>
                  <a:pt x="2777849" y="20205"/>
                </a:lnTo>
                <a:lnTo>
                  <a:pt x="2766226" y="20169"/>
                </a:lnTo>
                <a:moveTo>
                  <a:pt x="2789507" y="8618"/>
                </a:moveTo>
                <a:lnTo>
                  <a:pt x="2801130" y="8654"/>
                </a:lnTo>
                <a:lnTo>
                  <a:pt x="2801094" y="20277"/>
                </a:lnTo>
                <a:lnTo>
                  <a:pt x="2789471" y="20241"/>
                </a:lnTo>
                <a:moveTo>
                  <a:pt x="2812753" y="8690"/>
                </a:moveTo>
                <a:lnTo>
                  <a:pt x="2824376" y="8726"/>
                </a:lnTo>
                <a:lnTo>
                  <a:pt x="2824340" y="20349"/>
                </a:lnTo>
                <a:lnTo>
                  <a:pt x="2812717" y="20312"/>
                </a:lnTo>
                <a:moveTo>
                  <a:pt x="2835999" y="8762"/>
                </a:moveTo>
                <a:lnTo>
                  <a:pt x="2847622" y="8797"/>
                </a:lnTo>
                <a:lnTo>
                  <a:pt x="2847586" y="20420"/>
                </a:lnTo>
                <a:lnTo>
                  <a:pt x="2835963" y="20385"/>
                </a:lnTo>
                <a:moveTo>
                  <a:pt x="2859245" y="8833"/>
                </a:moveTo>
                <a:lnTo>
                  <a:pt x="2870867" y="8869"/>
                </a:lnTo>
                <a:lnTo>
                  <a:pt x="2870831" y="20492"/>
                </a:lnTo>
                <a:lnTo>
                  <a:pt x="2859209" y="20456"/>
                </a:lnTo>
                <a:moveTo>
                  <a:pt x="2882490" y="8905"/>
                </a:moveTo>
                <a:lnTo>
                  <a:pt x="2894113" y="8941"/>
                </a:lnTo>
                <a:lnTo>
                  <a:pt x="2894077" y="20564"/>
                </a:lnTo>
                <a:lnTo>
                  <a:pt x="2882454" y="20528"/>
                </a:lnTo>
                <a:moveTo>
                  <a:pt x="2905736" y="8977"/>
                </a:moveTo>
                <a:lnTo>
                  <a:pt x="2917359" y="9013"/>
                </a:lnTo>
                <a:lnTo>
                  <a:pt x="2917323" y="20636"/>
                </a:lnTo>
                <a:lnTo>
                  <a:pt x="2905700" y="20600"/>
                </a:lnTo>
                <a:moveTo>
                  <a:pt x="2928981" y="9049"/>
                </a:moveTo>
                <a:lnTo>
                  <a:pt x="2940603" y="9085"/>
                </a:lnTo>
                <a:lnTo>
                  <a:pt x="2940568" y="20708"/>
                </a:lnTo>
                <a:lnTo>
                  <a:pt x="2928946" y="20672"/>
                </a:lnTo>
                <a:moveTo>
                  <a:pt x="2952226" y="9120"/>
                </a:moveTo>
                <a:lnTo>
                  <a:pt x="2963849" y="9156"/>
                </a:lnTo>
                <a:lnTo>
                  <a:pt x="2963814" y="20779"/>
                </a:lnTo>
                <a:lnTo>
                  <a:pt x="2952191" y="20743"/>
                </a:lnTo>
                <a:moveTo>
                  <a:pt x="2975472" y="9193"/>
                </a:moveTo>
                <a:lnTo>
                  <a:pt x="2987095" y="9228"/>
                </a:lnTo>
                <a:lnTo>
                  <a:pt x="2987060" y="20851"/>
                </a:lnTo>
                <a:lnTo>
                  <a:pt x="2975437" y="20815"/>
                </a:lnTo>
                <a:moveTo>
                  <a:pt x="2998718" y="9264"/>
                </a:moveTo>
                <a:lnTo>
                  <a:pt x="3010341" y="9300"/>
                </a:lnTo>
                <a:lnTo>
                  <a:pt x="3010306" y="20923"/>
                </a:lnTo>
                <a:lnTo>
                  <a:pt x="2998683" y="20887"/>
                </a:lnTo>
                <a:moveTo>
                  <a:pt x="3021963" y="9336"/>
                </a:moveTo>
                <a:lnTo>
                  <a:pt x="3033586" y="9372"/>
                </a:lnTo>
                <a:lnTo>
                  <a:pt x="3033550" y="20995"/>
                </a:lnTo>
                <a:lnTo>
                  <a:pt x="3021927" y="20959"/>
                </a:lnTo>
                <a:moveTo>
                  <a:pt x="3045209" y="9408"/>
                </a:moveTo>
                <a:lnTo>
                  <a:pt x="3056832" y="9444"/>
                </a:lnTo>
                <a:lnTo>
                  <a:pt x="3056796" y="21066"/>
                </a:lnTo>
                <a:lnTo>
                  <a:pt x="3045173" y="21031"/>
                </a:lnTo>
                <a:moveTo>
                  <a:pt x="3068455" y="9480"/>
                </a:moveTo>
                <a:lnTo>
                  <a:pt x="3080077" y="9516"/>
                </a:lnTo>
                <a:lnTo>
                  <a:pt x="3080042" y="21138"/>
                </a:lnTo>
                <a:lnTo>
                  <a:pt x="3068419" y="21102"/>
                </a:lnTo>
                <a:moveTo>
                  <a:pt x="3091700" y="9552"/>
                </a:moveTo>
                <a:lnTo>
                  <a:pt x="3103323" y="9587"/>
                </a:lnTo>
                <a:lnTo>
                  <a:pt x="3103287" y="21210"/>
                </a:lnTo>
                <a:lnTo>
                  <a:pt x="3091664" y="21174"/>
                </a:lnTo>
                <a:moveTo>
                  <a:pt x="3114946" y="9623"/>
                </a:moveTo>
                <a:lnTo>
                  <a:pt x="3126569" y="9659"/>
                </a:lnTo>
                <a:lnTo>
                  <a:pt x="3126533" y="21282"/>
                </a:lnTo>
                <a:lnTo>
                  <a:pt x="3114910" y="21246"/>
                </a:lnTo>
                <a:moveTo>
                  <a:pt x="3138192" y="9695"/>
                </a:moveTo>
                <a:lnTo>
                  <a:pt x="3149815" y="9731"/>
                </a:lnTo>
                <a:lnTo>
                  <a:pt x="3149779" y="21354"/>
                </a:lnTo>
                <a:lnTo>
                  <a:pt x="3138156" y="21318"/>
                </a:lnTo>
                <a:moveTo>
                  <a:pt x="3161437" y="9767"/>
                </a:moveTo>
                <a:lnTo>
                  <a:pt x="3173060" y="9803"/>
                </a:lnTo>
                <a:lnTo>
                  <a:pt x="3173024" y="21426"/>
                </a:lnTo>
                <a:lnTo>
                  <a:pt x="3161402" y="21390"/>
                </a:lnTo>
                <a:moveTo>
                  <a:pt x="3184683" y="9839"/>
                </a:moveTo>
                <a:lnTo>
                  <a:pt x="3196306" y="9875"/>
                </a:lnTo>
                <a:lnTo>
                  <a:pt x="3196270" y="21498"/>
                </a:lnTo>
                <a:lnTo>
                  <a:pt x="3184647" y="21462"/>
                </a:lnTo>
                <a:moveTo>
                  <a:pt x="3207929" y="9911"/>
                </a:moveTo>
                <a:lnTo>
                  <a:pt x="3219552" y="9946"/>
                </a:lnTo>
                <a:lnTo>
                  <a:pt x="3219516" y="21569"/>
                </a:lnTo>
                <a:lnTo>
                  <a:pt x="3207893" y="21533"/>
                </a:lnTo>
                <a:moveTo>
                  <a:pt x="3231175" y="9983"/>
                </a:moveTo>
                <a:lnTo>
                  <a:pt x="3242796" y="10018"/>
                </a:lnTo>
                <a:lnTo>
                  <a:pt x="3242761" y="21641"/>
                </a:lnTo>
                <a:lnTo>
                  <a:pt x="3231139" y="21605"/>
                </a:lnTo>
                <a:moveTo>
                  <a:pt x="3254419" y="10054"/>
                </a:moveTo>
                <a:lnTo>
                  <a:pt x="3266042" y="10090"/>
                </a:lnTo>
                <a:lnTo>
                  <a:pt x="3266007" y="21713"/>
                </a:lnTo>
                <a:lnTo>
                  <a:pt x="3254384" y="21677"/>
                </a:lnTo>
                <a:moveTo>
                  <a:pt x="3277665" y="10126"/>
                </a:moveTo>
                <a:lnTo>
                  <a:pt x="3289288" y="10162"/>
                </a:lnTo>
                <a:lnTo>
                  <a:pt x="3289253" y="21785"/>
                </a:lnTo>
                <a:lnTo>
                  <a:pt x="3277630" y="21749"/>
                </a:lnTo>
                <a:moveTo>
                  <a:pt x="3300911" y="10198"/>
                </a:moveTo>
                <a:lnTo>
                  <a:pt x="3312532" y="10234"/>
                </a:lnTo>
                <a:lnTo>
                  <a:pt x="3312498" y="21857"/>
                </a:lnTo>
                <a:lnTo>
                  <a:pt x="3300875" y="21821"/>
                </a:lnTo>
                <a:moveTo>
                  <a:pt x="3324155" y="10270"/>
                </a:moveTo>
                <a:lnTo>
                  <a:pt x="3335778" y="10306"/>
                </a:lnTo>
                <a:lnTo>
                  <a:pt x="3335743" y="21928"/>
                </a:lnTo>
                <a:lnTo>
                  <a:pt x="3324120" y="21893"/>
                </a:lnTo>
                <a:moveTo>
                  <a:pt x="3347401" y="10342"/>
                </a:moveTo>
                <a:lnTo>
                  <a:pt x="3359024" y="10377"/>
                </a:lnTo>
                <a:lnTo>
                  <a:pt x="3358989" y="22000"/>
                </a:lnTo>
                <a:lnTo>
                  <a:pt x="3347366" y="21964"/>
                </a:lnTo>
                <a:moveTo>
                  <a:pt x="3370647" y="10413"/>
                </a:moveTo>
                <a:lnTo>
                  <a:pt x="3382270" y="10449"/>
                </a:lnTo>
                <a:lnTo>
                  <a:pt x="3382235" y="22072"/>
                </a:lnTo>
                <a:lnTo>
                  <a:pt x="3370612" y="22036"/>
                </a:lnTo>
                <a:moveTo>
                  <a:pt x="3393892" y="10485"/>
                </a:moveTo>
                <a:lnTo>
                  <a:pt x="3405515" y="10521"/>
                </a:lnTo>
                <a:lnTo>
                  <a:pt x="3405480" y="22144"/>
                </a:lnTo>
                <a:lnTo>
                  <a:pt x="3393858" y="22108"/>
                </a:lnTo>
                <a:moveTo>
                  <a:pt x="3417138" y="10557"/>
                </a:moveTo>
                <a:lnTo>
                  <a:pt x="3428761" y="10593"/>
                </a:lnTo>
                <a:lnTo>
                  <a:pt x="3428726" y="22216"/>
                </a:lnTo>
                <a:lnTo>
                  <a:pt x="3417103" y="22180"/>
                </a:lnTo>
                <a:moveTo>
                  <a:pt x="3440384" y="10629"/>
                </a:moveTo>
                <a:lnTo>
                  <a:pt x="3452007" y="10665"/>
                </a:lnTo>
                <a:lnTo>
                  <a:pt x="3451972" y="22288"/>
                </a:lnTo>
                <a:lnTo>
                  <a:pt x="3440349" y="22252"/>
                </a:lnTo>
                <a:moveTo>
                  <a:pt x="3463630" y="10700"/>
                </a:moveTo>
                <a:lnTo>
                  <a:pt x="3475252" y="10737"/>
                </a:lnTo>
                <a:lnTo>
                  <a:pt x="3475218" y="22359"/>
                </a:lnTo>
                <a:lnTo>
                  <a:pt x="3463595" y="22323"/>
                </a:lnTo>
                <a:moveTo>
                  <a:pt x="3486875" y="10772"/>
                </a:moveTo>
                <a:lnTo>
                  <a:pt x="3498498" y="10808"/>
                </a:lnTo>
                <a:lnTo>
                  <a:pt x="3498463" y="22431"/>
                </a:lnTo>
                <a:lnTo>
                  <a:pt x="3486840" y="22395"/>
                </a:lnTo>
                <a:moveTo>
                  <a:pt x="3510121" y="10844"/>
                </a:moveTo>
                <a:lnTo>
                  <a:pt x="3521744" y="10880"/>
                </a:lnTo>
                <a:lnTo>
                  <a:pt x="3521709" y="22503"/>
                </a:lnTo>
                <a:lnTo>
                  <a:pt x="3510086" y="22467"/>
                </a:lnTo>
                <a:moveTo>
                  <a:pt x="3533367" y="10916"/>
                </a:moveTo>
                <a:lnTo>
                  <a:pt x="3544989" y="10952"/>
                </a:lnTo>
                <a:lnTo>
                  <a:pt x="3544954" y="22575"/>
                </a:lnTo>
                <a:lnTo>
                  <a:pt x="3533331" y="22539"/>
                </a:lnTo>
                <a:moveTo>
                  <a:pt x="3556612" y="10988"/>
                </a:moveTo>
                <a:lnTo>
                  <a:pt x="3568235" y="11024"/>
                </a:lnTo>
                <a:lnTo>
                  <a:pt x="3568199" y="22646"/>
                </a:lnTo>
                <a:lnTo>
                  <a:pt x="3556576" y="22611"/>
                </a:lnTo>
                <a:moveTo>
                  <a:pt x="3579858" y="11060"/>
                </a:moveTo>
                <a:lnTo>
                  <a:pt x="3591481" y="11096"/>
                </a:lnTo>
                <a:lnTo>
                  <a:pt x="3591445" y="22718"/>
                </a:lnTo>
                <a:lnTo>
                  <a:pt x="3579822" y="22683"/>
                </a:lnTo>
                <a:moveTo>
                  <a:pt x="3603104" y="11131"/>
                </a:moveTo>
                <a:lnTo>
                  <a:pt x="3614726" y="11167"/>
                </a:lnTo>
                <a:lnTo>
                  <a:pt x="3614690" y="22790"/>
                </a:lnTo>
                <a:lnTo>
                  <a:pt x="3603068" y="22754"/>
                </a:lnTo>
                <a:moveTo>
                  <a:pt x="3626348" y="11203"/>
                </a:moveTo>
                <a:lnTo>
                  <a:pt x="3637971" y="11239"/>
                </a:lnTo>
                <a:lnTo>
                  <a:pt x="3637936" y="22862"/>
                </a:lnTo>
                <a:lnTo>
                  <a:pt x="3626313" y="22826"/>
                </a:lnTo>
                <a:moveTo>
                  <a:pt x="3649594" y="11275"/>
                </a:moveTo>
                <a:lnTo>
                  <a:pt x="3661217" y="11311"/>
                </a:lnTo>
                <a:lnTo>
                  <a:pt x="3661182" y="22934"/>
                </a:lnTo>
                <a:lnTo>
                  <a:pt x="3649559" y="22898"/>
                </a:lnTo>
                <a:moveTo>
                  <a:pt x="3672840" y="11347"/>
                </a:moveTo>
                <a:lnTo>
                  <a:pt x="3684463" y="11383"/>
                </a:lnTo>
                <a:lnTo>
                  <a:pt x="3684428" y="23006"/>
                </a:lnTo>
                <a:lnTo>
                  <a:pt x="3672805" y="22970"/>
                </a:lnTo>
                <a:moveTo>
                  <a:pt x="3696085" y="11419"/>
                </a:moveTo>
                <a:lnTo>
                  <a:pt x="3707708" y="11454"/>
                </a:lnTo>
                <a:lnTo>
                  <a:pt x="3707673" y="23077"/>
                </a:lnTo>
                <a:lnTo>
                  <a:pt x="3696050" y="23042"/>
                </a:lnTo>
                <a:moveTo>
                  <a:pt x="3719331" y="11490"/>
                </a:moveTo>
                <a:lnTo>
                  <a:pt x="3730954" y="11526"/>
                </a:lnTo>
                <a:lnTo>
                  <a:pt x="3730919" y="23149"/>
                </a:lnTo>
                <a:lnTo>
                  <a:pt x="3719296" y="23113"/>
                </a:lnTo>
                <a:moveTo>
                  <a:pt x="3742577" y="11562"/>
                </a:moveTo>
                <a:lnTo>
                  <a:pt x="3754200" y="11598"/>
                </a:lnTo>
                <a:lnTo>
                  <a:pt x="3754165" y="23221"/>
                </a:lnTo>
                <a:lnTo>
                  <a:pt x="3742542" y="23185"/>
                </a:lnTo>
                <a:moveTo>
                  <a:pt x="3765823" y="11634"/>
                </a:moveTo>
                <a:lnTo>
                  <a:pt x="3777445" y="11670"/>
                </a:lnTo>
                <a:lnTo>
                  <a:pt x="3777410" y="23293"/>
                </a:lnTo>
                <a:lnTo>
                  <a:pt x="3765788" y="23257"/>
                </a:lnTo>
                <a:moveTo>
                  <a:pt x="3789068" y="11706"/>
                </a:moveTo>
                <a:lnTo>
                  <a:pt x="3800691" y="11742"/>
                </a:lnTo>
                <a:lnTo>
                  <a:pt x="3800656" y="23365"/>
                </a:lnTo>
                <a:lnTo>
                  <a:pt x="3789033" y="23329"/>
                </a:lnTo>
                <a:moveTo>
                  <a:pt x="3812314" y="11777"/>
                </a:moveTo>
                <a:lnTo>
                  <a:pt x="3823937" y="11814"/>
                </a:lnTo>
                <a:lnTo>
                  <a:pt x="3823902" y="23437"/>
                </a:lnTo>
                <a:lnTo>
                  <a:pt x="3812279" y="23400"/>
                </a:lnTo>
                <a:moveTo>
                  <a:pt x="3835559" y="11850"/>
                </a:moveTo>
                <a:lnTo>
                  <a:pt x="3847182" y="11886"/>
                </a:lnTo>
                <a:lnTo>
                  <a:pt x="3847147" y="23508"/>
                </a:lnTo>
                <a:lnTo>
                  <a:pt x="3835524" y="23472"/>
                </a:lnTo>
                <a:moveTo>
                  <a:pt x="3858805" y="11921"/>
                </a:moveTo>
                <a:lnTo>
                  <a:pt x="3870428" y="11957"/>
                </a:lnTo>
                <a:lnTo>
                  <a:pt x="3870392" y="23580"/>
                </a:lnTo>
                <a:lnTo>
                  <a:pt x="3858769" y="23544"/>
                </a:lnTo>
                <a:moveTo>
                  <a:pt x="3882051" y="11993"/>
                </a:moveTo>
                <a:lnTo>
                  <a:pt x="3893674" y="12029"/>
                </a:lnTo>
                <a:lnTo>
                  <a:pt x="3893638" y="23652"/>
                </a:lnTo>
                <a:lnTo>
                  <a:pt x="3882015" y="23616"/>
                </a:lnTo>
                <a:moveTo>
                  <a:pt x="3905297" y="12065"/>
                </a:moveTo>
                <a:lnTo>
                  <a:pt x="3916919" y="12101"/>
                </a:lnTo>
                <a:lnTo>
                  <a:pt x="3916883" y="23723"/>
                </a:lnTo>
                <a:lnTo>
                  <a:pt x="3905261" y="23688"/>
                </a:lnTo>
                <a:moveTo>
                  <a:pt x="3928541" y="12137"/>
                </a:moveTo>
                <a:lnTo>
                  <a:pt x="3940164" y="12173"/>
                </a:lnTo>
                <a:lnTo>
                  <a:pt x="3940129" y="23795"/>
                </a:lnTo>
                <a:lnTo>
                  <a:pt x="3928506" y="23760"/>
                </a:lnTo>
                <a:moveTo>
                  <a:pt x="3951787" y="12209"/>
                </a:moveTo>
                <a:lnTo>
                  <a:pt x="3963410" y="12244"/>
                </a:lnTo>
                <a:lnTo>
                  <a:pt x="3963375" y="23867"/>
                </a:lnTo>
                <a:lnTo>
                  <a:pt x="3951752" y="23832"/>
                </a:lnTo>
                <a:moveTo>
                  <a:pt x="3975033" y="12281"/>
                </a:moveTo>
                <a:lnTo>
                  <a:pt x="3986656" y="12317"/>
                </a:lnTo>
                <a:lnTo>
                  <a:pt x="3986620" y="23939"/>
                </a:lnTo>
                <a:lnTo>
                  <a:pt x="3974998" y="23903"/>
                </a:lnTo>
                <a:moveTo>
                  <a:pt x="3998279" y="12352"/>
                </a:moveTo>
                <a:lnTo>
                  <a:pt x="4009901" y="12388"/>
                </a:lnTo>
                <a:lnTo>
                  <a:pt x="4009866" y="24011"/>
                </a:lnTo>
                <a:lnTo>
                  <a:pt x="3998243" y="23975"/>
                </a:lnTo>
                <a:moveTo>
                  <a:pt x="4021524" y="12424"/>
                </a:moveTo>
                <a:lnTo>
                  <a:pt x="4033147" y="12460"/>
                </a:lnTo>
                <a:lnTo>
                  <a:pt x="4033112" y="24083"/>
                </a:lnTo>
                <a:lnTo>
                  <a:pt x="4021489" y="24047"/>
                </a:lnTo>
                <a:moveTo>
                  <a:pt x="4044770" y="12496"/>
                </a:moveTo>
                <a:lnTo>
                  <a:pt x="4056393" y="12532"/>
                </a:lnTo>
                <a:lnTo>
                  <a:pt x="4056358" y="24155"/>
                </a:lnTo>
                <a:lnTo>
                  <a:pt x="4044735" y="24119"/>
                </a:lnTo>
                <a:moveTo>
                  <a:pt x="4068016" y="12568"/>
                </a:moveTo>
                <a:lnTo>
                  <a:pt x="4079639" y="12604"/>
                </a:lnTo>
                <a:lnTo>
                  <a:pt x="4079603" y="24227"/>
                </a:lnTo>
                <a:lnTo>
                  <a:pt x="4067980" y="24190"/>
                </a:lnTo>
                <a:moveTo>
                  <a:pt x="4091261" y="12640"/>
                </a:moveTo>
                <a:lnTo>
                  <a:pt x="4102884" y="12675"/>
                </a:lnTo>
                <a:lnTo>
                  <a:pt x="4102849" y="24298"/>
                </a:lnTo>
                <a:lnTo>
                  <a:pt x="4091226" y="24262"/>
                </a:lnTo>
                <a:moveTo>
                  <a:pt x="4114507" y="12711"/>
                </a:moveTo>
                <a:lnTo>
                  <a:pt x="4126130" y="12747"/>
                </a:lnTo>
                <a:lnTo>
                  <a:pt x="4126095" y="24370"/>
                </a:lnTo>
                <a:lnTo>
                  <a:pt x="4114472" y="24334"/>
                </a:lnTo>
                <a:moveTo>
                  <a:pt x="4137752" y="12783"/>
                </a:moveTo>
                <a:lnTo>
                  <a:pt x="4149375" y="12819"/>
                </a:lnTo>
                <a:lnTo>
                  <a:pt x="4149340" y="24442"/>
                </a:lnTo>
                <a:lnTo>
                  <a:pt x="4137717" y="24406"/>
                </a:lnTo>
                <a:moveTo>
                  <a:pt x="4160997" y="12855"/>
                </a:moveTo>
                <a:lnTo>
                  <a:pt x="4172620" y="12891"/>
                </a:lnTo>
                <a:lnTo>
                  <a:pt x="4172585" y="24514"/>
                </a:lnTo>
                <a:lnTo>
                  <a:pt x="4160963" y="24478"/>
                </a:lnTo>
                <a:moveTo>
                  <a:pt x="4184243" y="12927"/>
                </a:moveTo>
                <a:lnTo>
                  <a:pt x="4195866" y="12963"/>
                </a:lnTo>
                <a:lnTo>
                  <a:pt x="4195831" y="24586"/>
                </a:lnTo>
                <a:lnTo>
                  <a:pt x="4184208" y="24550"/>
                </a:lnTo>
                <a:moveTo>
                  <a:pt x="4207489" y="12999"/>
                </a:moveTo>
                <a:lnTo>
                  <a:pt x="4219112" y="13035"/>
                </a:lnTo>
                <a:lnTo>
                  <a:pt x="4219076" y="24658"/>
                </a:lnTo>
                <a:lnTo>
                  <a:pt x="4207453" y="24621"/>
                </a:lnTo>
                <a:moveTo>
                  <a:pt x="4230734" y="13071"/>
                </a:moveTo>
                <a:lnTo>
                  <a:pt x="4242357" y="13106"/>
                </a:lnTo>
                <a:lnTo>
                  <a:pt x="4242321" y="24729"/>
                </a:lnTo>
                <a:lnTo>
                  <a:pt x="4230698" y="24693"/>
                </a:lnTo>
                <a:moveTo>
                  <a:pt x="4253980" y="13142"/>
                </a:moveTo>
                <a:lnTo>
                  <a:pt x="4265603" y="13178"/>
                </a:lnTo>
                <a:lnTo>
                  <a:pt x="4265567" y="24801"/>
                </a:lnTo>
                <a:lnTo>
                  <a:pt x="4253944" y="24765"/>
                </a:lnTo>
                <a:moveTo>
                  <a:pt x="4277226" y="13214"/>
                </a:moveTo>
                <a:lnTo>
                  <a:pt x="4288849" y="13250"/>
                </a:lnTo>
                <a:lnTo>
                  <a:pt x="4288813" y="24873"/>
                </a:lnTo>
                <a:lnTo>
                  <a:pt x="4277190" y="24837"/>
                </a:lnTo>
                <a:moveTo>
                  <a:pt x="4300472" y="13286"/>
                </a:moveTo>
                <a:lnTo>
                  <a:pt x="4312094" y="13322"/>
                </a:lnTo>
                <a:lnTo>
                  <a:pt x="4312058" y="24945"/>
                </a:lnTo>
                <a:lnTo>
                  <a:pt x="4300436" y="24909"/>
                </a:lnTo>
                <a:moveTo>
                  <a:pt x="4323717" y="13358"/>
                </a:moveTo>
                <a:lnTo>
                  <a:pt x="4335340" y="13394"/>
                </a:lnTo>
                <a:lnTo>
                  <a:pt x="4335304" y="25017"/>
                </a:lnTo>
                <a:lnTo>
                  <a:pt x="4323681" y="24981"/>
                </a:lnTo>
                <a:moveTo>
                  <a:pt x="4346963" y="13430"/>
                </a:moveTo>
                <a:lnTo>
                  <a:pt x="4358586" y="13465"/>
                </a:lnTo>
                <a:lnTo>
                  <a:pt x="4358550" y="25088"/>
                </a:lnTo>
                <a:lnTo>
                  <a:pt x="4346927" y="25052"/>
                </a:lnTo>
                <a:moveTo>
                  <a:pt x="4370209" y="13502"/>
                </a:moveTo>
                <a:lnTo>
                  <a:pt x="4381832" y="13537"/>
                </a:lnTo>
                <a:lnTo>
                  <a:pt x="4381796" y="25160"/>
                </a:lnTo>
                <a:lnTo>
                  <a:pt x="4370173" y="25124"/>
                </a:lnTo>
                <a:moveTo>
                  <a:pt x="4393454" y="13573"/>
                </a:moveTo>
                <a:lnTo>
                  <a:pt x="4405077" y="13609"/>
                </a:lnTo>
                <a:lnTo>
                  <a:pt x="4405041" y="25232"/>
                </a:lnTo>
                <a:lnTo>
                  <a:pt x="4393418" y="25196"/>
                </a:lnTo>
                <a:moveTo>
                  <a:pt x="4416700" y="13645"/>
                </a:moveTo>
                <a:lnTo>
                  <a:pt x="4428322" y="13681"/>
                </a:lnTo>
                <a:lnTo>
                  <a:pt x="4428287" y="25304"/>
                </a:lnTo>
                <a:lnTo>
                  <a:pt x="4416664" y="25268"/>
                </a:lnTo>
                <a:moveTo>
                  <a:pt x="4439945" y="13717"/>
                </a:moveTo>
                <a:lnTo>
                  <a:pt x="4451568" y="13753"/>
                </a:lnTo>
                <a:lnTo>
                  <a:pt x="4451533" y="25375"/>
                </a:lnTo>
                <a:lnTo>
                  <a:pt x="4439910" y="25340"/>
                </a:lnTo>
                <a:moveTo>
                  <a:pt x="4463190" y="13788"/>
                </a:moveTo>
                <a:lnTo>
                  <a:pt x="4474813" y="13825"/>
                </a:lnTo>
                <a:lnTo>
                  <a:pt x="4474778" y="25448"/>
                </a:lnTo>
                <a:lnTo>
                  <a:pt x="4463155" y="25411"/>
                </a:lnTo>
                <a:moveTo>
                  <a:pt x="4486436" y="13860"/>
                </a:moveTo>
                <a:lnTo>
                  <a:pt x="4498059" y="13896"/>
                </a:lnTo>
                <a:lnTo>
                  <a:pt x="4498024" y="25519"/>
                </a:lnTo>
                <a:lnTo>
                  <a:pt x="4486401" y="25483"/>
                </a:lnTo>
                <a:moveTo>
                  <a:pt x="4509682" y="13932"/>
                </a:moveTo>
                <a:lnTo>
                  <a:pt x="4521304" y="13968"/>
                </a:lnTo>
                <a:lnTo>
                  <a:pt x="4521269" y="25591"/>
                </a:lnTo>
                <a:lnTo>
                  <a:pt x="4509646" y="25555"/>
                </a:lnTo>
                <a:moveTo>
                  <a:pt x="4532927" y="14004"/>
                </a:moveTo>
                <a:lnTo>
                  <a:pt x="4544550" y="14040"/>
                </a:lnTo>
                <a:lnTo>
                  <a:pt x="4544514" y="25663"/>
                </a:lnTo>
                <a:lnTo>
                  <a:pt x="4532892" y="25627"/>
                </a:lnTo>
                <a:moveTo>
                  <a:pt x="4556173" y="14076"/>
                </a:moveTo>
                <a:lnTo>
                  <a:pt x="4567796" y="14112"/>
                </a:lnTo>
                <a:lnTo>
                  <a:pt x="4567760" y="25735"/>
                </a:lnTo>
                <a:lnTo>
                  <a:pt x="4556137" y="25699"/>
                </a:lnTo>
                <a:moveTo>
                  <a:pt x="4579419" y="14148"/>
                </a:moveTo>
                <a:lnTo>
                  <a:pt x="4591042" y="14183"/>
                </a:lnTo>
                <a:lnTo>
                  <a:pt x="4591006" y="25806"/>
                </a:lnTo>
                <a:lnTo>
                  <a:pt x="4579383" y="25771"/>
                </a:lnTo>
                <a:moveTo>
                  <a:pt x="4602664" y="14219"/>
                </a:moveTo>
                <a:lnTo>
                  <a:pt x="4614287" y="14255"/>
                </a:lnTo>
                <a:lnTo>
                  <a:pt x="4614252" y="25878"/>
                </a:lnTo>
                <a:lnTo>
                  <a:pt x="4602629" y="25842"/>
                </a:lnTo>
                <a:moveTo>
                  <a:pt x="4625910" y="14291"/>
                </a:moveTo>
                <a:lnTo>
                  <a:pt x="4637533" y="14327"/>
                </a:lnTo>
                <a:lnTo>
                  <a:pt x="4637497" y="25950"/>
                </a:lnTo>
                <a:lnTo>
                  <a:pt x="4625874" y="25914"/>
                </a:lnTo>
                <a:moveTo>
                  <a:pt x="4649156" y="14363"/>
                </a:moveTo>
                <a:lnTo>
                  <a:pt x="4660779" y="14399"/>
                </a:lnTo>
                <a:lnTo>
                  <a:pt x="4660743" y="26022"/>
                </a:lnTo>
                <a:lnTo>
                  <a:pt x="4649120" y="25986"/>
                </a:lnTo>
                <a:moveTo>
                  <a:pt x="4672402" y="14435"/>
                </a:moveTo>
                <a:lnTo>
                  <a:pt x="4684024" y="14471"/>
                </a:lnTo>
                <a:lnTo>
                  <a:pt x="4683989" y="26094"/>
                </a:lnTo>
                <a:lnTo>
                  <a:pt x="4672366" y="26058"/>
                </a:lnTo>
                <a:moveTo>
                  <a:pt x="4695647" y="14506"/>
                </a:moveTo>
                <a:lnTo>
                  <a:pt x="4702758" y="14529"/>
                </a:lnTo>
                <a:lnTo>
                  <a:pt x="4702723" y="26151"/>
                </a:lnTo>
                <a:lnTo>
                  <a:pt x="4695612" y="2612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90176F-E75F-4F6F-9AE3-1909570F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89" y="3180552"/>
            <a:ext cx="8612544" cy="26148"/>
          </a:xfrm>
          <a:custGeom xmlns:a="http://schemas.openxmlformats.org/drawingml/2006/main">
            <a:pathLst>
              <a:path w="8612544" h="26148">
                <a:moveTo>
                  <a:pt x="20" y="0"/>
                </a:moveTo>
                <a:lnTo>
                  <a:pt x="11643" y="20"/>
                </a:lnTo>
                <a:lnTo>
                  <a:pt x="11623" y="11642"/>
                </a:lnTo>
                <a:lnTo>
                  <a:pt x="0" y="11623"/>
                </a:lnTo>
                <a:moveTo>
                  <a:pt x="23266" y="40"/>
                </a:moveTo>
                <a:lnTo>
                  <a:pt x="34888" y="59"/>
                </a:lnTo>
                <a:lnTo>
                  <a:pt x="34869" y="11682"/>
                </a:lnTo>
                <a:lnTo>
                  <a:pt x="23246" y="11662"/>
                </a:lnTo>
                <a:moveTo>
                  <a:pt x="46511" y="79"/>
                </a:moveTo>
                <a:lnTo>
                  <a:pt x="58134" y="98"/>
                </a:lnTo>
                <a:lnTo>
                  <a:pt x="58114" y="11721"/>
                </a:lnTo>
                <a:lnTo>
                  <a:pt x="46491" y="11701"/>
                </a:lnTo>
                <a:moveTo>
                  <a:pt x="69757" y="118"/>
                </a:moveTo>
                <a:lnTo>
                  <a:pt x="81380" y="137"/>
                </a:lnTo>
                <a:lnTo>
                  <a:pt x="81360" y="11760"/>
                </a:lnTo>
                <a:lnTo>
                  <a:pt x="69737" y="11741"/>
                </a:lnTo>
                <a:moveTo>
                  <a:pt x="93003" y="157"/>
                </a:moveTo>
                <a:lnTo>
                  <a:pt x="104626" y="176"/>
                </a:lnTo>
                <a:lnTo>
                  <a:pt x="104606" y="11799"/>
                </a:lnTo>
                <a:lnTo>
                  <a:pt x="92983" y="11780"/>
                </a:lnTo>
                <a:moveTo>
                  <a:pt x="116248" y="196"/>
                </a:moveTo>
                <a:lnTo>
                  <a:pt x="127871" y="216"/>
                </a:lnTo>
                <a:lnTo>
                  <a:pt x="127851" y="11839"/>
                </a:lnTo>
                <a:lnTo>
                  <a:pt x="116229" y="11819"/>
                </a:lnTo>
                <a:moveTo>
                  <a:pt x="139494" y="235"/>
                </a:moveTo>
                <a:lnTo>
                  <a:pt x="151116" y="255"/>
                </a:lnTo>
                <a:lnTo>
                  <a:pt x="151097" y="11878"/>
                </a:lnTo>
                <a:lnTo>
                  <a:pt x="139474" y="11858"/>
                </a:lnTo>
                <a:moveTo>
                  <a:pt x="162739" y="275"/>
                </a:moveTo>
                <a:lnTo>
                  <a:pt x="174362" y="294"/>
                </a:lnTo>
                <a:lnTo>
                  <a:pt x="174342" y="11917"/>
                </a:lnTo>
                <a:lnTo>
                  <a:pt x="162720" y="11898"/>
                </a:lnTo>
                <a:moveTo>
                  <a:pt x="185985" y="314"/>
                </a:moveTo>
                <a:lnTo>
                  <a:pt x="197608" y="333"/>
                </a:lnTo>
                <a:lnTo>
                  <a:pt x="197588" y="11956"/>
                </a:lnTo>
                <a:lnTo>
                  <a:pt x="185965" y="11937"/>
                </a:lnTo>
                <a:moveTo>
                  <a:pt x="209231" y="353"/>
                </a:moveTo>
                <a:lnTo>
                  <a:pt x="220854" y="373"/>
                </a:lnTo>
                <a:lnTo>
                  <a:pt x="220834" y="11995"/>
                </a:lnTo>
                <a:lnTo>
                  <a:pt x="209211" y="11976"/>
                </a:lnTo>
                <a:moveTo>
                  <a:pt x="232476" y="392"/>
                </a:moveTo>
                <a:lnTo>
                  <a:pt x="244099" y="412"/>
                </a:lnTo>
                <a:lnTo>
                  <a:pt x="244080" y="12035"/>
                </a:lnTo>
                <a:lnTo>
                  <a:pt x="232457" y="12015"/>
                </a:lnTo>
                <a:moveTo>
                  <a:pt x="255722" y="431"/>
                </a:moveTo>
                <a:lnTo>
                  <a:pt x="267345" y="451"/>
                </a:lnTo>
                <a:lnTo>
                  <a:pt x="267325" y="12074"/>
                </a:lnTo>
                <a:lnTo>
                  <a:pt x="255702" y="12054"/>
                </a:lnTo>
                <a:moveTo>
                  <a:pt x="278968" y="470"/>
                </a:moveTo>
                <a:lnTo>
                  <a:pt x="290591" y="490"/>
                </a:lnTo>
                <a:lnTo>
                  <a:pt x="290571" y="12113"/>
                </a:lnTo>
                <a:lnTo>
                  <a:pt x="278948" y="12093"/>
                </a:lnTo>
                <a:moveTo>
                  <a:pt x="302214" y="510"/>
                </a:moveTo>
                <a:lnTo>
                  <a:pt x="313836" y="529"/>
                </a:lnTo>
                <a:lnTo>
                  <a:pt x="313817" y="12152"/>
                </a:lnTo>
                <a:lnTo>
                  <a:pt x="302194" y="12133"/>
                </a:lnTo>
                <a:moveTo>
                  <a:pt x="325459" y="549"/>
                </a:moveTo>
                <a:lnTo>
                  <a:pt x="337082" y="569"/>
                </a:lnTo>
                <a:lnTo>
                  <a:pt x="337062" y="12192"/>
                </a:lnTo>
                <a:lnTo>
                  <a:pt x="325439" y="12172"/>
                </a:lnTo>
                <a:moveTo>
                  <a:pt x="348705" y="588"/>
                </a:moveTo>
                <a:lnTo>
                  <a:pt x="360328" y="608"/>
                </a:lnTo>
                <a:lnTo>
                  <a:pt x="360308" y="12231"/>
                </a:lnTo>
                <a:lnTo>
                  <a:pt x="348685" y="12211"/>
                </a:lnTo>
                <a:moveTo>
                  <a:pt x="371951" y="627"/>
                </a:moveTo>
                <a:lnTo>
                  <a:pt x="383574" y="647"/>
                </a:lnTo>
                <a:lnTo>
                  <a:pt x="383554" y="12270"/>
                </a:lnTo>
                <a:lnTo>
                  <a:pt x="371931" y="12250"/>
                </a:lnTo>
                <a:moveTo>
                  <a:pt x="395196" y="667"/>
                </a:moveTo>
                <a:lnTo>
                  <a:pt x="406819" y="686"/>
                </a:lnTo>
                <a:lnTo>
                  <a:pt x="406799" y="12309"/>
                </a:lnTo>
                <a:lnTo>
                  <a:pt x="395176" y="12290"/>
                </a:lnTo>
                <a:moveTo>
                  <a:pt x="418442" y="706"/>
                </a:moveTo>
                <a:lnTo>
                  <a:pt x="430065" y="725"/>
                </a:lnTo>
                <a:lnTo>
                  <a:pt x="430045" y="12348"/>
                </a:lnTo>
                <a:lnTo>
                  <a:pt x="418422" y="12329"/>
                </a:lnTo>
                <a:moveTo>
                  <a:pt x="441688" y="745"/>
                </a:moveTo>
                <a:lnTo>
                  <a:pt x="453311" y="765"/>
                </a:lnTo>
                <a:lnTo>
                  <a:pt x="453291" y="12387"/>
                </a:lnTo>
                <a:lnTo>
                  <a:pt x="441668" y="12368"/>
                </a:lnTo>
                <a:moveTo>
                  <a:pt x="464933" y="784"/>
                </a:moveTo>
                <a:lnTo>
                  <a:pt x="476556" y="804"/>
                </a:lnTo>
                <a:lnTo>
                  <a:pt x="476536" y="12427"/>
                </a:lnTo>
                <a:lnTo>
                  <a:pt x="464914" y="12407"/>
                </a:lnTo>
                <a:moveTo>
                  <a:pt x="488179" y="823"/>
                </a:moveTo>
                <a:lnTo>
                  <a:pt x="499802" y="843"/>
                </a:lnTo>
                <a:lnTo>
                  <a:pt x="499782" y="12466"/>
                </a:lnTo>
                <a:lnTo>
                  <a:pt x="488159" y="12446"/>
                </a:lnTo>
                <a:moveTo>
                  <a:pt x="511425" y="863"/>
                </a:moveTo>
                <a:lnTo>
                  <a:pt x="523048" y="882"/>
                </a:lnTo>
                <a:lnTo>
                  <a:pt x="523028" y="12505"/>
                </a:lnTo>
                <a:lnTo>
                  <a:pt x="511405" y="12486"/>
                </a:lnTo>
                <a:moveTo>
                  <a:pt x="534671" y="902"/>
                </a:moveTo>
                <a:lnTo>
                  <a:pt x="546293" y="921"/>
                </a:lnTo>
                <a:lnTo>
                  <a:pt x="546274" y="12544"/>
                </a:lnTo>
                <a:lnTo>
                  <a:pt x="534651" y="12525"/>
                </a:lnTo>
                <a:moveTo>
                  <a:pt x="557916" y="941"/>
                </a:moveTo>
                <a:lnTo>
                  <a:pt x="569539" y="961"/>
                </a:lnTo>
                <a:lnTo>
                  <a:pt x="569519" y="12584"/>
                </a:lnTo>
                <a:lnTo>
                  <a:pt x="557896" y="12564"/>
                </a:lnTo>
                <a:moveTo>
                  <a:pt x="581162" y="980"/>
                </a:moveTo>
                <a:lnTo>
                  <a:pt x="592785" y="1000"/>
                </a:lnTo>
                <a:lnTo>
                  <a:pt x="592765" y="12622"/>
                </a:lnTo>
                <a:lnTo>
                  <a:pt x="581142" y="12603"/>
                </a:lnTo>
                <a:moveTo>
                  <a:pt x="604407" y="1019"/>
                </a:moveTo>
                <a:lnTo>
                  <a:pt x="616030" y="1039"/>
                </a:lnTo>
                <a:lnTo>
                  <a:pt x="616010" y="12662"/>
                </a:lnTo>
                <a:lnTo>
                  <a:pt x="604387" y="12642"/>
                </a:lnTo>
                <a:moveTo>
                  <a:pt x="627653" y="1059"/>
                </a:moveTo>
                <a:lnTo>
                  <a:pt x="639276" y="1078"/>
                </a:lnTo>
                <a:lnTo>
                  <a:pt x="639256" y="12701"/>
                </a:lnTo>
                <a:lnTo>
                  <a:pt x="627633" y="12681"/>
                </a:lnTo>
                <a:moveTo>
                  <a:pt x="650899" y="1098"/>
                </a:moveTo>
                <a:lnTo>
                  <a:pt x="662522" y="1118"/>
                </a:lnTo>
                <a:lnTo>
                  <a:pt x="662502" y="12740"/>
                </a:lnTo>
                <a:lnTo>
                  <a:pt x="650879" y="12721"/>
                </a:lnTo>
                <a:moveTo>
                  <a:pt x="674144" y="1137"/>
                </a:moveTo>
                <a:lnTo>
                  <a:pt x="685767" y="1157"/>
                </a:lnTo>
                <a:lnTo>
                  <a:pt x="685747" y="12780"/>
                </a:lnTo>
                <a:lnTo>
                  <a:pt x="674125" y="12760"/>
                </a:lnTo>
                <a:moveTo>
                  <a:pt x="697390" y="1176"/>
                </a:moveTo>
                <a:lnTo>
                  <a:pt x="709013" y="1196"/>
                </a:lnTo>
                <a:lnTo>
                  <a:pt x="708993" y="12819"/>
                </a:lnTo>
                <a:lnTo>
                  <a:pt x="697370" y="12799"/>
                </a:lnTo>
                <a:moveTo>
                  <a:pt x="720636" y="1215"/>
                </a:moveTo>
                <a:lnTo>
                  <a:pt x="732259" y="1235"/>
                </a:lnTo>
                <a:lnTo>
                  <a:pt x="732239" y="12858"/>
                </a:lnTo>
                <a:lnTo>
                  <a:pt x="720616" y="12838"/>
                </a:lnTo>
                <a:moveTo>
                  <a:pt x="743882" y="1255"/>
                </a:moveTo>
                <a:lnTo>
                  <a:pt x="755504" y="1274"/>
                </a:lnTo>
                <a:lnTo>
                  <a:pt x="755485" y="12897"/>
                </a:lnTo>
                <a:lnTo>
                  <a:pt x="743862" y="12878"/>
                </a:lnTo>
                <a:moveTo>
                  <a:pt x="767127" y="1294"/>
                </a:moveTo>
                <a:lnTo>
                  <a:pt x="778750" y="1313"/>
                </a:lnTo>
                <a:lnTo>
                  <a:pt x="778730" y="12936"/>
                </a:lnTo>
                <a:lnTo>
                  <a:pt x="767107" y="12916"/>
                </a:lnTo>
                <a:moveTo>
                  <a:pt x="790373" y="1333"/>
                </a:moveTo>
                <a:lnTo>
                  <a:pt x="801996" y="1353"/>
                </a:lnTo>
                <a:lnTo>
                  <a:pt x="801976" y="12976"/>
                </a:lnTo>
                <a:lnTo>
                  <a:pt x="790353" y="12956"/>
                </a:lnTo>
                <a:moveTo>
                  <a:pt x="813619" y="1373"/>
                </a:moveTo>
                <a:lnTo>
                  <a:pt x="825242" y="1392"/>
                </a:lnTo>
                <a:lnTo>
                  <a:pt x="825222" y="13015"/>
                </a:lnTo>
                <a:lnTo>
                  <a:pt x="813599" y="12995"/>
                </a:lnTo>
                <a:moveTo>
                  <a:pt x="836864" y="1411"/>
                </a:moveTo>
                <a:lnTo>
                  <a:pt x="848487" y="1431"/>
                </a:lnTo>
                <a:lnTo>
                  <a:pt x="848467" y="13054"/>
                </a:lnTo>
                <a:lnTo>
                  <a:pt x="836845" y="13034"/>
                </a:lnTo>
                <a:moveTo>
                  <a:pt x="860110" y="1451"/>
                </a:moveTo>
                <a:lnTo>
                  <a:pt x="871733" y="1470"/>
                </a:lnTo>
                <a:lnTo>
                  <a:pt x="871713" y="13093"/>
                </a:lnTo>
                <a:lnTo>
                  <a:pt x="860090" y="13074"/>
                </a:lnTo>
                <a:moveTo>
                  <a:pt x="883356" y="1490"/>
                </a:moveTo>
                <a:lnTo>
                  <a:pt x="894979" y="1509"/>
                </a:lnTo>
                <a:lnTo>
                  <a:pt x="894959" y="13132"/>
                </a:lnTo>
                <a:lnTo>
                  <a:pt x="883336" y="13113"/>
                </a:lnTo>
                <a:moveTo>
                  <a:pt x="906601" y="1529"/>
                </a:moveTo>
                <a:lnTo>
                  <a:pt x="918224" y="1549"/>
                </a:lnTo>
                <a:lnTo>
                  <a:pt x="918204" y="13172"/>
                </a:lnTo>
                <a:lnTo>
                  <a:pt x="906581" y="13152"/>
                </a:lnTo>
                <a:moveTo>
                  <a:pt x="929847" y="1568"/>
                </a:moveTo>
                <a:lnTo>
                  <a:pt x="941470" y="1588"/>
                </a:lnTo>
                <a:lnTo>
                  <a:pt x="941450" y="13211"/>
                </a:lnTo>
                <a:lnTo>
                  <a:pt x="929827" y="13191"/>
                </a:lnTo>
                <a:moveTo>
                  <a:pt x="953093" y="1607"/>
                </a:moveTo>
                <a:lnTo>
                  <a:pt x="964715" y="1627"/>
                </a:lnTo>
                <a:lnTo>
                  <a:pt x="964695" y="13250"/>
                </a:lnTo>
                <a:lnTo>
                  <a:pt x="953073" y="13230"/>
                </a:lnTo>
                <a:moveTo>
                  <a:pt x="976338" y="1647"/>
                </a:moveTo>
                <a:lnTo>
                  <a:pt x="987961" y="1666"/>
                </a:lnTo>
                <a:lnTo>
                  <a:pt x="987941" y="13289"/>
                </a:lnTo>
                <a:lnTo>
                  <a:pt x="976318" y="13270"/>
                </a:lnTo>
                <a:moveTo>
                  <a:pt x="999584" y="1686"/>
                </a:moveTo>
                <a:lnTo>
                  <a:pt x="1011207" y="1706"/>
                </a:lnTo>
                <a:lnTo>
                  <a:pt x="1011187" y="13328"/>
                </a:lnTo>
                <a:lnTo>
                  <a:pt x="999564" y="13309"/>
                </a:lnTo>
                <a:moveTo>
                  <a:pt x="1022830" y="1725"/>
                </a:moveTo>
                <a:lnTo>
                  <a:pt x="1034453" y="1745"/>
                </a:lnTo>
                <a:lnTo>
                  <a:pt x="1034433" y="13368"/>
                </a:lnTo>
                <a:lnTo>
                  <a:pt x="1022810" y="13348"/>
                </a:lnTo>
                <a:moveTo>
                  <a:pt x="1046075" y="1764"/>
                </a:moveTo>
                <a:lnTo>
                  <a:pt x="1057698" y="1784"/>
                </a:lnTo>
                <a:lnTo>
                  <a:pt x="1057678" y="13407"/>
                </a:lnTo>
                <a:lnTo>
                  <a:pt x="1046055" y="13387"/>
                </a:lnTo>
                <a:moveTo>
                  <a:pt x="1069321" y="1804"/>
                </a:moveTo>
                <a:lnTo>
                  <a:pt x="1080944" y="1823"/>
                </a:lnTo>
                <a:lnTo>
                  <a:pt x="1080924" y="13446"/>
                </a:lnTo>
                <a:lnTo>
                  <a:pt x="1069301" y="13426"/>
                </a:lnTo>
                <a:moveTo>
                  <a:pt x="1092567" y="1843"/>
                </a:moveTo>
                <a:lnTo>
                  <a:pt x="1104189" y="1862"/>
                </a:lnTo>
                <a:lnTo>
                  <a:pt x="1104170" y="13485"/>
                </a:lnTo>
                <a:lnTo>
                  <a:pt x="1092547" y="13466"/>
                </a:lnTo>
                <a:moveTo>
                  <a:pt x="1115812" y="1882"/>
                </a:moveTo>
                <a:lnTo>
                  <a:pt x="1127435" y="1901"/>
                </a:lnTo>
                <a:lnTo>
                  <a:pt x="1127415" y="13524"/>
                </a:lnTo>
                <a:lnTo>
                  <a:pt x="1115792" y="13505"/>
                </a:lnTo>
                <a:moveTo>
                  <a:pt x="1139058" y="1921"/>
                </a:moveTo>
                <a:lnTo>
                  <a:pt x="1150681" y="1941"/>
                </a:lnTo>
                <a:lnTo>
                  <a:pt x="1150661" y="13564"/>
                </a:lnTo>
                <a:lnTo>
                  <a:pt x="1139038" y="13544"/>
                </a:lnTo>
                <a:moveTo>
                  <a:pt x="1162304" y="1960"/>
                </a:moveTo>
                <a:lnTo>
                  <a:pt x="1173927" y="1980"/>
                </a:lnTo>
                <a:lnTo>
                  <a:pt x="1173907" y="13603"/>
                </a:lnTo>
                <a:lnTo>
                  <a:pt x="1162284" y="13583"/>
                </a:lnTo>
                <a:moveTo>
                  <a:pt x="1185549" y="2000"/>
                </a:moveTo>
                <a:lnTo>
                  <a:pt x="1197172" y="2019"/>
                </a:lnTo>
                <a:lnTo>
                  <a:pt x="1197152" y="13642"/>
                </a:lnTo>
                <a:lnTo>
                  <a:pt x="1185530" y="13622"/>
                </a:lnTo>
                <a:moveTo>
                  <a:pt x="1208795" y="2039"/>
                </a:moveTo>
                <a:lnTo>
                  <a:pt x="1220418" y="2058"/>
                </a:lnTo>
                <a:lnTo>
                  <a:pt x="1220398" y="13681"/>
                </a:lnTo>
                <a:lnTo>
                  <a:pt x="1208775" y="13662"/>
                </a:lnTo>
                <a:moveTo>
                  <a:pt x="1232041" y="2078"/>
                </a:moveTo>
                <a:lnTo>
                  <a:pt x="1243664" y="2098"/>
                </a:lnTo>
                <a:lnTo>
                  <a:pt x="1243644" y="13720"/>
                </a:lnTo>
                <a:lnTo>
                  <a:pt x="1232021" y="13701"/>
                </a:lnTo>
                <a:moveTo>
                  <a:pt x="1255287" y="2117"/>
                </a:moveTo>
                <a:lnTo>
                  <a:pt x="1266909" y="2137"/>
                </a:lnTo>
                <a:lnTo>
                  <a:pt x="1266890" y="13760"/>
                </a:lnTo>
                <a:lnTo>
                  <a:pt x="1255267" y="13740"/>
                </a:lnTo>
                <a:moveTo>
                  <a:pt x="1278532" y="2156"/>
                </a:moveTo>
                <a:lnTo>
                  <a:pt x="1290155" y="2176"/>
                </a:lnTo>
                <a:lnTo>
                  <a:pt x="1290135" y="13799"/>
                </a:lnTo>
                <a:lnTo>
                  <a:pt x="1278512" y="13779"/>
                </a:lnTo>
                <a:moveTo>
                  <a:pt x="1301778" y="2196"/>
                </a:moveTo>
                <a:lnTo>
                  <a:pt x="1313401" y="2215"/>
                </a:lnTo>
                <a:lnTo>
                  <a:pt x="1313381" y="13838"/>
                </a:lnTo>
                <a:lnTo>
                  <a:pt x="1301758" y="13818"/>
                </a:lnTo>
                <a:moveTo>
                  <a:pt x="1325024" y="2235"/>
                </a:moveTo>
                <a:lnTo>
                  <a:pt x="1336647" y="2254"/>
                </a:lnTo>
                <a:lnTo>
                  <a:pt x="1336627" y="13877"/>
                </a:lnTo>
                <a:lnTo>
                  <a:pt x="1325004" y="13858"/>
                </a:lnTo>
                <a:moveTo>
                  <a:pt x="1348269" y="2274"/>
                </a:moveTo>
                <a:lnTo>
                  <a:pt x="1359892" y="2294"/>
                </a:lnTo>
                <a:lnTo>
                  <a:pt x="1359872" y="13917"/>
                </a:lnTo>
                <a:lnTo>
                  <a:pt x="1348249" y="13897"/>
                </a:lnTo>
                <a:moveTo>
                  <a:pt x="1371515" y="2313"/>
                </a:moveTo>
                <a:lnTo>
                  <a:pt x="1383138" y="2333"/>
                </a:lnTo>
                <a:lnTo>
                  <a:pt x="1383118" y="13956"/>
                </a:lnTo>
                <a:lnTo>
                  <a:pt x="1371495" y="13936"/>
                </a:lnTo>
                <a:moveTo>
                  <a:pt x="1394761" y="2352"/>
                </a:moveTo>
                <a:lnTo>
                  <a:pt x="1406383" y="2372"/>
                </a:lnTo>
                <a:lnTo>
                  <a:pt x="1406363" y="13995"/>
                </a:lnTo>
                <a:lnTo>
                  <a:pt x="1394741" y="13975"/>
                </a:lnTo>
                <a:moveTo>
                  <a:pt x="1418006" y="2392"/>
                </a:moveTo>
                <a:lnTo>
                  <a:pt x="1429629" y="2411"/>
                </a:lnTo>
                <a:lnTo>
                  <a:pt x="1429609" y="14034"/>
                </a:lnTo>
                <a:lnTo>
                  <a:pt x="1417986" y="14014"/>
                </a:lnTo>
                <a:moveTo>
                  <a:pt x="1441252" y="2431"/>
                </a:moveTo>
                <a:lnTo>
                  <a:pt x="1452875" y="2450"/>
                </a:lnTo>
                <a:lnTo>
                  <a:pt x="1452855" y="14073"/>
                </a:lnTo>
                <a:lnTo>
                  <a:pt x="1441232" y="14054"/>
                </a:lnTo>
                <a:moveTo>
                  <a:pt x="1464498" y="2470"/>
                </a:moveTo>
                <a:lnTo>
                  <a:pt x="1476120" y="2490"/>
                </a:lnTo>
                <a:lnTo>
                  <a:pt x="1476101" y="14112"/>
                </a:lnTo>
                <a:lnTo>
                  <a:pt x="1464478" y="14093"/>
                </a:lnTo>
                <a:moveTo>
                  <a:pt x="1487743" y="2509"/>
                </a:moveTo>
                <a:lnTo>
                  <a:pt x="1499366" y="2529"/>
                </a:lnTo>
                <a:lnTo>
                  <a:pt x="1499346" y="14152"/>
                </a:lnTo>
                <a:lnTo>
                  <a:pt x="1487723" y="14132"/>
                </a:lnTo>
                <a:moveTo>
                  <a:pt x="1510989" y="2548"/>
                </a:moveTo>
                <a:lnTo>
                  <a:pt x="1522612" y="2568"/>
                </a:lnTo>
                <a:lnTo>
                  <a:pt x="1522592" y="14191"/>
                </a:lnTo>
                <a:lnTo>
                  <a:pt x="1510969" y="14171"/>
                </a:lnTo>
                <a:moveTo>
                  <a:pt x="1534235" y="2588"/>
                </a:moveTo>
                <a:lnTo>
                  <a:pt x="1545858" y="2607"/>
                </a:lnTo>
                <a:lnTo>
                  <a:pt x="1545838" y="14230"/>
                </a:lnTo>
                <a:lnTo>
                  <a:pt x="1534215" y="14211"/>
                </a:lnTo>
                <a:moveTo>
                  <a:pt x="1557480" y="2627"/>
                </a:moveTo>
                <a:lnTo>
                  <a:pt x="1569103" y="2647"/>
                </a:lnTo>
                <a:lnTo>
                  <a:pt x="1569083" y="14269"/>
                </a:lnTo>
                <a:lnTo>
                  <a:pt x="1557460" y="14250"/>
                </a:lnTo>
                <a:moveTo>
                  <a:pt x="1580726" y="2666"/>
                </a:moveTo>
                <a:lnTo>
                  <a:pt x="1592349" y="2686"/>
                </a:lnTo>
                <a:lnTo>
                  <a:pt x="1592329" y="14308"/>
                </a:lnTo>
                <a:lnTo>
                  <a:pt x="1580706" y="14289"/>
                </a:lnTo>
                <a:moveTo>
                  <a:pt x="1603971" y="2705"/>
                </a:moveTo>
                <a:lnTo>
                  <a:pt x="1615594" y="2725"/>
                </a:lnTo>
                <a:lnTo>
                  <a:pt x="1615574" y="14348"/>
                </a:lnTo>
                <a:lnTo>
                  <a:pt x="1603952" y="14328"/>
                </a:lnTo>
                <a:moveTo>
                  <a:pt x="1627217" y="2745"/>
                </a:moveTo>
                <a:lnTo>
                  <a:pt x="1638840" y="2764"/>
                </a:lnTo>
                <a:lnTo>
                  <a:pt x="1638820" y="14387"/>
                </a:lnTo>
                <a:lnTo>
                  <a:pt x="1627197" y="14367"/>
                </a:lnTo>
                <a:moveTo>
                  <a:pt x="1650463" y="2784"/>
                </a:moveTo>
                <a:lnTo>
                  <a:pt x="1662086" y="2803"/>
                </a:lnTo>
                <a:lnTo>
                  <a:pt x="1662066" y="14426"/>
                </a:lnTo>
                <a:lnTo>
                  <a:pt x="1650443" y="14407"/>
                </a:lnTo>
                <a:moveTo>
                  <a:pt x="1673709" y="2823"/>
                </a:moveTo>
                <a:lnTo>
                  <a:pt x="1685331" y="2842"/>
                </a:lnTo>
                <a:lnTo>
                  <a:pt x="1685312" y="14465"/>
                </a:lnTo>
                <a:lnTo>
                  <a:pt x="1673689" y="14446"/>
                </a:lnTo>
                <a:moveTo>
                  <a:pt x="1696954" y="2862"/>
                </a:moveTo>
                <a:lnTo>
                  <a:pt x="1708577" y="2882"/>
                </a:lnTo>
                <a:lnTo>
                  <a:pt x="1708557" y="14505"/>
                </a:lnTo>
                <a:lnTo>
                  <a:pt x="1696934" y="14485"/>
                </a:lnTo>
                <a:moveTo>
                  <a:pt x="1720200" y="2901"/>
                </a:moveTo>
                <a:lnTo>
                  <a:pt x="1731823" y="2921"/>
                </a:lnTo>
                <a:lnTo>
                  <a:pt x="1731803" y="14544"/>
                </a:lnTo>
                <a:lnTo>
                  <a:pt x="1720180" y="14524"/>
                </a:lnTo>
                <a:moveTo>
                  <a:pt x="1743446" y="2941"/>
                </a:moveTo>
                <a:lnTo>
                  <a:pt x="1755069" y="2960"/>
                </a:lnTo>
                <a:lnTo>
                  <a:pt x="1755049" y="14583"/>
                </a:lnTo>
                <a:lnTo>
                  <a:pt x="1743426" y="14563"/>
                </a:lnTo>
                <a:moveTo>
                  <a:pt x="1766691" y="2980"/>
                </a:moveTo>
                <a:lnTo>
                  <a:pt x="1778314" y="2999"/>
                </a:lnTo>
                <a:lnTo>
                  <a:pt x="1778294" y="14622"/>
                </a:lnTo>
                <a:lnTo>
                  <a:pt x="1766672" y="14602"/>
                </a:lnTo>
                <a:moveTo>
                  <a:pt x="1789937" y="3019"/>
                </a:moveTo>
                <a:lnTo>
                  <a:pt x="1801560" y="3039"/>
                </a:lnTo>
                <a:lnTo>
                  <a:pt x="1801540" y="14661"/>
                </a:lnTo>
                <a:lnTo>
                  <a:pt x="1789917" y="14642"/>
                </a:lnTo>
                <a:moveTo>
                  <a:pt x="1813183" y="3058"/>
                </a:moveTo>
                <a:lnTo>
                  <a:pt x="1824806" y="3078"/>
                </a:lnTo>
                <a:lnTo>
                  <a:pt x="1824786" y="14701"/>
                </a:lnTo>
                <a:lnTo>
                  <a:pt x="1813163" y="14681"/>
                </a:lnTo>
                <a:moveTo>
                  <a:pt x="1836429" y="3097"/>
                </a:moveTo>
                <a:lnTo>
                  <a:pt x="1848051" y="3117"/>
                </a:lnTo>
                <a:lnTo>
                  <a:pt x="1848032" y="14740"/>
                </a:lnTo>
                <a:lnTo>
                  <a:pt x="1836409" y="14720"/>
                </a:lnTo>
                <a:moveTo>
                  <a:pt x="1859674" y="3136"/>
                </a:moveTo>
                <a:lnTo>
                  <a:pt x="1871297" y="3156"/>
                </a:lnTo>
                <a:lnTo>
                  <a:pt x="1871277" y="14779"/>
                </a:lnTo>
                <a:lnTo>
                  <a:pt x="1859654" y="14759"/>
                </a:lnTo>
                <a:moveTo>
                  <a:pt x="1882920" y="3176"/>
                </a:moveTo>
                <a:lnTo>
                  <a:pt x="1894543" y="3195"/>
                </a:lnTo>
                <a:lnTo>
                  <a:pt x="1894523" y="14818"/>
                </a:lnTo>
                <a:lnTo>
                  <a:pt x="1882900" y="14799"/>
                </a:lnTo>
                <a:moveTo>
                  <a:pt x="1906166" y="3215"/>
                </a:moveTo>
                <a:lnTo>
                  <a:pt x="1917789" y="3235"/>
                </a:lnTo>
                <a:lnTo>
                  <a:pt x="1917769" y="14857"/>
                </a:lnTo>
                <a:lnTo>
                  <a:pt x="1906146" y="14838"/>
                </a:lnTo>
                <a:moveTo>
                  <a:pt x="1929411" y="3254"/>
                </a:moveTo>
                <a:lnTo>
                  <a:pt x="1941034" y="3274"/>
                </a:lnTo>
                <a:lnTo>
                  <a:pt x="1941014" y="14897"/>
                </a:lnTo>
                <a:lnTo>
                  <a:pt x="1929391" y="14877"/>
                </a:lnTo>
                <a:moveTo>
                  <a:pt x="1952657" y="3293"/>
                </a:moveTo>
                <a:lnTo>
                  <a:pt x="1964280" y="3313"/>
                </a:lnTo>
                <a:lnTo>
                  <a:pt x="1964260" y="14936"/>
                </a:lnTo>
                <a:lnTo>
                  <a:pt x="1952637" y="14916"/>
                </a:lnTo>
                <a:moveTo>
                  <a:pt x="1975902" y="3333"/>
                </a:moveTo>
                <a:lnTo>
                  <a:pt x="1987525" y="3352"/>
                </a:lnTo>
                <a:lnTo>
                  <a:pt x="1987506" y="14975"/>
                </a:lnTo>
                <a:lnTo>
                  <a:pt x="1975883" y="14955"/>
                </a:lnTo>
                <a:moveTo>
                  <a:pt x="1999148" y="3372"/>
                </a:moveTo>
                <a:lnTo>
                  <a:pt x="2010771" y="3391"/>
                </a:lnTo>
                <a:lnTo>
                  <a:pt x="2010751" y="15014"/>
                </a:lnTo>
                <a:lnTo>
                  <a:pt x="1999128" y="14995"/>
                </a:lnTo>
                <a:moveTo>
                  <a:pt x="2022394" y="3411"/>
                </a:moveTo>
                <a:lnTo>
                  <a:pt x="2034017" y="3430"/>
                </a:lnTo>
                <a:lnTo>
                  <a:pt x="2033997" y="15053"/>
                </a:lnTo>
                <a:lnTo>
                  <a:pt x="2022374" y="15034"/>
                </a:lnTo>
                <a:moveTo>
                  <a:pt x="2045640" y="3450"/>
                </a:moveTo>
                <a:lnTo>
                  <a:pt x="2057262" y="3470"/>
                </a:lnTo>
                <a:lnTo>
                  <a:pt x="2057242" y="15093"/>
                </a:lnTo>
                <a:lnTo>
                  <a:pt x="2045620" y="15073"/>
                </a:lnTo>
                <a:moveTo>
                  <a:pt x="2068885" y="3489"/>
                </a:moveTo>
                <a:lnTo>
                  <a:pt x="2080508" y="3509"/>
                </a:lnTo>
                <a:lnTo>
                  <a:pt x="2080488" y="15132"/>
                </a:lnTo>
                <a:lnTo>
                  <a:pt x="2068865" y="15112"/>
                </a:lnTo>
                <a:moveTo>
                  <a:pt x="2092131" y="3529"/>
                </a:moveTo>
                <a:lnTo>
                  <a:pt x="2103754" y="3548"/>
                </a:lnTo>
                <a:lnTo>
                  <a:pt x="2103734" y="15171"/>
                </a:lnTo>
                <a:lnTo>
                  <a:pt x="2092111" y="15152"/>
                </a:lnTo>
                <a:moveTo>
                  <a:pt x="2115376" y="3568"/>
                </a:moveTo>
                <a:lnTo>
                  <a:pt x="2126999" y="3587"/>
                </a:lnTo>
                <a:lnTo>
                  <a:pt x="2126979" y="15210"/>
                </a:lnTo>
                <a:lnTo>
                  <a:pt x="2115357" y="15191"/>
                </a:lnTo>
                <a:moveTo>
                  <a:pt x="2138622" y="3607"/>
                </a:moveTo>
                <a:lnTo>
                  <a:pt x="2150245" y="3627"/>
                </a:lnTo>
                <a:lnTo>
                  <a:pt x="2150225" y="15250"/>
                </a:lnTo>
                <a:lnTo>
                  <a:pt x="2138602" y="15230"/>
                </a:lnTo>
                <a:moveTo>
                  <a:pt x="2161868" y="3646"/>
                </a:moveTo>
                <a:lnTo>
                  <a:pt x="2173491" y="3666"/>
                </a:lnTo>
                <a:lnTo>
                  <a:pt x="2173471" y="15288"/>
                </a:lnTo>
                <a:lnTo>
                  <a:pt x="2161848" y="15269"/>
                </a:lnTo>
                <a:moveTo>
                  <a:pt x="2185114" y="3685"/>
                </a:moveTo>
                <a:lnTo>
                  <a:pt x="2196736" y="3705"/>
                </a:lnTo>
                <a:lnTo>
                  <a:pt x="2196717" y="15328"/>
                </a:lnTo>
                <a:lnTo>
                  <a:pt x="2185094" y="15308"/>
                </a:lnTo>
                <a:moveTo>
                  <a:pt x="2208359" y="3725"/>
                </a:moveTo>
                <a:lnTo>
                  <a:pt x="2219982" y="3744"/>
                </a:lnTo>
                <a:lnTo>
                  <a:pt x="2219962" y="15367"/>
                </a:lnTo>
                <a:lnTo>
                  <a:pt x="2208339" y="15347"/>
                </a:lnTo>
                <a:moveTo>
                  <a:pt x="2231605" y="3764"/>
                </a:moveTo>
                <a:lnTo>
                  <a:pt x="2243228" y="3783"/>
                </a:lnTo>
                <a:lnTo>
                  <a:pt x="2243208" y="15406"/>
                </a:lnTo>
                <a:lnTo>
                  <a:pt x="2231585" y="15387"/>
                </a:lnTo>
                <a:moveTo>
                  <a:pt x="2254851" y="3803"/>
                </a:moveTo>
                <a:lnTo>
                  <a:pt x="2266474" y="3823"/>
                </a:lnTo>
                <a:lnTo>
                  <a:pt x="2266454" y="15446"/>
                </a:lnTo>
                <a:lnTo>
                  <a:pt x="2254831" y="15426"/>
                </a:lnTo>
                <a:moveTo>
                  <a:pt x="2278096" y="3842"/>
                </a:moveTo>
                <a:lnTo>
                  <a:pt x="2289719" y="3862"/>
                </a:lnTo>
                <a:lnTo>
                  <a:pt x="2289699" y="15485"/>
                </a:lnTo>
                <a:lnTo>
                  <a:pt x="2278077" y="15465"/>
                </a:lnTo>
                <a:moveTo>
                  <a:pt x="2301342" y="3881"/>
                </a:moveTo>
                <a:lnTo>
                  <a:pt x="2312965" y="3901"/>
                </a:lnTo>
                <a:lnTo>
                  <a:pt x="2312945" y="15524"/>
                </a:lnTo>
                <a:lnTo>
                  <a:pt x="2301322" y="15504"/>
                </a:lnTo>
                <a:moveTo>
                  <a:pt x="2324588" y="3921"/>
                </a:moveTo>
                <a:lnTo>
                  <a:pt x="2336211" y="3940"/>
                </a:lnTo>
                <a:lnTo>
                  <a:pt x="2336191" y="15563"/>
                </a:lnTo>
                <a:lnTo>
                  <a:pt x="2324568" y="15544"/>
                </a:lnTo>
                <a:moveTo>
                  <a:pt x="2347834" y="3960"/>
                </a:moveTo>
                <a:lnTo>
                  <a:pt x="2359456" y="3980"/>
                </a:lnTo>
                <a:lnTo>
                  <a:pt x="2359437" y="15602"/>
                </a:lnTo>
                <a:lnTo>
                  <a:pt x="2347814" y="15583"/>
                </a:lnTo>
                <a:moveTo>
                  <a:pt x="2371079" y="3999"/>
                </a:moveTo>
                <a:lnTo>
                  <a:pt x="2382702" y="4019"/>
                </a:lnTo>
                <a:lnTo>
                  <a:pt x="2382682" y="15641"/>
                </a:lnTo>
                <a:lnTo>
                  <a:pt x="2371059" y="15622"/>
                </a:lnTo>
                <a:moveTo>
                  <a:pt x="2394325" y="4038"/>
                </a:moveTo>
                <a:lnTo>
                  <a:pt x="2405948" y="4058"/>
                </a:lnTo>
                <a:lnTo>
                  <a:pt x="2405928" y="15681"/>
                </a:lnTo>
                <a:lnTo>
                  <a:pt x="2394305" y="15661"/>
                </a:lnTo>
                <a:moveTo>
                  <a:pt x="2417570" y="4077"/>
                </a:moveTo>
                <a:lnTo>
                  <a:pt x="2429193" y="4097"/>
                </a:lnTo>
                <a:lnTo>
                  <a:pt x="2429173" y="15720"/>
                </a:lnTo>
                <a:lnTo>
                  <a:pt x="2417550" y="15700"/>
                </a:lnTo>
                <a:moveTo>
                  <a:pt x="2440816" y="4117"/>
                </a:moveTo>
                <a:lnTo>
                  <a:pt x="2452439" y="4136"/>
                </a:lnTo>
                <a:lnTo>
                  <a:pt x="2452419" y="15759"/>
                </a:lnTo>
                <a:lnTo>
                  <a:pt x="2440796" y="15740"/>
                </a:lnTo>
                <a:moveTo>
                  <a:pt x="2464062" y="4156"/>
                </a:moveTo>
                <a:lnTo>
                  <a:pt x="2475685" y="4175"/>
                </a:lnTo>
                <a:lnTo>
                  <a:pt x="2475665" y="15798"/>
                </a:lnTo>
                <a:lnTo>
                  <a:pt x="2464042" y="15779"/>
                </a:lnTo>
                <a:moveTo>
                  <a:pt x="2487307" y="4195"/>
                </a:moveTo>
                <a:lnTo>
                  <a:pt x="2498930" y="4214"/>
                </a:lnTo>
                <a:lnTo>
                  <a:pt x="2498910" y="15837"/>
                </a:lnTo>
                <a:lnTo>
                  <a:pt x="2487288" y="15818"/>
                </a:lnTo>
                <a:moveTo>
                  <a:pt x="2510553" y="4234"/>
                </a:moveTo>
                <a:lnTo>
                  <a:pt x="2522176" y="4254"/>
                </a:lnTo>
                <a:lnTo>
                  <a:pt x="2522156" y="15877"/>
                </a:lnTo>
                <a:lnTo>
                  <a:pt x="2510533" y="15857"/>
                </a:lnTo>
                <a:moveTo>
                  <a:pt x="2533799" y="4274"/>
                </a:moveTo>
                <a:lnTo>
                  <a:pt x="2545421" y="4293"/>
                </a:lnTo>
                <a:lnTo>
                  <a:pt x="2545401" y="15916"/>
                </a:lnTo>
                <a:lnTo>
                  <a:pt x="2533779" y="15896"/>
                </a:lnTo>
                <a:moveTo>
                  <a:pt x="2557044" y="4313"/>
                </a:moveTo>
                <a:lnTo>
                  <a:pt x="2568667" y="4332"/>
                </a:lnTo>
                <a:lnTo>
                  <a:pt x="2568647" y="15955"/>
                </a:lnTo>
                <a:lnTo>
                  <a:pt x="2557024" y="15936"/>
                </a:lnTo>
                <a:moveTo>
                  <a:pt x="2580290" y="4352"/>
                </a:moveTo>
                <a:lnTo>
                  <a:pt x="2591913" y="4371"/>
                </a:lnTo>
                <a:lnTo>
                  <a:pt x="2591893" y="15994"/>
                </a:lnTo>
                <a:lnTo>
                  <a:pt x="2580270" y="15975"/>
                </a:lnTo>
                <a:moveTo>
                  <a:pt x="2603535" y="4391"/>
                </a:moveTo>
                <a:lnTo>
                  <a:pt x="2615158" y="4411"/>
                </a:lnTo>
                <a:lnTo>
                  <a:pt x="2615139" y="16034"/>
                </a:lnTo>
                <a:lnTo>
                  <a:pt x="2603516" y="16014"/>
                </a:lnTo>
                <a:moveTo>
                  <a:pt x="2626781" y="4430"/>
                </a:moveTo>
                <a:lnTo>
                  <a:pt x="2638404" y="4450"/>
                </a:lnTo>
                <a:lnTo>
                  <a:pt x="2638384" y="16073"/>
                </a:lnTo>
                <a:lnTo>
                  <a:pt x="2626761" y="16053"/>
                </a:lnTo>
                <a:moveTo>
                  <a:pt x="2650027" y="4469"/>
                </a:moveTo>
                <a:lnTo>
                  <a:pt x="2661650" y="4489"/>
                </a:lnTo>
                <a:lnTo>
                  <a:pt x="2661630" y="16112"/>
                </a:lnTo>
                <a:lnTo>
                  <a:pt x="2650007" y="16092"/>
                </a:lnTo>
                <a:moveTo>
                  <a:pt x="2673273" y="4509"/>
                </a:moveTo>
                <a:lnTo>
                  <a:pt x="2684895" y="4528"/>
                </a:lnTo>
                <a:lnTo>
                  <a:pt x="2684876" y="16151"/>
                </a:lnTo>
                <a:lnTo>
                  <a:pt x="2673253" y="16131"/>
                </a:lnTo>
                <a:moveTo>
                  <a:pt x="2696518" y="4548"/>
                </a:moveTo>
                <a:lnTo>
                  <a:pt x="2708141" y="4568"/>
                </a:lnTo>
                <a:lnTo>
                  <a:pt x="2708121" y="16191"/>
                </a:lnTo>
                <a:lnTo>
                  <a:pt x="2696499" y="16171"/>
                </a:lnTo>
                <a:moveTo>
                  <a:pt x="2719764" y="4587"/>
                </a:moveTo>
                <a:lnTo>
                  <a:pt x="2731387" y="4607"/>
                </a:lnTo>
                <a:lnTo>
                  <a:pt x="2731367" y="16230"/>
                </a:lnTo>
                <a:lnTo>
                  <a:pt x="2719744" y="16210"/>
                </a:lnTo>
                <a:moveTo>
                  <a:pt x="2743010" y="4626"/>
                </a:moveTo>
                <a:lnTo>
                  <a:pt x="2754633" y="4646"/>
                </a:lnTo>
                <a:lnTo>
                  <a:pt x="2754613" y="16269"/>
                </a:lnTo>
                <a:lnTo>
                  <a:pt x="2742990" y="16249"/>
                </a:lnTo>
                <a:moveTo>
                  <a:pt x="2766255" y="4665"/>
                </a:moveTo>
                <a:lnTo>
                  <a:pt x="2777878" y="4685"/>
                </a:lnTo>
                <a:lnTo>
                  <a:pt x="2777859" y="16308"/>
                </a:lnTo>
                <a:lnTo>
                  <a:pt x="2766236" y="16288"/>
                </a:lnTo>
                <a:moveTo>
                  <a:pt x="2789501" y="4705"/>
                </a:moveTo>
                <a:lnTo>
                  <a:pt x="2801124" y="4724"/>
                </a:lnTo>
                <a:lnTo>
                  <a:pt x="2801104" y="16347"/>
                </a:lnTo>
                <a:lnTo>
                  <a:pt x="2789481" y="16328"/>
                </a:lnTo>
                <a:moveTo>
                  <a:pt x="2812747" y="4744"/>
                </a:moveTo>
                <a:lnTo>
                  <a:pt x="2824370" y="4764"/>
                </a:lnTo>
                <a:lnTo>
                  <a:pt x="2824350" y="16386"/>
                </a:lnTo>
                <a:lnTo>
                  <a:pt x="2812727" y="16367"/>
                </a:lnTo>
                <a:moveTo>
                  <a:pt x="2835993" y="4783"/>
                </a:moveTo>
                <a:lnTo>
                  <a:pt x="2847615" y="4803"/>
                </a:lnTo>
                <a:lnTo>
                  <a:pt x="2847596" y="16425"/>
                </a:lnTo>
                <a:lnTo>
                  <a:pt x="2835973" y="16406"/>
                </a:lnTo>
                <a:moveTo>
                  <a:pt x="2859238" y="4822"/>
                </a:moveTo>
                <a:lnTo>
                  <a:pt x="2870861" y="4842"/>
                </a:lnTo>
                <a:lnTo>
                  <a:pt x="2870841" y="16465"/>
                </a:lnTo>
                <a:lnTo>
                  <a:pt x="2859219" y="16445"/>
                </a:lnTo>
                <a:moveTo>
                  <a:pt x="2882484" y="4862"/>
                </a:moveTo>
                <a:lnTo>
                  <a:pt x="2894107" y="4881"/>
                </a:lnTo>
                <a:lnTo>
                  <a:pt x="2894087" y="16504"/>
                </a:lnTo>
                <a:lnTo>
                  <a:pt x="2882464" y="16485"/>
                </a:lnTo>
                <a:moveTo>
                  <a:pt x="2905730" y="4901"/>
                </a:moveTo>
                <a:lnTo>
                  <a:pt x="2917353" y="4920"/>
                </a:lnTo>
                <a:lnTo>
                  <a:pt x="2917333" y="16543"/>
                </a:lnTo>
                <a:lnTo>
                  <a:pt x="2905710" y="16524"/>
                </a:lnTo>
                <a:moveTo>
                  <a:pt x="2928975" y="4940"/>
                </a:moveTo>
                <a:lnTo>
                  <a:pt x="2940598" y="4959"/>
                </a:lnTo>
                <a:lnTo>
                  <a:pt x="2940578" y="16582"/>
                </a:lnTo>
                <a:lnTo>
                  <a:pt x="2928956" y="16563"/>
                </a:lnTo>
                <a:moveTo>
                  <a:pt x="2952221" y="4979"/>
                </a:moveTo>
                <a:lnTo>
                  <a:pt x="2963844" y="4999"/>
                </a:lnTo>
                <a:lnTo>
                  <a:pt x="2963824" y="16621"/>
                </a:lnTo>
                <a:lnTo>
                  <a:pt x="2952201" y="16602"/>
                </a:lnTo>
                <a:moveTo>
                  <a:pt x="2975467" y="5019"/>
                </a:moveTo>
                <a:lnTo>
                  <a:pt x="2987090" y="5038"/>
                </a:lnTo>
                <a:lnTo>
                  <a:pt x="2987070" y="16661"/>
                </a:lnTo>
                <a:lnTo>
                  <a:pt x="2975447" y="16641"/>
                </a:lnTo>
                <a:moveTo>
                  <a:pt x="2998713" y="5057"/>
                </a:moveTo>
                <a:lnTo>
                  <a:pt x="3010335" y="5077"/>
                </a:lnTo>
                <a:lnTo>
                  <a:pt x="3010316" y="16700"/>
                </a:lnTo>
                <a:lnTo>
                  <a:pt x="2998693" y="16680"/>
                </a:lnTo>
                <a:moveTo>
                  <a:pt x="3021958" y="5097"/>
                </a:moveTo>
                <a:lnTo>
                  <a:pt x="3033581" y="5116"/>
                </a:lnTo>
                <a:lnTo>
                  <a:pt x="3033561" y="16739"/>
                </a:lnTo>
                <a:lnTo>
                  <a:pt x="3021938" y="16719"/>
                </a:lnTo>
                <a:moveTo>
                  <a:pt x="3045204" y="5136"/>
                </a:moveTo>
                <a:lnTo>
                  <a:pt x="3056827" y="5156"/>
                </a:lnTo>
                <a:lnTo>
                  <a:pt x="3056807" y="16779"/>
                </a:lnTo>
                <a:lnTo>
                  <a:pt x="3045184" y="16759"/>
                </a:lnTo>
                <a:moveTo>
                  <a:pt x="3068450" y="5175"/>
                </a:moveTo>
                <a:lnTo>
                  <a:pt x="3080073" y="5195"/>
                </a:lnTo>
                <a:lnTo>
                  <a:pt x="3080053" y="16818"/>
                </a:lnTo>
                <a:lnTo>
                  <a:pt x="3068430" y="16798"/>
                </a:lnTo>
                <a:moveTo>
                  <a:pt x="3091695" y="5214"/>
                </a:moveTo>
                <a:lnTo>
                  <a:pt x="3103318" y="5234"/>
                </a:lnTo>
                <a:lnTo>
                  <a:pt x="3103298" y="16857"/>
                </a:lnTo>
                <a:lnTo>
                  <a:pt x="3091676" y="16837"/>
                </a:lnTo>
                <a:moveTo>
                  <a:pt x="3114941" y="5254"/>
                </a:moveTo>
                <a:lnTo>
                  <a:pt x="3126564" y="5273"/>
                </a:lnTo>
                <a:lnTo>
                  <a:pt x="3126544" y="16896"/>
                </a:lnTo>
                <a:lnTo>
                  <a:pt x="3114921" y="16876"/>
                </a:lnTo>
                <a:moveTo>
                  <a:pt x="3138186" y="5293"/>
                </a:moveTo>
                <a:lnTo>
                  <a:pt x="3149809" y="5313"/>
                </a:lnTo>
                <a:lnTo>
                  <a:pt x="3149789" y="16935"/>
                </a:lnTo>
                <a:lnTo>
                  <a:pt x="3138167" y="16916"/>
                </a:lnTo>
                <a:moveTo>
                  <a:pt x="3161432" y="5332"/>
                </a:moveTo>
                <a:lnTo>
                  <a:pt x="3173055" y="5352"/>
                </a:lnTo>
                <a:lnTo>
                  <a:pt x="3173035" y="16974"/>
                </a:lnTo>
                <a:lnTo>
                  <a:pt x="3161412" y="16955"/>
                </a:lnTo>
                <a:moveTo>
                  <a:pt x="3184678" y="5371"/>
                </a:moveTo>
                <a:lnTo>
                  <a:pt x="3196301" y="5391"/>
                </a:lnTo>
                <a:lnTo>
                  <a:pt x="3196281" y="17014"/>
                </a:lnTo>
                <a:lnTo>
                  <a:pt x="3184658" y="16994"/>
                </a:lnTo>
                <a:moveTo>
                  <a:pt x="3207924" y="5410"/>
                </a:moveTo>
                <a:lnTo>
                  <a:pt x="3219546" y="5430"/>
                </a:lnTo>
                <a:lnTo>
                  <a:pt x="3219527" y="17053"/>
                </a:lnTo>
                <a:lnTo>
                  <a:pt x="3207904" y="17033"/>
                </a:lnTo>
                <a:moveTo>
                  <a:pt x="3231169" y="5450"/>
                </a:moveTo>
                <a:lnTo>
                  <a:pt x="3242792" y="5469"/>
                </a:lnTo>
                <a:lnTo>
                  <a:pt x="3242772" y="17092"/>
                </a:lnTo>
                <a:lnTo>
                  <a:pt x="3231149" y="17073"/>
                </a:lnTo>
                <a:moveTo>
                  <a:pt x="3254415" y="5489"/>
                </a:moveTo>
                <a:lnTo>
                  <a:pt x="3266038" y="5508"/>
                </a:lnTo>
                <a:lnTo>
                  <a:pt x="3266018" y="17131"/>
                </a:lnTo>
                <a:lnTo>
                  <a:pt x="3254395" y="17112"/>
                </a:lnTo>
                <a:moveTo>
                  <a:pt x="3277661" y="5528"/>
                </a:moveTo>
                <a:lnTo>
                  <a:pt x="3289284" y="5548"/>
                </a:lnTo>
                <a:lnTo>
                  <a:pt x="3289264" y="17170"/>
                </a:lnTo>
                <a:lnTo>
                  <a:pt x="3277641" y="17151"/>
                </a:lnTo>
                <a:moveTo>
                  <a:pt x="3300906" y="5567"/>
                </a:moveTo>
                <a:lnTo>
                  <a:pt x="3312529" y="5587"/>
                </a:lnTo>
                <a:lnTo>
                  <a:pt x="3312509" y="17210"/>
                </a:lnTo>
                <a:lnTo>
                  <a:pt x="3300887" y="17190"/>
                </a:lnTo>
                <a:moveTo>
                  <a:pt x="3324152" y="5607"/>
                </a:moveTo>
                <a:lnTo>
                  <a:pt x="3335775" y="5626"/>
                </a:lnTo>
                <a:lnTo>
                  <a:pt x="3335755" y="17249"/>
                </a:lnTo>
                <a:lnTo>
                  <a:pt x="3324132" y="17229"/>
                </a:lnTo>
                <a:moveTo>
                  <a:pt x="3347397" y="5646"/>
                </a:moveTo>
                <a:lnTo>
                  <a:pt x="3359020" y="5665"/>
                </a:lnTo>
                <a:lnTo>
                  <a:pt x="3359000" y="17288"/>
                </a:lnTo>
                <a:lnTo>
                  <a:pt x="3347377" y="17268"/>
                </a:lnTo>
                <a:moveTo>
                  <a:pt x="3370643" y="5685"/>
                </a:moveTo>
                <a:lnTo>
                  <a:pt x="3382266" y="5704"/>
                </a:lnTo>
                <a:lnTo>
                  <a:pt x="3382246" y="17327"/>
                </a:lnTo>
                <a:lnTo>
                  <a:pt x="3370623" y="17308"/>
                </a:lnTo>
                <a:moveTo>
                  <a:pt x="3393888" y="5724"/>
                </a:moveTo>
                <a:lnTo>
                  <a:pt x="3405511" y="5744"/>
                </a:lnTo>
                <a:lnTo>
                  <a:pt x="3405492" y="17367"/>
                </a:lnTo>
                <a:lnTo>
                  <a:pt x="3393869" y="17347"/>
                </a:lnTo>
                <a:moveTo>
                  <a:pt x="3417134" y="5763"/>
                </a:moveTo>
                <a:lnTo>
                  <a:pt x="3428757" y="5783"/>
                </a:lnTo>
                <a:lnTo>
                  <a:pt x="3428737" y="17406"/>
                </a:lnTo>
                <a:lnTo>
                  <a:pt x="3417114" y="17386"/>
                </a:lnTo>
                <a:moveTo>
                  <a:pt x="3440380" y="5802"/>
                </a:moveTo>
                <a:lnTo>
                  <a:pt x="3452003" y="5822"/>
                </a:lnTo>
                <a:lnTo>
                  <a:pt x="3451983" y="17445"/>
                </a:lnTo>
                <a:lnTo>
                  <a:pt x="3440360" y="17425"/>
                </a:lnTo>
                <a:moveTo>
                  <a:pt x="3463626" y="5842"/>
                </a:moveTo>
                <a:lnTo>
                  <a:pt x="3475248" y="5861"/>
                </a:lnTo>
                <a:lnTo>
                  <a:pt x="3475229" y="17484"/>
                </a:lnTo>
                <a:lnTo>
                  <a:pt x="3463606" y="17465"/>
                </a:lnTo>
                <a:moveTo>
                  <a:pt x="3486871" y="5881"/>
                </a:moveTo>
                <a:lnTo>
                  <a:pt x="3498494" y="5901"/>
                </a:lnTo>
                <a:lnTo>
                  <a:pt x="3498474" y="17524"/>
                </a:lnTo>
                <a:lnTo>
                  <a:pt x="3486852" y="17504"/>
                </a:lnTo>
                <a:moveTo>
                  <a:pt x="3510117" y="5920"/>
                </a:moveTo>
                <a:lnTo>
                  <a:pt x="3521740" y="5940"/>
                </a:lnTo>
                <a:lnTo>
                  <a:pt x="3521720" y="17562"/>
                </a:lnTo>
                <a:lnTo>
                  <a:pt x="3510097" y="17543"/>
                </a:lnTo>
                <a:moveTo>
                  <a:pt x="3533363" y="5959"/>
                </a:moveTo>
                <a:lnTo>
                  <a:pt x="3544986" y="5979"/>
                </a:lnTo>
                <a:lnTo>
                  <a:pt x="3544966" y="17602"/>
                </a:lnTo>
                <a:lnTo>
                  <a:pt x="3533343" y="17582"/>
                </a:lnTo>
                <a:moveTo>
                  <a:pt x="3556608" y="5999"/>
                </a:moveTo>
                <a:lnTo>
                  <a:pt x="3568231" y="6018"/>
                </a:lnTo>
                <a:lnTo>
                  <a:pt x="3568212" y="17641"/>
                </a:lnTo>
                <a:lnTo>
                  <a:pt x="3556589" y="17621"/>
                </a:lnTo>
                <a:moveTo>
                  <a:pt x="3579854" y="6038"/>
                </a:moveTo>
                <a:lnTo>
                  <a:pt x="3591477" y="6057"/>
                </a:lnTo>
                <a:lnTo>
                  <a:pt x="3591457" y="17680"/>
                </a:lnTo>
                <a:lnTo>
                  <a:pt x="3579834" y="17661"/>
                </a:lnTo>
                <a:moveTo>
                  <a:pt x="3603100" y="6077"/>
                </a:moveTo>
                <a:lnTo>
                  <a:pt x="3614723" y="6096"/>
                </a:lnTo>
                <a:lnTo>
                  <a:pt x="3614703" y="17719"/>
                </a:lnTo>
                <a:lnTo>
                  <a:pt x="3603080" y="17700"/>
                </a:lnTo>
                <a:moveTo>
                  <a:pt x="3626346" y="6116"/>
                </a:moveTo>
                <a:lnTo>
                  <a:pt x="3637968" y="6136"/>
                </a:lnTo>
                <a:lnTo>
                  <a:pt x="3637949" y="17759"/>
                </a:lnTo>
                <a:lnTo>
                  <a:pt x="3626326" y="17739"/>
                </a:lnTo>
                <a:moveTo>
                  <a:pt x="3649591" y="6155"/>
                </a:moveTo>
                <a:lnTo>
                  <a:pt x="3661214" y="6175"/>
                </a:lnTo>
                <a:lnTo>
                  <a:pt x="3661194" y="17798"/>
                </a:lnTo>
                <a:lnTo>
                  <a:pt x="3649572" y="17778"/>
                </a:lnTo>
                <a:moveTo>
                  <a:pt x="3672837" y="6195"/>
                </a:moveTo>
                <a:lnTo>
                  <a:pt x="3684460" y="6214"/>
                </a:lnTo>
                <a:lnTo>
                  <a:pt x="3684440" y="17837"/>
                </a:lnTo>
                <a:lnTo>
                  <a:pt x="3672817" y="17817"/>
                </a:lnTo>
                <a:moveTo>
                  <a:pt x="3696083" y="6234"/>
                </a:moveTo>
                <a:lnTo>
                  <a:pt x="3707706" y="6253"/>
                </a:lnTo>
                <a:lnTo>
                  <a:pt x="3707686" y="17876"/>
                </a:lnTo>
                <a:lnTo>
                  <a:pt x="3696063" y="17857"/>
                </a:lnTo>
                <a:moveTo>
                  <a:pt x="3719328" y="6273"/>
                </a:moveTo>
                <a:lnTo>
                  <a:pt x="3730951" y="6293"/>
                </a:lnTo>
                <a:lnTo>
                  <a:pt x="3730932" y="17915"/>
                </a:lnTo>
                <a:lnTo>
                  <a:pt x="3719309" y="17896"/>
                </a:lnTo>
                <a:moveTo>
                  <a:pt x="3742574" y="6312"/>
                </a:moveTo>
                <a:lnTo>
                  <a:pt x="3754197" y="6332"/>
                </a:lnTo>
                <a:lnTo>
                  <a:pt x="3754177" y="17954"/>
                </a:lnTo>
                <a:lnTo>
                  <a:pt x="3742554" y="17935"/>
                </a:lnTo>
                <a:moveTo>
                  <a:pt x="3765820" y="6351"/>
                </a:moveTo>
                <a:lnTo>
                  <a:pt x="3777443" y="6371"/>
                </a:lnTo>
                <a:lnTo>
                  <a:pt x="3777423" y="17994"/>
                </a:lnTo>
                <a:lnTo>
                  <a:pt x="3765800" y="17974"/>
                </a:lnTo>
                <a:moveTo>
                  <a:pt x="3789066" y="6390"/>
                </a:moveTo>
                <a:lnTo>
                  <a:pt x="3800688" y="6410"/>
                </a:lnTo>
                <a:lnTo>
                  <a:pt x="3800669" y="18033"/>
                </a:lnTo>
                <a:lnTo>
                  <a:pt x="3789046" y="18013"/>
                </a:lnTo>
                <a:moveTo>
                  <a:pt x="3812311" y="6430"/>
                </a:moveTo>
                <a:lnTo>
                  <a:pt x="3823934" y="6449"/>
                </a:lnTo>
                <a:lnTo>
                  <a:pt x="3823914" y="18072"/>
                </a:lnTo>
                <a:lnTo>
                  <a:pt x="3812292" y="18053"/>
                </a:lnTo>
                <a:moveTo>
                  <a:pt x="3835557" y="6469"/>
                </a:moveTo>
                <a:lnTo>
                  <a:pt x="3847180" y="6489"/>
                </a:lnTo>
                <a:lnTo>
                  <a:pt x="3847160" y="18112"/>
                </a:lnTo>
                <a:lnTo>
                  <a:pt x="3835537" y="18092"/>
                </a:lnTo>
                <a:moveTo>
                  <a:pt x="3858803" y="6508"/>
                </a:moveTo>
                <a:lnTo>
                  <a:pt x="3870426" y="6528"/>
                </a:lnTo>
                <a:lnTo>
                  <a:pt x="3870406" y="18151"/>
                </a:lnTo>
                <a:lnTo>
                  <a:pt x="3858783" y="18131"/>
                </a:lnTo>
                <a:moveTo>
                  <a:pt x="3882048" y="6547"/>
                </a:moveTo>
                <a:lnTo>
                  <a:pt x="3893671" y="6567"/>
                </a:lnTo>
                <a:lnTo>
                  <a:pt x="3893651" y="18190"/>
                </a:lnTo>
                <a:lnTo>
                  <a:pt x="3882029" y="18170"/>
                </a:lnTo>
                <a:moveTo>
                  <a:pt x="3905294" y="6587"/>
                </a:moveTo>
                <a:lnTo>
                  <a:pt x="3916917" y="6606"/>
                </a:lnTo>
                <a:lnTo>
                  <a:pt x="3916897" y="18229"/>
                </a:lnTo>
                <a:lnTo>
                  <a:pt x="3905274" y="18210"/>
                </a:lnTo>
                <a:moveTo>
                  <a:pt x="3928540" y="6626"/>
                </a:moveTo>
                <a:lnTo>
                  <a:pt x="3940163" y="6645"/>
                </a:lnTo>
                <a:lnTo>
                  <a:pt x="3940143" y="18268"/>
                </a:lnTo>
                <a:lnTo>
                  <a:pt x="3928520" y="18248"/>
                </a:lnTo>
                <a:moveTo>
                  <a:pt x="3951786" y="6665"/>
                </a:moveTo>
                <a:lnTo>
                  <a:pt x="3963408" y="6684"/>
                </a:lnTo>
                <a:lnTo>
                  <a:pt x="3963389" y="18307"/>
                </a:lnTo>
                <a:lnTo>
                  <a:pt x="3951766" y="18288"/>
                </a:lnTo>
                <a:moveTo>
                  <a:pt x="3975031" y="6704"/>
                </a:moveTo>
                <a:lnTo>
                  <a:pt x="3986654" y="6724"/>
                </a:lnTo>
                <a:lnTo>
                  <a:pt x="3986634" y="18347"/>
                </a:lnTo>
                <a:lnTo>
                  <a:pt x="3975011" y="18327"/>
                </a:lnTo>
                <a:moveTo>
                  <a:pt x="3998277" y="6743"/>
                </a:moveTo>
                <a:lnTo>
                  <a:pt x="4009900" y="6763"/>
                </a:lnTo>
                <a:lnTo>
                  <a:pt x="4009880" y="18386"/>
                </a:lnTo>
                <a:lnTo>
                  <a:pt x="3998257" y="18366"/>
                </a:lnTo>
                <a:moveTo>
                  <a:pt x="4021523" y="6783"/>
                </a:moveTo>
                <a:lnTo>
                  <a:pt x="4033146" y="6802"/>
                </a:lnTo>
                <a:lnTo>
                  <a:pt x="4033126" y="18425"/>
                </a:lnTo>
                <a:lnTo>
                  <a:pt x="4021503" y="18406"/>
                </a:lnTo>
                <a:moveTo>
                  <a:pt x="4044768" y="6822"/>
                </a:moveTo>
                <a:lnTo>
                  <a:pt x="4056391" y="6841"/>
                </a:lnTo>
                <a:lnTo>
                  <a:pt x="4056371" y="18464"/>
                </a:lnTo>
                <a:lnTo>
                  <a:pt x="4044749" y="18445"/>
                </a:lnTo>
                <a:moveTo>
                  <a:pt x="4068014" y="6861"/>
                </a:moveTo>
                <a:lnTo>
                  <a:pt x="4079637" y="6881"/>
                </a:lnTo>
                <a:lnTo>
                  <a:pt x="4079617" y="18504"/>
                </a:lnTo>
                <a:lnTo>
                  <a:pt x="4067994" y="18484"/>
                </a:lnTo>
                <a:moveTo>
                  <a:pt x="4091260" y="6900"/>
                </a:moveTo>
                <a:lnTo>
                  <a:pt x="4102881" y="6920"/>
                </a:lnTo>
                <a:lnTo>
                  <a:pt x="4102862" y="18543"/>
                </a:lnTo>
                <a:lnTo>
                  <a:pt x="4091240" y="18523"/>
                </a:lnTo>
                <a:moveTo>
                  <a:pt x="4114504" y="6940"/>
                </a:moveTo>
                <a:lnTo>
                  <a:pt x="4126127" y="6959"/>
                </a:lnTo>
                <a:lnTo>
                  <a:pt x="4126107" y="18582"/>
                </a:lnTo>
                <a:lnTo>
                  <a:pt x="4114485" y="18562"/>
                </a:lnTo>
                <a:moveTo>
                  <a:pt x="4137750" y="6978"/>
                </a:moveTo>
                <a:lnTo>
                  <a:pt x="4149373" y="6998"/>
                </a:lnTo>
                <a:lnTo>
                  <a:pt x="4149353" y="18621"/>
                </a:lnTo>
                <a:lnTo>
                  <a:pt x="4137730" y="18601"/>
                </a:lnTo>
                <a:moveTo>
                  <a:pt x="4160996" y="7018"/>
                </a:moveTo>
                <a:lnTo>
                  <a:pt x="4172619" y="7037"/>
                </a:lnTo>
                <a:lnTo>
                  <a:pt x="4172599" y="18660"/>
                </a:lnTo>
                <a:lnTo>
                  <a:pt x="4160976" y="18641"/>
                </a:lnTo>
                <a:moveTo>
                  <a:pt x="4184241" y="7057"/>
                </a:moveTo>
                <a:lnTo>
                  <a:pt x="4195864" y="7077"/>
                </a:lnTo>
                <a:lnTo>
                  <a:pt x="4195845" y="18700"/>
                </a:lnTo>
                <a:lnTo>
                  <a:pt x="4184222" y="18680"/>
                </a:lnTo>
                <a:moveTo>
                  <a:pt x="4207487" y="7096"/>
                </a:moveTo>
                <a:lnTo>
                  <a:pt x="4219110" y="7116"/>
                </a:lnTo>
                <a:lnTo>
                  <a:pt x="4219090" y="18739"/>
                </a:lnTo>
                <a:lnTo>
                  <a:pt x="4207467" y="18719"/>
                </a:lnTo>
                <a:moveTo>
                  <a:pt x="4230733" y="7135"/>
                </a:moveTo>
                <a:lnTo>
                  <a:pt x="4242356" y="7155"/>
                </a:lnTo>
                <a:lnTo>
                  <a:pt x="4242336" y="18778"/>
                </a:lnTo>
                <a:lnTo>
                  <a:pt x="4230713" y="18758"/>
                </a:lnTo>
                <a:moveTo>
                  <a:pt x="4253979" y="7175"/>
                </a:moveTo>
                <a:lnTo>
                  <a:pt x="4265601" y="7194"/>
                </a:lnTo>
                <a:lnTo>
                  <a:pt x="4265582" y="18817"/>
                </a:lnTo>
                <a:lnTo>
                  <a:pt x="4253959" y="18798"/>
                </a:lnTo>
                <a:moveTo>
                  <a:pt x="4277224" y="7214"/>
                </a:moveTo>
                <a:lnTo>
                  <a:pt x="4288847" y="7234"/>
                </a:lnTo>
                <a:lnTo>
                  <a:pt x="4288827" y="18856"/>
                </a:lnTo>
                <a:lnTo>
                  <a:pt x="4277205" y="18837"/>
                </a:lnTo>
                <a:moveTo>
                  <a:pt x="4300470" y="7253"/>
                </a:moveTo>
                <a:lnTo>
                  <a:pt x="4312093" y="7272"/>
                </a:lnTo>
                <a:lnTo>
                  <a:pt x="4312073" y="18895"/>
                </a:lnTo>
                <a:lnTo>
                  <a:pt x="4300450" y="18876"/>
                </a:lnTo>
                <a:moveTo>
                  <a:pt x="4323716" y="7292"/>
                </a:moveTo>
                <a:lnTo>
                  <a:pt x="4335339" y="7312"/>
                </a:lnTo>
                <a:lnTo>
                  <a:pt x="4335319" y="18935"/>
                </a:lnTo>
                <a:lnTo>
                  <a:pt x="4323696" y="18915"/>
                </a:lnTo>
                <a:moveTo>
                  <a:pt x="4346961" y="7331"/>
                </a:moveTo>
                <a:lnTo>
                  <a:pt x="4358584" y="7351"/>
                </a:lnTo>
                <a:lnTo>
                  <a:pt x="4358564" y="18974"/>
                </a:lnTo>
                <a:lnTo>
                  <a:pt x="4346941" y="18954"/>
                </a:lnTo>
                <a:moveTo>
                  <a:pt x="4370207" y="7371"/>
                </a:moveTo>
                <a:lnTo>
                  <a:pt x="4381830" y="7390"/>
                </a:lnTo>
                <a:lnTo>
                  <a:pt x="4381810" y="19013"/>
                </a:lnTo>
                <a:lnTo>
                  <a:pt x="4370187" y="18994"/>
                </a:lnTo>
                <a:moveTo>
                  <a:pt x="4393453" y="7410"/>
                </a:moveTo>
                <a:lnTo>
                  <a:pt x="4405076" y="7429"/>
                </a:lnTo>
                <a:lnTo>
                  <a:pt x="4405056" y="19052"/>
                </a:lnTo>
                <a:lnTo>
                  <a:pt x="4393433" y="19033"/>
                </a:lnTo>
                <a:moveTo>
                  <a:pt x="4416698" y="7449"/>
                </a:moveTo>
                <a:lnTo>
                  <a:pt x="4428321" y="7469"/>
                </a:lnTo>
                <a:lnTo>
                  <a:pt x="4428301" y="19092"/>
                </a:lnTo>
                <a:lnTo>
                  <a:pt x="4416679" y="19072"/>
                </a:lnTo>
                <a:moveTo>
                  <a:pt x="4439944" y="7488"/>
                </a:moveTo>
                <a:lnTo>
                  <a:pt x="4451567" y="7508"/>
                </a:lnTo>
                <a:lnTo>
                  <a:pt x="4451547" y="19131"/>
                </a:lnTo>
                <a:lnTo>
                  <a:pt x="4439924" y="19111"/>
                </a:lnTo>
                <a:moveTo>
                  <a:pt x="4463190" y="7528"/>
                </a:moveTo>
                <a:lnTo>
                  <a:pt x="4474813" y="7547"/>
                </a:lnTo>
                <a:lnTo>
                  <a:pt x="4474793" y="19170"/>
                </a:lnTo>
                <a:lnTo>
                  <a:pt x="4463170" y="19151"/>
                </a:lnTo>
                <a:moveTo>
                  <a:pt x="4486436" y="7566"/>
                </a:moveTo>
                <a:lnTo>
                  <a:pt x="4498058" y="7586"/>
                </a:lnTo>
                <a:lnTo>
                  <a:pt x="4498039" y="19209"/>
                </a:lnTo>
                <a:lnTo>
                  <a:pt x="4486416" y="19189"/>
                </a:lnTo>
                <a:moveTo>
                  <a:pt x="4509681" y="7606"/>
                </a:moveTo>
                <a:lnTo>
                  <a:pt x="4521304" y="7626"/>
                </a:lnTo>
                <a:lnTo>
                  <a:pt x="4521284" y="19248"/>
                </a:lnTo>
                <a:lnTo>
                  <a:pt x="4509661" y="19229"/>
                </a:lnTo>
                <a:moveTo>
                  <a:pt x="4532927" y="7645"/>
                </a:moveTo>
                <a:lnTo>
                  <a:pt x="4544550" y="7665"/>
                </a:lnTo>
                <a:lnTo>
                  <a:pt x="4544530" y="19287"/>
                </a:lnTo>
                <a:lnTo>
                  <a:pt x="4532907" y="19268"/>
                </a:lnTo>
                <a:moveTo>
                  <a:pt x="4556173" y="7684"/>
                </a:moveTo>
                <a:lnTo>
                  <a:pt x="4567796" y="7704"/>
                </a:lnTo>
                <a:lnTo>
                  <a:pt x="4567776" y="19327"/>
                </a:lnTo>
                <a:lnTo>
                  <a:pt x="4556153" y="19307"/>
                </a:lnTo>
                <a:moveTo>
                  <a:pt x="4579418" y="7723"/>
                </a:moveTo>
                <a:lnTo>
                  <a:pt x="4591041" y="7743"/>
                </a:lnTo>
                <a:lnTo>
                  <a:pt x="4591021" y="19366"/>
                </a:lnTo>
                <a:lnTo>
                  <a:pt x="4579399" y="19346"/>
                </a:lnTo>
                <a:moveTo>
                  <a:pt x="4602664" y="7763"/>
                </a:moveTo>
                <a:lnTo>
                  <a:pt x="4614287" y="7782"/>
                </a:lnTo>
                <a:lnTo>
                  <a:pt x="4614267" y="19405"/>
                </a:lnTo>
                <a:lnTo>
                  <a:pt x="4602644" y="19386"/>
                </a:lnTo>
                <a:moveTo>
                  <a:pt x="4625910" y="7802"/>
                </a:moveTo>
                <a:lnTo>
                  <a:pt x="4637533" y="7822"/>
                </a:lnTo>
                <a:lnTo>
                  <a:pt x="4637513" y="19445"/>
                </a:lnTo>
                <a:lnTo>
                  <a:pt x="4625890" y="19425"/>
                </a:lnTo>
                <a:moveTo>
                  <a:pt x="4649156" y="7841"/>
                </a:moveTo>
                <a:lnTo>
                  <a:pt x="4660778" y="7861"/>
                </a:lnTo>
                <a:lnTo>
                  <a:pt x="4660759" y="19483"/>
                </a:lnTo>
                <a:lnTo>
                  <a:pt x="4649136" y="19464"/>
                </a:lnTo>
                <a:moveTo>
                  <a:pt x="4672401" y="7880"/>
                </a:moveTo>
                <a:lnTo>
                  <a:pt x="4684024" y="7900"/>
                </a:lnTo>
                <a:lnTo>
                  <a:pt x="4684004" y="19523"/>
                </a:lnTo>
                <a:lnTo>
                  <a:pt x="4672381" y="19503"/>
                </a:lnTo>
                <a:moveTo>
                  <a:pt x="4695647" y="7920"/>
                </a:moveTo>
                <a:lnTo>
                  <a:pt x="4707270" y="7939"/>
                </a:lnTo>
                <a:lnTo>
                  <a:pt x="4707250" y="19562"/>
                </a:lnTo>
                <a:lnTo>
                  <a:pt x="4695627" y="19542"/>
                </a:lnTo>
                <a:moveTo>
                  <a:pt x="4718893" y="7959"/>
                </a:moveTo>
                <a:lnTo>
                  <a:pt x="4730516" y="7979"/>
                </a:lnTo>
                <a:lnTo>
                  <a:pt x="4730496" y="19601"/>
                </a:lnTo>
                <a:lnTo>
                  <a:pt x="4718873" y="19581"/>
                </a:lnTo>
                <a:moveTo>
                  <a:pt x="4742138" y="7998"/>
                </a:moveTo>
                <a:lnTo>
                  <a:pt x="4753761" y="8017"/>
                </a:lnTo>
                <a:lnTo>
                  <a:pt x="4753741" y="19640"/>
                </a:lnTo>
                <a:lnTo>
                  <a:pt x="4742119" y="19621"/>
                </a:lnTo>
                <a:moveTo>
                  <a:pt x="4765384" y="8037"/>
                </a:moveTo>
                <a:lnTo>
                  <a:pt x="4777007" y="8057"/>
                </a:lnTo>
                <a:lnTo>
                  <a:pt x="4776987" y="19680"/>
                </a:lnTo>
                <a:lnTo>
                  <a:pt x="4765364" y="19660"/>
                </a:lnTo>
                <a:moveTo>
                  <a:pt x="4788630" y="8076"/>
                </a:moveTo>
                <a:lnTo>
                  <a:pt x="4800253" y="8096"/>
                </a:lnTo>
                <a:lnTo>
                  <a:pt x="4800233" y="19719"/>
                </a:lnTo>
                <a:lnTo>
                  <a:pt x="4788610" y="19699"/>
                </a:lnTo>
                <a:moveTo>
                  <a:pt x="4811876" y="8116"/>
                </a:moveTo>
                <a:lnTo>
                  <a:pt x="4823498" y="8135"/>
                </a:lnTo>
                <a:lnTo>
                  <a:pt x="4823479" y="19758"/>
                </a:lnTo>
                <a:lnTo>
                  <a:pt x="4811856" y="19739"/>
                </a:lnTo>
                <a:moveTo>
                  <a:pt x="4835121" y="8155"/>
                </a:moveTo>
                <a:lnTo>
                  <a:pt x="4846744" y="8174"/>
                </a:lnTo>
                <a:lnTo>
                  <a:pt x="4846724" y="19797"/>
                </a:lnTo>
                <a:lnTo>
                  <a:pt x="4835101" y="19777"/>
                </a:lnTo>
                <a:moveTo>
                  <a:pt x="4858367" y="8194"/>
                </a:moveTo>
                <a:lnTo>
                  <a:pt x="4869990" y="8214"/>
                </a:lnTo>
                <a:lnTo>
                  <a:pt x="4869970" y="19836"/>
                </a:lnTo>
                <a:lnTo>
                  <a:pt x="4858347" y="19817"/>
                </a:lnTo>
                <a:moveTo>
                  <a:pt x="4881613" y="8233"/>
                </a:moveTo>
                <a:lnTo>
                  <a:pt x="4893236" y="8253"/>
                </a:lnTo>
                <a:lnTo>
                  <a:pt x="4893216" y="19876"/>
                </a:lnTo>
                <a:lnTo>
                  <a:pt x="4881593" y="19856"/>
                </a:lnTo>
                <a:moveTo>
                  <a:pt x="4904858" y="8273"/>
                </a:moveTo>
                <a:lnTo>
                  <a:pt x="4916481" y="8292"/>
                </a:lnTo>
                <a:lnTo>
                  <a:pt x="4916461" y="19915"/>
                </a:lnTo>
                <a:lnTo>
                  <a:pt x="4904839" y="19895"/>
                </a:lnTo>
                <a:moveTo>
                  <a:pt x="4928104" y="8312"/>
                </a:moveTo>
                <a:lnTo>
                  <a:pt x="4939727" y="8331"/>
                </a:lnTo>
                <a:lnTo>
                  <a:pt x="4939707" y="19954"/>
                </a:lnTo>
                <a:lnTo>
                  <a:pt x="4928084" y="19934"/>
                </a:lnTo>
                <a:moveTo>
                  <a:pt x="4951350" y="8351"/>
                </a:moveTo>
                <a:lnTo>
                  <a:pt x="4962973" y="8370"/>
                </a:lnTo>
                <a:lnTo>
                  <a:pt x="4962953" y="19993"/>
                </a:lnTo>
                <a:lnTo>
                  <a:pt x="4951330" y="19974"/>
                </a:lnTo>
                <a:moveTo>
                  <a:pt x="4974596" y="8390"/>
                </a:moveTo>
                <a:lnTo>
                  <a:pt x="4986218" y="8410"/>
                </a:lnTo>
                <a:lnTo>
                  <a:pt x="4986199" y="20033"/>
                </a:lnTo>
                <a:lnTo>
                  <a:pt x="4974576" y="20013"/>
                </a:lnTo>
                <a:moveTo>
                  <a:pt x="4997841" y="8429"/>
                </a:moveTo>
                <a:lnTo>
                  <a:pt x="5009464" y="8449"/>
                </a:lnTo>
                <a:lnTo>
                  <a:pt x="5009444" y="20072"/>
                </a:lnTo>
                <a:lnTo>
                  <a:pt x="4997821" y="20052"/>
                </a:lnTo>
                <a:moveTo>
                  <a:pt x="5021087" y="8468"/>
                </a:moveTo>
                <a:lnTo>
                  <a:pt x="5032710" y="8488"/>
                </a:lnTo>
                <a:lnTo>
                  <a:pt x="5032690" y="20111"/>
                </a:lnTo>
                <a:lnTo>
                  <a:pt x="5021067" y="20091"/>
                </a:lnTo>
                <a:moveTo>
                  <a:pt x="5044333" y="8508"/>
                </a:moveTo>
                <a:lnTo>
                  <a:pt x="5055956" y="8527"/>
                </a:lnTo>
                <a:lnTo>
                  <a:pt x="5055936" y="20150"/>
                </a:lnTo>
                <a:lnTo>
                  <a:pt x="5044313" y="20131"/>
                </a:lnTo>
                <a:moveTo>
                  <a:pt x="5067578" y="8547"/>
                </a:moveTo>
                <a:lnTo>
                  <a:pt x="5079201" y="8567"/>
                </a:lnTo>
                <a:lnTo>
                  <a:pt x="5079181" y="20189"/>
                </a:lnTo>
                <a:lnTo>
                  <a:pt x="5067559" y="20170"/>
                </a:lnTo>
                <a:moveTo>
                  <a:pt x="5090823" y="8586"/>
                </a:moveTo>
                <a:lnTo>
                  <a:pt x="5102446" y="8606"/>
                </a:lnTo>
                <a:lnTo>
                  <a:pt x="5102426" y="20228"/>
                </a:lnTo>
                <a:lnTo>
                  <a:pt x="5090803" y="20209"/>
                </a:lnTo>
                <a:moveTo>
                  <a:pt x="5114069" y="8625"/>
                </a:moveTo>
                <a:lnTo>
                  <a:pt x="5125692" y="8645"/>
                </a:lnTo>
                <a:lnTo>
                  <a:pt x="5125672" y="20268"/>
                </a:lnTo>
                <a:lnTo>
                  <a:pt x="5114049" y="20248"/>
                </a:lnTo>
                <a:moveTo>
                  <a:pt x="5137314" y="8664"/>
                </a:moveTo>
                <a:lnTo>
                  <a:pt x="5148937" y="8684"/>
                </a:lnTo>
                <a:lnTo>
                  <a:pt x="5148918" y="20307"/>
                </a:lnTo>
                <a:lnTo>
                  <a:pt x="5137295" y="20287"/>
                </a:lnTo>
                <a:moveTo>
                  <a:pt x="5160560" y="8704"/>
                </a:moveTo>
                <a:lnTo>
                  <a:pt x="5172183" y="8723"/>
                </a:lnTo>
                <a:lnTo>
                  <a:pt x="5172163" y="20346"/>
                </a:lnTo>
                <a:lnTo>
                  <a:pt x="5160540" y="20327"/>
                </a:lnTo>
                <a:moveTo>
                  <a:pt x="5183806" y="8743"/>
                </a:moveTo>
                <a:lnTo>
                  <a:pt x="5195429" y="8762"/>
                </a:lnTo>
                <a:lnTo>
                  <a:pt x="5195409" y="20385"/>
                </a:lnTo>
                <a:lnTo>
                  <a:pt x="5183786" y="20366"/>
                </a:lnTo>
                <a:moveTo>
                  <a:pt x="5207052" y="8782"/>
                </a:moveTo>
                <a:lnTo>
                  <a:pt x="5218674" y="8802"/>
                </a:lnTo>
                <a:lnTo>
                  <a:pt x="5218655" y="20425"/>
                </a:lnTo>
                <a:lnTo>
                  <a:pt x="5207032" y="20405"/>
                </a:lnTo>
                <a:moveTo>
                  <a:pt x="5230297" y="8821"/>
                </a:moveTo>
                <a:lnTo>
                  <a:pt x="5241920" y="8841"/>
                </a:lnTo>
                <a:lnTo>
                  <a:pt x="5241900" y="20464"/>
                </a:lnTo>
                <a:lnTo>
                  <a:pt x="5230278" y="20444"/>
                </a:lnTo>
                <a:moveTo>
                  <a:pt x="5253543" y="8861"/>
                </a:moveTo>
                <a:lnTo>
                  <a:pt x="5265166" y="8880"/>
                </a:lnTo>
                <a:lnTo>
                  <a:pt x="5265146" y="20503"/>
                </a:lnTo>
                <a:lnTo>
                  <a:pt x="5253523" y="20483"/>
                </a:lnTo>
                <a:moveTo>
                  <a:pt x="5276789" y="8900"/>
                </a:moveTo>
                <a:lnTo>
                  <a:pt x="5288412" y="8919"/>
                </a:lnTo>
                <a:lnTo>
                  <a:pt x="5288392" y="20542"/>
                </a:lnTo>
                <a:lnTo>
                  <a:pt x="5276769" y="20522"/>
                </a:lnTo>
                <a:moveTo>
                  <a:pt x="5300034" y="8939"/>
                </a:moveTo>
                <a:lnTo>
                  <a:pt x="5311657" y="8959"/>
                </a:lnTo>
                <a:lnTo>
                  <a:pt x="5311638" y="20581"/>
                </a:lnTo>
                <a:lnTo>
                  <a:pt x="5300015" y="20562"/>
                </a:lnTo>
                <a:moveTo>
                  <a:pt x="5323280" y="8978"/>
                </a:moveTo>
                <a:lnTo>
                  <a:pt x="5334903" y="8997"/>
                </a:lnTo>
                <a:lnTo>
                  <a:pt x="5334883" y="20620"/>
                </a:lnTo>
                <a:lnTo>
                  <a:pt x="5323260" y="20601"/>
                </a:lnTo>
                <a:moveTo>
                  <a:pt x="5346526" y="9017"/>
                </a:moveTo>
                <a:lnTo>
                  <a:pt x="5358148" y="9037"/>
                </a:lnTo>
                <a:lnTo>
                  <a:pt x="5358128" y="20660"/>
                </a:lnTo>
                <a:lnTo>
                  <a:pt x="5346506" y="20640"/>
                </a:lnTo>
                <a:moveTo>
                  <a:pt x="5369771" y="9056"/>
                </a:moveTo>
                <a:lnTo>
                  <a:pt x="5381394" y="9076"/>
                </a:lnTo>
                <a:lnTo>
                  <a:pt x="5381374" y="20699"/>
                </a:lnTo>
                <a:lnTo>
                  <a:pt x="5369751" y="20679"/>
                </a:lnTo>
                <a:moveTo>
                  <a:pt x="5393017" y="9096"/>
                </a:moveTo>
                <a:lnTo>
                  <a:pt x="5404640" y="9115"/>
                </a:lnTo>
                <a:lnTo>
                  <a:pt x="5404620" y="20738"/>
                </a:lnTo>
                <a:lnTo>
                  <a:pt x="5392997" y="20719"/>
                </a:lnTo>
                <a:moveTo>
                  <a:pt x="5416263" y="9135"/>
                </a:moveTo>
                <a:lnTo>
                  <a:pt x="5427886" y="9155"/>
                </a:lnTo>
                <a:lnTo>
                  <a:pt x="5427866" y="20777"/>
                </a:lnTo>
                <a:lnTo>
                  <a:pt x="5416243" y="20758"/>
                </a:lnTo>
                <a:moveTo>
                  <a:pt x="5439508" y="9174"/>
                </a:moveTo>
                <a:lnTo>
                  <a:pt x="5451131" y="9194"/>
                </a:lnTo>
                <a:lnTo>
                  <a:pt x="5451111" y="20817"/>
                </a:lnTo>
                <a:lnTo>
                  <a:pt x="5439488" y="20797"/>
                </a:lnTo>
                <a:moveTo>
                  <a:pt x="5462754" y="9213"/>
                </a:moveTo>
                <a:lnTo>
                  <a:pt x="5474377" y="9233"/>
                </a:lnTo>
                <a:lnTo>
                  <a:pt x="5474357" y="20856"/>
                </a:lnTo>
                <a:lnTo>
                  <a:pt x="5462734" y="20836"/>
                </a:lnTo>
                <a:moveTo>
                  <a:pt x="5486000" y="9253"/>
                </a:moveTo>
                <a:lnTo>
                  <a:pt x="5497623" y="9272"/>
                </a:lnTo>
                <a:lnTo>
                  <a:pt x="5497603" y="20895"/>
                </a:lnTo>
                <a:lnTo>
                  <a:pt x="5485980" y="20875"/>
                </a:lnTo>
                <a:moveTo>
                  <a:pt x="5509245" y="9291"/>
                </a:moveTo>
                <a:lnTo>
                  <a:pt x="5520868" y="9311"/>
                </a:lnTo>
                <a:lnTo>
                  <a:pt x="5520848" y="20934"/>
                </a:lnTo>
                <a:lnTo>
                  <a:pt x="5509226" y="20914"/>
                </a:lnTo>
                <a:moveTo>
                  <a:pt x="5532491" y="9331"/>
                </a:moveTo>
                <a:lnTo>
                  <a:pt x="5544114" y="9350"/>
                </a:lnTo>
                <a:lnTo>
                  <a:pt x="5544094" y="20973"/>
                </a:lnTo>
                <a:lnTo>
                  <a:pt x="5532471" y="20954"/>
                </a:lnTo>
                <a:moveTo>
                  <a:pt x="5555737" y="9370"/>
                </a:moveTo>
                <a:lnTo>
                  <a:pt x="5567360" y="9390"/>
                </a:lnTo>
                <a:lnTo>
                  <a:pt x="5567340" y="21013"/>
                </a:lnTo>
                <a:lnTo>
                  <a:pt x="5555717" y="20993"/>
                </a:lnTo>
                <a:moveTo>
                  <a:pt x="5578983" y="9409"/>
                </a:moveTo>
                <a:lnTo>
                  <a:pt x="5590605" y="9429"/>
                </a:lnTo>
                <a:lnTo>
                  <a:pt x="5590586" y="21052"/>
                </a:lnTo>
                <a:lnTo>
                  <a:pt x="5578963" y="21032"/>
                </a:lnTo>
                <a:moveTo>
                  <a:pt x="5602228" y="9449"/>
                </a:moveTo>
                <a:lnTo>
                  <a:pt x="5613851" y="9468"/>
                </a:lnTo>
                <a:lnTo>
                  <a:pt x="5613831" y="21091"/>
                </a:lnTo>
                <a:lnTo>
                  <a:pt x="5602208" y="21072"/>
                </a:lnTo>
                <a:moveTo>
                  <a:pt x="5625474" y="9488"/>
                </a:moveTo>
                <a:lnTo>
                  <a:pt x="5637097" y="9507"/>
                </a:lnTo>
                <a:lnTo>
                  <a:pt x="5637077" y="21130"/>
                </a:lnTo>
                <a:lnTo>
                  <a:pt x="5625454" y="21111"/>
                </a:lnTo>
                <a:moveTo>
                  <a:pt x="5648720" y="9527"/>
                </a:moveTo>
                <a:lnTo>
                  <a:pt x="5660343" y="9547"/>
                </a:lnTo>
                <a:lnTo>
                  <a:pt x="5660323" y="21170"/>
                </a:lnTo>
                <a:lnTo>
                  <a:pt x="5648700" y="21150"/>
                </a:lnTo>
                <a:moveTo>
                  <a:pt x="5671965" y="9566"/>
                </a:moveTo>
                <a:lnTo>
                  <a:pt x="5683588" y="9585"/>
                </a:lnTo>
                <a:lnTo>
                  <a:pt x="5683568" y="21208"/>
                </a:lnTo>
                <a:lnTo>
                  <a:pt x="5671946" y="21189"/>
                </a:lnTo>
                <a:moveTo>
                  <a:pt x="5695211" y="9605"/>
                </a:moveTo>
                <a:lnTo>
                  <a:pt x="5706834" y="9625"/>
                </a:lnTo>
                <a:lnTo>
                  <a:pt x="5706814" y="21248"/>
                </a:lnTo>
                <a:lnTo>
                  <a:pt x="5695191" y="21228"/>
                </a:lnTo>
                <a:moveTo>
                  <a:pt x="5718457" y="9645"/>
                </a:moveTo>
                <a:lnTo>
                  <a:pt x="5730080" y="9664"/>
                </a:lnTo>
                <a:lnTo>
                  <a:pt x="5730060" y="21287"/>
                </a:lnTo>
                <a:lnTo>
                  <a:pt x="5718437" y="21267"/>
                </a:lnTo>
                <a:moveTo>
                  <a:pt x="5741703" y="9684"/>
                </a:moveTo>
                <a:lnTo>
                  <a:pt x="5753325" y="9703"/>
                </a:lnTo>
                <a:lnTo>
                  <a:pt x="5753306" y="21326"/>
                </a:lnTo>
                <a:lnTo>
                  <a:pt x="5741683" y="21307"/>
                </a:lnTo>
                <a:moveTo>
                  <a:pt x="5764948" y="9723"/>
                </a:moveTo>
                <a:lnTo>
                  <a:pt x="5776571" y="9743"/>
                </a:lnTo>
                <a:lnTo>
                  <a:pt x="5776551" y="21366"/>
                </a:lnTo>
                <a:lnTo>
                  <a:pt x="5764928" y="21346"/>
                </a:lnTo>
                <a:moveTo>
                  <a:pt x="5788194" y="9762"/>
                </a:moveTo>
                <a:lnTo>
                  <a:pt x="5799817" y="9782"/>
                </a:lnTo>
                <a:lnTo>
                  <a:pt x="5799797" y="21405"/>
                </a:lnTo>
                <a:lnTo>
                  <a:pt x="5788174" y="21385"/>
                </a:lnTo>
                <a:moveTo>
                  <a:pt x="5811440" y="9801"/>
                </a:moveTo>
                <a:lnTo>
                  <a:pt x="5823063" y="9821"/>
                </a:lnTo>
                <a:lnTo>
                  <a:pt x="5823043" y="21444"/>
                </a:lnTo>
                <a:lnTo>
                  <a:pt x="5811420" y="21424"/>
                </a:lnTo>
                <a:moveTo>
                  <a:pt x="5834685" y="9841"/>
                </a:moveTo>
                <a:lnTo>
                  <a:pt x="5846308" y="9860"/>
                </a:lnTo>
                <a:lnTo>
                  <a:pt x="5846288" y="21483"/>
                </a:lnTo>
                <a:lnTo>
                  <a:pt x="5834666" y="21463"/>
                </a:lnTo>
                <a:moveTo>
                  <a:pt x="5857931" y="9879"/>
                </a:moveTo>
                <a:lnTo>
                  <a:pt x="5869554" y="9900"/>
                </a:lnTo>
                <a:lnTo>
                  <a:pt x="5869534" y="21522"/>
                </a:lnTo>
                <a:lnTo>
                  <a:pt x="5857911" y="21502"/>
                </a:lnTo>
                <a:moveTo>
                  <a:pt x="5881177" y="9919"/>
                </a:moveTo>
                <a:lnTo>
                  <a:pt x="5892800" y="9939"/>
                </a:lnTo>
                <a:lnTo>
                  <a:pt x="5892780" y="21561"/>
                </a:lnTo>
                <a:lnTo>
                  <a:pt x="5881157" y="21542"/>
                </a:lnTo>
                <a:moveTo>
                  <a:pt x="5904423" y="9958"/>
                </a:moveTo>
                <a:lnTo>
                  <a:pt x="5916045" y="9978"/>
                </a:lnTo>
                <a:lnTo>
                  <a:pt x="5916026" y="21601"/>
                </a:lnTo>
                <a:lnTo>
                  <a:pt x="5904403" y="21581"/>
                </a:lnTo>
                <a:moveTo>
                  <a:pt x="5927668" y="9997"/>
                </a:moveTo>
                <a:lnTo>
                  <a:pt x="5939291" y="10017"/>
                </a:lnTo>
                <a:lnTo>
                  <a:pt x="5939271" y="21640"/>
                </a:lnTo>
                <a:lnTo>
                  <a:pt x="5927648" y="21620"/>
                </a:lnTo>
                <a:moveTo>
                  <a:pt x="5950914" y="10036"/>
                </a:moveTo>
                <a:lnTo>
                  <a:pt x="5962537" y="10056"/>
                </a:lnTo>
                <a:lnTo>
                  <a:pt x="5962517" y="21679"/>
                </a:lnTo>
                <a:lnTo>
                  <a:pt x="5950894" y="21659"/>
                </a:lnTo>
                <a:moveTo>
                  <a:pt x="5974160" y="10076"/>
                </a:moveTo>
                <a:lnTo>
                  <a:pt x="5985783" y="10095"/>
                </a:lnTo>
                <a:lnTo>
                  <a:pt x="5985763" y="21718"/>
                </a:lnTo>
                <a:lnTo>
                  <a:pt x="5974140" y="21699"/>
                </a:lnTo>
                <a:moveTo>
                  <a:pt x="5997405" y="10115"/>
                </a:moveTo>
                <a:lnTo>
                  <a:pt x="6009028" y="10135"/>
                </a:lnTo>
                <a:lnTo>
                  <a:pt x="6009008" y="21758"/>
                </a:lnTo>
                <a:lnTo>
                  <a:pt x="5997386" y="21738"/>
                </a:lnTo>
                <a:moveTo>
                  <a:pt x="6020651" y="10154"/>
                </a:moveTo>
                <a:lnTo>
                  <a:pt x="6032274" y="10173"/>
                </a:lnTo>
                <a:lnTo>
                  <a:pt x="6032254" y="21796"/>
                </a:lnTo>
                <a:lnTo>
                  <a:pt x="6020631" y="21777"/>
                </a:lnTo>
                <a:moveTo>
                  <a:pt x="6043897" y="10194"/>
                </a:moveTo>
                <a:lnTo>
                  <a:pt x="6055520" y="10213"/>
                </a:lnTo>
                <a:lnTo>
                  <a:pt x="6055500" y="21836"/>
                </a:lnTo>
                <a:lnTo>
                  <a:pt x="6043877" y="21816"/>
                </a:lnTo>
                <a:moveTo>
                  <a:pt x="6067143" y="10233"/>
                </a:moveTo>
                <a:lnTo>
                  <a:pt x="6078765" y="10252"/>
                </a:lnTo>
                <a:lnTo>
                  <a:pt x="6078746" y="21875"/>
                </a:lnTo>
                <a:lnTo>
                  <a:pt x="6067123" y="21856"/>
                </a:lnTo>
                <a:moveTo>
                  <a:pt x="6090388" y="10272"/>
                </a:moveTo>
                <a:lnTo>
                  <a:pt x="6102011" y="10291"/>
                </a:lnTo>
                <a:lnTo>
                  <a:pt x="6101991" y="21914"/>
                </a:lnTo>
                <a:lnTo>
                  <a:pt x="6090368" y="21895"/>
                </a:lnTo>
                <a:moveTo>
                  <a:pt x="6113634" y="10311"/>
                </a:moveTo>
                <a:lnTo>
                  <a:pt x="6125257" y="10330"/>
                </a:lnTo>
                <a:lnTo>
                  <a:pt x="6125237" y="21953"/>
                </a:lnTo>
                <a:lnTo>
                  <a:pt x="6113614" y="21934"/>
                </a:lnTo>
                <a:moveTo>
                  <a:pt x="6136880" y="10350"/>
                </a:moveTo>
                <a:lnTo>
                  <a:pt x="6148503" y="10370"/>
                </a:lnTo>
                <a:lnTo>
                  <a:pt x="6148483" y="21993"/>
                </a:lnTo>
                <a:lnTo>
                  <a:pt x="6136860" y="21973"/>
                </a:lnTo>
                <a:moveTo>
                  <a:pt x="6160125" y="10389"/>
                </a:moveTo>
                <a:lnTo>
                  <a:pt x="6171748" y="10409"/>
                </a:lnTo>
                <a:lnTo>
                  <a:pt x="6171728" y="22032"/>
                </a:lnTo>
                <a:lnTo>
                  <a:pt x="6160106" y="22012"/>
                </a:lnTo>
                <a:moveTo>
                  <a:pt x="6183371" y="10429"/>
                </a:moveTo>
                <a:lnTo>
                  <a:pt x="6194994" y="10448"/>
                </a:lnTo>
                <a:lnTo>
                  <a:pt x="6194974" y="22071"/>
                </a:lnTo>
                <a:lnTo>
                  <a:pt x="6183351" y="22052"/>
                </a:lnTo>
                <a:moveTo>
                  <a:pt x="6206615" y="10468"/>
                </a:moveTo>
                <a:lnTo>
                  <a:pt x="6218238" y="10488"/>
                </a:lnTo>
                <a:lnTo>
                  <a:pt x="6218218" y="22111"/>
                </a:lnTo>
                <a:lnTo>
                  <a:pt x="6206595" y="22090"/>
                </a:lnTo>
                <a:moveTo>
                  <a:pt x="6229861" y="10507"/>
                </a:moveTo>
                <a:lnTo>
                  <a:pt x="6241483" y="10527"/>
                </a:lnTo>
                <a:lnTo>
                  <a:pt x="6241464" y="22150"/>
                </a:lnTo>
                <a:lnTo>
                  <a:pt x="6229841" y="22130"/>
                </a:lnTo>
                <a:moveTo>
                  <a:pt x="6253106" y="10546"/>
                </a:moveTo>
                <a:lnTo>
                  <a:pt x="6264729" y="10566"/>
                </a:lnTo>
                <a:lnTo>
                  <a:pt x="6264709" y="22189"/>
                </a:lnTo>
                <a:lnTo>
                  <a:pt x="6253087" y="22169"/>
                </a:lnTo>
                <a:moveTo>
                  <a:pt x="6276352" y="10586"/>
                </a:moveTo>
                <a:lnTo>
                  <a:pt x="6287975" y="10605"/>
                </a:lnTo>
                <a:lnTo>
                  <a:pt x="6287955" y="22228"/>
                </a:lnTo>
                <a:lnTo>
                  <a:pt x="6276332" y="22208"/>
                </a:lnTo>
                <a:moveTo>
                  <a:pt x="6299598" y="10624"/>
                </a:moveTo>
                <a:lnTo>
                  <a:pt x="6311221" y="10644"/>
                </a:lnTo>
                <a:lnTo>
                  <a:pt x="6311201" y="22267"/>
                </a:lnTo>
                <a:lnTo>
                  <a:pt x="6299578" y="22247"/>
                </a:lnTo>
                <a:moveTo>
                  <a:pt x="6322843" y="10664"/>
                </a:moveTo>
                <a:lnTo>
                  <a:pt x="6334466" y="10683"/>
                </a:lnTo>
                <a:lnTo>
                  <a:pt x="6334447" y="22306"/>
                </a:lnTo>
                <a:lnTo>
                  <a:pt x="6322824" y="22287"/>
                </a:lnTo>
                <a:moveTo>
                  <a:pt x="6346089" y="10703"/>
                </a:moveTo>
                <a:lnTo>
                  <a:pt x="6357712" y="10723"/>
                </a:lnTo>
                <a:lnTo>
                  <a:pt x="6357692" y="22346"/>
                </a:lnTo>
                <a:lnTo>
                  <a:pt x="6346069" y="22326"/>
                </a:lnTo>
                <a:moveTo>
                  <a:pt x="6369335" y="10742"/>
                </a:moveTo>
                <a:lnTo>
                  <a:pt x="6380958" y="10762"/>
                </a:lnTo>
                <a:lnTo>
                  <a:pt x="6380938" y="22384"/>
                </a:lnTo>
                <a:lnTo>
                  <a:pt x="6369315" y="22365"/>
                </a:lnTo>
                <a:moveTo>
                  <a:pt x="6392581" y="10782"/>
                </a:moveTo>
                <a:lnTo>
                  <a:pt x="6404203" y="10801"/>
                </a:lnTo>
                <a:lnTo>
                  <a:pt x="6404184" y="22424"/>
                </a:lnTo>
                <a:lnTo>
                  <a:pt x="6392561" y="22405"/>
                </a:lnTo>
                <a:moveTo>
                  <a:pt x="6415826" y="10821"/>
                </a:moveTo>
                <a:lnTo>
                  <a:pt x="6427449" y="10840"/>
                </a:lnTo>
                <a:lnTo>
                  <a:pt x="6427429" y="22463"/>
                </a:lnTo>
                <a:lnTo>
                  <a:pt x="6415806" y="22444"/>
                </a:lnTo>
                <a:moveTo>
                  <a:pt x="6439072" y="10860"/>
                </a:moveTo>
                <a:lnTo>
                  <a:pt x="6450695" y="10880"/>
                </a:lnTo>
                <a:lnTo>
                  <a:pt x="6450675" y="22502"/>
                </a:lnTo>
                <a:lnTo>
                  <a:pt x="6439052" y="22483"/>
                </a:lnTo>
                <a:moveTo>
                  <a:pt x="6462318" y="10899"/>
                </a:moveTo>
                <a:lnTo>
                  <a:pt x="6473941" y="10919"/>
                </a:lnTo>
                <a:lnTo>
                  <a:pt x="6473921" y="22541"/>
                </a:lnTo>
                <a:lnTo>
                  <a:pt x="6462298" y="22522"/>
                </a:lnTo>
                <a:moveTo>
                  <a:pt x="6485563" y="10938"/>
                </a:moveTo>
                <a:lnTo>
                  <a:pt x="6497186" y="10958"/>
                </a:lnTo>
                <a:lnTo>
                  <a:pt x="6497166" y="22581"/>
                </a:lnTo>
                <a:lnTo>
                  <a:pt x="6485544" y="22561"/>
                </a:lnTo>
                <a:moveTo>
                  <a:pt x="6508809" y="10977"/>
                </a:moveTo>
                <a:lnTo>
                  <a:pt x="6520432" y="10997"/>
                </a:lnTo>
                <a:lnTo>
                  <a:pt x="6520412" y="22620"/>
                </a:lnTo>
                <a:lnTo>
                  <a:pt x="6508789" y="22600"/>
                </a:lnTo>
                <a:moveTo>
                  <a:pt x="6532055" y="11017"/>
                </a:moveTo>
                <a:lnTo>
                  <a:pt x="6543678" y="11036"/>
                </a:lnTo>
                <a:lnTo>
                  <a:pt x="6543658" y="22659"/>
                </a:lnTo>
                <a:lnTo>
                  <a:pt x="6532035" y="22640"/>
                </a:lnTo>
                <a:moveTo>
                  <a:pt x="6555301" y="11056"/>
                </a:moveTo>
                <a:lnTo>
                  <a:pt x="6566923" y="11076"/>
                </a:lnTo>
                <a:lnTo>
                  <a:pt x="6566904" y="22699"/>
                </a:lnTo>
                <a:lnTo>
                  <a:pt x="6555281" y="22679"/>
                </a:lnTo>
                <a:moveTo>
                  <a:pt x="6578546" y="11095"/>
                </a:moveTo>
                <a:lnTo>
                  <a:pt x="6590169" y="11115"/>
                </a:lnTo>
                <a:lnTo>
                  <a:pt x="6590149" y="22738"/>
                </a:lnTo>
                <a:lnTo>
                  <a:pt x="6578526" y="22718"/>
                </a:lnTo>
                <a:moveTo>
                  <a:pt x="6601792" y="11134"/>
                </a:moveTo>
                <a:lnTo>
                  <a:pt x="6613415" y="11154"/>
                </a:lnTo>
                <a:lnTo>
                  <a:pt x="6613395" y="22777"/>
                </a:lnTo>
                <a:lnTo>
                  <a:pt x="6601772" y="22757"/>
                </a:lnTo>
                <a:moveTo>
                  <a:pt x="6625038" y="11174"/>
                </a:moveTo>
                <a:lnTo>
                  <a:pt x="6636661" y="11193"/>
                </a:lnTo>
                <a:lnTo>
                  <a:pt x="6636641" y="22816"/>
                </a:lnTo>
                <a:lnTo>
                  <a:pt x="6625018" y="22796"/>
                </a:lnTo>
                <a:moveTo>
                  <a:pt x="6648283" y="11213"/>
                </a:moveTo>
                <a:lnTo>
                  <a:pt x="6659906" y="11232"/>
                </a:lnTo>
                <a:lnTo>
                  <a:pt x="6659886" y="22855"/>
                </a:lnTo>
                <a:lnTo>
                  <a:pt x="6648264" y="22835"/>
                </a:lnTo>
                <a:moveTo>
                  <a:pt x="6671529" y="11252"/>
                </a:moveTo>
                <a:lnTo>
                  <a:pt x="6683152" y="11271"/>
                </a:lnTo>
                <a:lnTo>
                  <a:pt x="6683132" y="22894"/>
                </a:lnTo>
                <a:lnTo>
                  <a:pt x="6671509" y="22875"/>
                </a:lnTo>
                <a:moveTo>
                  <a:pt x="6694775" y="11291"/>
                </a:moveTo>
                <a:lnTo>
                  <a:pt x="6706398" y="11311"/>
                </a:lnTo>
                <a:lnTo>
                  <a:pt x="6706378" y="22934"/>
                </a:lnTo>
                <a:lnTo>
                  <a:pt x="6694755" y="22914"/>
                </a:lnTo>
                <a:moveTo>
                  <a:pt x="6718020" y="11330"/>
                </a:moveTo>
                <a:lnTo>
                  <a:pt x="6729643" y="11350"/>
                </a:lnTo>
                <a:lnTo>
                  <a:pt x="6729624" y="22973"/>
                </a:lnTo>
                <a:lnTo>
                  <a:pt x="6718001" y="22953"/>
                </a:lnTo>
                <a:moveTo>
                  <a:pt x="6741266" y="11369"/>
                </a:moveTo>
                <a:lnTo>
                  <a:pt x="6752889" y="11389"/>
                </a:lnTo>
                <a:lnTo>
                  <a:pt x="6752869" y="23012"/>
                </a:lnTo>
                <a:lnTo>
                  <a:pt x="6741246" y="22992"/>
                </a:lnTo>
                <a:moveTo>
                  <a:pt x="6764512" y="11409"/>
                </a:moveTo>
                <a:lnTo>
                  <a:pt x="6776135" y="11428"/>
                </a:lnTo>
                <a:lnTo>
                  <a:pt x="6776115" y="23051"/>
                </a:lnTo>
                <a:lnTo>
                  <a:pt x="6764492" y="23032"/>
                </a:lnTo>
                <a:moveTo>
                  <a:pt x="6787758" y="11448"/>
                </a:moveTo>
                <a:lnTo>
                  <a:pt x="6799380" y="11468"/>
                </a:lnTo>
                <a:lnTo>
                  <a:pt x="6799361" y="23091"/>
                </a:lnTo>
                <a:lnTo>
                  <a:pt x="6787738" y="23071"/>
                </a:lnTo>
                <a:moveTo>
                  <a:pt x="6811003" y="11487"/>
                </a:moveTo>
                <a:lnTo>
                  <a:pt x="6822626" y="11507"/>
                </a:lnTo>
                <a:lnTo>
                  <a:pt x="6822606" y="23129"/>
                </a:lnTo>
                <a:lnTo>
                  <a:pt x="6810984" y="23110"/>
                </a:lnTo>
                <a:moveTo>
                  <a:pt x="6834249" y="11526"/>
                </a:moveTo>
                <a:lnTo>
                  <a:pt x="6845872" y="11546"/>
                </a:lnTo>
                <a:lnTo>
                  <a:pt x="6845852" y="23169"/>
                </a:lnTo>
                <a:lnTo>
                  <a:pt x="6834229" y="23149"/>
                </a:lnTo>
                <a:moveTo>
                  <a:pt x="6857495" y="11566"/>
                </a:moveTo>
                <a:lnTo>
                  <a:pt x="6869118" y="11585"/>
                </a:lnTo>
                <a:lnTo>
                  <a:pt x="6869098" y="23208"/>
                </a:lnTo>
                <a:lnTo>
                  <a:pt x="6857475" y="23188"/>
                </a:lnTo>
                <a:moveTo>
                  <a:pt x="6880740" y="11605"/>
                </a:moveTo>
                <a:lnTo>
                  <a:pt x="6892363" y="11624"/>
                </a:lnTo>
                <a:lnTo>
                  <a:pt x="6892344" y="23247"/>
                </a:lnTo>
                <a:lnTo>
                  <a:pt x="6880721" y="23228"/>
                </a:lnTo>
                <a:moveTo>
                  <a:pt x="6903986" y="11644"/>
                </a:moveTo>
                <a:lnTo>
                  <a:pt x="6915609" y="11663"/>
                </a:lnTo>
                <a:lnTo>
                  <a:pt x="6915589" y="23286"/>
                </a:lnTo>
                <a:lnTo>
                  <a:pt x="6903966" y="23267"/>
                </a:lnTo>
                <a:moveTo>
                  <a:pt x="6927232" y="11683"/>
                </a:moveTo>
                <a:lnTo>
                  <a:pt x="6938855" y="11703"/>
                </a:lnTo>
                <a:lnTo>
                  <a:pt x="6938835" y="23326"/>
                </a:lnTo>
                <a:lnTo>
                  <a:pt x="6927212" y="23306"/>
                </a:lnTo>
                <a:moveTo>
                  <a:pt x="6950478" y="11722"/>
                </a:moveTo>
                <a:lnTo>
                  <a:pt x="6962100" y="11742"/>
                </a:lnTo>
                <a:lnTo>
                  <a:pt x="6962081" y="23365"/>
                </a:lnTo>
                <a:lnTo>
                  <a:pt x="6950458" y="23345"/>
                </a:lnTo>
                <a:moveTo>
                  <a:pt x="6973723" y="11762"/>
                </a:moveTo>
                <a:lnTo>
                  <a:pt x="6985346" y="11781"/>
                </a:lnTo>
                <a:lnTo>
                  <a:pt x="6985326" y="23404"/>
                </a:lnTo>
                <a:lnTo>
                  <a:pt x="6973704" y="23385"/>
                </a:lnTo>
                <a:moveTo>
                  <a:pt x="6996969" y="11801"/>
                </a:moveTo>
                <a:lnTo>
                  <a:pt x="7008592" y="11820"/>
                </a:lnTo>
                <a:lnTo>
                  <a:pt x="7008572" y="23443"/>
                </a:lnTo>
                <a:lnTo>
                  <a:pt x="6996949" y="23424"/>
                </a:lnTo>
                <a:moveTo>
                  <a:pt x="7020215" y="11840"/>
                </a:moveTo>
                <a:lnTo>
                  <a:pt x="7031838" y="11860"/>
                </a:lnTo>
                <a:lnTo>
                  <a:pt x="7031818" y="23482"/>
                </a:lnTo>
                <a:lnTo>
                  <a:pt x="7020195" y="23463"/>
                </a:lnTo>
                <a:moveTo>
                  <a:pt x="7043460" y="11879"/>
                </a:moveTo>
                <a:lnTo>
                  <a:pt x="7055083" y="11899"/>
                </a:lnTo>
                <a:lnTo>
                  <a:pt x="7055064" y="23522"/>
                </a:lnTo>
                <a:lnTo>
                  <a:pt x="7043441" y="23502"/>
                </a:lnTo>
                <a:moveTo>
                  <a:pt x="7066706" y="11919"/>
                </a:moveTo>
                <a:lnTo>
                  <a:pt x="7078329" y="11938"/>
                </a:lnTo>
                <a:lnTo>
                  <a:pt x="7078309" y="23561"/>
                </a:lnTo>
                <a:lnTo>
                  <a:pt x="7066686" y="23541"/>
                </a:lnTo>
                <a:moveTo>
                  <a:pt x="7089952" y="11957"/>
                </a:moveTo>
                <a:lnTo>
                  <a:pt x="7101575" y="11977"/>
                </a:lnTo>
                <a:lnTo>
                  <a:pt x="7101555" y="23600"/>
                </a:lnTo>
                <a:lnTo>
                  <a:pt x="7089932" y="23580"/>
                </a:lnTo>
                <a:moveTo>
                  <a:pt x="7113198" y="11997"/>
                </a:moveTo>
                <a:lnTo>
                  <a:pt x="7124820" y="12016"/>
                </a:lnTo>
                <a:lnTo>
                  <a:pt x="7124801" y="23639"/>
                </a:lnTo>
                <a:lnTo>
                  <a:pt x="7113178" y="23620"/>
                </a:lnTo>
                <a:moveTo>
                  <a:pt x="7136443" y="12036"/>
                </a:moveTo>
                <a:lnTo>
                  <a:pt x="7148066" y="12056"/>
                </a:lnTo>
                <a:lnTo>
                  <a:pt x="7148046" y="23679"/>
                </a:lnTo>
                <a:lnTo>
                  <a:pt x="7136424" y="23659"/>
                </a:lnTo>
                <a:moveTo>
                  <a:pt x="7159689" y="12075"/>
                </a:moveTo>
                <a:lnTo>
                  <a:pt x="7171312" y="12095"/>
                </a:lnTo>
                <a:lnTo>
                  <a:pt x="7171292" y="23718"/>
                </a:lnTo>
                <a:lnTo>
                  <a:pt x="7159669" y="23698"/>
                </a:lnTo>
                <a:moveTo>
                  <a:pt x="7182935" y="12115"/>
                </a:moveTo>
                <a:lnTo>
                  <a:pt x="7194556" y="12134"/>
                </a:lnTo>
                <a:lnTo>
                  <a:pt x="7194537" y="23757"/>
                </a:lnTo>
                <a:lnTo>
                  <a:pt x="7182915" y="23737"/>
                </a:lnTo>
                <a:moveTo>
                  <a:pt x="7206179" y="12154"/>
                </a:moveTo>
                <a:lnTo>
                  <a:pt x="7217802" y="12173"/>
                </a:lnTo>
                <a:lnTo>
                  <a:pt x="7217782" y="23796"/>
                </a:lnTo>
                <a:lnTo>
                  <a:pt x="7206160" y="23777"/>
                </a:lnTo>
                <a:moveTo>
                  <a:pt x="7229425" y="12193"/>
                </a:moveTo>
                <a:lnTo>
                  <a:pt x="7241048" y="12213"/>
                </a:lnTo>
                <a:lnTo>
                  <a:pt x="7241028" y="23835"/>
                </a:lnTo>
                <a:lnTo>
                  <a:pt x="7229405" y="23816"/>
                </a:lnTo>
                <a:moveTo>
                  <a:pt x="7252671" y="12232"/>
                </a:moveTo>
                <a:lnTo>
                  <a:pt x="7264294" y="12252"/>
                </a:lnTo>
                <a:lnTo>
                  <a:pt x="7264274" y="23874"/>
                </a:lnTo>
                <a:lnTo>
                  <a:pt x="7252651" y="23855"/>
                </a:lnTo>
                <a:moveTo>
                  <a:pt x="7275916" y="12271"/>
                </a:moveTo>
                <a:lnTo>
                  <a:pt x="7287539" y="12291"/>
                </a:lnTo>
                <a:lnTo>
                  <a:pt x="7287519" y="23914"/>
                </a:lnTo>
                <a:lnTo>
                  <a:pt x="7275897" y="23894"/>
                </a:lnTo>
                <a:moveTo>
                  <a:pt x="7299162" y="12310"/>
                </a:moveTo>
                <a:lnTo>
                  <a:pt x="7310785" y="12330"/>
                </a:lnTo>
                <a:lnTo>
                  <a:pt x="7310765" y="23953"/>
                </a:lnTo>
                <a:lnTo>
                  <a:pt x="7299142" y="23933"/>
                </a:lnTo>
                <a:moveTo>
                  <a:pt x="7322408" y="12350"/>
                </a:moveTo>
                <a:lnTo>
                  <a:pt x="7334031" y="12369"/>
                </a:lnTo>
                <a:lnTo>
                  <a:pt x="7334011" y="23992"/>
                </a:lnTo>
                <a:lnTo>
                  <a:pt x="7322388" y="23973"/>
                </a:lnTo>
                <a:moveTo>
                  <a:pt x="7345654" y="12389"/>
                </a:moveTo>
                <a:lnTo>
                  <a:pt x="7357276" y="12409"/>
                </a:lnTo>
                <a:lnTo>
                  <a:pt x="7357257" y="24031"/>
                </a:lnTo>
                <a:lnTo>
                  <a:pt x="7345634" y="24012"/>
                </a:lnTo>
                <a:moveTo>
                  <a:pt x="7368899" y="12428"/>
                </a:moveTo>
                <a:lnTo>
                  <a:pt x="7380522" y="12448"/>
                </a:lnTo>
                <a:lnTo>
                  <a:pt x="7380502" y="24071"/>
                </a:lnTo>
                <a:lnTo>
                  <a:pt x="7368879" y="24051"/>
                </a:lnTo>
                <a:moveTo>
                  <a:pt x="7392145" y="12467"/>
                </a:moveTo>
                <a:lnTo>
                  <a:pt x="7403768" y="12487"/>
                </a:lnTo>
                <a:lnTo>
                  <a:pt x="7403748" y="24110"/>
                </a:lnTo>
                <a:lnTo>
                  <a:pt x="7392125" y="24090"/>
                </a:lnTo>
                <a:moveTo>
                  <a:pt x="7415391" y="12507"/>
                </a:moveTo>
                <a:lnTo>
                  <a:pt x="7427014" y="12526"/>
                </a:lnTo>
                <a:lnTo>
                  <a:pt x="7426994" y="24149"/>
                </a:lnTo>
                <a:lnTo>
                  <a:pt x="7415371" y="24129"/>
                </a:lnTo>
                <a:moveTo>
                  <a:pt x="7438636" y="12546"/>
                </a:moveTo>
                <a:lnTo>
                  <a:pt x="7450259" y="12565"/>
                </a:lnTo>
                <a:lnTo>
                  <a:pt x="7450239" y="24188"/>
                </a:lnTo>
                <a:lnTo>
                  <a:pt x="7438617" y="24168"/>
                </a:lnTo>
                <a:moveTo>
                  <a:pt x="7461882" y="12585"/>
                </a:moveTo>
                <a:lnTo>
                  <a:pt x="7473505" y="12605"/>
                </a:lnTo>
                <a:lnTo>
                  <a:pt x="7473485" y="24227"/>
                </a:lnTo>
                <a:lnTo>
                  <a:pt x="7461862" y="24208"/>
                </a:lnTo>
                <a:moveTo>
                  <a:pt x="7485128" y="12624"/>
                </a:moveTo>
                <a:lnTo>
                  <a:pt x="7496751" y="12644"/>
                </a:lnTo>
                <a:lnTo>
                  <a:pt x="7496731" y="24267"/>
                </a:lnTo>
                <a:lnTo>
                  <a:pt x="7485108" y="24247"/>
                </a:lnTo>
                <a:moveTo>
                  <a:pt x="7508374" y="12663"/>
                </a:moveTo>
                <a:lnTo>
                  <a:pt x="7519996" y="12683"/>
                </a:lnTo>
                <a:lnTo>
                  <a:pt x="7519977" y="24306"/>
                </a:lnTo>
                <a:lnTo>
                  <a:pt x="7508354" y="24286"/>
                </a:lnTo>
                <a:moveTo>
                  <a:pt x="7531619" y="12702"/>
                </a:moveTo>
                <a:lnTo>
                  <a:pt x="7543242" y="12722"/>
                </a:lnTo>
                <a:lnTo>
                  <a:pt x="7543222" y="24345"/>
                </a:lnTo>
                <a:lnTo>
                  <a:pt x="7531599" y="24325"/>
                </a:lnTo>
                <a:moveTo>
                  <a:pt x="7554865" y="12742"/>
                </a:moveTo>
                <a:lnTo>
                  <a:pt x="7566488" y="12761"/>
                </a:lnTo>
                <a:lnTo>
                  <a:pt x="7566468" y="24384"/>
                </a:lnTo>
                <a:lnTo>
                  <a:pt x="7554845" y="24365"/>
                </a:lnTo>
                <a:moveTo>
                  <a:pt x="7578111" y="12781"/>
                </a:moveTo>
                <a:lnTo>
                  <a:pt x="7589733" y="12801"/>
                </a:lnTo>
                <a:lnTo>
                  <a:pt x="7589714" y="24423"/>
                </a:lnTo>
                <a:lnTo>
                  <a:pt x="7578091" y="24404"/>
                </a:lnTo>
                <a:moveTo>
                  <a:pt x="7601356" y="12820"/>
                </a:moveTo>
                <a:lnTo>
                  <a:pt x="7612979" y="12840"/>
                </a:lnTo>
                <a:lnTo>
                  <a:pt x="7612959" y="24463"/>
                </a:lnTo>
                <a:lnTo>
                  <a:pt x="7601337" y="24443"/>
                </a:lnTo>
                <a:moveTo>
                  <a:pt x="7624602" y="12860"/>
                </a:moveTo>
                <a:lnTo>
                  <a:pt x="7636225" y="12879"/>
                </a:lnTo>
                <a:lnTo>
                  <a:pt x="7636205" y="24502"/>
                </a:lnTo>
                <a:lnTo>
                  <a:pt x="7624582" y="24482"/>
                </a:lnTo>
                <a:moveTo>
                  <a:pt x="7647848" y="12899"/>
                </a:moveTo>
                <a:lnTo>
                  <a:pt x="7659471" y="12918"/>
                </a:lnTo>
                <a:lnTo>
                  <a:pt x="7659451" y="24541"/>
                </a:lnTo>
                <a:lnTo>
                  <a:pt x="7647828" y="24521"/>
                </a:lnTo>
                <a:moveTo>
                  <a:pt x="7671093" y="12938"/>
                </a:moveTo>
                <a:lnTo>
                  <a:pt x="7682716" y="12957"/>
                </a:lnTo>
                <a:lnTo>
                  <a:pt x="7682697" y="24580"/>
                </a:lnTo>
                <a:lnTo>
                  <a:pt x="7671074" y="24561"/>
                </a:lnTo>
                <a:moveTo>
                  <a:pt x="7694339" y="12977"/>
                </a:moveTo>
                <a:lnTo>
                  <a:pt x="7705962" y="12996"/>
                </a:lnTo>
                <a:lnTo>
                  <a:pt x="7705942" y="24619"/>
                </a:lnTo>
                <a:lnTo>
                  <a:pt x="7694319" y="24600"/>
                </a:lnTo>
                <a:moveTo>
                  <a:pt x="7717585" y="13016"/>
                </a:moveTo>
                <a:lnTo>
                  <a:pt x="7729208" y="13036"/>
                </a:lnTo>
                <a:lnTo>
                  <a:pt x="7729188" y="24659"/>
                </a:lnTo>
                <a:lnTo>
                  <a:pt x="7717565" y="24639"/>
                </a:lnTo>
                <a:moveTo>
                  <a:pt x="7740831" y="13055"/>
                </a:moveTo>
                <a:lnTo>
                  <a:pt x="7752453" y="13075"/>
                </a:lnTo>
                <a:lnTo>
                  <a:pt x="7752434" y="24698"/>
                </a:lnTo>
                <a:lnTo>
                  <a:pt x="7740811" y="24678"/>
                </a:lnTo>
                <a:moveTo>
                  <a:pt x="7764076" y="13095"/>
                </a:moveTo>
                <a:lnTo>
                  <a:pt x="7775699" y="13114"/>
                </a:lnTo>
                <a:lnTo>
                  <a:pt x="7775679" y="24737"/>
                </a:lnTo>
                <a:lnTo>
                  <a:pt x="7764057" y="24718"/>
                </a:lnTo>
                <a:moveTo>
                  <a:pt x="7787322" y="13134"/>
                </a:moveTo>
                <a:lnTo>
                  <a:pt x="7798945" y="13154"/>
                </a:lnTo>
                <a:lnTo>
                  <a:pt x="7798925" y="24776"/>
                </a:lnTo>
                <a:lnTo>
                  <a:pt x="7787302" y="24757"/>
                </a:lnTo>
                <a:moveTo>
                  <a:pt x="7810568" y="13173"/>
                </a:moveTo>
                <a:lnTo>
                  <a:pt x="7822191" y="13193"/>
                </a:lnTo>
                <a:lnTo>
                  <a:pt x="7822171" y="24815"/>
                </a:lnTo>
                <a:lnTo>
                  <a:pt x="7810548" y="24796"/>
                </a:lnTo>
                <a:moveTo>
                  <a:pt x="7833813" y="13212"/>
                </a:moveTo>
                <a:lnTo>
                  <a:pt x="7845436" y="13232"/>
                </a:lnTo>
                <a:lnTo>
                  <a:pt x="7845417" y="24855"/>
                </a:lnTo>
                <a:lnTo>
                  <a:pt x="7833794" y="24835"/>
                </a:lnTo>
                <a:moveTo>
                  <a:pt x="7857059" y="13251"/>
                </a:moveTo>
                <a:lnTo>
                  <a:pt x="7868682" y="13271"/>
                </a:lnTo>
                <a:lnTo>
                  <a:pt x="7868662" y="24894"/>
                </a:lnTo>
                <a:lnTo>
                  <a:pt x="7857039" y="24874"/>
                </a:lnTo>
                <a:moveTo>
                  <a:pt x="7880305" y="13291"/>
                </a:moveTo>
                <a:lnTo>
                  <a:pt x="7891928" y="13310"/>
                </a:lnTo>
                <a:lnTo>
                  <a:pt x="7891908" y="24933"/>
                </a:lnTo>
                <a:lnTo>
                  <a:pt x="7880285" y="24913"/>
                </a:lnTo>
                <a:moveTo>
                  <a:pt x="7903551" y="13330"/>
                </a:moveTo>
                <a:lnTo>
                  <a:pt x="7915173" y="13349"/>
                </a:lnTo>
                <a:lnTo>
                  <a:pt x="7915154" y="24972"/>
                </a:lnTo>
                <a:lnTo>
                  <a:pt x="7903531" y="24953"/>
                </a:lnTo>
                <a:moveTo>
                  <a:pt x="7926796" y="13369"/>
                </a:moveTo>
                <a:lnTo>
                  <a:pt x="7938419" y="13389"/>
                </a:lnTo>
                <a:lnTo>
                  <a:pt x="7938399" y="25012"/>
                </a:lnTo>
                <a:lnTo>
                  <a:pt x="7926777" y="24991"/>
                </a:lnTo>
                <a:moveTo>
                  <a:pt x="7950042" y="13408"/>
                </a:moveTo>
                <a:lnTo>
                  <a:pt x="7961665" y="13428"/>
                </a:lnTo>
                <a:lnTo>
                  <a:pt x="7961645" y="25051"/>
                </a:lnTo>
                <a:lnTo>
                  <a:pt x="7950022" y="25031"/>
                </a:lnTo>
                <a:moveTo>
                  <a:pt x="7973288" y="13448"/>
                </a:moveTo>
                <a:lnTo>
                  <a:pt x="7984911" y="13467"/>
                </a:lnTo>
                <a:lnTo>
                  <a:pt x="7984891" y="25090"/>
                </a:lnTo>
                <a:lnTo>
                  <a:pt x="7973268" y="25070"/>
                </a:lnTo>
                <a:moveTo>
                  <a:pt x="7996533" y="13487"/>
                </a:moveTo>
                <a:lnTo>
                  <a:pt x="8008156" y="13506"/>
                </a:lnTo>
                <a:lnTo>
                  <a:pt x="8008137" y="25129"/>
                </a:lnTo>
                <a:lnTo>
                  <a:pt x="7996514" y="25109"/>
                </a:lnTo>
                <a:moveTo>
                  <a:pt x="8019779" y="13526"/>
                </a:moveTo>
                <a:lnTo>
                  <a:pt x="8031402" y="13545"/>
                </a:lnTo>
                <a:lnTo>
                  <a:pt x="8031382" y="25168"/>
                </a:lnTo>
                <a:lnTo>
                  <a:pt x="8019759" y="25149"/>
                </a:lnTo>
                <a:moveTo>
                  <a:pt x="8043025" y="13565"/>
                </a:moveTo>
                <a:lnTo>
                  <a:pt x="8054648" y="13585"/>
                </a:lnTo>
                <a:lnTo>
                  <a:pt x="8054628" y="25207"/>
                </a:lnTo>
                <a:lnTo>
                  <a:pt x="8043005" y="25188"/>
                </a:lnTo>
                <a:moveTo>
                  <a:pt x="8066271" y="13604"/>
                </a:moveTo>
                <a:lnTo>
                  <a:pt x="8077893" y="13624"/>
                </a:lnTo>
                <a:lnTo>
                  <a:pt x="8077874" y="25247"/>
                </a:lnTo>
                <a:lnTo>
                  <a:pt x="8066251" y="25227"/>
                </a:lnTo>
                <a:moveTo>
                  <a:pt x="8089516" y="13643"/>
                </a:moveTo>
                <a:lnTo>
                  <a:pt x="8101139" y="13663"/>
                </a:lnTo>
                <a:lnTo>
                  <a:pt x="8101119" y="25286"/>
                </a:lnTo>
                <a:lnTo>
                  <a:pt x="8089497" y="25266"/>
                </a:lnTo>
                <a:moveTo>
                  <a:pt x="8112762" y="13683"/>
                </a:moveTo>
                <a:lnTo>
                  <a:pt x="8124385" y="13702"/>
                </a:lnTo>
                <a:lnTo>
                  <a:pt x="8124365" y="25325"/>
                </a:lnTo>
                <a:lnTo>
                  <a:pt x="8112742" y="25306"/>
                </a:lnTo>
                <a:moveTo>
                  <a:pt x="8136008" y="13722"/>
                </a:moveTo>
                <a:lnTo>
                  <a:pt x="8147631" y="13742"/>
                </a:lnTo>
                <a:lnTo>
                  <a:pt x="8147611" y="25365"/>
                </a:lnTo>
                <a:lnTo>
                  <a:pt x="8135988" y="25345"/>
                </a:lnTo>
                <a:moveTo>
                  <a:pt x="8159253" y="13761"/>
                </a:moveTo>
                <a:lnTo>
                  <a:pt x="8170876" y="13781"/>
                </a:lnTo>
                <a:lnTo>
                  <a:pt x="8170857" y="25403"/>
                </a:lnTo>
                <a:lnTo>
                  <a:pt x="8159234" y="25384"/>
                </a:lnTo>
                <a:moveTo>
                  <a:pt x="8182499" y="13800"/>
                </a:moveTo>
                <a:lnTo>
                  <a:pt x="8194121" y="13820"/>
                </a:lnTo>
                <a:lnTo>
                  <a:pt x="8194101" y="25443"/>
                </a:lnTo>
                <a:lnTo>
                  <a:pt x="8182479" y="25423"/>
                </a:lnTo>
                <a:moveTo>
                  <a:pt x="8205744" y="13839"/>
                </a:moveTo>
                <a:lnTo>
                  <a:pt x="8217367" y="13859"/>
                </a:lnTo>
                <a:lnTo>
                  <a:pt x="8217347" y="25482"/>
                </a:lnTo>
                <a:lnTo>
                  <a:pt x="8205724" y="25462"/>
                </a:lnTo>
                <a:moveTo>
                  <a:pt x="8228989" y="13879"/>
                </a:moveTo>
                <a:lnTo>
                  <a:pt x="8240612" y="13898"/>
                </a:lnTo>
                <a:lnTo>
                  <a:pt x="8240592" y="25521"/>
                </a:lnTo>
                <a:lnTo>
                  <a:pt x="8228970" y="25501"/>
                </a:lnTo>
                <a:moveTo>
                  <a:pt x="8252235" y="13918"/>
                </a:moveTo>
                <a:lnTo>
                  <a:pt x="8263858" y="13937"/>
                </a:lnTo>
                <a:lnTo>
                  <a:pt x="8263838" y="25560"/>
                </a:lnTo>
                <a:lnTo>
                  <a:pt x="8252215" y="25541"/>
                </a:lnTo>
                <a:moveTo>
                  <a:pt x="8275481" y="13957"/>
                </a:moveTo>
                <a:lnTo>
                  <a:pt x="8287104" y="13977"/>
                </a:lnTo>
                <a:lnTo>
                  <a:pt x="8287084" y="25600"/>
                </a:lnTo>
                <a:lnTo>
                  <a:pt x="8275461" y="25580"/>
                </a:lnTo>
                <a:moveTo>
                  <a:pt x="8298727" y="13996"/>
                </a:moveTo>
                <a:lnTo>
                  <a:pt x="8310349" y="14016"/>
                </a:lnTo>
                <a:lnTo>
                  <a:pt x="8310330" y="25639"/>
                </a:lnTo>
                <a:lnTo>
                  <a:pt x="8298707" y="25619"/>
                </a:lnTo>
                <a:moveTo>
                  <a:pt x="8321972" y="14035"/>
                </a:moveTo>
                <a:lnTo>
                  <a:pt x="8333595" y="14055"/>
                </a:lnTo>
                <a:lnTo>
                  <a:pt x="8333575" y="25678"/>
                </a:lnTo>
                <a:lnTo>
                  <a:pt x="8321952" y="25658"/>
                </a:lnTo>
                <a:moveTo>
                  <a:pt x="8345218" y="14075"/>
                </a:moveTo>
                <a:lnTo>
                  <a:pt x="8356841" y="14094"/>
                </a:lnTo>
                <a:lnTo>
                  <a:pt x="8356821" y="25717"/>
                </a:lnTo>
                <a:lnTo>
                  <a:pt x="8345198" y="25698"/>
                </a:lnTo>
                <a:moveTo>
                  <a:pt x="8368464" y="14114"/>
                </a:moveTo>
                <a:lnTo>
                  <a:pt x="8380087" y="14133"/>
                </a:lnTo>
                <a:lnTo>
                  <a:pt x="8380067" y="25756"/>
                </a:lnTo>
                <a:lnTo>
                  <a:pt x="8368444" y="25737"/>
                </a:lnTo>
                <a:moveTo>
                  <a:pt x="8391709" y="14153"/>
                </a:moveTo>
                <a:lnTo>
                  <a:pt x="8403332" y="14173"/>
                </a:lnTo>
                <a:lnTo>
                  <a:pt x="8403312" y="25796"/>
                </a:lnTo>
                <a:lnTo>
                  <a:pt x="8391689" y="25776"/>
                </a:lnTo>
                <a:moveTo>
                  <a:pt x="8414955" y="14192"/>
                </a:moveTo>
                <a:lnTo>
                  <a:pt x="8426578" y="14212"/>
                </a:lnTo>
                <a:lnTo>
                  <a:pt x="8426558" y="25835"/>
                </a:lnTo>
                <a:lnTo>
                  <a:pt x="8414935" y="25815"/>
                </a:lnTo>
                <a:moveTo>
                  <a:pt x="8438201" y="14231"/>
                </a:moveTo>
                <a:lnTo>
                  <a:pt x="8449824" y="14251"/>
                </a:lnTo>
                <a:lnTo>
                  <a:pt x="8449804" y="25874"/>
                </a:lnTo>
                <a:lnTo>
                  <a:pt x="8438181" y="25854"/>
                </a:lnTo>
                <a:moveTo>
                  <a:pt x="8461446" y="14271"/>
                </a:moveTo>
                <a:lnTo>
                  <a:pt x="8473069" y="14290"/>
                </a:lnTo>
                <a:lnTo>
                  <a:pt x="8473049" y="25913"/>
                </a:lnTo>
                <a:lnTo>
                  <a:pt x="8461427" y="25894"/>
                </a:lnTo>
                <a:moveTo>
                  <a:pt x="8484692" y="14310"/>
                </a:moveTo>
                <a:lnTo>
                  <a:pt x="8496315" y="14329"/>
                </a:lnTo>
                <a:lnTo>
                  <a:pt x="8496295" y="25952"/>
                </a:lnTo>
                <a:lnTo>
                  <a:pt x="8484672" y="25933"/>
                </a:lnTo>
                <a:moveTo>
                  <a:pt x="8507938" y="14349"/>
                </a:moveTo>
                <a:lnTo>
                  <a:pt x="8519561" y="14369"/>
                </a:lnTo>
                <a:lnTo>
                  <a:pt x="8519541" y="25992"/>
                </a:lnTo>
                <a:lnTo>
                  <a:pt x="8507918" y="25972"/>
                </a:lnTo>
                <a:moveTo>
                  <a:pt x="8531184" y="14388"/>
                </a:moveTo>
                <a:lnTo>
                  <a:pt x="8542806" y="14408"/>
                </a:lnTo>
                <a:lnTo>
                  <a:pt x="8542787" y="26031"/>
                </a:lnTo>
                <a:lnTo>
                  <a:pt x="8531164" y="26011"/>
                </a:lnTo>
                <a:moveTo>
                  <a:pt x="8554429" y="14427"/>
                </a:moveTo>
                <a:lnTo>
                  <a:pt x="8566052" y="14447"/>
                </a:lnTo>
                <a:lnTo>
                  <a:pt x="8566032" y="26070"/>
                </a:lnTo>
                <a:lnTo>
                  <a:pt x="8554409" y="26050"/>
                </a:lnTo>
                <a:moveTo>
                  <a:pt x="8577675" y="14467"/>
                </a:moveTo>
                <a:lnTo>
                  <a:pt x="8589298" y="14486"/>
                </a:lnTo>
                <a:lnTo>
                  <a:pt x="8589278" y="26109"/>
                </a:lnTo>
                <a:lnTo>
                  <a:pt x="8577655" y="26089"/>
                </a:lnTo>
                <a:moveTo>
                  <a:pt x="8600921" y="14506"/>
                </a:moveTo>
                <a:lnTo>
                  <a:pt x="8612544" y="14526"/>
                </a:lnTo>
                <a:lnTo>
                  <a:pt x="8612524" y="26148"/>
                </a:lnTo>
                <a:lnTo>
                  <a:pt x="8600901" y="26129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9CC3B2-2BF5-4652-BE1D-192D72BAF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2" y="2297215"/>
            <a:ext cx="8612543" cy="22546"/>
          </a:xfrm>
          <a:custGeom xmlns:a="http://schemas.openxmlformats.org/drawingml/2006/main">
            <a:pathLst>
              <a:path w="8612543" h="22546">
                <a:moveTo>
                  <a:pt x="15" y="0"/>
                </a:moveTo>
                <a:lnTo>
                  <a:pt x="11638" y="15"/>
                </a:lnTo>
                <a:lnTo>
                  <a:pt x="11623" y="11638"/>
                </a:lnTo>
                <a:lnTo>
                  <a:pt x="0" y="11623"/>
                </a:lnTo>
                <a:moveTo>
                  <a:pt x="23261" y="30"/>
                </a:moveTo>
                <a:lnTo>
                  <a:pt x="34883" y="44"/>
                </a:lnTo>
                <a:lnTo>
                  <a:pt x="34869" y="11667"/>
                </a:lnTo>
                <a:lnTo>
                  <a:pt x="23246" y="11652"/>
                </a:lnTo>
                <a:moveTo>
                  <a:pt x="46506" y="59"/>
                </a:moveTo>
                <a:lnTo>
                  <a:pt x="58129" y="74"/>
                </a:lnTo>
                <a:lnTo>
                  <a:pt x="58114" y="11697"/>
                </a:lnTo>
                <a:lnTo>
                  <a:pt x="46491" y="11682"/>
                </a:lnTo>
                <a:moveTo>
                  <a:pt x="69752" y="89"/>
                </a:moveTo>
                <a:lnTo>
                  <a:pt x="81375" y="103"/>
                </a:lnTo>
                <a:lnTo>
                  <a:pt x="81360" y="11726"/>
                </a:lnTo>
                <a:lnTo>
                  <a:pt x="69737" y="11711"/>
                </a:lnTo>
                <a:moveTo>
                  <a:pt x="92998" y="118"/>
                </a:moveTo>
                <a:lnTo>
                  <a:pt x="104621" y="133"/>
                </a:lnTo>
                <a:lnTo>
                  <a:pt x="104606" y="11756"/>
                </a:lnTo>
                <a:lnTo>
                  <a:pt x="92983" y="11741"/>
                </a:lnTo>
                <a:moveTo>
                  <a:pt x="116243" y="147"/>
                </a:moveTo>
                <a:lnTo>
                  <a:pt x="127866" y="162"/>
                </a:lnTo>
                <a:lnTo>
                  <a:pt x="127851" y="11785"/>
                </a:lnTo>
                <a:lnTo>
                  <a:pt x="116229" y="11770"/>
                </a:lnTo>
                <a:moveTo>
                  <a:pt x="139489" y="177"/>
                </a:moveTo>
                <a:lnTo>
                  <a:pt x="151112" y="192"/>
                </a:lnTo>
                <a:lnTo>
                  <a:pt x="151097" y="11815"/>
                </a:lnTo>
                <a:lnTo>
                  <a:pt x="139474" y="11800"/>
                </a:lnTo>
                <a:moveTo>
                  <a:pt x="162735" y="207"/>
                </a:moveTo>
                <a:lnTo>
                  <a:pt x="174358" y="221"/>
                </a:lnTo>
                <a:lnTo>
                  <a:pt x="174343" y="11844"/>
                </a:lnTo>
                <a:lnTo>
                  <a:pt x="162720" y="11829"/>
                </a:lnTo>
                <a:moveTo>
                  <a:pt x="185981" y="236"/>
                </a:moveTo>
                <a:lnTo>
                  <a:pt x="197603" y="251"/>
                </a:lnTo>
                <a:lnTo>
                  <a:pt x="197589" y="11874"/>
                </a:lnTo>
                <a:lnTo>
                  <a:pt x="185966" y="11859"/>
                </a:lnTo>
                <a:moveTo>
                  <a:pt x="209226" y="265"/>
                </a:moveTo>
                <a:lnTo>
                  <a:pt x="220849" y="280"/>
                </a:lnTo>
                <a:lnTo>
                  <a:pt x="220834" y="11903"/>
                </a:lnTo>
                <a:lnTo>
                  <a:pt x="209211" y="11888"/>
                </a:lnTo>
                <a:moveTo>
                  <a:pt x="232472" y="295"/>
                </a:moveTo>
                <a:lnTo>
                  <a:pt x="244094" y="310"/>
                </a:lnTo>
                <a:lnTo>
                  <a:pt x="244080" y="11932"/>
                </a:lnTo>
                <a:lnTo>
                  <a:pt x="232457" y="11918"/>
                </a:lnTo>
                <a:moveTo>
                  <a:pt x="255717" y="325"/>
                </a:moveTo>
                <a:lnTo>
                  <a:pt x="267340" y="339"/>
                </a:lnTo>
                <a:lnTo>
                  <a:pt x="267325" y="11962"/>
                </a:lnTo>
                <a:lnTo>
                  <a:pt x="255702" y="11947"/>
                </a:lnTo>
                <a:moveTo>
                  <a:pt x="278963" y="354"/>
                </a:moveTo>
                <a:lnTo>
                  <a:pt x="290586" y="369"/>
                </a:lnTo>
                <a:lnTo>
                  <a:pt x="290571" y="11992"/>
                </a:lnTo>
                <a:lnTo>
                  <a:pt x="278948" y="11977"/>
                </a:lnTo>
                <a:moveTo>
                  <a:pt x="302209" y="383"/>
                </a:moveTo>
                <a:lnTo>
                  <a:pt x="313832" y="398"/>
                </a:lnTo>
                <a:lnTo>
                  <a:pt x="313817" y="12021"/>
                </a:lnTo>
                <a:lnTo>
                  <a:pt x="302194" y="12006"/>
                </a:lnTo>
                <a:moveTo>
                  <a:pt x="325454" y="413"/>
                </a:moveTo>
                <a:lnTo>
                  <a:pt x="337077" y="427"/>
                </a:lnTo>
                <a:lnTo>
                  <a:pt x="337062" y="12050"/>
                </a:lnTo>
                <a:lnTo>
                  <a:pt x="325440" y="12036"/>
                </a:lnTo>
                <a:moveTo>
                  <a:pt x="348700" y="442"/>
                </a:moveTo>
                <a:lnTo>
                  <a:pt x="360323" y="457"/>
                </a:lnTo>
                <a:lnTo>
                  <a:pt x="360308" y="12080"/>
                </a:lnTo>
                <a:lnTo>
                  <a:pt x="348685" y="12065"/>
                </a:lnTo>
                <a:moveTo>
                  <a:pt x="371946" y="472"/>
                </a:moveTo>
                <a:lnTo>
                  <a:pt x="383569" y="487"/>
                </a:lnTo>
                <a:lnTo>
                  <a:pt x="383554" y="12109"/>
                </a:lnTo>
                <a:lnTo>
                  <a:pt x="371931" y="12095"/>
                </a:lnTo>
                <a:moveTo>
                  <a:pt x="395192" y="501"/>
                </a:moveTo>
                <a:lnTo>
                  <a:pt x="406814" y="516"/>
                </a:lnTo>
                <a:lnTo>
                  <a:pt x="406800" y="12139"/>
                </a:lnTo>
                <a:lnTo>
                  <a:pt x="395177" y="12124"/>
                </a:lnTo>
                <a:moveTo>
                  <a:pt x="418437" y="531"/>
                </a:moveTo>
                <a:lnTo>
                  <a:pt x="430060" y="545"/>
                </a:lnTo>
                <a:lnTo>
                  <a:pt x="430045" y="12168"/>
                </a:lnTo>
                <a:lnTo>
                  <a:pt x="418422" y="12154"/>
                </a:lnTo>
                <a:moveTo>
                  <a:pt x="441683" y="560"/>
                </a:moveTo>
                <a:lnTo>
                  <a:pt x="453306" y="575"/>
                </a:lnTo>
                <a:lnTo>
                  <a:pt x="453291" y="12198"/>
                </a:lnTo>
                <a:lnTo>
                  <a:pt x="441668" y="12183"/>
                </a:lnTo>
                <a:moveTo>
                  <a:pt x="464929" y="590"/>
                </a:moveTo>
                <a:lnTo>
                  <a:pt x="476551" y="604"/>
                </a:lnTo>
                <a:lnTo>
                  <a:pt x="476537" y="12227"/>
                </a:lnTo>
                <a:lnTo>
                  <a:pt x="464914" y="12213"/>
                </a:lnTo>
                <a:moveTo>
                  <a:pt x="488174" y="619"/>
                </a:moveTo>
                <a:lnTo>
                  <a:pt x="499797" y="634"/>
                </a:lnTo>
                <a:lnTo>
                  <a:pt x="499782" y="12257"/>
                </a:lnTo>
                <a:lnTo>
                  <a:pt x="488160" y="12242"/>
                </a:lnTo>
                <a:moveTo>
                  <a:pt x="511420" y="649"/>
                </a:moveTo>
                <a:lnTo>
                  <a:pt x="523043" y="663"/>
                </a:lnTo>
                <a:lnTo>
                  <a:pt x="523028" y="12286"/>
                </a:lnTo>
                <a:lnTo>
                  <a:pt x="511405" y="12271"/>
                </a:lnTo>
                <a:moveTo>
                  <a:pt x="534666" y="678"/>
                </a:moveTo>
                <a:lnTo>
                  <a:pt x="546289" y="693"/>
                </a:lnTo>
                <a:lnTo>
                  <a:pt x="546274" y="12316"/>
                </a:lnTo>
                <a:lnTo>
                  <a:pt x="534651" y="12301"/>
                </a:lnTo>
                <a:moveTo>
                  <a:pt x="557911" y="708"/>
                </a:moveTo>
                <a:lnTo>
                  <a:pt x="569534" y="722"/>
                </a:lnTo>
                <a:lnTo>
                  <a:pt x="569520" y="12345"/>
                </a:lnTo>
                <a:lnTo>
                  <a:pt x="557897" y="12331"/>
                </a:lnTo>
                <a:moveTo>
                  <a:pt x="581157" y="737"/>
                </a:moveTo>
                <a:lnTo>
                  <a:pt x="592780" y="752"/>
                </a:lnTo>
                <a:lnTo>
                  <a:pt x="592765" y="12375"/>
                </a:lnTo>
                <a:lnTo>
                  <a:pt x="581142" y="12360"/>
                </a:lnTo>
                <a:moveTo>
                  <a:pt x="604403" y="767"/>
                </a:moveTo>
                <a:lnTo>
                  <a:pt x="616026" y="781"/>
                </a:lnTo>
                <a:lnTo>
                  <a:pt x="616011" y="12404"/>
                </a:lnTo>
                <a:lnTo>
                  <a:pt x="604388" y="12389"/>
                </a:lnTo>
                <a:moveTo>
                  <a:pt x="627649" y="796"/>
                </a:moveTo>
                <a:lnTo>
                  <a:pt x="639271" y="811"/>
                </a:lnTo>
                <a:lnTo>
                  <a:pt x="639257" y="12434"/>
                </a:lnTo>
                <a:lnTo>
                  <a:pt x="627634" y="12419"/>
                </a:lnTo>
                <a:moveTo>
                  <a:pt x="650894" y="826"/>
                </a:moveTo>
                <a:lnTo>
                  <a:pt x="662517" y="840"/>
                </a:lnTo>
                <a:lnTo>
                  <a:pt x="662502" y="12463"/>
                </a:lnTo>
                <a:lnTo>
                  <a:pt x="650880" y="12449"/>
                </a:lnTo>
                <a:moveTo>
                  <a:pt x="674140" y="855"/>
                </a:moveTo>
                <a:lnTo>
                  <a:pt x="685763" y="870"/>
                </a:lnTo>
                <a:lnTo>
                  <a:pt x="685748" y="12493"/>
                </a:lnTo>
                <a:lnTo>
                  <a:pt x="674125" y="12478"/>
                </a:lnTo>
                <a:moveTo>
                  <a:pt x="697386" y="884"/>
                </a:moveTo>
                <a:lnTo>
                  <a:pt x="709009" y="899"/>
                </a:lnTo>
                <a:lnTo>
                  <a:pt x="708994" y="12522"/>
                </a:lnTo>
                <a:lnTo>
                  <a:pt x="697371" y="12507"/>
                </a:lnTo>
                <a:moveTo>
                  <a:pt x="720631" y="914"/>
                </a:moveTo>
                <a:lnTo>
                  <a:pt x="732254" y="929"/>
                </a:lnTo>
                <a:lnTo>
                  <a:pt x="732239" y="12552"/>
                </a:lnTo>
                <a:lnTo>
                  <a:pt x="720616" y="12537"/>
                </a:lnTo>
                <a:moveTo>
                  <a:pt x="743877" y="944"/>
                </a:moveTo>
                <a:lnTo>
                  <a:pt x="755500" y="958"/>
                </a:lnTo>
                <a:lnTo>
                  <a:pt x="755485" y="12581"/>
                </a:lnTo>
                <a:lnTo>
                  <a:pt x="743862" y="12566"/>
                </a:lnTo>
                <a:moveTo>
                  <a:pt x="767123" y="973"/>
                </a:moveTo>
                <a:lnTo>
                  <a:pt x="778746" y="988"/>
                </a:lnTo>
                <a:lnTo>
                  <a:pt x="778731" y="12611"/>
                </a:lnTo>
                <a:lnTo>
                  <a:pt x="767108" y="12596"/>
                </a:lnTo>
                <a:moveTo>
                  <a:pt x="790368" y="1002"/>
                </a:moveTo>
                <a:lnTo>
                  <a:pt x="801991" y="1017"/>
                </a:lnTo>
                <a:lnTo>
                  <a:pt x="801976" y="12640"/>
                </a:lnTo>
                <a:lnTo>
                  <a:pt x="790353" y="12625"/>
                </a:lnTo>
                <a:moveTo>
                  <a:pt x="813614" y="1032"/>
                </a:moveTo>
                <a:lnTo>
                  <a:pt x="825237" y="1047"/>
                </a:lnTo>
                <a:lnTo>
                  <a:pt x="825222" y="12669"/>
                </a:lnTo>
                <a:lnTo>
                  <a:pt x="813599" y="12655"/>
                </a:lnTo>
                <a:moveTo>
                  <a:pt x="836860" y="1062"/>
                </a:moveTo>
                <a:lnTo>
                  <a:pt x="848483" y="1076"/>
                </a:lnTo>
                <a:lnTo>
                  <a:pt x="848468" y="12699"/>
                </a:lnTo>
                <a:lnTo>
                  <a:pt x="836845" y="12684"/>
                </a:lnTo>
                <a:moveTo>
                  <a:pt x="860105" y="1091"/>
                </a:moveTo>
                <a:lnTo>
                  <a:pt x="871728" y="1106"/>
                </a:lnTo>
                <a:lnTo>
                  <a:pt x="871713" y="12729"/>
                </a:lnTo>
                <a:lnTo>
                  <a:pt x="860091" y="12714"/>
                </a:lnTo>
                <a:moveTo>
                  <a:pt x="883351" y="1120"/>
                </a:moveTo>
                <a:lnTo>
                  <a:pt x="894974" y="1135"/>
                </a:lnTo>
                <a:lnTo>
                  <a:pt x="894959" y="12758"/>
                </a:lnTo>
                <a:lnTo>
                  <a:pt x="883336" y="12743"/>
                </a:lnTo>
                <a:moveTo>
                  <a:pt x="906597" y="1150"/>
                </a:moveTo>
                <a:lnTo>
                  <a:pt x="918220" y="1165"/>
                </a:lnTo>
                <a:lnTo>
                  <a:pt x="918205" y="12787"/>
                </a:lnTo>
                <a:lnTo>
                  <a:pt x="906582" y="12773"/>
                </a:lnTo>
                <a:moveTo>
                  <a:pt x="929843" y="1179"/>
                </a:moveTo>
                <a:lnTo>
                  <a:pt x="941465" y="1194"/>
                </a:lnTo>
                <a:lnTo>
                  <a:pt x="941451" y="12817"/>
                </a:lnTo>
                <a:lnTo>
                  <a:pt x="929828" y="12802"/>
                </a:lnTo>
                <a:moveTo>
                  <a:pt x="953088" y="1209"/>
                </a:moveTo>
                <a:lnTo>
                  <a:pt x="964711" y="1224"/>
                </a:lnTo>
                <a:lnTo>
                  <a:pt x="964696" y="12847"/>
                </a:lnTo>
                <a:lnTo>
                  <a:pt x="953073" y="12832"/>
                </a:lnTo>
                <a:moveTo>
                  <a:pt x="976334" y="1238"/>
                </a:moveTo>
                <a:lnTo>
                  <a:pt x="987957" y="1253"/>
                </a:lnTo>
                <a:lnTo>
                  <a:pt x="987942" y="12876"/>
                </a:lnTo>
                <a:lnTo>
                  <a:pt x="976319" y="12861"/>
                </a:lnTo>
                <a:moveTo>
                  <a:pt x="999580" y="1268"/>
                </a:moveTo>
                <a:lnTo>
                  <a:pt x="1011203" y="1282"/>
                </a:lnTo>
                <a:lnTo>
                  <a:pt x="1011188" y="12905"/>
                </a:lnTo>
                <a:lnTo>
                  <a:pt x="999565" y="12891"/>
                </a:lnTo>
                <a:moveTo>
                  <a:pt x="1022825" y="1297"/>
                </a:moveTo>
                <a:lnTo>
                  <a:pt x="1034448" y="1312"/>
                </a:lnTo>
                <a:lnTo>
                  <a:pt x="1034433" y="12935"/>
                </a:lnTo>
                <a:lnTo>
                  <a:pt x="1022811" y="12920"/>
                </a:lnTo>
                <a:moveTo>
                  <a:pt x="1046071" y="1327"/>
                </a:moveTo>
                <a:lnTo>
                  <a:pt x="1057694" y="1342"/>
                </a:lnTo>
                <a:lnTo>
                  <a:pt x="1057679" y="12964"/>
                </a:lnTo>
                <a:lnTo>
                  <a:pt x="1046056" y="12950"/>
                </a:lnTo>
                <a:moveTo>
                  <a:pt x="1069317" y="1356"/>
                </a:moveTo>
                <a:lnTo>
                  <a:pt x="1080940" y="1371"/>
                </a:lnTo>
                <a:lnTo>
                  <a:pt x="1080925" y="12994"/>
                </a:lnTo>
                <a:lnTo>
                  <a:pt x="1069302" y="12979"/>
                </a:lnTo>
                <a:moveTo>
                  <a:pt x="1092562" y="1386"/>
                </a:moveTo>
                <a:lnTo>
                  <a:pt x="1104185" y="1400"/>
                </a:lnTo>
                <a:lnTo>
                  <a:pt x="1104170" y="13023"/>
                </a:lnTo>
                <a:lnTo>
                  <a:pt x="1092547" y="13009"/>
                </a:lnTo>
                <a:moveTo>
                  <a:pt x="1115808" y="1415"/>
                </a:moveTo>
                <a:lnTo>
                  <a:pt x="1127431" y="1430"/>
                </a:lnTo>
                <a:lnTo>
                  <a:pt x="1127416" y="13053"/>
                </a:lnTo>
                <a:lnTo>
                  <a:pt x="1115793" y="13038"/>
                </a:lnTo>
                <a:moveTo>
                  <a:pt x="1139054" y="1445"/>
                </a:moveTo>
                <a:lnTo>
                  <a:pt x="1150677" y="1459"/>
                </a:lnTo>
                <a:lnTo>
                  <a:pt x="1150662" y="13082"/>
                </a:lnTo>
                <a:lnTo>
                  <a:pt x="1139039" y="13068"/>
                </a:lnTo>
                <a:moveTo>
                  <a:pt x="1162299" y="1474"/>
                </a:moveTo>
                <a:lnTo>
                  <a:pt x="1173922" y="1489"/>
                </a:lnTo>
                <a:lnTo>
                  <a:pt x="1173907" y="13112"/>
                </a:lnTo>
                <a:lnTo>
                  <a:pt x="1162285" y="13097"/>
                </a:lnTo>
                <a:moveTo>
                  <a:pt x="1185545" y="1504"/>
                </a:moveTo>
                <a:lnTo>
                  <a:pt x="1197168" y="1518"/>
                </a:lnTo>
                <a:lnTo>
                  <a:pt x="1197153" y="13141"/>
                </a:lnTo>
                <a:lnTo>
                  <a:pt x="1185530" y="13127"/>
                </a:lnTo>
                <a:moveTo>
                  <a:pt x="1208791" y="1533"/>
                </a:moveTo>
                <a:lnTo>
                  <a:pt x="1220414" y="1548"/>
                </a:lnTo>
                <a:lnTo>
                  <a:pt x="1220399" y="13171"/>
                </a:lnTo>
                <a:lnTo>
                  <a:pt x="1208776" y="13156"/>
                </a:lnTo>
                <a:moveTo>
                  <a:pt x="1232037" y="1563"/>
                </a:moveTo>
                <a:lnTo>
                  <a:pt x="1243659" y="1577"/>
                </a:lnTo>
                <a:lnTo>
                  <a:pt x="1243644" y="13200"/>
                </a:lnTo>
                <a:lnTo>
                  <a:pt x="1232022" y="13186"/>
                </a:lnTo>
                <a:moveTo>
                  <a:pt x="1255282" y="1592"/>
                </a:moveTo>
                <a:lnTo>
                  <a:pt x="1266905" y="1607"/>
                </a:lnTo>
                <a:lnTo>
                  <a:pt x="1266890" y="13230"/>
                </a:lnTo>
                <a:lnTo>
                  <a:pt x="1255267" y="13215"/>
                </a:lnTo>
                <a:moveTo>
                  <a:pt x="1278528" y="1622"/>
                </a:moveTo>
                <a:lnTo>
                  <a:pt x="1290151" y="1636"/>
                </a:lnTo>
                <a:lnTo>
                  <a:pt x="1290136" y="13259"/>
                </a:lnTo>
                <a:lnTo>
                  <a:pt x="1278513" y="13244"/>
                </a:lnTo>
                <a:moveTo>
                  <a:pt x="1301774" y="1651"/>
                </a:moveTo>
                <a:lnTo>
                  <a:pt x="1313397" y="1666"/>
                </a:lnTo>
                <a:lnTo>
                  <a:pt x="1313382" y="13289"/>
                </a:lnTo>
                <a:lnTo>
                  <a:pt x="1301759" y="13274"/>
                </a:lnTo>
                <a:moveTo>
                  <a:pt x="1325019" y="1680"/>
                </a:moveTo>
                <a:lnTo>
                  <a:pt x="1336642" y="1695"/>
                </a:lnTo>
                <a:lnTo>
                  <a:pt x="1336627" y="13318"/>
                </a:lnTo>
                <a:lnTo>
                  <a:pt x="1325004" y="13303"/>
                </a:lnTo>
                <a:moveTo>
                  <a:pt x="1348265" y="1710"/>
                </a:moveTo>
                <a:lnTo>
                  <a:pt x="1359888" y="1725"/>
                </a:lnTo>
                <a:lnTo>
                  <a:pt x="1359873" y="13348"/>
                </a:lnTo>
                <a:lnTo>
                  <a:pt x="1348250" y="13333"/>
                </a:lnTo>
                <a:moveTo>
                  <a:pt x="1371511" y="1740"/>
                </a:moveTo>
                <a:lnTo>
                  <a:pt x="1383134" y="1754"/>
                </a:lnTo>
                <a:lnTo>
                  <a:pt x="1383119" y="13377"/>
                </a:lnTo>
                <a:lnTo>
                  <a:pt x="1371496" y="13362"/>
                </a:lnTo>
                <a:moveTo>
                  <a:pt x="1394756" y="1769"/>
                </a:moveTo>
                <a:lnTo>
                  <a:pt x="1406379" y="1784"/>
                </a:lnTo>
                <a:lnTo>
                  <a:pt x="1406364" y="13407"/>
                </a:lnTo>
                <a:lnTo>
                  <a:pt x="1394742" y="13392"/>
                </a:lnTo>
                <a:moveTo>
                  <a:pt x="1418002" y="1798"/>
                </a:moveTo>
                <a:lnTo>
                  <a:pt x="1429625" y="1813"/>
                </a:lnTo>
                <a:lnTo>
                  <a:pt x="1429610" y="13436"/>
                </a:lnTo>
                <a:lnTo>
                  <a:pt x="1417987" y="13421"/>
                </a:lnTo>
                <a:moveTo>
                  <a:pt x="1441248" y="1828"/>
                </a:moveTo>
                <a:lnTo>
                  <a:pt x="1452871" y="1843"/>
                </a:lnTo>
                <a:lnTo>
                  <a:pt x="1452856" y="13466"/>
                </a:lnTo>
                <a:lnTo>
                  <a:pt x="1441233" y="13451"/>
                </a:lnTo>
                <a:moveTo>
                  <a:pt x="1464494" y="1857"/>
                </a:moveTo>
                <a:lnTo>
                  <a:pt x="1476116" y="1872"/>
                </a:lnTo>
                <a:lnTo>
                  <a:pt x="1476102" y="13495"/>
                </a:lnTo>
                <a:lnTo>
                  <a:pt x="1464479" y="13480"/>
                </a:lnTo>
                <a:moveTo>
                  <a:pt x="1487739" y="1887"/>
                </a:moveTo>
                <a:lnTo>
                  <a:pt x="1499362" y="1902"/>
                </a:lnTo>
                <a:lnTo>
                  <a:pt x="1499347" y="13524"/>
                </a:lnTo>
                <a:lnTo>
                  <a:pt x="1487724" y="13510"/>
                </a:lnTo>
                <a:moveTo>
                  <a:pt x="1510985" y="1916"/>
                </a:moveTo>
                <a:lnTo>
                  <a:pt x="1522608" y="1931"/>
                </a:lnTo>
                <a:lnTo>
                  <a:pt x="1522593" y="13554"/>
                </a:lnTo>
                <a:lnTo>
                  <a:pt x="1510970" y="13539"/>
                </a:lnTo>
                <a:moveTo>
                  <a:pt x="1534231" y="1946"/>
                </a:moveTo>
                <a:lnTo>
                  <a:pt x="1545854" y="1961"/>
                </a:lnTo>
                <a:lnTo>
                  <a:pt x="1545839" y="13584"/>
                </a:lnTo>
                <a:lnTo>
                  <a:pt x="1534216" y="13569"/>
                </a:lnTo>
                <a:moveTo>
                  <a:pt x="1557476" y="1975"/>
                </a:moveTo>
                <a:lnTo>
                  <a:pt x="1569099" y="1990"/>
                </a:lnTo>
                <a:lnTo>
                  <a:pt x="1569084" y="13613"/>
                </a:lnTo>
                <a:lnTo>
                  <a:pt x="1557462" y="13598"/>
                </a:lnTo>
                <a:moveTo>
                  <a:pt x="1580722" y="2005"/>
                </a:moveTo>
                <a:lnTo>
                  <a:pt x="1592345" y="2020"/>
                </a:lnTo>
                <a:lnTo>
                  <a:pt x="1592330" y="13642"/>
                </a:lnTo>
                <a:lnTo>
                  <a:pt x="1580707" y="13628"/>
                </a:lnTo>
                <a:moveTo>
                  <a:pt x="1603968" y="2034"/>
                </a:moveTo>
                <a:lnTo>
                  <a:pt x="1615591" y="2049"/>
                </a:lnTo>
                <a:lnTo>
                  <a:pt x="1615576" y="13672"/>
                </a:lnTo>
                <a:lnTo>
                  <a:pt x="1603953" y="13657"/>
                </a:lnTo>
                <a:moveTo>
                  <a:pt x="1627214" y="2064"/>
                </a:moveTo>
                <a:lnTo>
                  <a:pt x="1638836" y="2079"/>
                </a:lnTo>
                <a:lnTo>
                  <a:pt x="1638822" y="13701"/>
                </a:lnTo>
                <a:lnTo>
                  <a:pt x="1627199" y="13687"/>
                </a:lnTo>
                <a:moveTo>
                  <a:pt x="1650459" y="2093"/>
                </a:moveTo>
                <a:lnTo>
                  <a:pt x="1662082" y="2108"/>
                </a:lnTo>
                <a:lnTo>
                  <a:pt x="1662067" y="13731"/>
                </a:lnTo>
                <a:lnTo>
                  <a:pt x="1650444" y="13716"/>
                </a:lnTo>
                <a:moveTo>
                  <a:pt x="1673705" y="2123"/>
                </a:moveTo>
                <a:lnTo>
                  <a:pt x="1685328" y="2137"/>
                </a:lnTo>
                <a:lnTo>
                  <a:pt x="1685313" y="13760"/>
                </a:lnTo>
                <a:lnTo>
                  <a:pt x="1673690" y="13746"/>
                </a:lnTo>
                <a:moveTo>
                  <a:pt x="1696951" y="2152"/>
                </a:moveTo>
                <a:lnTo>
                  <a:pt x="1708574" y="2167"/>
                </a:lnTo>
                <a:lnTo>
                  <a:pt x="1708559" y="13790"/>
                </a:lnTo>
                <a:lnTo>
                  <a:pt x="1696936" y="13775"/>
                </a:lnTo>
                <a:moveTo>
                  <a:pt x="1720196" y="2182"/>
                </a:moveTo>
                <a:lnTo>
                  <a:pt x="1731819" y="2197"/>
                </a:lnTo>
                <a:lnTo>
                  <a:pt x="1731804" y="13819"/>
                </a:lnTo>
                <a:lnTo>
                  <a:pt x="1720181" y="13805"/>
                </a:lnTo>
                <a:moveTo>
                  <a:pt x="1743442" y="2211"/>
                </a:moveTo>
                <a:lnTo>
                  <a:pt x="1755064" y="2226"/>
                </a:lnTo>
                <a:lnTo>
                  <a:pt x="1755050" y="13849"/>
                </a:lnTo>
                <a:lnTo>
                  <a:pt x="1743427" y="13834"/>
                </a:lnTo>
                <a:moveTo>
                  <a:pt x="1766687" y="2241"/>
                </a:moveTo>
                <a:lnTo>
                  <a:pt x="1778310" y="2255"/>
                </a:lnTo>
                <a:lnTo>
                  <a:pt x="1778296" y="13878"/>
                </a:lnTo>
                <a:lnTo>
                  <a:pt x="1766673" y="13864"/>
                </a:lnTo>
                <a:moveTo>
                  <a:pt x="1789933" y="2270"/>
                </a:moveTo>
                <a:lnTo>
                  <a:pt x="1801556" y="2285"/>
                </a:lnTo>
                <a:lnTo>
                  <a:pt x="1801541" y="13908"/>
                </a:lnTo>
                <a:lnTo>
                  <a:pt x="1789918" y="13893"/>
                </a:lnTo>
                <a:moveTo>
                  <a:pt x="1813179" y="2300"/>
                </a:moveTo>
                <a:lnTo>
                  <a:pt x="1824802" y="2314"/>
                </a:lnTo>
                <a:lnTo>
                  <a:pt x="1824787" y="13937"/>
                </a:lnTo>
                <a:lnTo>
                  <a:pt x="1813164" y="13922"/>
                </a:lnTo>
                <a:moveTo>
                  <a:pt x="1836424" y="2329"/>
                </a:moveTo>
                <a:lnTo>
                  <a:pt x="1848047" y="2344"/>
                </a:lnTo>
                <a:lnTo>
                  <a:pt x="1848033" y="13967"/>
                </a:lnTo>
                <a:lnTo>
                  <a:pt x="1836410" y="13952"/>
                </a:lnTo>
                <a:moveTo>
                  <a:pt x="1859670" y="2359"/>
                </a:moveTo>
                <a:lnTo>
                  <a:pt x="1871293" y="2373"/>
                </a:lnTo>
                <a:lnTo>
                  <a:pt x="1871278" y="13996"/>
                </a:lnTo>
                <a:lnTo>
                  <a:pt x="1859655" y="13981"/>
                </a:lnTo>
                <a:moveTo>
                  <a:pt x="1882916" y="2388"/>
                </a:moveTo>
                <a:lnTo>
                  <a:pt x="1894539" y="2403"/>
                </a:lnTo>
                <a:lnTo>
                  <a:pt x="1894524" y="14026"/>
                </a:lnTo>
                <a:lnTo>
                  <a:pt x="1882901" y="14011"/>
                </a:lnTo>
                <a:moveTo>
                  <a:pt x="1906162" y="2418"/>
                </a:moveTo>
                <a:lnTo>
                  <a:pt x="1917784" y="2432"/>
                </a:lnTo>
                <a:lnTo>
                  <a:pt x="1917770" y="14055"/>
                </a:lnTo>
                <a:lnTo>
                  <a:pt x="1906147" y="14040"/>
                </a:lnTo>
                <a:moveTo>
                  <a:pt x="1929407" y="2447"/>
                </a:moveTo>
                <a:lnTo>
                  <a:pt x="1941030" y="2462"/>
                </a:lnTo>
                <a:lnTo>
                  <a:pt x="1941015" y="14085"/>
                </a:lnTo>
                <a:lnTo>
                  <a:pt x="1929393" y="14070"/>
                </a:lnTo>
                <a:moveTo>
                  <a:pt x="1952653" y="2477"/>
                </a:moveTo>
                <a:lnTo>
                  <a:pt x="1964276" y="2491"/>
                </a:lnTo>
                <a:lnTo>
                  <a:pt x="1964261" y="14114"/>
                </a:lnTo>
                <a:lnTo>
                  <a:pt x="1952638" y="14099"/>
                </a:lnTo>
                <a:moveTo>
                  <a:pt x="1975899" y="2506"/>
                </a:moveTo>
                <a:lnTo>
                  <a:pt x="1987521" y="2521"/>
                </a:lnTo>
                <a:lnTo>
                  <a:pt x="1987506" y="14144"/>
                </a:lnTo>
                <a:lnTo>
                  <a:pt x="1975884" y="14129"/>
                </a:lnTo>
                <a:moveTo>
                  <a:pt x="1999144" y="2536"/>
                </a:moveTo>
                <a:lnTo>
                  <a:pt x="2010767" y="2550"/>
                </a:lnTo>
                <a:lnTo>
                  <a:pt x="2010752" y="14173"/>
                </a:lnTo>
                <a:lnTo>
                  <a:pt x="1999129" y="14158"/>
                </a:lnTo>
                <a:moveTo>
                  <a:pt x="2022390" y="2565"/>
                </a:moveTo>
                <a:lnTo>
                  <a:pt x="2034013" y="2580"/>
                </a:lnTo>
                <a:lnTo>
                  <a:pt x="2033998" y="14203"/>
                </a:lnTo>
                <a:lnTo>
                  <a:pt x="2022375" y="14188"/>
                </a:lnTo>
                <a:moveTo>
                  <a:pt x="2045636" y="2595"/>
                </a:moveTo>
                <a:lnTo>
                  <a:pt x="2057259" y="2609"/>
                </a:lnTo>
                <a:lnTo>
                  <a:pt x="2057244" y="14232"/>
                </a:lnTo>
                <a:lnTo>
                  <a:pt x="2045621" y="14217"/>
                </a:lnTo>
                <a:moveTo>
                  <a:pt x="2068881" y="2624"/>
                </a:moveTo>
                <a:lnTo>
                  <a:pt x="2080504" y="2639"/>
                </a:lnTo>
                <a:lnTo>
                  <a:pt x="2080489" y="14262"/>
                </a:lnTo>
                <a:lnTo>
                  <a:pt x="2068866" y="14247"/>
                </a:lnTo>
                <a:moveTo>
                  <a:pt x="2092127" y="2653"/>
                </a:moveTo>
                <a:lnTo>
                  <a:pt x="2103750" y="2668"/>
                </a:lnTo>
                <a:lnTo>
                  <a:pt x="2103735" y="14291"/>
                </a:lnTo>
                <a:lnTo>
                  <a:pt x="2092112" y="14276"/>
                </a:lnTo>
                <a:moveTo>
                  <a:pt x="2115373" y="2683"/>
                </a:moveTo>
                <a:lnTo>
                  <a:pt x="2126996" y="2698"/>
                </a:lnTo>
                <a:lnTo>
                  <a:pt x="2126981" y="14321"/>
                </a:lnTo>
                <a:lnTo>
                  <a:pt x="2115358" y="14306"/>
                </a:lnTo>
                <a:moveTo>
                  <a:pt x="2138619" y="2713"/>
                </a:moveTo>
                <a:lnTo>
                  <a:pt x="2150241" y="2727"/>
                </a:lnTo>
                <a:lnTo>
                  <a:pt x="2150226" y="14350"/>
                </a:lnTo>
                <a:lnTo>
                  <a:pt x="2138604" y="14335"/>
                </a:lnTo>
                <a:moveTo>
                  <a:pt x="2161864" y="2742"/>
                </a:moveTo>
                <a:lnTo>
                  <a:pt x="2173487" y="2757"/>
                </a:lnTo>
                <a:lnTo>
                  <a:pt x="2173472" y="14379"/>
                </a:lnTo>
                <a:lnTo>
                  <a:pt x="2161849" y="14365"/>
                </a:lnTo>
                <a:moveTo>
                  <a:pt x="2185110" y="2771"/>
                </a:moveTo>
                <a:lnTo>
                  <a:pt x="2196733" y="2786"/>
                </a:lnTo>
                <a:lnTo>
                  <a:pt x="2196718" y="14409"/>
                </a:lnTo>
                <a:lnTo>
                  <a:pt x="2185095" y="14394"/>
                </a:lnTo>
                <a:moveTo>
                  <a:pt x="2208356" y="2801"/>
                </a:moveTo>
                <a:lnTo>
                  <a:pt x="2219979" y="2816"/>
                </a:lnTo>
                <a:lnTo>
                  <a:pt x="2219964" y="14439"/>
                </a:lnTo>
                <a:lnTo>
                  <a:pt x="2208341" y="14424"/>
                </a:lnTo>
                <a:moveTo>
                  <a:pt x="2231601" y="2830"/>
                </a:moveTo>
                <a:lnTo>
                  <a:pt x="2243224" y="2845"/>
                </a:lnTo>
                <a:lnTo>
                  <a:pt x="2243209" y="14468"/>
                </a:lnTo>
                <a:lnTo>
                  <a:pt x="2231586" y="14453"/>
                </a:lnTo>
                <a:moveTo>
                  <a:pt x="2254847" y="2860"/>
                </a:moveTo>
                <a:lnTo>
                  <a:pt x="2266470" y="2875"/>
                </a:lnTo>
                <a:lnTo>
                  <a:pt x="2266455" y="14497"/>
                </a:lnTo>
                <a:lnTo>
                  <a:pt x="2254832" y="14483"/>
                </a:lnTo>
                <a:moveTo>
                  <a:pt x="2278093" y="2889"/>
                </a:moveTo>
                <a:lnTo>
                  <a:pt x="2289716" y="2904"/>
                </a:lnTo>
                <a:lnTo>
                  <a:pt x="2289701" y="14527"/>
                </a:lnTo>
                <a:lnTo>
                  <a:pt x="2278078" y="14512"/>
                </a:lnTo>
                <a:moveTo>
                  <a:pt x="2301339" y="2919"/>
                </a:moveTo>
                <a:lnTo>
                  <a:pt x="2312961" y="2934"/>
                </a:lnTo>
                <a:lnTo>
                  <a:pt x="2312946" y="14556"/>
                </a:lnTo>
                <a:lnTo>
                  <a:pt x="2301324" y="14542"/>
                </a:lnTo>
                <a:moveTo>
                  <a:pt x="2324584" y="2948"/>
                </a:moveTo>
                <a:lnTo>
                  <a:pt x="2336207" y="2963"/>
                </a:lnTo>
                <a:lnTo>
                  <a:pt x="2336192" y="14586"/>
                </a:lnTo>
                <a:lnTo>
                  <a:pt x="2324569" y="14571"/>
                </a:lnTo>
                <a:moveTo>
                  <a:pt x="2347830" y="2978"/>
                </a:moveTo>
                <a:lnTo>
                  <a:pt x="2359453" y="2993"/>
                </a:lnTo>
                <a:lnTo>
                  <a:pt x="2359438" y="14615"/>
                </a:lnTo>
                <a:lnTo>
                  <a:pt x="2347815" y="14601"/>
                </a:lnTo>
                <a:moveTo>
                  <a:pt x="2371076" y="3007"/>
                </a:moveTo>
                <a:lnTo>
                  <a:pt x="2382699" y="3022"/>
                </a:lnTo>
                <a:lnTo>
                  <a:pt x="2382684" y="14645"/>
                </a:lnTo>
                <a:lnTo>
                  <a:pt x="2371061" y="14630"/>
                </a:lnTo>
                <a:moveTo>
                  <a:pt x="2394321" y="3037"/>
                </a:moveTo>
                <a:lnTo>
                  <a:pt x="2405944" y="3051"/>
                </a:lnTo>
                <a:lnTo>
                  <a:pt x="2405929" y="14674"/>
                </a:lnTo>
                <a:lnTo>
                  <a:pt x="2394306" y="14660"/>
                </a:lnTo>
                <a:moveTo>
                  <a:pt x="2417567" y="3066"/>
                </a:moveTo>
                <a:lnTo>
                  <a:pt x="2429190" y="3081"/>
                </a:lnTo>
                <a:lnTo>
                  <a:pt x="2429175" y="14704"/>
                </a:lnTo>
                <a:lnTo>
                  <a:pt x="2417552" y="14689"/>
                </a:lnTo>
                <a:moveTo>
                  <a:pt x="2440813" y="3096"/>
                </a:moveTo>
                <a:lnTo>
                  <a:pt x="2452436" y="3111"/>
                </a:lnTo>
                <a:lnTo>
                  <a:pt x="2452421" y="14733"/>
                </a:lnTo>
                <a:lnTo>
                  <a:pt x="2440798" y="14719"/>
                </a:lnTo>
                <a:moveTo>
                  <a:pt x="2464059" y="3125"/>
                </a:moveTo>
                <a:lnTo>
                  <a:pt x="2475681" y="3140"/>
                </a:lnTo>
                <a:lnTo>
                  <a:pt x="2475666" y="14763"/>
                </a:lnTo>
                <a:lnTo>
                  <a:pt x="2464044" y="14748"/>
                </a:lnTo>
                <a:moveTo>
                  <a:pt x="2487304" y="3155"/>
                </a:moveTo>
                <a:lnTo>
                  <a:pt x="2498927" y="3169"/>
                </a:lnTo>
                <a:lnTo>
                  <a:pt x="2498912" y="14792"/>
                </a:lnTo>
                <a:lnTo>
                  <a:pt x="2487289" y="14778"/>
                </a:lnTo>
                <a:moveTo>
                  <a:pt x="2510550" y="3184"/>
                </a:moveTo>
                <a:lnTo>
                  <a:pt x="2522173" y="3199"/>
                </a:lnTo>
                <a:lnTo>
                  <a:pt x="2522158" y="14822"/>
                </a:lnTo>
                <a:lnTo>
                  <a:pt x="2510535" y="14807"/>
                </a:lnTo>
                <a:moveTo>
                  <a:pt x="2533796" y="3214"/>
                </a:moveTo>
                <a:lnTo>
                  <a:pt x="2545418" y="3228"/>
                </a:lnTo>
                <a:lnTo>
                  <a:pt x="2545404" y="14851"/>
                </a:lnTo>
                <a:lnTo>
                  <a:pt x="2533781" y="14837"/>
                </a:lnTo>
                <a:moveTo>
                  <a:pt x="2557041" y="3243"/>
                </a:moveTo>
                <a:lnTo>
                  <a:pt x="2568664" y="3258"/>
                </a:lnTo>
                <a:lnTo>
                  <a:pt x="2568649" y="14881"/>
                </a:lnTo>
                <a:lnTo>
                  <a:pt x="2557026" y="14866"/>
                </a:lnTo>
                <a:moveTo>
                  <a:pt x="2580287" y="3273"/>
                </a:moveTo>
                <a:lnTo>
                  <a:pt x="2591910" y="3287"/>
                </a:lnTo>
                <a:lnTo>
                  <a:pt x="2591895" y="14910"/>
                </a:lnTo>
                <a:lnTo>
                  <a:pt x="2580272" y="14895"/>
                </a:lnTo>
                <a:moveTo>
                  <a:pt x="2603533" y="3302"/>
                </a:moveTo>
                <a:lnTo>
                  <a:pt x="2615156" y="3317"/>
                </a:lnTo>
                <a:lnTo>
                  <a:pt x="2615141" y="14940"/>
                </a:lnTo>
                <a:lnTo>
                  <a:pt x="2603518" y="14925"/>
                </a:lnTo>
                <a:moveTo>
                  <a:pt x="2626778" y="3332"/>
                </a:moveTo>
                <a:lnTo>
                  <a:pt x="2638401" y="3346"/>
                </a:lnTo>
                <a:lnTo>
                  <a:pt x="2638386" y="14969"/>
                </a:lnTo>
                <a:lnTo>
                  <a:pt x="2626763" y="14954"/>
                </a:lnTo>
                <a:moveTo>
                  <a:pt x="2650024" y="3361"/>
                </a:moveTo>
                <a:lnTo>
                  <a:pt x="2661647" y="3376"/>
                </a:lnTo>
                <a:lnTo>
                  <a:pt x="2661632" y="14999"/>
                </a:lnTo>
                <a:lnTo>
                  <a:pt x="2650009" y="14984"/>
                </a:lnTo>
                <a:moveTo>
                  <a:pt x="2673270" y="3390"/>
                </a:moveTo>
                <a:lnTo>
                  <a:pt x="2684892" y="3405"/>
                </a:lnTo>
                <a:lnTo>
                  <a:pt x="2684878" y="15028"/>
                </a:lnTo>
                <a:lnTo>
                  <a:pt x="2673255" y="15013"/>
                </a:lnTo>
                <a:moveTo>
                  <a:pt x="2696515" y="3420"/>
                </a:moveTo>
                <a:lnTo>
                  <a:pt x="2708137" y="3435"/>
                </a:lnTo>
                <a:lnTo>
                  <a:pt x="2708123" y="15058"/>
                </a:lnTo>
                <a:lnTo>
                  <a:pt x="2696501" y="15043"/>
                </a:lnTo>
                <a:moveTo>
                  <a:pt x="2719760" y="3450"/>
                </a:moveTo>
                <a:lnTo>
                  <a:pt x="2731383" y="3464"/>
                </a:lnTo>
                <a:lnTo>
                  <a:pt x="2731369" y="15087"/>
                </a:lnTo>
                <a:lnTo>
                  <a:pt x="2719746" y="15072"/>
                </a:lnTo>
                <a:moveTo>
                  <a:pt x="2743006" y="3479"/>
                </a:moveTo>
                <a:lnTo>
                  <a:pt x="2754629" y="3494"/>
                </a:lnTo>
                <a:lnTo>
                  <a:pt x="2754615" y="15117"/>
                </a:lnTo>
                <a:lnTo>
                  <a:pt x="2742992" y="15102"/>
                </a:lnTo>
                <a:moveTo>
                  <a:pt x="2766252" y="3508"/>
                </a:moveTo>
                <a:lnTo>
                  <a:pt x="2777875" y="3523"/>
                </a:lnTo>
                <a:lnTo>
                  <a:pt x="2777860" y="15146"/>
                </a:lnTo>
                <a:lnTo>
                  <a:pt x="2766238" y="15131"/>
                </a:lnTo>
                <a:moveTo>
                  <a:pt x="2789497" y="3538"/>
                </a:moveTo>
                <a:lnTo>
                  <a:pt x="2801120" y="3553"/>
                </a:lnTo>
                <a:lnTo>
                  <a:pt x="2801106" y="15176"/>
                </a:lnTo>
                <a:lnTo>
                  <a:pt x="2789483" y="15161"/>
                </a:lnTo>
                <a:moveTo>
                  <a:pt x="2812743" y="3568"/>
                </a:moveTo>
                <a:lnTo>
                  <a:pt x="2824366" y="3582"/>
                </a:lnTo>
                <a:lnTo>
                  <a:pt x="2824352" y="15205"/>
                </a:lnTo>
                <a:lnTo>
                  <a:pt x="2812729" y="15190"/>
                </a:lnTo>
                <a:moveTo>
                  <a:pt x="2835989" y="3597"/>
                </a:moveTo>
                <a:lnTo>
                  <a:pt x="2847612" y="3612"/>
                </a:lnTo>
                <a:lnTo>
                  <a:pt x="2847598" y="15235"/>
                </a:lnTo>
                <a:lnTo>
                  <a:pt x="2835975" y="15220"/>
                </a:lnTo>
                <a:moveTo>
                  <a:pt x="2859235" y="3626"/>
                </a:moveTo>
                <a:lnTo>
                  <a:pt x="2870857" y="3641"/>
                </a:lnTo>
                <a:lnTo>
                  <a:pt x="2870843" y="15264"/>
                </a:lnTo>
                <a:lnTo>
                  <a:pt x="2859220" y="15249"/>
                </a:lnTo>
                <a:moveTo>
                  <a:pt x="2882480" y="3656"/>
                </a:moveTo>
                <a:lnTo>
                  <a:pt x="2894103" y="3670"/>
                </a:lnTo>
                <a:lnTo>
                  <a:pt x="2894089" y="15293"/>
                </a:lnTo>
                <a:lnTo>
                  <a:pt x="2882466" y="15279"/>
                </a:lnTo>
                <a:moveTo>
                  <a:pt x="2905726" y="3685"/>
                </a:moveTo>
                <a:lnTo>
                  <a:pt x="2917349" y="3700"/>
                </a:lnTo>
                <a:lnTo>
                  <a:pt x="2917335" y="15323"/>
                </a:lnTo>
                <a:lnTo>
                  <a:pt x="2905712" y="15308"/>
                </a:lnTo>
                <a:moveTo>
                  <a:pt x="2928972" y="3715"/>
                </a:moveTo>
                <a:lnTo>
                  <a:pt x="2940595" y="3730"/>
                </a:lnTo>
                <a:lnTo>
                  <a:pt x="2940580" y="15352"/>
                </a:lnTo>
                <a:lnTo>
                  <a:pt x="2928958" y="15338"/>
                </a:lnTo>
                <a:moveTo>
                  <a:pt x="2952217" y="3744"/>
                </a:moveTo>
                <a:lnTo>
                  <a:pt x="2963840" y="3759"/>
                </a:lnTo>
                <a:lnTo>
                  <a:pt x="2963826" y="15382"/>
                </a:lnTo>
                <a:lnTo>
                  <a:pt x="2952203" y="15367"/>
                </a:lnTo>
                <a:moveTo>
                  <a:pt x="2975463" y="3774"/>
                </a:moveTo>
                <a:lnTo>
                  <a:pt x="2987086" y="3788"/>
                </a:lnTo>
                <a:lnTo>
                  <a:pt x="2987072" y="15411"/>
                </a:lnTo>
                <a:lnTo>
                  <a:pt x="2975449" y="15397"/>
                </a:lnTo>
                <a:moveTo>
                  <a:pt x="2998709" y="3803"/>
                </a:moveTo>
                <a:lnTo>
                  <a:pt x="3010332" y="3818"/>
                </a:lnTo>
                <a:lnTo>
                  <a:pt x="3010318" y="15441"/>
                </a:lnTo>
                <a:lnTo>
                  <a:pt x="2998695" y="15426"/>
                </a:lnTo>
                <a:moveTo>
                  <a:pt x="3021955" y="3833"/>
                </a:moveTo>
                <a:lnTo>
                  <a:pt x="3033577" y="3848"/>
                </a:lnTo>
                <a:lnTo>
                  <a:pt x="3033563" y="15470"/>
                </a:lnTo>
                <a:lnTo>
                  <a:pt x="3021940" y="15456"/>
                </a:lnTo>
                <a:moveTo>
                  <a:pt x="3045200" y="3862"/>
                </a:moveTo>
                <a:lnTo>
                  <a:pt x="3056823" y="3877"/>
                </a:lnTo>
                <a:lnTo>
                  <a:pt x="3056809" y="15500"/>
                </a:lnTo>
                <a:lnTo>
                  <a:pt x="3045186" y="15485"/>
                </a:lnTo>
                <a:moveTo>
                  <a:pt x="3068446" y="3892"/>
                </a:moveTo>
                <a:lnTo>
                  <a:pt x="3080069" y="3906"/>
                </a:lnTo>
                <a:lnTo>
                  <a:pt x="3080055" y="15529"/>
                </a:lnTo>
                <a:lnTo>
                  <a:pt x="3068432" y="15515"/>
                </a:lnTo>
                <a:moveTo>
                  <a:pt x="3091692" y="3921"/>
                </a:moveTo>
                <a:lnTo>
                  <a:pt x="3103315" y="3936"/>
                </a:lnTo>
                <a:lnTo>
                  <a:pt x="3103300" y="15559"/>
                </a:lnTo>
                <a:lnTo>
                  <a:pt x="3091678" y="15544"/>
                </a:lnTo>
                <a:moveTo>
                  <a:pt x="3114937" y="3951"/>
                </a:moveTo>
                <a:lnTo>
                  <a:pt x="3126560" y="3965"/>
                </a:lnTo>
                <a:lnTo>
                  <a:pt x="3126546" y="15588"/>
                </a:lnTo>
                <a:lnTo>
                  <a:pt x="3114923" y="15574"/>
                </a:lnTo>
                <a:moveTo>
                  <a:pt x="3138183" y="3980"/>
                </a:moveTo>
                <a:lnTo>
                  <a:pt x="3149806" y="3995"/>
                </a:lnTo>
                <a:lnTo>
                  <a:pt x="3149792" y="15618"/>
                </a:lnTo>
                <a:lnTo>
                  <a:pt x="3138169" y="15603"/>
                </a:lnTo>
                <a:moveTo>
                  <a:pt x="3161429" y="4010"/>
                </a:moveTo>
                <a:lnTo>
                  <a:pt x="3173052" y="4024"/>
                </a:lnTo>
                <a:lnTo>
                  <a:pt x="3173038" y="15647"/>
                </a:lnTo>
                <a:lnTo>
                  <a:pt x="3161415" y="15633"/>
                </a:lnTo>
                <a:moveTo>
                  <a:pt x="3184675" y="4039"/>
                </a:moveTo>
                <a:lnTo>
                  <a:pt x="3196297" y="4054"/>
                </a:lnTo>
                <a:lnTo>
                  <a:pt x="3196283" y="15677"/>
                </a:lnTo>
                <a:lnTo>
                  <a:pt x="3184660" y="15662"/>
                </a:lnTo>
                <a:moveTo>
                  <a:pt x="3207920" y="4069"/>
                </a:moveTo>
                <a:lnTo>
                  <a:pt x="3219543" y="4083"/>
                </a:lnTo>
                <a:lnTo>
                  <a:pt x="3219529" y="15706"/>
                </a:lnTo>
                <a:lnTo>
                  <a:pt x="3207906" y="15692"/>
                </a:lnTo>
                <a:moveTo>
                  <a:pt x="3231166" y="4098"/>
                </a:moveTo>
                <a:lnTo>
                  <a:pt x="3242789" y="4113"/>
                </a:lnTo>
                <a:lnTo>
                  <a:pt x="3242775" y="15736"/>
                </a:lnTo>
                <a:lnTo>
                  <a:pt x="3231152" y="15721"/>
                </a:lnTo>
                <a:moveTo>
                  <a:pt x="3254412" y="4128"/>
                </a:moveTo>
                <a:lnTo>
                  <a:pt x="3266034" y="4142"/>
                </a:lnTo>
                <a:lnTo>
                  <a:pt x="3266020" y="15765"/>
                </a:lnTo>
                <a:lnTo>
                  <a:pt x="3254398" y="15750"/>
                </a:lnTo>
                <a:moveTo>
                  <a:pt x="3277657" y="4157"/>
                </a:moveTo>
                <a:lnTo>
                  <a:pt x="3289280" y="4172"/>
                </a:lnTo>
                <a:lnTo>
                  <a:pt x="3289266" y="15795"/>
                </a:lnTo>
                <a:lnTo>
                  <a:pt x="3277643" y="15780"/>
                </a:lnTo>
                <a:moveTo>
                  <a:pt x="3300903" y="4187"/>
                </a:moveTo>
                <a:lnTo>
                  <a:pt x="3312526" y="4201"/>
                </a:lnTo>
                <a:lnTo>
                  <a:pt x="3312512" y="15824"/>
                </a:lnTo>
                <a:lnTo>
                  <a:pt x="3300889" y="15809"/>
                </a:lnTo>
                <a:moveTo>
                  <a:pt x="3324149" y="4216"/>
                </a:moveTo>
                <a:lnTo>
                  <a:pt x="3335772" y="4231"/>
                </a:lnTo>
                <a:lnTo>
                  <a:pt x="3335758" y="15854"/>
                </a:lnTo>
                <a:lnTo>
                  <a:pt x="3324135" y="15839"/>
                </a:lnTo>
                <a:moveTo>
                  <a:pt x="3347394" y="4245"/>
                </a:moveTo>
                <a:lnTo>
                  <a:pt x="3359017" y="4260"/>
                </a:lnTo>
                <a:lnTo>
                  <a:pt x="3359003" y="15883"/>
                </a:lnTo>
                <a:lnTo>
                  <a:pt x="3347380" y="15868"/>
                </a:lnTo>
                <a:moveTo>
                  <a:pt x="3370640" y="4275"/>
                </a:moveTo>
                <a:lnTo>
                  <a:pt x="3382263" y="4290"/>
                </a:lnTo>
                <a:lnTo>
                  <a:pt x="3382249" y="15913"/>
                </a:lnTo>
                <a:lnTo>
                  <a:pt x="3370626" y="15898"/>
                </a:lnTo>
                <a:moveTo>
                  <a:pt x="3393886" y="4305"/>
                </a:moveTo>
                <a:lnTo>
                  <a:pt x="3405509" y="4319"/>
                </a:lnTo>
                <a:lnTo>
                  <a:pt x="3405495" y="15942"/>
                </a:lnTo>
                <a:lnTo>
                  <a:pt x="3393872" y="15927"/>
                </a:lnTo>
                <a:moveTo>
                  <a:pt x="3417132" y="4334"/>
                </a:moveTo>
                <a:lnTo>
                  <a:pt x="3428754" y="4349"/>
                </a:lnTo>
                <a:lnTo>
                  <a:pt x="3428740" y="15972"/>
                </a:lnTo>
                <a:lnTo>
                  <a:pt x="3417118" y="15957"/>
                </a:lnTo>
                <a:moveTo>
                  <a:pt x="3440377" y="4363"/>
                </a:moveTo>
                <a:lnTo>
                  <a:pt x="3452000" y="4378"/>
                </a:lnTo>
                <a:lnTo>
                  <a:pt x="3451986" y="16001"/>
                </a:lnTo>
                <a:lnTo>
                  <a:pt x="3440363" y="15986"/>
                </a:lnTo>
                <a:moveTo>
                  <a:pt x="3463623" y="4393"/>
                </a:moveTo>
                <a:lnTo>
                  <a:pt x="3475246" y="4408"/>
                </a:lnTo>
                <a:lnTo>
                  <a:pt x="3475232" y="16030"/>
                </a:lnTo>
                <a:lnTo>
                  <a:pt x="3463609" y="16016"/>
                </a:lnTo>
                <a:moveTo>
                  <a:pt x="3486869" y="4422"/>
                </a:moveTo>
                <a:lnTo>
                  <a:pt x="3498492" y="4437"/>
                </a:lnTo>
                <a:lnTo>
                  <a:pt x="3498478" y="16060"/>
                </a:lnTo>
                <a:lnTo>
                  <a:pt x="3486855" y="16045"/>
                </a:lnTo>
                <a:moveTo>
                  <a:pt x="3510114" y="4452"/>
                </a:moveTo>
                <a:lnTo>
                  <a:pt x="3521737" y="4467"/>
                </a:lnTo>
                <a:lnTo>
                  <a:pt x="3521723" y="16090"/>
                </a:lnTo>
                <a:lnTo>
                  <a:pt x="3510100" y="16075"/>
                </a:lnTo>
                <a:moveTo>
                  <a:pt x="3533360" y="4481"/>
                </a:moveTo>
                <a:lnTo>
                  <a:pt x="3544983" y="4496"/>
                </a:lnTo>
                <a:lnTo>
                  <a:pt x="3544969" y="16119"/>
                </a:lnTo>
                <a:lnTo>
                  <a:pt x="3533346" y="16104"/>
                </a:lnTo>
                <a:moveTo>
                  <a:pt x="3556606" y="4511"/>
                </a:moveTo>
                <a:lnTo>
                  <a:pt x="3568229" y="4526"/>
                </a:lnTo>
                <a:lnTo>
                  <a:pt x="3568215" y="16148"/>
                </a:lnTo>
                <a:lnTo>
                  <a:pt x="3556592" y="16134"/>
                </a:lnTo>
                <a:moveTo>
                  <a:pt x="3579852" y="4540"/>
                </a:moveTo>
                <a:lnTo>
                  <a:pt x="3591474" y="4555"/>
                </a:lnTo>
                <a:lnTo>
                  <a:pt x="3591460" y="16178"/>
                </a:lnTo>
                <a:lnTo>
                  <a:pt x="3579838" y="16163"/>
                </a:lnTo>
                <a:moveTo>
                  <a:pt x="3603097" y="4570"/>
                </a:moveTo>
                <a:lnTo>
                  <a:pt x="3614720" y="4585"/>
                </a:lnTo>
                <a:lnTo>
                  <a:pt x="3614706" y="16207"/>
                </a:lnTo>
                <a:lnTo>
                  <a:pt x="3603083" y="16193"/>
                </a:lnTo>
                <a:moveTo>
                  <a:pt x="3626343" y="4599"/>
                </a:moveTo>
                <a:lnTo>
                  <a:pt x="3637966" y="4614"/>
                </a:lnTo>
                <a:lnTo>
                  <a:pt x="3637952" y="16237"/>
                </a:lnTo>
                <a:lnTo>
                  <a:pt x="3626329" y="16222"/>
                </a:lnTo>
                <a:moveTo>
                  <a:pt x="3649589" y="4629"/>
                </a:moveTo>
                <a:lnTo>
                  <a:pt x="3661212" y="4643"/>
                </a:lnTo>
                <a:lnTo>
                  <a:pt x="3661198" y="16266"/>
                </a:lnTo>
                <a:lnTo>
                  <a:pt x="3649575" y="16252"/>
                </a:lnTo>
                <a:moveTo>
                  <a:pt x="3672834" y="4658"/>
                </a:moveTo>
                <a:lnTo>
                  <a:pt x="3684457" y="4673"/>
                </a:lnTo>
                <a:lnTo>
                  <a:pt x="3684443" y="16296"/>
                </a:lnTo>
                <a:lnTo>
                  <a:pt x="3672820" y="16281"/>
                </a:lnTo>
                <a:moveTo>
                  <a:pt x="3696080" y="4688"/>
                </a:moveTo>
                <a:lnTo>
                  <a:pt x="3707703" y="4702"/>
                </a:lnTo>
                <a:lnTo>
                  <a:pt x="3707689" y="16325"/>
                </a:lnTo>
                <a:lnTo>
                  <a:pt x="3696066" y="16311"/>
                </a:lnTo>
                <a:moveTo>
                  <a:pt x="3719326" y="4717"/>
                </a:moveTo>
                <a:lnTo>
                  <a:pt x="3730949" y="4732"/>
                </a:lnTo>
                <a:lnTo>
                  <a:pt x="3730935" y="16355"/>
                </a:lnTo>
                <a:lnTo>
                  <a:pt x="3719312" y="16340"/>
                </a:lnTo>
                <a:moveTo>
                  <a:pt x="3742572" y="4747"/>
                </a:moveTo>
                <a:lnTo>
                  <a:pt x="3754194" y="4761"/>
                </a:lnTo>
                <a:lnTo>
                  <a:pt x="3754180" y="16384"/>
                </a:lnTo>
                <a:lnTo>
                  <a:pt x="3742558" y="16370"/>
                </a:lnTo>
                <a:moveTo>
                  <a:pt x="3765817" y="4776"/>
                </a:moveTo>
                <a:lnTo>
                  <a:pt x="3777440" y="4791"/>
                </a:lnTo>
                <a:lnTo>
                  <a:pt x="3777426" y="16414"/>
                </a:lnTo>
                <a:lnTo>
                  <a:pt x="3765803" y="16399"/>
                </a:lnTo>
                <a:moveTo>
                  <a:pt x="3789063" y="4806"/>
                </a:moveTo>
                <a:lnTo>
                  <a:pt x="3800686" y="4820"/>
                </a:lnTo>
                <a:lnTo>
                  <a:pt x="3800672" y="16443"/>
                </a:lnTo>
                <a:lnTo>
                  <a:pt x="3789049" y="16429"/>
                </a:lnTo>
                <a:moveTo>
                  <a:pt x="3812309" y="4835"/>
                </a:moveTo>
                <a:lnTo>
                  <a:pt x="3823932" y="4850"/>
                </a:lnTo>
                <a:lnTo>
                  <a:pt x="3823917" y="16473"/>
                </a:lnTo>
                <a:lnTo>
                  <a:pt x="3812295" y="16458"/>
                </a:lnTo>
                <a:moveTo>
                  <a:pt x="3835554" y="4865"/>
                </a:moveTo>
                <a:lnTo>
                  <a:pt x="3847177" y="4879"/>
                </a:lnTo>
                <a:lnTo>
                  <a:pt x="3847163" y="16502"/>
                </a:lnTo>
                <a:lnTo>
                  <a:pt x="3835540" y="16487"/>
                </a:lnTo>
                <a:moveTo>
                  <a:pt x="3858800" y="4894"/>
                </a:moveTo>
                <a:lnTo>
                  <a:pt x="3870423" y="4909"/>
                </a:lnTo>
                <a:lnTo>
                  <a:pt x="3870409" y="16532"/>
                </a:lnTo>
                <a:lnTo>
                  <a:pt x="3858786" y="16517"/>
                </a:lnTo>
                <a:moveTo>
                  <a:pt x="3882046" y="4924"/>
                </a:moveTo>
                <a:lnTo>
                  <a:pt x="3893668" y="4938"/>
                </a:lnTo>
                <a:lnTo>
                  <a:pt x="3893654" y="16561"/>
                </a:lnTo>
                <a:lnTo>
                  <a:pt x="3882032" y="16547"/>
                </a:lnTo>
                <a:moveTo>
                  <a:pt x="3905290" y="4953"/>
                </a:moveTo>
                <a:lnTo>
                  <a:pt x="3916913" y="4968"/>
                </a:lnTo>
                <a:lnTo>
                  <a:pt x="3916899" y="16591"/>
                </a:lnTo>
                <a:lnTo>
                  <a:pt x="3905276" y="16576"/>
                </a:lnTo>
                <a:moveTo>
                  <a:pt x="3928536" y="4983"/>
                </a:moveTo>
                <a:lnTo>
                  <a:pt x="3940159" y="4997"/>
                </a:lnTo>
                <a:lnTo>
                  <a:pt x="3940145" y="16620"/>
                </a:lnTo>
                <a:lnTo>
                  <a:pt x="3928522" y="16605"/>
                </a:lnTo>
                <a:moveTo>
                  <a:pt x="3951782" y="5012"/>
                </a:moveTo>
                <a:lnTo>
                  <a:pt x="3963405" y="5027"/>
                </a:lnTo>
                <a:lnTo>
                  <a:pt x="3963391" y="16650"/>
                </a:lnTo>
                <a:lnTo>
                  <a:pt x="3951768" y="16635"/>
                </a:lnTo>
                <a:moveTo>
                  <a:pt x="3975028" y="5041"/>
                </a:moveTo>
                <a:lnTo>
                  <a:pt x="3986650" y="5056"/>
                </a:lnTo>
                <a:lnTo>
                  <a:pt x="3986636" y="16679"/>
                </a:lnTo>
                <a:lnTo>
                  <a:pt x="3975014" y="16664"/>
                </a:lnTo>
                <a:moveTo>
                  <a:pt x="3998273" y="5071"/>
                </a:moveTo>
                <a:lnTo>
                  <a:pt x="4009896" y="5086"/>
                </a:lnTo>
                <a:lnTo>
                  <a:pt x="4009882" y="16709"/>
                </a:lnTo>
                <a:lnTo>
                  <a:pt x="3998259" y="16694"/>
                </a:lnTo>
                <a:moveTo>
                  <a:pt x="4021519" y="5101"/>
                </a:moveTo>
                <a:lnTo>
                  <a:pt x="4033142" y="5115"/>
                </a:lnTo>
                <a:lnTo>
                  <a:pt x="4033128" y="16738"/>
                </a:lnTo>
                <a:lnTo>
                  <a:pt x="4021505" y="16723"/>
                </a:lnTo>
                <a:moveTo>
                  <a:pt x="4044765" y="5130"/>
                </a:moveTo>
                <a:lnTo>
                  <a:pt x="4056388" y="5145"/>
                </a:lnTo>
                <a:lnTo>
                  <a:pt x="4056374" y="16767"/>
                </a:lnTo>
                <a:lnTo>
                  <a:pt x="4044751" y="16753"/>
                </a:lnTo>
                <a:moveTo>
                  <a:pt x="4068010" y="5159"/>
                </a:moveTo>
                <a:lnTo>
                  <a:pt x="4079633" y="5174"/>
                </a:lnTo>
                <a:lnTo>
                  <a:pt x="4079619" y="16797"/>
                </a:lnTo>
                <a:lnTo>
                  <a:pt x="4067996" y="16782"/>
                </a:lnTo>
                <a:moveTo>
                  <a:pt x="4091256" y="5189"/>
                </a:moveTo>
                <a:lnTo>
                  <a:pt x="4102879" y="5204"/>
                </a:lnTo>
                <a:lnTo>
                  <a:pt x="4102865" y="16827"/>
                </a:lnTo>
                <a:lnTo>
                  <a:pt x="4091242" y="16812"/>
                </a:lnTo>
                <a:moveTo>
                  <a:pt x="4114502" y="5218"/>
                </a:moveTo>
                <a:lnTo>
                  <a:pt x="4126125" y="5233"/>
                </a:lnTo>
                <a:lnTo>
                  <a:pt x="4126111" y="16856"/>
                </a:lnTo>
                <a:lnTo>
                  <a:pt x="4114488" y="16841"/>
                </a:lnTo>
                <a:moveTo>
                  <a:pt x="4137747" y="5248"/>
                </a:moveTo>
                <a:lnTo>
                  <a:pt x="4149370" y="5263"/>
                </a:lnTo>
                <a:lnTo>
                  <a:pt x="4149356" y="16885"/>
                </a:lnTo>
                <a:lnTo>
                  <a:pt x="4137734" y="16871"/>
                </a:lnTo>
                <a:moveTo>
                  <a:pt x="4160993" y="5277"/>
                </a:moveTo>
                <a:lnTo>
                  <a:pt x="4172616" y="5292"/>
                </a:lnTo>
                <a:lnTo>
                  <a:pt x="4172602" y="16915"/>
                </a:lnTo>
                <a:lnTo>
                  <a:pt x="4160979" y="16900"/>
                </a:lnTo>
                <a:moveTo>
                  <a:pt x="4184239" y="5307"/>
                </a:moveTo>
                <a:lnTo>
                  <a:pt x="4195862" y="5322"/>
                </a:lnTo>
                <a:lnTo>
                  <a:pt x="4195848" y="16944"/>
                </a:lnTo>
                <a:lnTo>
                  <a:pt x="4184225" y="16930"/>
                </a:lnTo>
                <a:moveTo>
                  <a:pt x="4207485" y="5336"/>
                </a:moveTo>
                <a:lnTo>
                  <a:pt x="4219107" y="5351"/>
                </a:lnTo>
                <a:lnTo>
                  <a:pt x="4219094" y="16974"/>
                </a:lnTo>
                <a:lnTo>
                  <a:pt x="4207471" y="16959"/>
                </a:lnTo>
                <a:moveTo>
                  <a:pt x="4230730" y="5366"/>
                </a:moveTo>
                <a:lnTo>
                  <a:pt x="4242353" y="5381"/>
                </a:lnTo>
                <a:lnTo>
                  <a:pt x="4242339" y="17003"/>
                </a:lnTo>
                <a:lnTo>
                  <a:pt x="4230716" y="16989"/>
                </a:lnTo>
                <a:moveTo>
                  <a:pt x="4253976" y="5395"/>
                </a:moveTo>
                <a:lnTo>
                  <a:pt x="4265599" y="5410"/>
                </a:lnTo>
                <a:lnTo>
                  <a:pt x="4265585" y="17033"/>
                </a:lnTo>
                <a:lnTo>
                  <a:pt x="4253962" y="17018"/>
                </a:lnTo>
                <a:moveTo>
                  <a:pt x="4277222" y="5425"/>
                </a:moveTo>
                <a:lnTo>
                  <a:pt x="4288845" y="5439"/>
                </a:lnTo>
                <a:lnTo>
                  <a:pt x="4288831" y="17062"/>
                </a:lnTo>
                <a:lnTo>
                  <a:pt x="4277208" y="17048"/>
                </a:lnTo>
                <a:moveTo>
                  <a:pt x="4300467" y="5454"/>
                </a:moveTo>
                <a:lnTo>
                  <a:pt x="4312090" y="5469"/>
                </a:lnTo>
                <a:lnTo>
                  <a:pt x="4312076" y="17092"/>
                </a:lnTo>
                <a:lnTo>
                  <a:pt x="4300454" y="17077"/>
                </a:lnTo>
                <a:moveTo>
                  <a:pt x="4323713" y="5484"/>
                </a:moveTo>
                <a:lnTo>
                  <a:pt x="4335336" y="5499"/>
                </a:lnTo>
                <a:lnTo>
                  <a:pt x="4335322" y="17121"/>
                </a:lnTo>
                <a:lnTo>
                  <a:pt x="4323699" y="17107"/>
                </a:lnTo>
                <a:moveTo>
                  <a:pt x="4346959" y="5513"/>
                </a:moveTo>
                <a:lnTo>
                  <a:pt x="4358582" y="5528"/>
                </a:lnTo>
                <a:lnTo>
                  <a:pt x="4358567" y="17151"/>
                </a:lnTo>
                <a:lnTo>
                  <a:pt x="4346945" y="17136"/>
                </a:lnTo>
                <a:moveTo>
                  <a:pt x="4370204" y="5543"/>
                </a:moveTo>
                <a:lnTo>
                  <a:pt x="4381827" y="5558"/>
                </a:lnTo>
                <a:lnTo>
                  <a:pt x="4381813" y="17180"/>
                </a:lnTo>
                <a:lnTo>
                  <a:pt x="4370190" y="17166"/>
                </a:lnTo>
                <a:moveTo>
                  <a:pt x="4393450" y="5572"/>
                </a:moveTo>
                <a:lnTo>
                  <a:pt x="4405073" y="5587"/>
                </a:lnTo>
                <a:lnTo>
                  <a:pt x="4405059" y="17210"/>
                </a:lnTo>
                <a:lnTo>
                  <a:pt x="4393436" y="17195"/>
                </a:lnTo>
                <a:moveTo>
                  <a:pt x="4416696" y="5602"/>
                </a:moveTo>
                <a:lnTo>
                  <a:pt x="4428319" y="5616"/>
                </a:lnTo>
                <a:lnTo>
                  <a:pt x="4428305" y="17239"/>
                </a:lnTo>
                <a:lnTo>
                  <a:pt x="4416682" y="17225"/>
                </a:lnTo>
                <a:moveTo>
                  <a:pt x="4439942" y="5631"/>
                </a:moveTo>
                <a:lnTo>
                  <a:pt x="4451564" y="5646"/>
                </a:lnTo>
                <a:lnTo>
                  <a:pt x="4451550" y="17269"/>
                </a:lnTo>
                <a:lnTo>
                  <a:pt x="4439927" y="17254"/>
                </a:lnTo>
                <a:moveTo>
                  <a:pt x="4463187" y="5661"/>
                </a:moveTo>
                <a:lnTo>
                  <a:pt x="4474810" y="5675"/>
                </a:lnTo>
                <a:lnTo>
                  <a:pt x="4474796" y="17298"/>
                </a:lnTo>
                <a:lnTo>
                  <a:pt x="4463173" y="17283"/>
                </a:lnTo>
                <a:moveTo>
                  <a:pt x="4486433" y="5690"/>
                </a:moveTo>
                <a:lnTo>
                  <a:pt x="4498056" y="5705"/>
                </a:lnTo>
                <a:lnTo>
                  <a:pt x="4498042" y="17328"/>
                </a:lnTo>
                <a:lnTo>
                  <a:pt x="4486419" y="17313"/>
                </a:lnTo>
                <a:moveTo>
                  <a:pt x="4509679" y="5720"/>
                </a:moveTo>
                <a:lnTo>
                  <a:pt x="4521302" y="5734"/>
                </a:lnTo>
                <a:lnTo>
                  <a:pt x="4521287" y="17357"/>
                </a:lnTo>
                <a:lnTo>
                  <a:pt x="4509665" y="17342"/>
                </a:lnTo>
                <a:moveTo>
                  <a:pt x="4532924" y="5749"/>
                </a:moveTo>
                <a:lnTo>
                  <a:pt x="4544547" y="5764"/>
                </a:lnTo>
                <a:lnTo>
                  <a:pt x="4544533" y="17387"/>
                </a:lnTo>
                <a:lnTo>
                  <a:pt x="4532910" y="17372"/>
                </a:lnTo>
                <a:moveTo>
                  <a:pt x="4556170" y="5779"/>
                </a:moveTo>
                <a:lnTo>
                  <a:pt x="4567793" y="5793"/>
                </a:lnTo>
                <a:lnTo>
                  <a:pt x="4567779" y="17416"/>
                </a:lnTo>
                <a:lnTo>
                  <a:pt x="4556156" y="17401"/>
                </a:lnTo>
                <a:moveTo>
                  <a:pt x="4579416" y="5808"/>
                </a:moveTo>
                <a:lnTo>
                  <a:pt x="4591039" y="5823"/>
                </a:lnTo>
                <a:lnTo>
                  <a:pt x="4591025" y="17446"/>
                </a:lnTo>
                <a:lnTo>
                  <a:pt x="4579402" y="17431"/>
                </a:lnTo>
                <a:moveTo>
                  <a:pt x="4602662" y="5838"/>
                </a:moveTo>
                <a:lnTo>
                  <a:pt x="4614284" y="5852"/>
                </a:lnTo>
                <a:lnTo>
                  <a:pt x="4614270" y="17475"/>
                </a:lnTo>
                <a:lnTo>
                  <a:pt x="4602647" y="17460"/>
                </a:lnTo>
                <a:moveTo>
                  <a:pt x="4625907" y="5867"/>
                </a:moveTo>
                <a:lnTo>
                  <a:pt x="4637530" y="5882"/>
                </a:lnTo>
                <a:lnTo>
                  <a:pt x="4637516" y="17505"/>
                </a:lnTo>
                <a:lnTo>
                  <a:pt x="4625893" y="17490"/>
                </a:lnTo>
                <a:moveTo>
                  <a:pt x="4649153" y="5897"/>
                </a:moveTo>
                <a:lnTo>
                  <a:pt x="4660776" y="5911"/>
                </a:lnTo>
                <a:lnTo>
                  <a:pt x="4660762" y="17534"/>
                </a:lnTo>
                <a:lnTo>
                  <a:pt x="4649139" y="17519"/>
                </a:lnTo>
                <a:moveTo>
                  <a:pt x="4672399" y="5926"/>
                </a:moveTo>
                <a:lnTo>
                  <a:pt x="4684022" y="5941"/>
                </a:lnTo>
                <a:lnTo>
                  <a:pt x="4684007" y="17564"/>
                </a:lnTo>
                <a:lnTo>
                  <a:pt x="4672385" y="17549"/>
                </a:lnTo>
                <a:moveTo>
                  <a:pt x="4695644" y="5956"/>
                </a:moveTo>
                <a:lnTo>
                  <a:pt x="4707267" y="5970"/>
                </a:lnTo>
                <a:lnTo>
                  <a:pt x="4707253" y="17593"/>
                </a:lnTo>
                <a:lnTo>
                  <a:pt x="4695630" y="17578"/>
                </a:lnTo>
                <a:moveTo>
                  <a:pt x="4718890" y="5985"/>
                </a:moveTo>
                <a:lnTo>
                  <a:pt x="4730513" y="6000"/>
                </a:lnTo>
                <a:lnTo>
                  <a:pt x="4730499" y="17623"/>
                </a:lnTo>
                <a:lnTo>
                  <a:pt x="4718876" y="17608"/>
                </a:lnTo>
                <a:moveTo>
                  <a:pt x="4742136" y="6014"/>
                </a:moveTo>
                <a:lnTo>
                  <a:pt x="4753759" y="6029"/>
                </a:lnTo>
                <a:lnTo>
                  <a:pt x="4753745" y="17652"/>
                </a:lnTo>
                <a:lnTo>
                  <a:pt x="4742122" y="17637"/>
                </a:lnTo>
                <a:moveTo>
                  <a:pt x="4765382" y="6044"/>
                </a:moveTo>
                <a:lnTo>
                  <a:pt x="4777004" y="6059"/>
                </a:lnTo>
                <a:lnTo>
                  <a:pt x="4776990" y="17682"/>
                </a:lnTo>
                <a:lnTo>
                  <a:pt x="4765367" y="17667"/>
                </a:lnTo>
                <a:moveTo>
                  <a:pt x="4788627" y="6073"/>
                </a:moveTo>
                <a:lnTo>
                  <a:pt x="4800250" y="6088"/>
                </a:lnTo>
                <a:lnTo>
                  <a:pt x="4800236" y="17711"/>
                </a:lnTo>
                <a:lnTo>
                  <a:pt x="4788613" y="17696"/>
                </a:lnTo>
                <a:moveTo>
                  <a:pt x="4811873" y="6103"/>
                </a:moveTo>
                <a:lnTo>
                  <a:pt x="4823496" y="6118"/>
                </a:lnTo>
                <a:lnTo>
                  <a:pt x="4823482" y="17740"/>
                </a:lnTo>
                <a:lnTo>
                  <a:pt x="4811859" y="17726"/>
                </a:lnTo>
                <a:moveTo>
                  <a:pt x="4835119" y="6132"/>
                </a:moveTo>
                <a:lnTo>
                  <a:pt x="4846742" y="6147"/>
                </a:lnTo>
                <a:lnTo>
                  <a:pt x="4846727" y="17770"/>
                </a:lnTo>
                <a:lnTo>
                  <a:pt x="4835105" y="17755"/>
                </a:lnTo>
                <a:moveTo>
                  <a:pt x="4858364" y="6162"/>
                </a:moveTo>
                <a:lnTo>
                  <a:pt x="4869987" y="6177"/>
                </a:lnTo>
                <a:lnTo>
                  <a:pt x="4869973" y="17800"/>
                </a:lnTo>
                <a:lnTo>
                  <a:pt x="4858350" y="17785"/>
                </a:lnTo>
                <a:moveTo>
                  <a:pt x="4881610" y="6191"/>
                </a:moveTo>
                <a:lnTo>
                  <a:pt x="4893233" y="6206"/>
                </a:lnTo>
                <a:lnTo>
                  <a:pt x="4893219" y="17829"/>
                </a:lnTo>
                <a:lnTo>
                  <a:pt x="4881596" y="17814"/>
                </a:lnTo>
                <a:moveTo>
                  <a:pt x="4904856" y="6221"/>
                </a:moveTo>
                <a:lnTo>
                  <a:pt x="4916479" y="6236"/>
                </a:lnTo>
                <a:lnTo>
                  <a:pt x="4916465" y="17858"/>
                </a:lnTo>
                <a:lnTo>
                  <a:pt x="4904842" y="17844"/>
                </a:lnTo>
                <a:moveTo>
                  <a:pt x="4928102" y="6250"/>
                </a:moveTo>
                <a:lnTo>
                  <a:pt x="4939724" y="6265"/>
                </a:lnTo>
                <a:lnTo>
                  <a:pt x="4939710" y="17888"/>
                </a:lnTo>
                <a:lnTo>
                  <a:pt x="4928087" y="17873"/>
                </a:lnTo>
                <a:moveTo>
                  <a:pt x="4951347" y="6280"/>
                </a:moveTo>
                <a:lnTo>
                  <a:pt x="4962970" y="6295"/>
                </a:lnTo>
                <a:lnTo>
                  <a:pt x="4962956" y="17917"/>
                </a:lnTo>
                <a:lnTo>
                  <a:pt x="4951333" y="17903"/>
                </a:lnTo>
                <a:moveTo>
                  <a:pt x="4974593" y="6309"/>
                </a:moveTo>
                <a:lnTo>
                  <a:pt x="4986216" y="6324"/>
                </a:lnTo>
                <a:lnTo>
                  <a:pt x="4986202" y="17947"/>
                </a:lnTo>
                <a:lnTo>
                  <a:pt x="4974579" y="17932"/>
                </a:lnTo>
                <a:moveTo>
                  <a:pt x="4997839" y="6339"/>
                </a:moveTo>
                <a:lnTo>
                  <a:pt x="5009462" y="6354"/>
                </a:lnTo>
                <a:lnTo>
                  <a:pt x="5009447" y="17976"/>
                </a:lnTo>
                <a:lnTo>
                  <a:pt x="4997825" y="17962"/>
                </a:lnTo>
                <a:moveTo>
                  <a:pt x="5021084" y="6368"/>
                </a:moveTo>
                <a:lnTo>
                  <a:pt x="5032707" y="6383"/>
                </a:lnTo>
                <a:lnTo>
                  <a:pt x="5032693" y="18006"/>
                </a:lnTo>
                <a:lnTo>
                  <a:pt x="5021070" y="17991"/>
                </a:lnTo>
                <a:moveTo>
                  <a:pt x="5044330" y="6398"/>
                </a:moveTo>
                <a:lnTo>
                  <a:pt x="5055953" y="6412"/>
                </a:lnTo>
                <a:lnTo>
                  <a:pt x="5055939" y="18035"/>
                </a:lnTo>
                <a:lnTo>
                  <a:pt x="5044316" y="18021"/>
                </a:lnTo>
                <a:moveTo>
                  <a:pt x="5067576" y="6427"/>
                </a:moveTo>
                <a:lnTo>
                  <a:pt x="5079199" y="6442"/>
                </a:lnTo>
                <a:lnTo>
                  <a:pt x="5079184" y="18065"/>
                </a:lnTo>
                <a:lnTo>
                  <a:pt x="5067562" y="18050"/>
                </a:lnTo>
                <a:moveTo>
                  <a:pt x="5090822" y="6457"/>
                </a:moveTo>
                <a:lnTo>
                  <a:pt x="5102444" y="6471"/>
                </a:lnTo>
                <a:lnTo>
                  <a:pt x="5102430" y="18094"/>
                </a:lnTo>
                <a:lnTo>
                  <a:pt x="5090807" y="18080"/>
                </a:lnTo>
                <a:moveTo>
                  <a:pt x="5114067" y="6486"/>
                </a:moveTo>
                <a:lnTo>
                  <a:pt x="5125690" y="6501"/>
                </a:lnTo>
                <a:lnTo>
                  <a:pt x="5125676" y="18124"/>
                </a:lnTo>
                <a:lnTo>
                  <a:pt x="5114053" y="18109"/>
                </a:lnTo>
                <a:moveTo>
                  <a:pt x="5137313" y="6516"/>
                </a:moveTo>
                <a:lnTo>
                  <a:pt x="5148936" y="6530"/>
                </a:lnTo>
                <a:lnTo>
                  <a:pt x="5148922" y="18153"/>
                </a:lnTo>
                <a:lnTo>
                  <a:pt x="5137299" y="18138"/>
                </a:lnTo>
                <a:moveTo>
                  <a:pt x="5160559" y="6545"/>
                </a:moveTo>
                <a:lnTo>
                  <a:pt x="5172182" y="6560"/>
                </a:lnTo>
                <a:lnTo>
                  <a:pt x="5172167" y="18183"/>
                </a:lnTo>
                <a:lnTo>
                  <a:pt x="5160544" y="18168"/>
                </a:lnTo>
                <a:moveTo>
                  <a:pt x="5183804" y="6575"/>
                </a:moveTo>
                <a:lnTo>
                  <a:pt x="5195427" y="6589"/>
                </a:lnTo>
                <a:lnTo>
                  <a:pt x="5195413" y="18212"/>
                </a:lnTo>
                <a:lnTo>
                  <a:pt x="5183790" y="18198"/>
                </a:lnTo>
                <a:moveTo>
                  <a:pt x="5207050" y="6604"/>
                </a:moveTo>
                <a:lnTo>
                  <a:pt x="5218673" y="6619"/>
                </a:lnTo>
                <a:lnTo>
                  <a:pt x="5218659" y="18242"/>
                </a:lnTo>
                <a:lnTo>
                  <a:pt x="5207036" y="18227"/>
                </a:lnTo>
                <a:moveTo>
                  <a:pt x="5230296" y="6634"/>
                </a:moveTo>
                <a:lnTo>
                  <a:pt x="5241919" y="6648"/>
                </a:lnTo>
                <a:lnTo>
                  <a:pt x="5241904" y="18271"/>
                </a:lnTo>
                <a:lnTo>
                  <a:pt x="5230282" y="18256"/>
                </a:lnTo>
                <a:moveTo>
                  <a:pt x="5253542" y="6663"/>
                </a:moveTo>
                <a:lnTo>
                  <a:pt x="5265164" y="6678"/>
                </a:lnTo>
                <a:lnTo>
                  <a:pt x="5265150" y="18301"/>
                </a:lnTo>
                <a:lnTo>
                  <a:pt x="5253527" y="18286"/>
                </a:lnTo>
                <a:moveTo>
                  <a:pt x="5276787" y="6693"/>
                </a:moveTo>
                <a:lnTo>
                  <a:pt x="5288410" y="6707"/>
                </a:lnTo>
                <a:lnTo>
                  <a:pt x="5288396" y="18330"/>
                </a:lnTo>
                <a:lnTo>
                  <a:pt x="5276773" y="18315"/>
                </a:lnTo>
                <a:moveTo>
                  <a:pt x="5300033" y="6722"/>
                </a:moveTo>
                <a:lnTo>
                  <a:pt x="5311656" y="6737"/>
                </a:lnTo>
                <a:lnTo>
                  <a:pt x="5311642" y="18360"/>
                </a:lnTo>
                <a:lnTo>
                  <a:pt x="5300019" y="18345"/>
                </a:lnTo>
                <a:moveTo>
                  <a:pt x="5323279" y="6751"/>
                </a:moveTo>
                <a:lnTo>
                  <a:pt x="5334901" y="6766"/>
                </a:lnTo>
                <a:lnTo>
                  <a:pt x="5334887" y="18389"/>
                </a:lnTo>
                <a:lnTo>
                  <a:pt x="5323264" y="18374"/>
                </a:lnTo>
                <a:moveTo>
                  <a:pt x="5346524" y="6781"/>
                </a:moveTo>
                <a:lnTo>
                  <a:pt x="5358147" y="6796"/>
                </a:lnTo>
                <a:lnTo>
                  <a:pt x="5358133" y="18419"/>
                </a:lnTo>
                <a:lnTo>
                  <a:pt x="5346510" y="18404"/>
                </a:lnTo>
                <a:moveTo>
                  <a:pt x="5369770" y="6811"/>
                </a:moveTo>
                <a:lnTo>
                  <a:pt x="5381393" y="6825"/>
                </a:lnTo>
                <a:lnTo>
                  <a:pt x="5381379" y="18448"/>
                </a:lnTo>
                <a:lnTo>
                  <a:pt x="5369756" y="18433"/>
                </a:lnTo>
                <a:moveTo>
                  <a:pt x="5393016" y="6840"/>
                </a:moveTo>
                <a:lnTo>
                  <a:pt x="5404639" y="6855"/>
                </a:lnTo>
                <a:lnTo>
                  <a:pt x="5404624" y="18478"/>
                </a:lnTo>
                <a:lnTo>
                  <a:pt x="5393002" y="18463"/>
                </a:lnTo>
                <a:moveTo>
                  <a:pt x="5416261" y="6869"/>
                </a:moveTo>
                <a:lnTo>
                  <a:pt x="5427884" y="6884"/>
                </a:lnTo>
                <a:lnTo>
                  <a:pt x="5427870" y="18507"/>
                </a:lnTo>
                <a:lnTo>
                  <a:pt x="5416247" y="18492"/>
                </a:lnTo>
                <a:moveTo>
                  <a:pt x="5439507" y="6899"/>
                </a:moveTo>
                <a:lnTo>
                  <a:pt x="5451130" y="6914"/>
                </a:lnTo>
                <a:lnTo>
                  <a:pt x="5451116" y="18536"/>
                </a:lnTo>
                <a:lnTo>
                  <a:pt x="5439493" y="18522"/>
                </a:lnTo>
                <a:moveTo>
                  <a:pt x="5462753" y="6928"/>
                </a:moveTo>
                <a:lnTo>
                  <a:pt x="5474376" y="6943"/>
                </a:lnTo>
                <a:lnTo>
                  <a:pt x="5474362" y="18566"/>
                </a:lnTo>
                <a:lnTo>
                  <a:pt x="5462739" y="18551"/>
                </a:lnTo>
                <a:moveTo>
                  <a:pt x="5485999" y="6958"/>
                </a:moveTo>
                <a:lnTo>
                  <a:pt x="5497621" y="6973"/>
                </a:lnTo>
                <a:lnTo>
                  <a:pt x="5497607" y="18595"/>
                </a:lnTo>
                <a:lnTo>
                  <a:pt x="5485984" y="18581"/>
                </a:lnTo>
                <a:moveTo>
                  <a:pt x="5509244" y="6987"/>
                </a:moveTo>
                <a:lnTo>
                  <a:pt x="5520867" y="7002"/>
                </a:lnTo>
                <a:lnTo>
                  <a:pt x="5520853" y="18625"/>
                </a:lnTo>
                <a:lnTo>
                  <a:pt x="5509230" y="18610"/>
                </a:lnTo>
                <a:moveTo>
                  <a:pt x="5532490" y="7017"/>
                </a:moveTo>
                <a:lnTo>
                  <a:pt x="5544113" y="7031"/>
                </a:lnTo>
                <a:lnTo>
                  <a:pt x="5544099" y="18654"/>
                </a:lnTo>
                <a:lnTo>
                  <a:pt x="5532476" y="18640"/>
                </a:lnTo>
                <a:moveTo>
                  <a:pt x="5555736" y="7046"/>
                </a:moveTo>
                <a:lnTo>
                  <a:pt x="5567359" y="7061"/>
                </a:lnTo>
                <a:lnTo>
                  <a:pt x="5567344" y="18684"/>
                </a:lnTo>
                <a:lnTo>
                  <a:pt x="5555722" y="18669"/>
                </a:lnTo>
                <a:moveTo>
                  <a:pt x="5578981" y="7076"/>
                </a:moveTo>
                <a:lnTo>
                  <a:pt x="5590604" y="7091"/>
                </a:lnTo>
                <a:lnTo>
                  <a:pt x="5590590" y="18713"/>
                </a:lnTo>
                <a:lnTo>
                  <a:pt x="5578967" y="18699"/>
                </a:lnTo>
                <a:moveTo>
                  <a:pt x="5602227" y="7105"/>
                </a:moveTo>
                <a:lnTo>
                  <a:pt x="5613850" y="7120"/>
                </a:lnTo>
                <a:lnTo>
                  <a:pt x="5613836" y="18743"/>
                </a:lnTo>
                <a:lnTo>
                  <a:pt x="5602213" y="18728"/>
                </a:lnTo>
                <a:moveTo>
                  <a:pt x="5625473" y="7135"/>
                </a:moveTo>
                <a:lnTo>
                  <a:pt x="5637096" y="7149"/>
                </a:lnTo>
                <a:lnTo>
                  <a:pt x="5637082" y="18772"/>
                </a:lnTo>
                <a:lnTo>
                  <a:pt x="5625459" y="18758"/>
                </a:lnTo>
                <a:moveTo>
                  <a:pt x="5648719" y="7164"/>
                </a:moveTo>
                <a:lnTo>
                  <a:pt x="5660341" y="7179"/>
                </a:lnTo>
                <a:lnTo>
                  <a:pt x="5660327" y="18802"/>
                </a:lnTo>
                <a:lnTo>
                  <a:pt x="5648704" y="18787"/>
                </a:lnTo>
                <a:moveTo>
                  <a:pt x="5671964" y="7194"/>
                </a:moveTo>
                <a:lnTo>
                  <a:pt x="5683587" y="7208"/>
                </a:lnTo>
                <a:lnTo>
                  <a:pt x="5683573" y="18831"/>
                </a:lnTo>
                <a:lnTo>
                  <a:pt x="5671950" y="18817"/>
                </a:lnTo>
                <a:moveTo>
                  <a:pt x="5695210" y="7223"/>
                </a:moveTo>
                <a:lnTo>
                  <a:pt x="5706833" y="7238"/>
                </a:lnTo>
                <a:lnTo>
                  <a:pt x="5706819" y="18861"/>
                </a:lnTo>
                <a:lnTo>
                  <a:pt x="5695196" y="18846"/>
                </a:lnTo>
                <a:moveTo>
                  <a:pt x="5718456" y="7253"/>
                </a:moveTo>
                <a:lnTo>
                  <a:pt x="5730078" y="7267"/>
                </a:lnTo>
                <a:lnTo>
                  <a:pt x="5730064" y="18890"/>
                </a:lnTo>
                <a:lnTo>
                  <a:pt x="5718442" y="18876"/>
                </a:lnTo>
                <a:moveTo>
                  <a:pt x="5741700" y="7282"/>
                </a:moveTo>
                <a:lnTo>
                  <a:pt x="5753323" y="7297"/>
                </a:lnTo>
                <a:lnTo>
                  <a:pt x="5753309" y="18920"/>
                </a:lnTo>
                <a:lnTo>
                  <a:pt x="5741686" y="18905"/>
                </a:lnTo>
                <a:moveTo>
                  <a:pt x="5764946" y="7312"/>
                </a:moveTo>
                <a:lnTo>
                  <a:pt x="5776569" y="7326"/>
                </a:lnTo>
                <a:lnTo>
                  <a:pt x="5776555" y="18949"/>
                </a:lnTo>
                <a:lnTo>
                  <a:pt x="5764932" y="18935"/>
                </a:lnTo>
                <a:moveTo>
                  <a:pt x="5788192" y="7341"/>
                </a:moveTo>
                <a:lnTo>
                  <a:pt x="5799815" y="7356"/>
                </a:lnTo>
                <a:lnTo>
                  <a:pt x="5799801" y="18979"/>
                </a:lnTo>
                <a:lnTo>
                  <a:pt x="5788178" y="18964"/>
                </a:lnTo>
                <a:moveTo>
                  <a:pt x="5811438" y="7371"/>
                </a:moveTo>
                <a:lnTo>
                  <a:pt x="5823060" y="7385"/>
                </a:lnTo>
                <a:lnTo>
                  <a:pt x="5823046" y="19008"/>
                </a:lnTo>
                <a:lnTo>
                  <a:pt x="5811424" y="18993"/>
                </a:lnTo>
                <a:moveTo>
                  <a:pt x="5834683" y="7400"/>
                </a:moveTo>
                <a:lnTo>
                  <a:pt x="5846306" y="7415"/>
                </a:lnTo>
                <a:lnTo>
                  <a:pt x="5846292" y="19038"/>
                </a:lnTo>
                <a:lnTo>
                  <a:pt x="5834669" y="19023"/>
                </a:lnTo>
                <a:moveTo>
                  <a:pt x="5857929" y="7430"/>
                </a:moveTo>
                <a:lnTo>
                  <a:pt x="5869552" y="7444"/>
                </a:lnTo>
                <a:lnTo>
                  <a:pt x="5869538" y="19067"/>
                </a:lnTo>
                <a:lnTo>
                  <a:pt x="5857915" y="19053"/>
                </a:lnTo>
                <a:moveTo>
                  <a:pt x="5881175" y="7459"/>
                </a:moveTo>
                <a:lnTo>
                  <a:pt x="5892798" y="7474"/>
                </a:lnTo>
                <a:lnTo>
                  <a:pt x="5892784" y="19097"/>
                </a:lnTo>
                <a:lnTo>
                  <a:pt x="5881161" y="19082"/>
                </a:lnTo>
                <a:moveTo>
                  <a:pt x="5904420" y="7488"/>
                </a:moveTo>
                <a:lnTo>
                  <a:pt x="5916043" y="7503"/>
                </a:lnTo>
                <a:lnTo>
                  <a:pt x="5916029" y="19126"/>
                </a:lnTo>
                <a:lnTo>
                  <a:pt x="5904406" y="19111"/>
                </a:lnTo>
                <a:moveTo>
                  <a:pt x="5927666" y="7518"/>
                </a:moveTo>
                <a:lnTo>
                  <a:pt x="5939289" y="7533"/>
                </a:lnTo>
                <a:lnTo>
                  <a:pt x="5939275" y="19156"/>
                </a:lnTo>
                <a:lnTo>
                  <a:pt x="5927652" y="19141"/>
                </a:lnTo>
                <a:moveTo>
                  <a:pt x="5950912" y="7548"/>
                </a:moveTo>
                <a:lnTo>
                  <a:pt x="5962534" y="7562"/>
                </a:lnTo>
                <a:lnTo>
                  <a:pt x="5962520" y="19185"/>
                </a:lnTo>
                <a:lnTo>
                  <a:pt x="5950898" y="19171"/>
                </a:lnTo>
                <a:moveTo>
                  <a:pt x="5974157" y="7577"/>
                </a:moveTo>
                <a:lnTo>
                  <a:pt x="5985780" y="7592"/>
                </a:lnTo>
                <a:lnTo>
                  <a:pt x="5985765" y="19215"/>
                </a:lnTo>
                <a:lnTo>
                  <a:pt x="5974142" y="19200"/>
                </a:lnTo>
                <a:moveTo>
                  <a:pt x="5997403" y="7606"/>
                </a:moveTo>
                <a:lnTo>
                  <a:pt x="6009026" y="7621"/>
                </a:lnTo>
                <a:lnTo>
                  <a:pt x="6009011" y="19244"/>
                </a:lnTo>
                <a:lnTo>
                  <a:pt x="5997388" y="19229"/>
                </a:lnTo>
                <a:moveTo>
                  <a:pt x="6020649" y="7636"/>
                </a:moveTo>
                <a:lnTo>
                  <a:pt x="6032271" y="7651"/>
                </a:lnTo>
                <a:lnTo>
                  <a:pt x="6032257" y="19273"/>
                </a:lnTo>
                <a:lnTo>
                  <a:pt x="6020634" y="19259"/>
                </a:lnTo>
                <a:moveTo>
                  <a:pt x="6043894" y="7666"/>
                </a:moveTo>
                <a:lnTo>
                  <a:pt x="6055517" y="7680"/>
                </a:lnTo>
                <a:lnTo>
                  <a:pt x="6055502" y="19303"/>
                </a:lnTo>
                <a:lnTo>
                  <a:pt x="6043880" y="19288"/>
                </a:lnTo>
                <a:moveTo>
                  <a:pt x="6067140" y="7695"/>
                </a:moveTo>
                <a:lnTo>
                  <a:pt x="6078763" y="7710"/>
                </a:lnTo>
                <a:lnTo>
                  <a:pt x="6078748" y="19333"/>
                </a:lnTo>
                <a:lnTo>
                  <a:pt x="6067125" y="19318"/>
                </a:lnTo>
                <a:moveTo>
                  <a:pt x="6090386" y="7724"/>
                </a:moveTo>
                <a:lnTo>
                  <a:pt x="6102009" y="7739"/>
                </a:lnTo>
                <a:lnTo>
                  <a:pt x="6101994" y="19362"/>
                </a:lnTo>
                <a:lnTo>
                  <a:pt x="6090371" y="19347"/>
                </a:lnTo>
                <a:moveTo>
                  <a:pt x="6113631" y="7754"/>
                </a:moveTo>
                <a:lnTo>
                  <a:pt x="6125254" y="7769"/>
                </a:lnTo>
                <a:lnTo>
                  <a:pt x="6125240" y="19391"/>
                </a:lnTo>
                <a:lnTo>
                  <a:pt x="6113617" y="19377"/>
                </a:lnTo>
                <a:moveTo>
                  <a:pt x="6136877" y="7783"/>
                </a:moveTo>
                <a:lnTo>
                  <a:pt x="6148500" y="7798"/>
                </a:lnTo>
                <a:lnTo>
                  <a:pt x="6148485" y="19421"/>
                </a:lnTo>
                <a:lnTo>
                  <a:pt x="6136862" y="19406"/>
                </a:lnTo>
                <a:moveTo>
                  <a:pt x="6160123" y="7813"/>
                </a:moveTo>
                <a:lnTo>
                  <a:pt x="6171746" y="7828"/>
                </a:lnTo>
                <a:lnTo>
                  <a:pt x="6171731" y="19451"/>
                </a:lnTo>
                <a:lnTo>
                  <a:pt x="6160108" y="19436"/>
                </a:lnTo>
                <a:moveTo>
                  <a:pt x="6183369" y="7842"/>
                </a:moveTo>
                <a:lnTo>
                  <a:pt x="6194991" y="7857"/>
                </a:lnTo>
                <a:lnTo>
                  <a:pt x="6194977" y="19480"/>
                </a:lnTo>
                <a:lnTo>
                  <a:pt x="6183354" y="19465"/>
                </a:lnTo>
                <a:moveTo>
                  <a:pt x="6206614" y="7872"/>
                </a:moveTo>
                <a:lnTo>
                  <a:pt x="6218237" y="7887"/>
                </a:lnTo>
                <a:lnTo>
                  <a:pt x="6218222" y="19509"/>
                </a:lnTo>
                <a:lnTo>
                  <a:pt x="6206600" y="19495"/>
                </a:lnTo>
                <a:moveTo>
                  <a:pt x="6229860" y="7901"/>
                </a:moveTo>
                <a:lnTo>
                  <a:pt x="6241483" y="7916"/>
                </a:lnTo>
                <a:lnTo>
                  <a:pt x="6241468" y="19539"/>
                </a:lnTo>
                <a:lnTo>
                  <a:pt x="6229845" y="19524"/>
                </a:lnTo>
                <a:moveTo>
                  <a:pt x="6253106" y="7931"/>
                </a:moveTo>
                <a:lnTo>
                  <a:pt x="6264729" y="7946"/>
                </a:lnTo>
                <a:lnTo>
                  <a:pt x="6264714" y="19568"/>
                </a:lnTo>
                <a:lnTo>
                  <a:pt x="6253091" y="19554"/>
                </a:lnTo>
                <a:moveTo>
                  <a:pt x="6276351" y="7960"/>
                </a:moveTo>
                <a:lnTo>
                  <a:pt x="6287974" y="7975"/>
                </a:lnTo>
                <a:lnTo>
                  <a:pt x="6287959" y="19598"/>
                </a:lnTo>
                <a:lnTo>
                  <a:pt x="6276337" y="19583"/>
                </a:lnTo>
                <a:moveTo>
                  <a:pt x="6299597" y="7990"/>
                </a:moveTo>
                <a:lnTo>
                  <a:pt x="6311220" y="8004"/>
                </a:lnTo>
                <a:lnTo>
                  <a:pt x="6311205" y="19627"/>
                </a:lnTo>
                <a:lnTo>
                  <a:pt x="6299582" y="19613"/>
                </a:lnTo>
                <a:moveTo>
                  <a:pt x="6322843" y="8019"/>
                </a:moveTo>
                <a:lnTo>
                  <a:pt x="6334466" y="8034"/>
                </a:lnTo>
                <a:lnTo>
                  <a:pt x="6334451" y="19657"/>
                </a:lnTo>
                <a:lnTo>
                  <a:pt x="6322828" y="19642"/>
                </a:lnTo>
                <a:moveTo>
                  <a:pt x="6346089" y="8049"/>
                </a:moveTo>
                <a:lnTo>
                  <a:pt x="6357711" y="8063"/>
                </a:lnTo>
                <a:lnTo>
                  <a:pt x="6357697" y="19686"/>
                </a:lnTo>
                <a:lnTo>
                  <a:pt x="6346074" y="19672"/>
                </a:lnTo>
                <a:moveTo>
                  <a:pt x="6369334" y="8078"/>
                </a:moveTo>
                <a:lnTo>
                  <a:pt x="6380957" y="8093"/>
                </a:lnTo>
                <a:lnTo>
                  <a:pt x="6380942" y="19716"/>
                </a:lnTo>
                <a:lnTo>
                  <a:pt x="6369319" y="19701"/>
                </a:lnTo>
                <a:moveTo>
                  <a:pt x="6392580" y="8108"/>
                </a:moveTo>
                <a:lnTo>
                  <a:pt x="6404203" y="8122"/>
                </a:lnTo>
                <a:lnTo>
                  <a:pt x="6404188" y="19745"/>
                </a:lnTo>
                <a:lnTo>
                  <a:pt x="6392565" y="19730"/>
                </a:lnTo>
                <a:moveTo>
                  <a:pt x="6415826" y="8137"/>
                </a:moveTo>
                <a:lnTo>
                  <a:pt x="6427449" y="8152"/>
                </a:lnTo>
                <a:lnTo>
                  <a:pt x="6427434" y="19775"/>
                </a:lnTo>
                <a:lnTo>
                  <a:pt x="6415811" y="19760"/>
                </a:lnTo>
                <a:moveTo>
                  <a:pt x="6439071" y="8167"/>
                </a:moveTo>
                <a:lnTo>
                  <a:pt x="6450694" y="8181"/>
                </a:lnTo>
                <a:lnTo>
                  <a:pt x="6450679" y="19804"/>
                </a:lnTo>
                <a:lnTo>
                  <a:pt x="6439057" y="19790"/>
                </a:lnTo>
                <a:moveTo>
                  <a:pt x="6462317" y="8196"/>
                </a:moveTo>
                <a:lnTo>
                  <a:pt x="6473940" y="8211"/>
                </a:lnTo>
                <a:lnTo>
                  <a:pt x="6473925" y="19834"/>
                </a:lnTo>
                <a:lnTo>
                  <a:pt x="6462302" y="19819"/>
                </a:lnTo>
                <a:moveTo>
                  <a:pt x="6485563" y="8225"/>
                </a:moveTo>
                <a:lnTo>
                  <a:pt x="6497186" y="8240"/>
                </a:lnTo>
                <a:lnTo>
                  <a:pt x="6497171" y="19863"/>
                </a:lnTo>
                <a:lnTo>
                  <a:pt x="6485548" y="19848"/>
                </a:lnTo>
                <a:moveTo>
                  <a:pt x="6508809" y="8255"/>
                </a:moveTo>
                <a:lnTo>
                  <a:pt x="6520431" y="8270"/>
                </a:lnTo>
                <a:lnTo>
                  <a:pt x="6520417" y="19893"/>
                </a:lnTo>
                <a:lnTo>
                  <a:pt x="6508794" y="19878"/>
                </a:lnTo>
                <a:moveTo>
                  <a:pt x="6532054" y="8285"/>
                </a:moveTo>
                <a:lnTo>
                  <a:pt x="6543677" y="8299"/>
                </a:lnTo>
                <a:lnTo>
                  <a:pt x="6543662" y="19922"/>
                </a:lnTo>
                <a:lnTo>
                  <a:pt x="6532039" y="19907"/>
                </a:lnTo>
                <a:moveTo>
                  <a:pt x="6555300" y="8314"/>
                </a:moveTo>
                <a:lnTo>
                  <a:pt x="6566923" y="8329"/>
                </a:lnTo>
                <a:lnTo>
                  <a:pt x="6566908" y="19952"/>
                </a:lnTo>
                <a:lnTo>
                  <a:pt x="6555285" y="19937"/>
                </a:lnTo>
                <a:moveTo>
                  <a:pt x="6578546" y="8344"/>
                </a:moveTo>
                <a:lnTo>
                  <a:pt x="6590169" y="8358"/>
                </a:lnTo>
                <a:lnTo>
                  <a:pt x="6590154" y="19981"/>
                </a:lnTo>
                <a:lnTo>
                  <a:pt x="6578531" y="19966"/>
                </a:lnTo>
                <a:moveTo>
                  <a:pt x="6601791" y="8373"/>
                </a:moveTo>
                <a:lnTo>
                  <a:pt x="6613414" y="8388"/>
                </a:lnTo>
                <a:lnTo>
                  <a:pt x="6613399" y="20011"/>
                </a:lnTo>
                <a:lnTo>
                  <a:pt x="6601777" y="19996"/>
                </a:lnTo>
                <a:moveTo>
                  <a:pt x="6625037" y="8402"/>
                </a:moveTo>
                <a:lnTo>
                  <a:pt x="6636660" y="8417"/>
                </a:lnTo>
                <a:lnTo>
                  <a:pt x="6636645" y="20040"/>
                </a:lnTo>
                <a:lnTo>
                  <a:pt x="6625022" y="20025"/>
                </a:lnTo>
                <a:moveTo>
                  <a:pt x="6648283" y="8432"/>
                </a:moveTo>
                <a:lnTo>
                  <a:pt x="6659906" y="8447"/>
                </a:lnTo>
                <a:lnTo>
                  <a:pt x="6659891" y="20070"/>
                </a:lnTo>
                <a:lnTo>
                  <a:pt x="6648268" y="20055"/>
                </a:lnTo>
                <a:moveTo>
                  <a:pt x="6671528" y="8461"/>
                </a:moveTo>
                <a:lnTo>
                  <a:pt x="6683151" y="8476"/>
                </a:lnTo>
                <a:lnTo>
                  <a:pt x="6683137" y="20099"/>
                </a:lnTo>
                <a:lnTo>
                  <a:pt x="6671514" y="20084"/>
                </a:lnTo>
                <a:moveTo>
                  <a:pt x="6694774" y="8491"/>
                </a:moveTo>
                <a:lnTo>
                  <a:pt x="6706397" y="8506"/>
                </a:lnTo>
                <a:lnTo>
                  <a:pt x="6706382" y="20128"/>
                </a:lnTo>
                <a:lnTo>
                  <a:pt x="6694759" y="20114"/>
                </a:lnTo>
                <a:moveTo>
                  <a:pt x="6718020" y="8520"/>
                </a:moveTo>
                <a:lnTo>
                  <a:pt x="6729643" y="8535"/>
                </a:lnTo>
                <a:lnTo>
                  <a:pt x="6729628" y="20158"/>
                </a:lnTo>
                <a:lnTo>
                  <a:pt x="6718005" y="20143"/>
                </a:lnTo>
                <a:moveTo>
                  <a:pt x="6741266" y="8550"/>
                </a:moveTo>
                <a:lnTo>
                  <a:pt x="6752888" y="8565"/>
                </a:lnTo>
                <a:lnTo>
                  <a:pt x="6752874" y="20188"/>
                </a:lnTo>
                <a:lnTo>
                  <a:pt x="6741251" y="20173"/>
                </a:lnTo>
                <a:moveTo>
                  <a:pt x="6764511" y="8579"/>
                </a:moveTo>
                <a:lnTo>
                  <a:pt x="6776134" y="8594"/>
                </a:lnTo>
                <a:lnTo>
                  <a:pt x="6776119" y="20217"/>
                </a:lnTo>
                <a:lnTo>
                  <a:pt x="6764497" y="20202"/>
                </a:lnTo>
                <a:moveTo>
                  <a:pt x="6787757" y="8609"/>
                </a:moveTo>
                <a:lnTo>
                  <a:pt x="6799380" y="8624"/>
                </a:lnTo>
                <a:lnTo>
                  <a:pt x="6799365" y="20246"/>
                </a:lnTo>
                <a:lnTo>
                  <a:pt x="6787742" y="20232"/>
                </a:lnTo>
                <a:moveTo>
                  <a:pt x="6811003" y="8638"/>
                </a:moveTo>
                <a:lnTo>
                  <a:pt x="6822626" y="8653"/>
                </a:lnTo>
                <a:lnTo>
                  <a:pt x="6822611" y="20276"/>
                </a:lnTo>
                <a:lnTo>
                  <a:pt x="6810988" y="20261"/>
                </a:lnTo>
                <a:moveTo>
                  <a:pt x="6834248" y="8668"/>
                </a:moveTo>
                <a:lnTo>
                  <a:pt x="6845871" y="8683"/>
                </a:lnTo>
                <a:lnTo>
                  <a:pt x="6845857" y="20305"/>
                </a:lnTo>
                <a:lnTo>
                  <a:pt x="6834234" y="20291"/>
                </a:lnTo>
                <a:moveTo>
                  <a:pt x="6857494" y="8697"/>
                </a:moveTo>
                <a:lnTo>
                  <a:pt x="6869117" y="8712"/>
                </a:lnTo>
                <a:lnTo>
                  <a:pt x="6869102" y="20335"/>
                </a:lnTo>
                <a:lnTo>
                  <a:pt x="6857479" y="20320"/>
                </a:lnTo>
                <a:moveTo>
                  <a:pt x="6880740" y="8727"/>
                </a:moveTo>
                <a:lnTo>
                  <a:pt x="6892363" y="8742"/>
                </a:lnTo>
                <a:lnTo>
                  <a:pt x="6892348" y="20364"/>
                </a:lnTo>
                <a:lnTo>
                  <a:pt x="6880725" y="20350"/>
                </a:lnTo>
                <a:moveTo>
                  <a:pt x="6903986" y="8756"/>
                </a:moveTo>
                <a:lnTo>
                  <a:pt x="6915608" y="8771"/>
                </a:lnTo>
                <a:lnTo>
                  <a:pt x="6915594" y="20394"/>
                </a:lnTo>
                <a:lnTo>
                  <a:pt x="6903971" y="20379"/>
                </a:lnTo>
                <a:moveTo>
                  <a:pt x="6927231" y="8786"/>
                </a:moveTo>
                <a:lnTo>
                  <a:pt x="6938854" y="8801"/>
                </a:lnTo>
                <a:lnTo>
                  <a:pt x="6938839" y="20423"/>
                </a:lnTo>
                <a:lnTo>
                  <a:pt x="6927217" y="20409"/>
                </a:lnTo>
                <a:moveTo>
                  <a:pt x="6950477" y="8815"/>
                </a:moveTo>
                <a:lnTo>
                  <a:pt x="6962100" y="8830"/>
                </a:lnTo>
                <a:lnTo>
                  <a:pt x="6962085" y="20453"/>
                </a:lnTo>
                <a:lnTo>
                  <a:pt x="6950462" y="20438"/>
                </a:lnTo>
                <a:moveTo>
                  <a:pt x="6973723" y="8845"/>
                </a:moveTo>
                <a:lnTo>
                  <a:pt x="6985346" y="8860"/>
                </a:lnTo>
                <a:lnTo>
                  <a:pt x="6985331" y="20482"/>
                </a:lnTo>
                <a:lnTo>
                  <a:pt x="6973708" y="20468"/>
                </a:lnTo>
                <a:moveTo>
                  <a:pt x="6996968" y="8874"/>
                </a:moveTo>
                <a:lnTo>
                  <a:pt x="7008591" y="8889"/>
                </a:lnTo>
                <a:lnTo>
                  <a:pt x="7008577" y="20512"/>
                </a:lnTo>
                <a:lnTo>
                  <a:pt x="6996954" y="20497"/>
                </a:lnTo>
                <a:moveTo>
                  <a:pt x="7020214" y="8904"/>
                </a:moveTo>
                <a:lnTo>
                  <a:pt x="7031837" y="8919"/>
                </a:lnTo>
                <a:lnTo>
                  <a:pt x="7031822" y="20541"/>
                </a:lnTo>
                <a:lnTo>
                  <a:pt x="7020199" y="20526"/>
                </a:lnTo>
                <a:moveTo>
                  <a:pt x="7043460" y="8933"/>
                </a:moveTo>
                <a:lnTo>
                  <a:pt x="7055083" y="8948"/>
                </a:lnTo>
                <a:lnTo>
                  <a:pt x="7055068" y="20571"/>
                </a:lnTo>
                <a:lnTo>
                  <a:pt x="7043445" y="20556"/>
                </a:lnTo>
                <a:moveTo>
                  <a:pt x="7066706" y="8963"/>
                </a:moveTo>
                <a:lnTo>
                  <a:pt x="7078328" y="8977"/>
                </a:lnTo>
                <a:lnTo>
                  <a:pt x="7078314" y="20600"/>
                </a:lnTo>
                <a:lnTo>
                  <a:pt x="7066691" y="20586"/>
                </a:lnTo>
                <a:moveTo>
                  <a:pt x="7089951" y="8992"/>
                </a:moveTo>
                <a:lnTo>
                  <a:pt x="7101574" y="9007"/>
                </a:lnTo>
                <a:lnTo>
                  <a:pt x="7101559" y="20630"/>
                </a:lnTo>
                <a:lnTo>
                  <a:pt x="7089937" y="20615"/>
                </a:lnTo>
                <a:moveTo>
                  <a:pt x="7113197" y="9022"/>
                </a:moveTo>
                <a:lnTo>
                  <a:pt x="7124820" y="9036"/>
                </a:lnTo>
                <a:lnTo>
                  <a:pt x="7124805" y="20659"/>
                </a:lnTo>
                <a:lnTo>
                  <a:pt x="7113182" y="20644"/>
                </a:lnTo>
                <a:moveTo>
                  <a:pt x="7136443" y="9051"/>
                </a:moveTo>
                <a:lnTo>
                  <a:pt x="7148066" y="9066"/>
                </a:lnTo>
                <a:lnTo>
                  <a:pt x="7148051" y="20689"/>
                </a:lnTo>
                <a:lnTo>
                  <a:pt x="7136428" y="20674"/>
                </a:lnTo>
                <a:moveTo>
                  <a:pt x="7159688" y="9081"/>
                </a:moveTo>
                <a:lnTo>
                  <a:pt x="7171311" y="9095"/>
                </a:lnTo>
                <a:lnTo>
                  <a:pt x="7171297" y="20718"/>
                </a:lnTo>
                <a:lnTo>
                  <a:pt x="7159674" y="20703"/>
                </a:lnTo>
                <a:moveTo>
                  <a:pt x="7182934" y="9110"/>
                </a:moveTo>
                <a:lnTo>
                  <a:pt x="7194557" y="9125"/>
                </a:lnTo>
                <a:lnTo>
                  <a:pt x="7194542" y="20748"/>
                </a:lnTo>
                <a:lnTo>
                  <a:pt x="7182919" y="20733"/>
                </a:lnTo>
                <a:moveTo>
                  <a:pt x="7206180" y="9140"/>
                </a:moveTo>
                <a:lnTo>
                  <a:pt x="7217803" y="9154"/>
                </a:lnTo>
                <a:lnTo>
                  <a:pt x="7217788" y="20777"/>
                </a:lnTo>
                <a:lnTo>
                  <a:pt x="7206165" y="20762"/>
                </a:lnTo>
                <a:moveTo>
                  <a:pt x="7229426" y="9169"/>
                </a:moveTo>
                <a:lnTo>
                  <a:pt x="7241048" y="9184"/>
                </a:lnTo>
                <a:lnTo>
                  <a:pt x="7241034" y="20807"/>
                </a:lnTo>
                <a:lnTo>
                  <a:pt x="7229411" y="20792"/>
                </a:lnTo>
                <a:moveTo>
                  <a:pt x="7252671" y="9199"/>
                </a:moveTo>
                <a:lnTo>
                  <a:pt x="7264294" y="9213"/>
                </a:lnTo>
                <a:lnTo>
                  <a:pt x="7264279" y="20836"/>
                </a:lnTo>
                <a:lnTo>
                  <a:pt x="7252657" y="20821"/>
                </a:lnTo>
                <a:moveTo>
                  <a:pt x="7275917" y="9228"/>
                </a:moveTo>
                <a:lnTo>
                  <a:pt x="7287540" y="9243"/>
                </a:lnTo>
                <a:lnTo>
                  <a:pt x="7287525" y="20866"/>
                </a:lnTo>
                <a:lnTo>
                  <a:pt x="7275902" y="20851"/>
                </a:lnTo>
                <a:moveTo>
                  <a:pt x="7299163" y="9257"/>
                </a:moveTo>
                <a:lnTo>
                  <a:pt x="7310786" y="9272"/>
                </a:lnTo>
                <a:lnTo>
                  <a:pt x="7310771" y="20895"/>
                </a:lnTo>
                <a:lnTo>
                  <a:pt x="7299148" y="20880"/>
                </a:lnTo>
                <a:moveTo>
                  <a:pt x="7322408" y="9287"/>
                </a:moveTo>
                <a:lnTo>
                  <a:pt x="7334031" y="9302"/>
                </a:lnTo>
                <a:lnTo>
                  <a:pt x="7334016" y="20925"/>
                </a:lnTo>
                <a:lnTo>
                  <a:pt x="7322394" y="20910"/>
                </a:lnTo>
                <a:moveTo>
                  <a:pt x="7345654" y="9317"/>
                </a:moveTo>
                <a:lnTo>
                  <a:pt x="7357277" y="9331"/>
                </a:lnTo>
                <a:lnTo>
                  <a:pt x="7357262" y="20954"/>
                </a:lnTo>
                <a:lnTo>
                  <a:pt x="7345639" y="20939"/>
                </a:lnTo>
                <a:moveTo>
                  <a:pt x="7368900" y="9346"/>
                </a:moveTo>
                <a:lnTo>
                  <a:pt x="7380523" y="9361"/>
                </a:lnTo>
                <a:lnTo>
                  <a:pt x="7380508" y="20984"/>
                </a:lnTo>
                <a:lnTo>
                  <a:pt x="7368885" y="20969"/>
                </a:lnTo>
                <a:moveTo>
                  <a:pt x="7392146" y="9375"/>
                </a:moveTo>
                <a:lnTo>
                  <a:pt x="7403768" y="9390"/>
                </a:lnTo>
                <a:lnTo>
                  <a:pt x="7403754" y="21013"/>
                </a:lnTo>
                <a:lnTo>
                  <a:pt x="7392131" y="20998"/>
                </a:lnTo>
                <a:moveTo>
                  <a:pt x="7415391" y="9405"/>
                </a:moveTo>
                <a:lnTo>
                  <a:pt x="7427014" y="9420"/>
                </a:lnTo>
                <a:lnTo>
                  <a:pt x="7426999" y="21043"/>
                </a:lnTo>
                <a:lnTo>
                  <a:pt x="7415376" y="21028"/>
                </a:lnTo>
                <a:moveTo>
                  <a:pt x="7438637" y="9434"/>
                </a:moveTo>
                <a:lnTo>
                  <a:pt x="7450260" y="9449"/>
                </a:lnTo>
                <a:lnTo>
                  <a:pt x="7450245" y="21072"/>
                </a:lnTo>
                <a:lnTo>
                  <a:pt x="7438622" y="21057"/>
                </a:lnTo>
                <a:moveTo>
                  <a:pt x="7461883" y="9464"/>
                </a:moveTo>
                <a:lnTo>
                  <a:pt x="7473506" y="9479"/>
                </a:lnTo>
                <a:lnTo>
                  <a:pt x="7473491" y="21101"/>
                </a:lnTo>
                <a:lnTo>
                  <a:pt x="7461868" y="21087"/>
                </a:lnTo>
                <a:moveTo>
                  <a:pt x="7485128" y="9493"/>
                </a:moveTo>
                <a:lnTo>
                  <a:pt x="7496751" y="9508"/>
                </a:lnTo>
                <a:lnTo>
                  <a:pt x="7496736" y="21131"/>
                </a:lnTo>
                <a:lnTo>
                  <a:pt x="7485114" y="21116"/>
                </a:lnTo>
                <a:moveTo>
                  <a:pt x="7508374" y="9523"/>
                </a:moveTo>
                <a:lnTo>
                  <a:pt x="7519997" y="9538"/>
                </a:lnTo>
                <a:lnTo>
                  <a:pt x="7519982" y="21160"/>
                </a:lnTo>
                <a:lnTo>
                  <a:pt x="7508359" y="21146"/>
                </a:lnTo>
                <a:moveTo>
                  <a:pt x="7531620" y="9552"/>
                </a:moveTo>
                <a:lnTo>
                  <a:pt x="7543243" y="9567"/>
                </a:lnTo>
                <a:lnTo>
                  <a:pt x="7543228" y="21190"/>
                </a:lnTo>
                <a:lnTo>
                  <a:pt x="7531605" y="21175"/>
                </a:lnTo>
                <a:moveTo>
                  <a:pt x="7554866" y="9582"/>
                </a:moveTo>
                <a:lnTo>
                  <a:pt x="7566488" y="9597"/>
                </a:lnTo>
                <a:lnTo>
                  <a:pt x="7566474" y="21219"/>
                </a:lnTo>
                <a:lnTo>
                  <a:pt x="7554851" y="21205"/>
                </a:lnTo>
                <a:moveTo>
                  <a:pt x="7578111" y="9611"/>
                </a:moveTo>
                <a:lnTo>
                  <a:pt x="7589734" y="9626"/>
                </a:lnTo>
                <a:lnTo>
                  <a:pt x="7589719" y="21249"/>
                </a:lnTo>
                <a:lnTo>
                  <a:pt x="7578096" y="21234"/>
                </a:lnTo>
                <a:moveTo>
                  <a:pt x="7601357" y="9641"/>
                </a:moveTo>
                <a:lnTo>
                  <a:pt x="7612980" y="9655"/>
                </a:lnTo>
                <a:lnTo>
                  <a:pt x="7612965" y="21278"/>
                </a:lnTo>
                <a:lnTo>
                  <a:pt x="7601342" y="21264"/>
                </a:lnTo>
                <a:moveTo>
                  <a:pt x="7624603" y="9670"/>
                </a:moveTo>
                <a:lnTo>
                  <a:pt x="7636225" y="9685"/>
                </a:lnTo>
                <a:lnTo>
                  <a:pt x="7636211" y="21308"/>
                </a:lnTo>
                <a:lnTo>
                  <a:pt x="7624588" y="21293"/>
                </a:lnTo>
                <a:moveTo>
                  <a:pt x="7647848" y="9700"/>
                </a:moveTo>
                <a:lnTo>
                  <a:pt x="7659471" y="9714"/>
                </a:lnTo>
                <a:lnTo>
                  <a:pt x="7659456" y="21337"/>
                </a:lnTo>
                <a:lnTo>
                  <a:pt x="7647834" y="21323"/>
                </a:lnTo>
                <a:moveTo>
                  <a:pt x="7671094" y="9729"/>
                </a:moveTo>
                <a:lnTo>
                  <a:pt x="7682717" y="9744"/>
                </a:lnTo>
                <a:lnTo>
                  <a:pt x="7682702" y="21367"/>
                </a:lnTo>
                <a:lnTo>
                  <a:pt x="7671079" y="21352"/>
                </a:lnTo>
                <a:moveTo>
                  <a:pt x="7694340" y="9759"/>
                </a:moveTo>
                <a:lnTo>
                  <a:pt x="7705963" y="9773"/>
                </a:lnTo>
                <a:lnTo>
                  <a:pt x="7705948" y="21396"/>
                </a:lnTo>
                <a:lnTo>
                  <a:pt x="7694325" y="21381"/>
                </a:lnTo>
                <a:moveTo>
                  <a:pt x="7717585" y="9788"/>
                </a:moveTo>
                <a:lnTo>
                  <a:pt x="7729208" y="9803"/>
                </a:lnTo>
                <a:lnTo>
                  <a:pt x="7729194" y="21426"/>
                </a:lnTo>
                <a:lnTo>
                  <a:pt x="7717571" y="21411"/>
                </a:lnTo>
                <a:moveTo>
                  <a:pt x="7740831" y="9818"/>
                </a:moveTo>
                <a:lnTo>
                  <a:pt x="7752454" y="9832"/>
                </a:lnTo>
                <a:lnTo>
                  <a:pt x="7752439" y="21455"/>
                </a:lnTo>
                <a:lnTo>
                  <a:pt x="7740816" y="21441"/>
                </a:lnTo>
                <a:moveTo>
                  <a:pt x="7764077" y="9847"/>
                </a:moveTo>
                <a:lnTo>
                  <a:pt x="7775700" y="9862"/>
                </a:lnTo>
                <a:lnTo>
                  <a:pt x="7775685" y="21485"/>
                </a:lnTo>
                <a:lnTo>
                  <a:pt x="7764062" y="21470"/>
                </a:lnTo>
                <a:moveTo>
                  <a:pt x="7787321" y="9877"/>
                </a:moveTo>
                <a:lnTo>
                  <a:pt x="7798944" y="9891"/>
                </a:lnTo>
                <a:lnTo>
                  <a:pt x="7798930" y="21514"/>
                </a:lnTo>
                <a:lnTo>
                  <a:pt x="7787307" y="21499"/>
                </a:lnTo>
                <a:moveTo>
                  <a:pt x="7810566" y="9906"/>
                </a:moveTo>
                <a:lnTo>
                  <a:pt x="7822189" y="9921"/>
                </a:lnTo>
                <a:lnTo>
                  <a:pt x="7822175" y="21544"/>
                </a:lnTo>
                <a:lnTo>
                  <a:pt x="7810552" y="21529"/>
                </a:lnTo>
                <a:moveTo>
                  <a:pt x="7833812" y="9936"/>
                </a:moveTo>
                <a:lnTo>
                  <a:pt x="7845435" y="9950"/>
                </a:lnTo>
                <a:lnTo>
                  <a:pt x="7845421" y="21573"/>
                </a:lnTo>
                <a:lnTo>
                  <a:pt x="7833798" y="21559"/>
                </a:lnTo>
                <a:moveTo>
                  <a:pt x="7857058" y="9965"/>
                </a:moveTo>
                <a:lnTo>
                  <a:pt x="7868681" y="9980"/>
                </a:lnTo>
                <a:lnTo>
                  <a:pt x="7868667" y="21603"/>
                </a:lnTo>
                <a:lnTo>
                  <a:pt x="7857044" y="21588"/>
                </a:lnTo>
                <a:moveTo>
                  <a:pt x="7880303" y="9994"/>
                </a:moveTo>
                <a:lnTo>
                  <a:pt x="7891926" y="10009"/>
                </a:lnTo>
                <a:lnTo>
                  <a:pt x="7891912" y="21632"/>
                </a:lnTo>
                <a:lnTo>
                  <a:pt x="7880290" y="21617"/>
                </a:lnTo>
                <a:moveTo>
                  <a:pt x="7903549" y="10024"/>
                </a:moveTo>
                <a:lnTo>
                  <a:pt x="7915172" y="10039"/>
                </a:lnTo>
                <a:lnTo>
                  <a:pt x="7915158" y="21662"/>
                </a:lnTo>
                <a:lnTo>
                  <a:pt x="7903535" y="21647"/>
                </a:lnTo>
                <a:moveTo>
                  <a:pt x="7926795" y="10054"/>
                </a:moveTo>
                <a:lnTo>
                  <a:pt x="7938418" y="10068"/>
                </a:lnTo>
                <a:lnTo>
                  <a:pt x="7938404" y="21691"/>
                </a:lnTo>
                <a:lnTo>
                  <a:pt x="7926781" y="21676"/>
                </a:lnTo>
                <a:moveTo>
                  <a:pt x="7950041" y="10083"/>
                </a:moveTo>
                <a:lnTo>
                  <a:pt x="7961663" y="10098"/>
                </a:lnTo>
                <a:lnTo>
                  <a:pt x="7961650" y="21721"/>
                </a:lnTo>
                <a:lnTo>
                  <a:pt x="7950027" y="21706"/>
                </a:lnTo>
                <a:moveTo>
                  <a:pt x="7973286" y="10112"/>
                </a:moveTo>
                <a:lnTo>
                  <a:pt x="7984909" y="10127"/>
                </a:lnTo>
                <a:lnTo>
                  <a:pt x="7984895" y="21750"/>
                </a:lnTo>
                <a:lnTo>
                  <a:pt x="7973272" y="21735"/>
                </a:lnTo>
                <a:moveTo>
                  <a:pt x="7996532" y="10142"/>
                </a:moveTo>
                <a:lnTo>
                  <a:pt x="8008155" y="10157"/>
                </a:lnTo>
                <a:lnTo>
                  <a:pt x="8008141" y="21779"/>
                </a:lnTo>
                <a:lnTo>
                  <a:pt x="7996518" y="21765"/>
                </a:lnTo>
                <a:moveTo>
                  <a:pt x="8019778" y="10172"/>
                </a:moveTo>
                <a:lnTo>
                  <a:pt x="8031401" y="10186"/>
                </a:lnTo>
                <a:lnTo>
                  <a:pt x="8031387" y="21809"/>
                </a:lnTo>
                <a:lnTo>
                  <a:pt x="8019764" y="21794"/>
                </a:lnTo>
                <a:moveTo>
                  <a:pt x="8043023" y="10201"/>
                </a:moveTo>
                <a:lnTo>
                  <a:pt x="8054646" y="10216"/>
                </a:lnTo>
                <a:lnTo>
                  <a:pt x="8054632" y="21839"/>
                </a:lnTo>
                <a:lnTo>
                  <a:pt x="8043010" y="21824"/>
                </a:lnTo>
                <a:moveTo>
                  <a:pt x="8066269" y="10230"/>
                </a:moveTo>
                <a:lnTo>
                  <a:pt x="8077892" y="10245"/>
                </a:lnTo>
                <a:lnTo>
                  <a:pt x="8077878" y="21868"/>
                </a:lnTo>
                <a:lnTo>
                  <a:pt x="8066255" y="21853"/>
                </a:lnTo>
                <a:moveTo>
                  <a:pt x="8089515" y="10260"/>
                </a:moveTo>
                <a:lnTo>
                  <a:pt x="8101138" y="10274"/>
                </a:lnTo>
                <a:lnTo>
                  <a:pt x="8101124" y="21897"/>
                </a:lnTo>
                <a:lnTo>
                  <a:pt x="8089501" y="21883"/>
                </a:lnTo>
                <a:moveTo>
                  <a:pt x="8112761" y="10289"/>
                </a:moveTo>
                <a:lnTo>
                  <a:pt x="8124383" y="10304"/>
                </a:lnTo>
                <a:lnTo>
                  <a:pt x="8124370" y="21927"/>
                </a:lnTo>
                <a:lnTo>
                  <a:pt x="8112747" y="21912"/>
                </a:lnTo>
                <a:moveTo>
                  <a:pt x="8136006" y="10319"/>
                </a:moveTo>
                <a:lnTo>
                  <a:pt x="8147629" y="10334"/>
                </a:lnTo>
                <a:lnTo>
                  <a:pt x="8147615" y="21957"/>
                </a:lnTo>
                <a:lnTo>
                  <a:pt x="8135992" y="21942"/>
                </a:lnTo>
                <a:moveTo>
                  <a:pt x="8159252" y="10348"/>
                </a:moveTo>
                <a:lnTo>
                  <a:pt x="8170875" y="10363"/>
                </a:lnTo>
                <a:lnTo>
                  <a:pt x="8170861" y="21986"/>
                </a:lnTo>
                <a:lnTo>
                  <a:pt x="8159238" y="21971"/>
                </a:lnTo>
                <a:moveTo>
                  <a:pt x="8182498" y="10378"/>
                </a:moveTo>
                <a:lnTo>
                  <a:pt x="8194121" y="10392"/>
                </a:lnTo>
                <a:lnTo>
                  <a:pt x="8194107" y="22015"/>
                </a:lnTo>
                <a:lnTo>
                  <a:pt x="8182484" y="22001"/>
                </a:lnTo>
                <a:moveTo>
                  <a:pt x="8205743" y="10407"/>
                </a:moveTo>
                <a:lnTo>
                  <a:pt x="8217366" y="10422"/>
                </a:lnTo>
                <a:lnTo>
                  <a:pt x="8217352" y="22045"/>
                </a:lnTo>
                <a:lnTo>
                  <a:pt x="8205729" y="22030"/>
                </a:lnTo>
                <a:moveTo>
                  <a:pt x="8228989" y="10437"/>
                </a:moveTo>
                <a:lnTo>
                  <a:pt x="8240612" y="10452"/>
                </a:lnTo>
                <a:lnTo>
                  <a:pt x="8240598" y="22074"/>
                </a:lnTo>
                <a:lnTo>
                  <a:pt x="8228975" y="22060"/>
                </a:lnTo>
                <a:moveTo>
                  <a:pt x="8252235" y="10466"/>
                </a:moveTo>
                <a:lnTo>
                  <a:pt x="8263858" y="10481"/>
                </a:lnTo>
                <a:lnTo>
                  <a:pt x="8263844" y="22104"/>
                </a:lnTo>
                <a:lnTo>
                  <a:pt x="8252221" y="22089"/>
                </a:lnTo>
                <a:moveTo>
                  <a:pt x="8275481" y="10496"/>
                </a:moveTo>
                <a:lnTo>
                  <a:pt x="8287103" y="10510"/>
                </a:lnTo>
                <a:lnTo>
                  <a:pt x="8287089" y="22133"/>
                </a:lnTo>
                <a:lnTo>
                  <a:pt x="8275467" y="22119"/>
                </a:lnTo>
                <a:moveTo>
                  <a:pt x="8298726" y="10525"/>
                </a:moveTo>
                <a:lnTo>
                  <a:pt x="8310349" y="10540"/>
                </a:lnTo>
                <a:lnTo>
                  <a:pt x="8310335" y="22163"/>
                </a:lnTo>
                <a:lnTo>
                  <a:pt x="8298712" y="22148"/>
                </a:lnTo>
                <a:moveTo>
                  <a:pt x="8321972" y="10555"/>
                </a:moveTo>
                <a:lnTo>
                  <a:pt x="8333595" y="10569"/>
                </a:lnTo>
                <a:lnTo>
                  <a:pt x="8333581" y="22192"/>
                </a:lnTo>
                <a:lnTo>
                  <a:pt x="8321958" y="22178"/>
                </a:lnTo>
                <a:moveTo>
                  <a:pt x="8345218" y="10584"/>
                </a:moveTo>
                <a:lnTo>
                  <a:pt x="8356841" y="10599"/>
                </a:lnTo>
                <a:lnTo>
                  <a:pt x="8356827" y="22222"/>
                </a:lnTo>
                <a:lnTo>
                  <a:pt x="8345204" y="22207"/>
                </a:lnTo>
                <a:moveTo>
                  <a:pt x="8368463" y="10614"/>
                </a:moveTo>
                <a:lnTo>
                  <a:pt x="8380086" y="10628"/>
                </a:lnTo>
                <a:lnTo>
                  <a:pt x="8380072" y="22251"/>
                </a:lnTo>
                <a:lnTo>
                  <a:pt x="8368449" y="22236"/>
                </a:lnTo>
                <a:moveTo>
                  <a:pt x="8391709" y="10643"/>
                </a:moveTo>
                <a:lnTo>
                  <a:pt x="8403332" y="10658"/>
                </a:lnTo>
                <a:lnTo>
                  <a:pt x="8403318" y="22281"/>
                </a:lnTo>
                <a:lnTo>
                  <a:pt x="8391695" y="22266"/>
                </a:lnTo>
                <a:moveTo>
                  <a:pt x="8414955" y="10673"/>
                </a:moveTo>
                <a:lnTo>
                  <a:pt x="8426578" y="10687"/>
                </a:lnTo>
                <a:lnTo>
                  <a:pt x="8426564" y="22310"/>
                </a:lnTo>
                <a:lnTo>
                  <a:pt x="8414941" y="22296"/>
                </a:lnTo>
                <a:moveTo>
                  <a:pt x="8438201" y="10702"/>
                </a:moveTo>
                <a:lnTo>
                  <a:pt x="8449823" y="10717"/>
                </a:lnTo>
                <a:lnTo>
                  <a:pt x="8449809" y="22340"/>
                </a:lnTo>
                <a:lnTo>
                  <a:pt x="8438187" y="22325"/>
                </a:lnTo>
                <a:moveTo>
                  <a:pt x="8461446" y="10732"/>
                </a:moveTo>
                <a:lnTo>
                  <a:pt x="8473069" y="10746"/>
                </a:lnTo>
                <a:lnTo>
                  <a:pt x="8473055" y="22369"/>
                </a:lnTo>
                <a:lnTo>
                  <a:pt x="8461432" y="22354"/>
                </a:lnTo>
                <a:moveTo>
                  <a:pt x="8484692" y="10761"/>
                </a:moveTo>
                <a:lnTo>
                  <a:pt x="8496315" y="10776"/>
                </a:lnTo>
                <a:lnTo>
                  <a:pt x="8496301" y="22399"/>
                </a:lnTo>
                <a:lnTo>
                  <a:pt x="8484678" y="22384"/>
                </a:lnTo>
                <a:moveTo>
                  <a:pt x="8507938" y="10791"/>
                </a:moveTo>
                <a:lnTo>
                  <a:pt x="8519561" y="10805"/>
                </a:lnTo>
                <a:lnTo>
                  <a:pt x="8519547" y="22428"/>
                </a:lnTo>
                <a:lnTo>
                  <a:pt x="8507924" y="22414"/>
                </a:lnTo>
                <a:moveTo>
                  <a:pt x="8531183" y="10820"/>
                </a:moveTo>
                <a:lnTo>
                  <a:pt x="8542806" y="10835"/>
                </a:lnTo>
                <a:lnTo>
                  <a:pt x="8542792" y="22458"/>
                </a:lnTo>
                <a:lnTo>
                  <a:pt x="8531169" y="22443"/>
                </a:lnTo>
                <a:moveTo>
                  <a:pt x="8554429" y="10849"/>
                </a:moveTo>
                <a:lnTo>
                  <a:pt x="8566052" y="10864"/>
                </a:lnTo>
                <a:lnTo>
                  <a:pt x="8566038" y="22487"/>
                </a:lnTo>
                <a:lnTo>
                  <a:pt x="8554415" y="22472"/>
                </a:lnTo>
                <a:moveTo>
                  <a:pt x="8577675" y="10879"/>
                </a:moveTo>
                <a:lnTo>
                  <a:pt x="8589298" y="10894"/>
                </a:lnTo>
                <a:lnTo>
                  <a:pt x="8589284" y="22516"/>
                </a:lnTo>
                <a:lnTo>
                  <a:pt x="8577661" y="22502"/>
                </a:lnTo>
                <a:moveTo>
                  <a:pt x="8600921" y="10909"/>
                </a:moveTo>
                <a:lnTo>
                  <a:pt x="8612543" y="10923"/>
                </a:lnTo>
                <a:lnTo>
                  <a:pt x="8612529" y="22546"/>
                </a:lnTo>
                <a:lnTo>
                  <a:pt x="8600907" y="22531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6747FE-39A1-4DE0-9C12-572F5C25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5" y="1861358"/>
            <a:ext cx="8612542" cy="17433"/>
          </a:xfrm>
          <a:custGeom xmlns:a="http://schemas.openxmlformats.org/drawingml/2006/main">
            <a:pathLst>
              <a:path w="8612542" h="17433">
                <a:moveTo>
                  <a:pt x="8" y="0"/>
                </a:moveTo>
                <a:lnTo>
                  <a:pt x="11631" y="8"/>
                </a:lnTo>
                <a:lnTo>
                  <a:pt x="11623" y="11631"/>
                </a:lnTo>
                <a:lnTo>
                  <a:pt x="0" y="11623"/>
                </a:lnTo>
                <a:moveTo>
                  <a:pt x="23253" y="16"/>
                </a:moveTo>
                <a:lnTo>
                  <a:pt x="34876" y="24"/>
                </a:lnTo>
                <a:lnTo>
                  <a:pt x="34869" y="11647"/>
                </a:lnTo>
                <a:lnTo>
                  <a:pt x="23246" y="11639"/>
                </a:lnTo>
                <a:moveTo>
                  <a:pt x="46499" y="31"/>
                </a:moveTo>
                <a:lnTo>
                  <a:pt x="58122" y="39"/>
                </a:lnTo>
                <a:lnTo>
                  <a:pt x="58114" y="11662"/>
                </a:lnTo>
                <a:lnTo>
                  <a:pt x="46491" y="11654"/>
                </a:lnTo>
                <a:moveTo>
                  <a:pt x="69745" y="47"/>
                </a:moveTo>
                <a:lnTo>
                  <a:pt x="81368" y="55"/>
                </a:lnTo>
                <a:lnTo>
                  <a:pt x="81360" y="11678"/>
                </a:lnTo>
                <a:lnTo>
                  <a:pt x="69737" y="11670"/>
                </a:lnTo>
                <a:moveTo>
                  <a:pt x="92991" y="63"/>
                </a:moveTo>
                <a:lnTo>
                  <a:pt x="104613" y="71"/>
                </a:lnTo>
                <a:lnTo>
                  <a:pt x="104606" y="11694"/>
                </a:lnTo>
                <a:lnTo>
                  <a:pt x="92983" y="11686"/>
                </a:lnTo>
                <a:moveTo>
                  <a:pt x="116236" y="78"/>
                </a:moveTo>
                <a:lnTo>
                  <a:pt x="127859" y="86"/>
                </a:lnTo>
                <a:lnTo>
                  <a:pt x="127851" y="11709"/>
                </a:lnTo>
                <a:lnTo>
                  <a:pt x="116229" y="11701"/>
                </a:lnTo>
                <a:moveTo>
                  <a:pt x="139482" y="94"/>
                </a:moveTo>
                <a:lnTo>
                  <a:pt x="151105" y="102"/>
                </a:lnTo>
                <a:lnTo>
                  <a:pt x="151097" y="11725"/>
                </a:lnTo>
                <a:lnTo>
                  <a:pt x="139474" y="11717"/>
                </a:lnTo>
                <a:moveTo>
                  <a:pt x="162728" y="110"/>
                </a:moveTo>
                <a:lnTo>
                  <a:pt x="174351" y="118"/>
                </a:lnTo>
                <a:lnTo>
                  <a:pt x="174343" y="11740"/>
                </a:lnTo>
                <a:lnTo>
                  <a:pt x="162720" y="11733"/>
                </a:lnTo>
                <a:moveTo>
                  <a:pt x="185973" y="126"/>
                </a:moveTo>
                <a:lnTo>
                  <a:pt x="197596" y="133"/>
                </a:lnTo>
                <a:lnTo>
                  <a:pt x="197589" y="11756"/>
                </a:lnTo>
                <a:lnTo>
                  <a:pt x="185966" y="11748"/>
                </a:lnTo>
                <a:moveTo>
                  <a:pt x="209219" y="141"/>
                </a:moveTo>
                <a:lnTo>
                  <a:pt x="220842" y="149"/>
                </a:lnTo>
                <a:lnTo>
                  <a:pt x="220834" y="11772"/>
                </a:lnTo>
                <a:lnTo>
                  <a:pt x="209211" y="11764"/>
                </a:lnTo>
                <a:moveTo>
                  <a:pt x="232465" y="157"/>
                </a:moveTo>
                <a:lnTo>
                  <a:pt x="244088" y="165"/>
                </a:lnTo>
                <a:lnTo>
                  <a:pt x="244080" y="11788"/>
                </a:lnTo>
                <a:lnTo>
                  <a:pt x="232457" y="11780"/>
                </a:lnTo>
                <a:moveTo>
                  <a:pt x="255711" y="173"/>
                </a:moveTo>
                <a:lnTo>
                  <a:pt x="267333" y="181"/>
                </a:lnTo>
                <a:lnTo>
                  <a:pt x="267326" y="11803"/>
                </a:lnTo>
                <a:lnTo>
                  <a:pt x="255703" y="11795"/>
                </a:lnTo>
                <a:moveTo>
                  <a:pt x="278956" y="188"/>
                </a:moveTo>
                <a:lnTo>
                  <a:pt x="290579" y="196"/>
                </a:lnTo>
                <a:lnTo>
                  <a:pt x="290571" y="11819"/>
                </a:lnTo>
                <a:lnTo>
                  <a:pt x="278949" y="11811"/>
                </a:lnTo>
                <a:moveTo>
                  <a:pt x="302202" y="204"/>
                </a:moveTo>
                <a:lnTo>
                  <a:pt x="313825" y="212"/>
                </a:lnTo>
                <a:lnTo>
                  <a:pt x="313817" y="11835"/>
                </a:lnTo>
                <a:lnTo>
                  <a:pt x="302194" y="11827"/>
                </a:lnTo>
                <a:moveTo>
                  <a:pt x="325448" y="220"/>
                </a:moveTo>
                <a:lnTo>
                  <a:pt x="337071" y="227"/>
                </a:lnTo>
                <a:lnTo>
                  <a:pt x="337063" y="11850"/>
                </a:lnTo>
                <a:lnTo>
                  <a:pt x="325440" y="11843"/>
                </a:lnTo>
                <a:moveTo>
                  <a:pt x="348693" y="235"/>
                </a:moveTo>
                <a:lnTo>
                  <a:pt x="360316" y="243"/>
                </a:lnTo>
                <a:lnTo>
                  <a:pt x="360309" y="11866"/>
                </a:lnTo>
                <a:lnTo>
                  <a:pt x="348686" y="11858"/>
                </a:lnTo>
                <a:moveTo>
                  <a:pt x="371939" y="251"/>
                </a:moveTo>
                <a:lnTo>
                  <a:pt x="383562" y="259"/>
                </a:lnTo>
                <a:lnTo>
                  <a:pt x="383554" y="11882"/>
                </a:lnTo>
                <a:lnTo>
                  <a:pt x="371931" y="11874"/>
                </a:lnTo>
                <a:moveTo>
                  <a:pt x="395185" y="267"/>
                </a:moveTo>
                <a:lnTo>
                  <a:pt x="406808" y="274"/>
                </a:lnTo>
                <a:lnTo>
                  <a:pt x="406800" y="11897"/>
                </a:lnTo>
                <a:lnTo>
                  <a:pt x="395177" y="11889"/>
                </a:lnTo>
                <a:moveTo>
                  <a:pt x="418431" y="282"/>
                </a:moveTo>
                <a:lnTo>
                  <a:pt x="430053" y="290"/>
                </a:lnTo>
                <a:lnTo>
                  <a:pt x="430046" y="11913"/>
                </a:lnTo>
                <a:lnTo>
                  <a:pt x="418423" y="11905"/>
                </a:lnTo>
                <a:moveTo>
                  <a:pt x="441676" y="298"/>
                </a:moveTo>
                <a:lnTo>
                  <a:pt x="453299" y="306"/>
                </a:lnTo>
                <a:lnTo>
                  <a:pt x="453291" y="11929"/>
                </a:lnTo>
                <a:lnTo>
                  <a:pt x="441669" y="11921"/>
                </a:lnTo>
                <a:moveTo>
                  <a:pt x="464922" y="314"/>
                </a:moveTo>
                <a:lnTo>
                  <a:pt x="476545" y="322"/>
                </a:lnTo>
                <a:lnTo>
                  <a:pt x="476537" y="11944"/>
                </a:lnTo>
                <a:lnTo>
                  <a:pt x="464914" y="11937"/>
                </a:lnTo>
                <a:moveTo>
                  <a:pt x="488168" y="329"/>
                </a:moveTo>
                <a:lnTo>
                  <a:pt x="499791" y="337"/>
                </a:lnTo>
                <a:lnTo>
                  <a:pt x="499783" y="11960"/>
                </a:lnTo>
                <a:lnTo>
                  <a:pt x="488160" y="11952"/>
                </a:lnTo>
                <a:moveTo>
                  <a:pt x="511413" y="345"/>
                </a:moveTo>
                <a:lnTo>
                  <a:pt x="523036" y="353"/>
                </a:lnTo>
                <a:lnTo>
                  <a:pt x="523028" y="11976"/>
                </a:lnTo>
                <a:lnTo>
                  <a:pt x="511406" y="11968"/>
                </a:lnTo>
                <a:moveTo>
                  <a:pt x="534659" y="361"/>
                </a:moveTo>
                <a:lnTo>
                  <a:pt x="546282" y="369"/>
                </a:lnTo>
                <a:lnTo>
                  <a:pt x="546274" y="11992"/>
                </a:lnTo>
                <a:lnTo>
                  <a:pt x="534651" y="11984"/>
                </a:lnTo>
                <a:moveTo>
                  <a:pt x="557905" y="376"/>
                </a:moveTo>
                <a:lnTo>
                  <a:pt x="569527" y="384"/>
                </a:lnTo>
                <a:lnTo>
                  <a:pt x="569520" y="12007"/>
                </a:lnTo>
                <a:lnTo>
                  <a:pt x="557897" y="11999"/>
                </a:lnTo>
                <a:moveTo>
                  <a:pt x="581150" y="392"/>
                </a:moveTo>
                <a:lnTo>
                  <a:pt x="592773" y="400"/>
                </a:lnTo>
                <a:lnTo>
                  <a:pt x="592765" y="12023"/>
                </a:lnTo>
                <a:lnTo>
                  <a:pt x="581142" y="12015"/>
                </a:lnTo>
                <a:moveTo>
                  <a:pt x="604396" y="408"/>
                </a:moveTo>
                <a:lnTo>
                  <a:pt x="616019" y="416"/>
                </a:lnTo>
                <a:lnTo>
                  <a:pt x="616011" y="12038"/>
                </a:lnTo>
                <a:lnTo>
                  <a:pt x="604388" y="12031"/>
                </a:lnTo>
                <a:moveTo>
                  <a:pt x="627642" y="423"/>
                </a:moveTo>
                <a:lnTo>
                  <a:pt x="639264" y="431"/>
                </a:lnTo>
                <a:lnTo>
                  <a:pt x="639257" y="12054"/>
                </a:lnTo>
                <a:lnTo>
                  <a:pt x="627634" y="12046"/>
                </a:lnTo>
                <a:moveTo>
                  <a:pt x="650887" y="439"/>
                </a:moveTo>
                <a:lnTo>
                  <a:pt x="662510" y="447"/>
                </a:lnTo>
                <a:lnTo>
                  <a:pt x="662502" y="12070"/>
                </a:lnTo>
                <a:lnTo>
                  <a:pt x="650880" y="12062"/>
                </a:lnTo>
                <a:moveTo>
                  <a:pt x="674133" y="455"/>
                </a:moveTo>
                <a:lnTo>
                  <a:pt x="685756" y="463"/>
                </a:lnTo>
                <a:lnTo>
                  <a:pt x="685748" y="12085"/>
                </a:lnTo>
                <a:lnTo>
                  <a:pt x="674125" y="12078"/>
                </a:lnTo>
                <a:moveTo>
                  <a:pt x="697379" y="471"/>
                </a:moveTo>
                <a:lnTo>
                  <a:pt x="709002" y="478"/>
                </a:lnTo>
                <a:lnTo>
                  <a:pt x="708994" y="12101"/>
                </a:lnTo>
                <a:lnTo>
                  <a:pt x="697371" y="12093"/>
                </a:lnTo>
                <a:moveTo>
                  <a:pt x="720624" y="486"/>
                </a:moveTo>
                <a:lnTo>
                  <a:pt x="732247" y="494"/>
                </a:lnTo>
                <a:lnTo>
                  <a:pt x="732240" y="12117"/>
                </a:lnTo>
                <a:lnTo>
                  <a:pt x="720617" y="12109"/>
                </a:lnTo>
                <a:moveTo>
                  <a:pt x="743870" y="502"/>
                </a:moveTo>
                <a:lnTo>
                  <a:pt x="755493" y="510"/>
                </a:lnTo>
                <a:lnTo>
                  <a:pt x="755485" y="12133"/>
                </a:lnTo>
                <a:lnTo>
                  <a:pt x="743862" y="12125"/>
                </a:lnTo>
                <a:moveTo>
                  <a:pt x="767116" y="518"/>
                </a:moveTo>
                <a:lnTo>
                  <a:pt x="778739" y="525"/>
                </a:lnTo>
                <a:lnTo>
                  <a:pt x="778731" y="12148"/>
                </a:lnTo>
                <a:lnTo>
                  <a:pt x="767108" y="12140"/>
                </a:lnTo>
                <a:moveTo>
                  <a:pt x="790362" y="533"/>
                </a:moveTo>
                <a:lnTo>
                  <a:pt x="801984" y="541"/>
                </a:lnTo>
                <a:lnTo>
                  <a:pt x="801977" y="12164"/>
                </a:lnTo>
                <a:lnTo>
                  <a:pt x="790354" y="12156"/>
                </a:lnTo>
                <a:moveTo>
                  <a:pt x="813607" y="549"/>
                </a:moveTo>
                <a:lnTo>
                  <a:pt x="825230" y="557"/>
                </a:lnTo>
                <a:lnTo>
                  <a:pt x="825222" y="12180"/>
                </a:lnTo>
                <a:lnTo>
                  <a:pt x="813600" y="12172"/>
                </a:lnTo>
                <a:moveTo>
                  <a:pt x="836853" y="565"/>
                </a:moveTo>
                <a:lnTo>
                  <a:pt x="848476" y="572"/>
                </a:lnTo>
                <a:lnTo>
                  <a:pt x="848468" y="12195"/>
                </a:lnTo>
                <a:lnTo>
                  <a:pt x="836845" y="12187"/>
                </a:lnTo>
                <a:moveTo>
                  <a:pt x="860099" y="580"/>
                </a:moveTo>
                <a:lnTo>
                  <a:pt x="871722" y="588"/>
                </a:lnTo>
                <a:lnTo>
                  <a:pt x="871714" y="12211"/>
                </a:lnTo>
                <a:lnTo>
                  <a:pt x="860091" y="12203"/>
                </a:lnTo>
                <a:moveTo>
                  <a:pt x="883344" y="596"/>
                </a:moveTo>
                <a:lnTo>
                  <a:pt x="894967" y="604"/>
                </a:lnTo>
                <a:lnTo>
                  <a:pt x="894960" y="12227"/>
                </a:lnTo>
                <a:lnTo>
                  <a:pt x="883337" y="12219"/>
                </a:lnTo>
                <a:moveTo>
                  <a:pt x="906590" y="612"/>
                </a:moveTo>
                <a:lnTo>
                  <a:pt x="918213" y="619"/>
                </a:lnTo>
                <a:lnTo>
                  <a:pt x="918205" y="12242"/>
                </a:lnTo>
                <a:lnTo>
                  <a:pt x="906582" y="12235"/>
                </a:lnTo>
                <a:moveTo>
                  <a:pt x="929836" y="627"/>
                </a:moveTo>
                <a:lnTo>
                  <a:pt x="941459" y="635"/>
                </a:lnTo>
                <a:lnTo>
                  <a:pt x="941451" y="12258"/>
                </a:lnTo>
                <a:lnTo>
                  <a:pt x="929828" y="12250"/>
                </a:lnTo>
                <a:moveTo>
                  <a:pt x="953082" y="643"/>
                </a:moveTo>
                <a:lnTo>
                  <a:pt x="964704" y="651"/>
                </a:lnTo>
                <a:lnTo>
                  <a:pt x="964697" y="12274"/>
                </a:lnTo>
                <a:lnTo>
                  <a:pt x="953074" y="12266"/>
                </a:lnTo>
                <a:moveTo>
                  <a:pt x="976327" y="659"/>
                </a:moveTo>
                <a:lnTo>
                  <a:pt x="987950" y="667"/>
                </a:lnTo>
                <a:lnTo>
                  <a:pt x="987942" y="12289"/>
                </a:lnTo>
                <a:lnTo>
                  <a:pt x="976320" y="12282"/>
                </a:lnTo>
                <a:moveTo>
                  <a:pt x="999573" y="674"/>
                </a:moveTo>
                <a:lnTo>
                  <a:pt x="1011196" y="682"/>
                </a:lnTo>
                <a:lnTo>
                  <a:pt x="1011188" y="12305"/>
                </a:lnTo>
                <a:lnTo>
                  <a:pt x="999565" y="12297"/>
                </a:lnTo>
                <a:moveTo>
                  <a:pt x="1022819" y="690"/>
                </a:moveTo>
                <a:lnTo>
                  <a:pt x="1034442" y="698"/>
                </a:lnTo>
                <a:lnTo>
                  <a:pt x="1034434" y="12321"/>
                </a:lnTo>
                <a:lnTo>
                  <a:pt x="1022811" y="12313"/>
                </a:lnTo>
                <a:moveTo>
                  <a:pt x="1046064" y="706"/>
                </a:moveTo>
                <a:lnTo>
                  <a:pt x="1057687" y="714"/>
                </a:lnTo>
                <a:lnTo>
                  <a:pt x="1057680" y="12336"/>
                </a:lnTo>
                <a:lnTo>
                  <a:pt x="1046057" y="12329"/>
                </a:lnTo>
                <a:moveTo>
                  <a:pt x="1069310" y="721"/>
                </a:moveTo>
                <a:lnTo>
                  <a:pt x="1080933" y="729"/>
                </a:lnTo>
                <a:lnTo>
                  <a:pt x="1080925" y="12352"/>
                </a:lnTo>
                <a:lnTo>
                  <a:pt x="1069302" y="12344"/>
                </a:lnTo>
                <a:moveTo>
                  <a:pt x="1092556" y="737"/>
                </a:moveTo>
                <a:lnTo>
                  <a:pt x="1104179" y="745"/>
                </a:lnTo>
                <a:lnTo>
                  <a:pt x="1104171" y="12368"/>
                </a:lnTo>
                <a:lnTo>
                  <a:pt x="1092548" y="12360"/>
                </a:lnTo>
                <a:moveTo>
                  <a:pt x="1115802" y="753"/>
                </a:moveTo>
                <a:lnTo>
                  <a:pt x="1127424" y="761"/>
                </a:lnTo>
                <a:lnTo>
                  <a:pt x="1127417" y="12384"/>
                </a:lnTo>
                <a:lnTo>
                  <a:pt x="1115794" y="12376"/>
                </a:lnTo>
                <a:moveTo>
                  <a:pt x="1139047" y="769"/>
                </a:moveTo>
                <a:lnTo>
                  <a:pt x="1150670" y="776"/>
                </a:lnTo>
                <a:lnTo>
                  <a:pt x="1150662" y="12399"/>
                </a:lnTo>
                <a:lnTo>
                  <a:pt x="1139039" y="12391"/>
                </a:lnTo>
                <a:moveTo>
                  <a:pt x="1162293" y="784"/>
                </a:moveTo>
                <a:lnTo>
                  <a:pt x="1173916" y="792"/>
                </a:lnTo>
                <a:lnTo>
                  <a:pt x="1173908" y="12415"/>
                </a:lnTo>
                <a:lnTo>
                  <a:pt x="1162285" y="12407"/>
                </a:lnTo>
                <a:moveTo>
                  <a:pt x="1185539" y="800"/>
                </a:moveTo>
                <a:lnTo>
                  <a:pt x="1197162" y="808"/>
                </a:lnTo>
                <a:lnTo>
                  <a:pt x="1197154" y="12431"/>
                </a:lnTo>
                <a:lnTo>
                  <a:pt x="1185531" y="12423"/>
                </a:lnTo>
                <a:moveTo>
                  <a:pt x="1208784" y="816"/>
                </a:moveTo>
                <a:lnTo>
                  <a:pt x="1220407" y="823"/>
                </a:lnTo>
                <a:lnTo>
                  <a:pt x="1220399" y="12446"/>
                </a:lnTo>
                <a:lnTo>
                  <a:pt x="1208777" y="12438"/>
                </a:lnTo>
                <a:moveTo>
                  <a:pt x="1232030" y="831"/>
                </a:moveTo>
                <a:lnTo>
                  <a:pt x="1243653" y="839"/>
                </a:lnTo>
                <a:lnTo>
                  <a:pt x="1243645" y="12462"/>
                </a:lnTo>
                <a:lnTo>
                  <a:pt x="1232022" y="12454"/>
                </a:lnTo>
                <a:moveTo>
                  <a:pt x="1255276" y="847"/>
                </a:moveTo>
                <a:lnTo>
                  <a:pt x="1266899" y="855"/>
                </a:lnTo>
                <a:lnTo>
                  <a:pt x="1266891" y="12478"/>
                </a:lnTo>
                <a:lnTo>
                  <a:pt x="1255268" y="12470"/>
                </a:lnTo>
                <a:moveTo>
                  <a:pt x="1278522" y="863"/>
                </a:moveTo>
                <a:lnTo>
                  <a:pt x="1290144" y="871"/>
                </a:lnTo>
                <a:lnTo>
                  <a:pt x="1290137" y="12493"/>
                </a:lnTo>
                <a:lnTo>
                  <a:pt x="1278514" y="12485"/>
                </a:lnTo>
                <a:moveTo>
                  <a:pt x="1301767" y="878"/>
                </a:moveTo>
                <a:lnTo>
                  <a:pt x="1313390" y="886"/>
                </a:lnTo>
                <a:lnTo>
                  <a:pt x="1313382" y="12509"/>
                </a:lnTo>
                <a:lnTo>
                  <a:pt x="1301759" y="12501"/>
                </a:lnTo>
                <a:moveTo>
                  <a:pt x="1325013" y="894"/>
                </a:moveTo>
                <a:lnTo>
                  <a:pt x="1336636" y="902"/>
                </a:lnTo>
                <a:lnTo>
                  <a:pt x="1336628" y="12525"/>
                </a:lnTo>
                <a:lnTo>
                  <a:pt x="1325005" y="12517"/>
                </a:lnTo>
                <a:moveTo>
                  <a:pt x="1348259" y="910"/>
                </a:moveTo>
                <a:lnTo>
                  <a:pt x="1359882" y="918"/>
                </a:lnTo>
                <a:lnTo>
                  <a:pt x="1359874" y="12540"/>
                </a:lnTo>
                <a:lnTo>
                  <a:pt x="1348251" y="12533"/>
                </a:lnTo>
                <a:moveTo>
                  <a:pt x="1371504" y="925"/>
                </a:moveTo>
                <a:lnTo>
                  <a:pt x="1383127" y="933"/>
                </a:lnTo>
                <a:lnTo>
                  <a:pt x="1383119" y="12556"/>
                </a:lnTo>
                <a:lnTo>
                  <a:pt x="1371497" y="12548"/>
                </a:lnTo>
                <a:moveTo>
                  <a:pt x="1394750" y="941"/>
                </a:moveTo>
                <a:lnTo>
                  <a:pt x="1406373" y="949"/>
                </a:lnTo>
                <a:lnTo>
                  <a:pt x="1406365" y="12572"/>
                </a:lnTo>
                <a:lnTo>
                  <a:pt x="1394742" y="12564"/>
                </a:lnTo>
                <a:moveTo>
                  <a:pt x="1417996" y="957"/>
                </a:moveTo>
                <a:lnTo>
                  <a:pt x="1429619" y="964"/>
                </a:lnTo>
                <a:lnTo>
                  <a:pt x="1429611" y="12587"/>
                </a:lnTo>
                <a:lnTo>
                  <a:pt x="1417988" y="12580"/>
                </a:lnTo>
                <a:moveTo>
                  <a:pt x="1441242" y="972"/>
                </a:moveTo>
                <a:lnTo>
                  <a:pt x="1452864" y="980"/>
                </a:lnTo>
                <a:lnTo>
                  <a:pt x="1452857" y="12603"/>
                </a:lnTo>
                <a:lnTo>
                  <a:pt x="1441234" y="12595"/>
                </a:lnTo>
                <a:moveTo>
                  <a:pt x="1464487" y="988"/>
                </a:moveTo>
                <a:lnTo>
                  <a:pt x="1476110" y="996"/>
                </a:lnTo>
                <a:lnTo>
                  <a:pt x="1476102" y="12619"/>
                </a:lnTo>
                <a:lnTo>
                  <a:pt x="1464479" y="12611"/>
                </a:lnTo>
                <a:moveTo>
                  <a:pt x="1487733" y="1004"/>
                </a:moveTo>
                <a:lnTo>
                  <a:pt x="1499356" y="1012"/>
                </a:lnTo>
                <a:lnTo>
                  <a:pt x="1499348" y="12634"/>
                </a:lnTo>
                <a:lnTo>
                  <a:pt x="1487725" y="12627"/>
                </a:lnTo>
                <a:moveTo>
                  <a:pt x="1510979" y="1020"/>
                </a:moveTo>
                <a:lnTo>
                  <a:pt x="1522602" y="1027"/>
                </a:lnTo>
                <a:lnTo>
                  <a:pt x="1522594" y="12650"/>
                </a:lnTo>
                <a:lnTo>
                  <a:pt x="1510971" y="12642"/>
                </a:lnTo>
                <a:moveTo>
                  <a:pt x="1534224" y="1035"/>
                </a:moveTo>
                <a:lnTo>
                  <a:pt x="1545847" y="1043"/>
                </a:lnTo>
                <a:lnTo>
                  <a:pt x="1545839" y="12666"/>
                </a:lnTo>
                <a:lnTo>
                  <a:pt x="1534217" y="12658"/>
                </a:lnTo>
                <a:moveTo>
                  <a:pt x="1557470" y="1051"/>
                </a:moveTo>
                <a:lnTo>
                  <a:pt x="1569093" y="1059"/>
                </a:lnTo>
                <a:lnTo>
                  <a:pt x="1569085" y="12682"/>
                </a:lnTo>
                <a:lnTo>
                  <a:pt x="1557462" y="12674"/>
                </a:lnTo>
                <a:moveTo>
                  <a:pt x="1580716" y="1067"/>
                </a:moveTo>
                <a:lnTo>
                  <a:pt x="1592339" y="1074"/>
                </a:lnTo>
                <a:lnTo>
                  <a:pt x="1592331" y="12697"/>
                </a:lnTo>
                <a:lnTo>
                  <a:pt x="1580708" y="12689"/>
                </a:lnTo>
                <a:moveTo>
                  <a:pt x="1603962" y="1082"/>
                </a:moveTo>
                <a:lnTo>
                  <a:pt x="1615584" y="1090"/>
                </a:lnTo>
                <a:lnTo>
                  <a:pt x="1615577" y="12713"/>
                </a:lnTo>
                <a:lnTo>
                  <a:pt x="1603954" y="12705"/>
                </a:lnTo>
                <a:moveTo>
                  <a:pt x="1627207" y="1098"/>
                </a:moveTo>
                <a:lnTo>
                  <a:pt x="1638830" y="1106"/>
                </a:lnTo>
                <a:lnTo>
                  <a:pt x="1638822" y="12729"/>
                </a:lnTo>
                <a:lnTo>
                  <a:pt x="1627199" y="12721"/>
                </a:lnTo>
                <a:moveTo>
                  <a:pt x="1650453" y="1113"/>
                </a:moveTo>
                <a:lnTo>
                  <a:pt x="1662076" y="1121"/>
                </a:lnTo>
                <a:lnTo>
                  <a:pt x="1662068" y="12744"/>
                </a:lnTo>
                <a:lnTo>
                  <a:pt x="1650445" y="12736"/>
                </a:lnTo>
                <a:moveTo>
                  <a:pt x="1673699" y="1129"/>
                </a:moveTo>
                <a:lnTo>
                  <a:pt x="1685321" y="1137"/>
                </a:lnTo>
                <a:lnTo>
                  <a:pt x="1685314" y="12760"/>
                </a:lnTo>
                <a:lnTo>
                  <a:pt x="1673691" y="12752"/>
                </a:lnTo>
                <a:moveTo>
                  <a:pt x="1696944" y="1145"/>
                </a:moveTo>
                <a:lnTo>
                  <a:pt x="1708567" y="1153"/>
                </a:lnTo>
                <a:lnTo>
                  <a:pt x="1708559" y="12775"/>
                </a:lnTo>
                <a:lnTo>
                  <a:pt x="1696937" y="12768"/>
                </a:lnTo>
                <a:moveTo>
                  <a:pt x="1720190" y="1161"/>
                </a:moveTo>
                <a:lnTo>
                  <a:pt x="1731813" y="1168"/>
                </a:lnTo>
                <a:lnTo>
                  <a:pt x="1731805" y="12791"/>
                </a:lnTo>
                <a:lnTo>
                  <a:pt x="1720182" y="12783"/>
                </a:lnTo>
                <a:moveTo>
                  <a:pt x="1743436" y="1176"/>
                </a:moveTo>
                <a:lnTo>
                  <a:pt x="1755059" y="1184"/>
                </a:lnTo>
                <a:lnTo>
                  <a:pt x="1755051" y="12807"/>
                </a:lnTo>
                <a:lnTo>
                  <a:pt x="1743428" y="12799"/>
                </a:lnTo>
                <a:moveTo>
                  <a:pt x="1766681" y="1192"/>
                </a:moveTo>
                <a:lnTo>
                  <a:pt x="1778304" y="1200"/>
                </a:lnTo>
                <a:lnTo>
                  <a:pt x="1778297" y="12823"/>
                </a:lnTo>
                <a:lnTo>
                  <a:pt x="1766674" y="12815"/>
                </a:lnTo>
                <a:moveTo>
                  <a:pt x="1789927" y="1208"/>
                </a:moveTo>
                <a:lnTo>
                  <a:pt x="1801550" y="1216"/>
                </a:lnTo>
                <a:lnTo>
                  <a:pt x="1801542" y="12838"/>
                </a:lnTo>
                <a:lnTo>
                  <a:pt x="1789919" y="12830"/>
                </a:lnTo>
                <a:moveTo>
                  <a:pt x="1813173" y="1223"/>
                </a:moveTo>
                <a:lnTo>
                  <a:pt x="1824796" y="1231"/>
                </a:lnTo>
                <a:lnTo>
                  <a:pt x="1824788" y="12854"/>
                </a:lnTo>
                <a:lnTo>
                  <a:pt x="1813165" y="12846"/>
                </a:lnTo>
                <a:moveTo>
                  <a:pt x="1836419" y="1239"/>
                </a:moveTo>
                <a:lnTo>
                  <a:pt x="1848041" y="1247"/>
                </a:lnTo>
                <a:lnTo>
                  <a:pt x="1848034" y="12870"/>
                </a:lnTo>
                <a:lnTo>
                  <a:pt x="1836411" y="12862"/>
                </a:lnTo>
                <a:moveTo>
                  <a:pt x="1859664" y="1255"/>
                </a:moveTo>
                <a:lnTo>
                  <a:pt x="1871287" y="1262"/>
                </a:lnTo>
                <a:lnTo>
                  <a:pt x="1871279" y="12885"/>
                </a:lnTo>
                <a:lnTo>
                  <a:pt x="1859657" y="12878"/>
                </a:lnTo>
                <a:moveTo>
                  <a:pt x="1882910" y="1270"/>
                </a:moveTo>
                <a:lnTo>
                  <a:pt x="1894533" y="1278"/>
                </a:lnTo>
                <a:lnTo>
                  <a:pt x="1894525" y="12901"/>
                </a:lnTo>
                <a:lnTo>
                  <a:pt x="1882902" y="12893"/>
                </a:lnTo>
                <a:moveTo>
                  <a:pt x="1906156" y="1286"/>
                </a:moveTo>
                <a:lnTo>
                  <a:pt x="1917779" y="1294"/>
                </a:lnTo>
                <a:lnTo>
                  <a:pt x="1917771" y="12917"/>
                </a:lnTo>
                <a:lnTo>
                  <a:pt x="1906148" y="12909"/>
                </a:lnTo>
                <a:moveTo>
                  <a:pt x="1929401" y="1302"/>
                </a:moveTo>
                <a:lnTo>
                  <a:pt x="1941024" y="1309"/>
                </a:lnTo>
                <a:lnTo>
                  <a:pt x="1941017" y="12932"/>
                </a:lnTo>
                <a:lnTo>
                  <a:pt x="1929394" y="12924"/>
                </a:lnTo>
                <a:moveTo>
                  <a:pt x="1952647" y="1317"/>
                </a:moveTo>
                <a:lnTo>
                  <a:pt x="1964270" y="1325"/>
                </a:lnTo>
                <a:lnTo>
                  <a:pt x="1964262" y="12948"/>
                </a:lnTo>
                <a:lnTo>
                  <a:pt x="1952639" y="12940"/>
                </a:lnTo>
                <a:moveTo>
                  <a:pt x="1975893" y="1333"/>
                </a:moveTo>
                <a:lnTo>
                  <a:pt x="1987516" y="1341"/>
                </a:lnTo>
                <a:lnTo>
                  <a:pt x="1987508" y="12964"/>
                </a:lnTo>
                <a:lnTo>
                  <a:pt x="1975885" y="12956"/>
                </a:lnTo>
                <a:moveTo>
                  <a:pt x="1999139" y="1349"/>
                </a:moveTo>
                <a:lnTo>
                  <a:pt x="2010761" y="1357"/>
                </a:lnTo>
                <a:lnTo>
                  <a:pt x="2010754" y="12979"/>
                </a:lnTo>
                <a:lnTo>
                  <a:pt x="1999131" y="12972"/>
                </a:lnTo>
                <a:moveTo>
                  <a:pt x="2022384" y="1364"/>
                </a:moveTo>
                <a:lnTo>
                  <a:pt x="2034007" y="1372"/>
                </a:lnTo>
                <a:lnTo>
                  <a:pt x="2033999" y="12995"/>
                </a:lnTo>
                <a:lnTo>
                  <a:pt x="2022377" y="12987"/>
                </a:lnTo>
                <a:moveTo>
                  <a:pt x="2045630" y="1380"/>
                </a:moveTo>
                <a:lnTo>
                  <a:pt x="2057253" y="1388"/>
                </a:lnTo>
                <a:lnTo>
                  <a:pt x="2057245" y="13011"/>
                </a:lnTo>
                <a:lnTo>
                  <a:pt x="2045622" y="13003"/>
                </a:lnTo>
                <a:moveTo>
                  <a:pt x="2068876" y="1396"/>
                </a:moveTo>
                <a:lnTo>
                  <a:pt x="2080499" y="1404"/>
                </a:lnTo>
                <a:lnTo>
                  <a:pt x="2080491" y="13027"/>
                </a:lnTo>
                <a:lnTo>
                  <a:pt x="2068868" y="13019"/>
                </a:lnTo>
                <a:moveTo>
                  <a:pt x="2092121" y="1411"/>
                </a:moveTo>
                <a:lnTo>
                  <a:pt x="2103744" y="1419"/>
                </a:lnTo>
                <a:lnTo>
                  <a:pt x="2103736" y="13042"/>
                </a:lnTo>
                <a:lnTo>
                  <a:pt x="2092113" y="13034"/>
                </a:lnTo>
                <a:moveTo>
                  <a:pt x="2115367" y="1427"/>
                </a:moveTo>
                <a:lnTo>
                  <a:pt x="2126990" y="1435"/>
                </a:lnTo>
                <a:lnTo>
                  <a:pt x="2126982" y="13058"/>
                </a:lnTo>
                <a:lnTo>
                  <a:pt x="2115359" y="13050"/>
                </a:lnTo>
                <a:moveTo>
                  <a:pt x="2138613" y="1443"/>
                </a:moveTo>
                <a:lnTo>
                  <a:pt x="2150235" y="1451"/>
                </a:lnTo>
                <a:lnTo>
                  <a:pt x="2150228" y="13073"/>
                </a:lnTo>
                <a:lnTo>
                  <a:pt x="2138605" y="13066"/>
                </a:lnTo>
                <a:moveTo>
                  <a:pt x="2161858" y="1458"/>
                </a:moveTo>
                <a:lnTo>
                  <a:pt x="2173481" y="1466"/>
                </a:lnTo>
                <a:lnTo>
                  <a:pt x="2173473" y="13089"/>
                </a:lnTo>
                <a:lnTo>
                  <a:pt x="2161850" y="13081"/>
                </a:lnTo>
                <a:moveTo>
                  <a:pt x="2185104" y="1474"/>
                </a:moveTo>
                <a:lnTo>
                  <a:pt x="2196727" y="1482"/>
                </a:lnTo>
                <a:lnTo>
                  <a:pt x="2196719" y="13105"/>
                </a:lnTo>
                <a:lnTo>
                  <a:pt x="2185096" y="13097"/>
                </a:lnTo>
                <a:moveTo>
                  <a:pt x="2208350" y="1490"/>
                </a:moveTo>
                <a:lnTo>
                  <a:pt x="2219972" y="1498"/>
                </a:lnTo>
                <a:lnTo>
                  <a:pt x="2219965" y="13120"/>
                </a:lnTo>
                <a:lnTo>
                  <a:pt x="2208342" y="13113"/>
                </a:lnTo>
                <a:moveTo>
                  <a:pt x="2231595" y="1506"/>
                </a:moveTo>
                <a:lnTo>
                  <a:pt x="2243218" y="1513"/>
                </a:lnTo>
                <a:lnTo>
                  <a:pt x="2243210" y="13136"/>
                </a:lnTo>
                <a:lnTo>
                  <a:pt x="2231588" y="13128"/>
                </a:lnTo>
                <a:moveTo>
                  <a:pt x="2254841" y="1521"/>
                </a:moveTo>
                <a:lnTo>
                  <a:pt x="2266464" y="1529"/>
                </a:lnTo>
                <a:lnTo>
                  <a:pt x="2266456" y="13152"/>
                </a:lnTo>
                <a:lnTo>
                  <a:pt x="2254833" y="13144"/>
                </a:lnTo>
                <a:moveTo>
                  <a:pt x="2278087" y="1537"/>
                </a:moveTo>
                <a:lnTo>
                  <a:pt x="2289710" y="1545"/>
                </a:lnTo>
                <a:lnTo>
                  <a:pt x="2289702" y="13168"/>
                </a:lnTo>
                <a:lnTo>
                  <a:pt x="2278079" y="13160"/>
                </a:lnTo>
                <a:moveTo>
                  <a:pt x="2301332" y="1553"/>
                </a:moveTo>
                <a:lnTo>
                  <a:pt x="2312955" y="1560"/>
                </a:lnTo>
                <a:lnTo>
                  <a:pt x="2312948" y="13183"/>
                </a:lnTo>
                <a:lnTo>
                  <a:pt x="2301325" y="13175"/>
                </a:lnTo>
                <a:moveTo>
                  <a:pt x="2324578" y="1568"/>
                </a:moveTo>
                <a:lnTo>
                  <a:pt x="2336201" y="1576"/>
                </a:lnTo>
                <a:lnTo>
                  <a:pt x="2336193" y="13199"/>
                </a:lnTo>
                <a:lnTo>
                  <a:pt x="2324570" y="13191"/>
                </a:lnTo>
                <a:moveTo>
                  <a:pt x="2347824" y="1584"/>
                </a:moveTo>
                <a:lnTo>
                  <a:pt x="2359447" y="1592"/>
                </a:lnTo>
                <a:lnTo>
                  <a:pt x="2359439" y="13215"/>
                </a:lnTo>
                <a:lnTo>
                  <a:pt x="2347816" y="13207"/>
                </a:lnTo>
                <a:moveTo>
                  <a:pt x="2371070" y="1600"/>
                </a:moveTo>
                <a:lnTo>
                  <a:pt x="2382692" y="1607"/>
                </a:lnTo>
                <a:lnTo>
                  <a:pt x="2382685" y="13230"/>
                </a:lnTo>
                <a:lnTo>
                  <a:pt x="2371062" y="13223"/>
                </a:lnTo>
                <a:moveTo>
                  <a:pt x="2394315" y="1615"/>
                </a:moveTo>
                <a:lnTo>
                  <a:pt x="2405938" y="1623"/>
                </a:lnTo>
                <a:lnTo>
                  <a:pt x="2405930" y="13246"/>
                </a:lnTo>
                <a:lnTo>
                  <a:pt x="2394308" y="13238"/>
                </a:lnTo>
                <a:moveTo>
                  <a:pt x="2417561" y="1631"/>
                </a:moveTo>
                <a:lnTo>
                  <a:pt x="2429184" y="1639"/>
                </a:lnTo>
                <a:lnTo>
                  <a:pt x="2429176" y="13262"/>
                </a:lnTo>
                <a:lnTo>
                  <a:pt x="2417553" y="13254"/>
                </a:lnTo>
                <a:moveTo>
                  <a:pt x="2440807" y="1647"/>
                </a:moveTo>
                <a:lnTo>
                  <a:pt x="2452430" y="1655"/>
                </a:lnTo>
                <a:lnTo>
                  <a:pt x="2452422" y="13277"/>
                </a:lnTo>
                <a:lnTo>
                  <a:pt x="2440799" y="13269"/>
                </a:lnTo>
                <a:moveTo>
                  <a:pt x="2464052" y="1662"/>
                </a:moveTo>
                <a:lnTo>
                  <a:pt x="2475675" y="1670"/>
                </a:lnTo>
                <a:lnTo>
                  <a:pt x="2475668" y="13293"/>
                </a:lnTo>
                <a:lnTo>
                  <a:pt x="2464045" y="13285"/>
                </a:lnTo>
                <a:moveTo>
                  <a:pt x="2487298" y="1678"/>
                </a:moveTo>
                <a:lnTo>
                  <a:pt x="2498921" y="1686"/>
                </a:lnTo>
                <a:lnTo>
                  <a:pt x="2498913" y="13309"/>
                </a:lnTo>
                <a:lnTo>
                  <a:pt x="2487290" y="13301"/>
                </a:lnTo>
                <a:moveTo>
                  <a:pt x="2510544" y="1694"/>
                </a:moveTo>
                <a:lnTo>
                  <a:pt x="2522167" y="1702"/>
                </a:lnTo>
                <a:lnTo>
                  <a:pt x="2522159" y="13324"/>
                </a:lnTo>
                <a:lnTo>
                  <a:pt x="2510536" y="13317"/>
                </a:lnTo>
                <a:moveTo>
                  <a:pt x="2533790" y="1709"/>
                </a:moveTo>
                <a:lnTo>
                  <a:pt x="2545412" y="1717"/>
                </a:lnTo>
                <a:lnTo>
                  <a:pt x="2545405" y="13340"/>
                </a:lnTo>
                <a:lnTo>
                  <a:pt x="2533782" y="13332"/>
                </a:lnTo>
                <a:moveTo>
                  <a:pt x="2557035" y="1725"/>
                </a:moveTo>
                <a:lnTo>
                  <a:pt x="2568658" y="1733"/>
                </a:lnTo>
                <a:lnTo>
                  <a:pt x="2568650" y="13356"/>
                </a:lnTo>
                <a:lnTo>
                  <a:pt x="2557028" y="13348"/>
                </a:lnTo>
                <a:moveTo>
                  <a:pt x="2580281" y="1741"/>
                </a:moveTo>
                <a:lnTo>
                  <a:pt x="2591904" y="1749"/>
                </a:lnTo>
                <a:lnTo>
                  <a:pt x="2591896" y="13371"/>
                </a:lnTo>
                <a:lnTo>
                  <a:pt x="2580273" y="13364"/>
                </a:lnTo>
                <a:moveTo>
                  <a:pt x="2603527" y="1756"/>
                </a:moveTo>
                <a:lnTo>
                  <a:pt x="2615150" y="1764"/>
                </a:lnTo>
                <a:lnTo>
                  <a:pt x="2615142" y="13387"/>
                </a:lnTo>
                <a:lnTo>
                  <a:pt x="2603519" y="13379"/>
                </a:lnTo>
                <a:moveTo>
                  <a:pt x="2626772" y="1772"/>
                </a:moveTo>
                <a:lnTo>
                  <a:pt x="2638395" y="1780"/>
                </a:lnTo>
                <a:lnTo>
                  <a:pt x="2638388" y="13403"/>
                </a:lnTo>
                <a:lnTo>
                  <a:pt x="2626765" y="13395"/>
                </a:lnTo>
                <a:moveTo>
                  <a:pt x="2650018" y="1788"/>
                </a:moveTo>
                <a:lnTo>
                  <a:pt x="2661641" y="1796"/>
                </a:lnTo>
                <a:lnTo>
                  <a:pt x="2661633" y="13418"/>
                </a:lnTo>
                <a:lnTo>
                  <a:pt x="2650010" y="13411"/>
                </a:lnTo>
                <a:moveTo>
                  <a:pt x="2673264" y="1804"/>
                </a:moveTo>
                <a:lnTo>
                  <a:pt x="2684887" y="1811"/>
                </a:lnTo>
                <a:lnTo>
                  <a:pt x="2684878" y="13434"/>
                </a:lnTo>
                <a:lnTo>
                  <a:pt x="2673256" y="13426"/>
                </a:lnTo>
                <a:moveTo>
                  <a:pt x="2696510" y="1819"/>
                </a:moveTo>
                <a:lnTo>
                  <a:pt x="2708133" y="1827"/>
                </a:lnTo>
                <a:lnTo>
                  <a:pt x="2708124" y="13450"/>
                </a:lnTo>
                <a:lnTo>
                  <a:pt x="2696501" y="13442"/>
                </a:lnTo>
                <a:moveTo>
                  <a:pt x="2719756" y="1835"/>
                </a:moveTo>
                <a:lnTo>
                  <a:pt x="2731378" y="1843"/>
                </a:lnTo>
                <a:lnTo>
                  <a:pt x="2731370" y="13466"/>
                </a:lnTo>
                <a:lnTo>
                  <a:pt x="2719747" y="13458"/>
                </a:lnTo>
                <a:moveTo>
                  <a:pt x="2743001" y="1851"/>
                </a:moveTo>
                <a:lnTo>
                  <a:pt x="2754624" y="1858"/>
                </a:lnTo>
                <a:lnTo>
                  <a:pt x="2754616" y="13481"/>
                </a:lnTo>
                <a:lnTo>
                  <a:pt x="2742993" y="13473"/>
                </a:lnTo>
                <a:moveTo>
                  <a:pt x="2766247" y="1866"/>
                </a:moveTo>
                <a:lnTo>
                  <a:pt x="2777870" y="1874"/>
                </a:lnTo>
                <a:lnTo>
                  <a:pt x="2777861" y="13497"/>
                </a:lnTo>
                <a:lnTo>
                  <a:pt x="2766238" y="13489"/>
                </a:lnTo>
                <a:moveTo>
                  <a:pt x="2789493" y="1882"/>
                </a:moveTo>
                <a:lnTo>
                  <a:pt x="2801116" y="1890"/>
                </a:lnTo>
                <a:lnTo>
                  <a:pt x="2801107" y="13513"/>
                </a:lnTo>
                <a:lnTo>
                  <a:pt x="2789484" y="13505"/>
                </a:lnTo>
                <a:moveTo>
                  <a:pt x="2812738" y="1898"/>
                </a:moveTo>
                <a:lnTo>
                  <a:pt x="2824361" y="1905"/>
                </a:lnTo>
                <a:lnTo>
                  <a:pt x="2824353" y="13528"/>
                </a:lnTo>
                <a:lnTo>
                  <a:pt x="2812730" y="13520"/>
                </a:lnTo>
                <a:moveTo>
                  <a:pt x="2835984" y="1913"/>
                </a:moveTo>
                <a:lnTo>
                  <a:pt x="2847607" y="1921"/>
                </a:lnTo>
                <a:lnTo>
                  <a:pt x="2847598" y="13544"/>
                </a:lnTo>
                <a:lnTo>
                  <a:pt x="2835976" y="13536"/>
                </a:lnTo>
                <a:moveTo>
                  <a:pt x="2859230" y="1929"/>
                </a:moveTo>
                <a:lnTo>
                  <a:pt x="2870853" y="1937"/>
                </a:lnTo>
                <a:lnTo>
                  <a:pt x="2870844" y="13560"/>
                </a:lnTo>
                <a:lnTo>
                  <a:pt x="2859221" y="13552"/>
                </a:lnTo>
                <a:moveTo>
                  <a:pt x="2882475" y="1945"/>
                </a:moveTo>
                <a:lnTo>
                  <a:pt x="2894098" y="1953"/>
                </a:lnTo>
                <a:lnTo>
                  <a:pt x="2894090" y="13575"/>
                </a:lnTo>
                <a:lnTo>
                  <a:pt x="2882467" y="13568"/>
                </a:lnTo>
                <a:moveTo>
                  <a:pt x="2905721" y="1960"/>
                </a:moveTo>
                <a:lnTo>
                  <a:pt x="2917344" y="1968"/>
                </a:lnTo>
                <a:lnTo>
                  <a:pt x="2917336" y="13591"/>
                </a:lnTo>
                <a:lnTo>
                  <a:pt x="2905713" y="13583"/>
                </a:lnTo>
                <a:moveTo>
                  <a:pt x="2928967" y="1976"/>
                </a:moveTo>
                <a:lnTo>
                  <a:pt x="2940590" y="1984"/>
                </a:lnTo>
                <a:lnTo>
                  <a:pt x="2940581" y="13607"/>
                </a:lnTo>
                <a:lnTo>
                  <a:pt x="2928958" y="13599"/>
                </a:lnTo>
                <a:moveTo>
                  <a:pt x="2952213" y="1992"/>
                </a:moveTo>
                <a:lnTo>
                  <a:pt x="2963835" y="2000"/>
                </a:lnTo>
                <a:lnTo>
                  <a:pt x="2963827" y="13622"/>
                </a:lnTo>
                <a:lnTo>
                  <a:pt x="2952204" y="13615"/>
                </a:lnTo>
                <a:moveTo>
                  <a:pt x="2975458" y="2007"/>
                </a:moveTo>
                <a:lnTo>
                  <a:pt x="2987081" y="2015"/>
                </a:lnTo>
                <a:lnTo>
                  <a:pt x="2987073" y="13638"/>
                </a:lnTo>
                <a:lnTo>
                  <a:pt x="2975450" y="13630"/>
                </a:lnTo>
                <a:moveTo>
                  <a:pt x="2998704" y="2023"/>
                </a:moveTo>
                <a:lnTo>
                  <a:pt x="3010327" y="2031"/>
                </a:lnTo>
                <a:lnTo>
                  <a:pt x="3010318" y="13654"/>
                </a:lnTo>
                <a:lnTo>
                  <a:pt x="2998696" y="13646"/>
                </a:lnTo>
                <a:moveTo>
                  <a:pt x="3021950" y="2039"/>
                </a:moveTo>
                <a:lnTo>
                  <a:pt x="3033573" y="2047"/>
                </a:lnTo>
                <a:lnTo>
                  <a:pt x="3033564" y="13669"/>
                </a:lnTo>
                <a:lnTo>
                  <a:pt x="3021941" y="13662"/>
                </a:lnTo>
                <a:moveTo>
                  <a:pt x="3045195" y="2054"/>
                </a:moveTo>
                <a:lnTo>
                  <a:pt x="3056818" y="2062"/>
                </a:lnTo>
                <a:lnTo>
                  <a:pt x="3056810" y="13685"/>
                </a:lnTo>
                <a:lnTo>
                  <a:pt x="3045187" y="13677"/>
                </a:lnTo>
                <a:moveTo>
                  <a:pt x="3068441" y="2070"/>
                </a:moveTo>
                <a:lnTo>
                  <a:pt x="3080064" y="2078"/>
                </a:lnTo>
                <a:lnTo>
                  <a:pt x="3080056" y="13701"/>
                </a:lnTo>
                <a:lnTo>
                  <a:pt x="3068433" y="13693"/>
                </a:lnTo>
                <a:moveTo>
                  <a:pt x="3091687" y="2086"/>
                </a:moveTo>
                <a:lnTo>
                  <a:pt x="3103310" y="2094"/>
                </a:lnTo>
                <a:lnTo>
                  <a:pt x="3103301" y="13717"/>
                </a:lnTo>
                <a:lnTo>
                  <a:pt x="3091678" y="13709"/>
                </a:lnTo>
                <a:moveTo>
                  <a:pt x="3114933" y="2101"/>
                </a:moveTo>
                <a:lnTo>
                  <a:pt x="3126555" y="2109"/>
                </a:lnTo>
                <a:lnTo>
                  <a:pt x="3126547" y="13732"/>
                </a:lnTo>
                <a:lnTo>
                  <a:pt x="3114924" y="13724"/>
                </a:lnTo>
                <a:moveTo>
                  <a:pt x="3138178" y="2117"/>
                </a:moveTo>
                <a:lnTo>
                  <a:pt x="3149801" y="2125"/>
                </a:lnTo>
                <a:lnTo>
                  <a:pt x="3149793" y="13748"/>
                </a:lnTo>
                <a:lnTo>
                  <a:pt x="3138170" y="13740"/>
                </a:lnTo>
                <a:moveTo>
                  <a:pt x="3161424" y="2133"/>
                </a:moveTo>
                <a:lnTo>
                  <a:pt x="3173047" y="2141"/>
                </a:lnTo>
                <a:lnTo>
                  <a:pt x="3173038" y="13764"/>
                </a:lnTo>
                <a:lnTo>
                  <a:pt x="3161416" y="13756"/>
                </a:lnTo>
                <a:moveTo>
                  <a:pt x="3184670" y="2148"/>
                </a:moveTo>
                <a:lnTo>
                  <a:pt x="3196293" y="2156"/>
                </a:lnTo>
                <a:lnTo>
                  <a:pt x="3196284" y="13779"/>
                </a:lnTo>
                <a:lnTo>
                  <a:pt x="3184661" y="13771"/>
                </a:lnTo>
                <a:moveTo>
                  <a:pt x="3207915" y="2164"/>
                </a:moveTo>
                <a:lnTo>
                  <a:pt x="3219538" y="2172"/>
                </a:lnTo>
                <a:lnTo>
                  <a:pt x="3219530" y="13795"/>
                </a:lnTo>
                <a:lnTo>
                  <a:pt x="3207907" y="13787"/>
                </a:lnTo>
                <a:moveTo>
                  <a:pt x="3231161" y="2180"/>
                </a:moveTo>
                <a:lnTo>
                  <a:pt x="3242784" y="2188"/>
                </a:lnTo>
                <a:lnTo>
                  <a:pt x="3242776" y="13811"/>
                </a:lnTo>
                <a:lnTo>
                  <a:pt x="3231153" y="13803"/>
                </a:lnTo>
                <a:moveTo>
                  <a:pt x="3254407" y="2196"/>
                </a:moveTo>
                <a:lnTo>
                  <a:pt x="3266030" y="2203"/>
                </a:lnTo>
                <a:lnTo>
                  <a:pt x="3266021" y="13826"/>
                </a:lnTo>
                <a:lnTo>
                  <a:pt x="3254398" y="13818"/>
                </a:lnTo>
                <a:moveTo>
                  <a:pt x="3277653" y="2211"/>
                </a:moveTo>
                <a:lnTo>
                  <a:pt x="3289275" y="2219"/>
                </a:lnTo>
                <a:lnTo>
                  <a:pt x="3289267" y="13842"/>
                </a:lnTo>
                <a:lnTo>
                  <a:pt x="3277644" y="13834"/>
                </a:lnTo>
                <a:moveTo>
                  <a:pt x="3300898" y="2227"/>
                </a:moveTo>
                <a:lnTo>
                  <a:pt x="3312521" y="2235"/>
                </a:lnTo>
                <a:lnTo>
                  <a:pt x="3312513" y="13858"/>
                </a:lnTo>
                <a:lnTo>
                  <a:pt x="3300890" y="13850"/>
                </a:lnTo>
                <a:moveTo>
                  <a:pt x="3324144" y="2243"/>
                </a:moveTo>
                <a:lnTo>
                  <a:pt x="3335767" y="2251"/>
                </a:lnTo>
                <a:lnTo>
                  <a:pt x="3335758" y="13873"/>
                </a:lnTo>
                <a:lnTo>
                  <a:pt x="3324136" y="13865"/>
                </a:lnTo>
                <a:moveTo>
                  <a:pt x="3347390" y="2258"/>
                </a:moveTo>
                <a:lnTo>
                  <a:pt x="3359013" y="2266"/>
                </a:lnTo>
                <a:lnTo>
                  <a:pt x="3359004" y="13889"/>
                </a:lnTo>
                <a:lnTo>
                  <a:pt x="3347381" y="13881"/>
                </a:lnTo>
                <a:moveTo>
                  <a:pt x="3370635" y="2274"/>
                </a:moveTo>
                <a:lnTo>
                  <a:pt x="3382258" y="2282"/>
                </a:lnTo>
                <a:lnTo>
                  <a:pt x="3382250" y="13905"/>
                </a:lnTo>
                <a:lnTo>
                  <a:pt x="3370627" y="13897"/>
                </a:lnTo>
                <a:moveTo>
                  <a:pt x="3393881" y="2290"/>
                </a:moveTo>
                <a:lnTo>
                  <a:pt x="3405504" y="2297"/>
                </a:lnTo>
                <a:lnTo>
                  <a:pt x="3405496" y="13920"/>
                </a:lnTo>
                <a:lnTo>
                  <a:pt x="3393873" y="13913"/>
                </a:lnTo>
                <a:moveTo>
                  <a:pt x="3417127" y="2305"/>
                </a:moveTo>
                <a:lnTo>
                  <a:pt x="3428750" y="2313"/>
                </a:lnTo>
                <a:lnTo>
                  <a:pt x="3428741" y="13936"/>
                </a:lnTo>
                <a:lnTo>
                  <a:pt x="3417118" y="13928"/>
                </a:lnTo>
                <a:moveTo>
                  <a:pt x="3440373" y="2321"/>
                </a:moveTo>
                <a:lnTo>
                  <a:pt x="3451995" y="2329"/>
                </a:lnTo>
                <a:lnTo>
                  <a:pt x="3451987" y="13952"/>
                </a:lnTo>
                <a:lnTo>
                  <a:pt x="3440364" y="13944"/>
                </a:lnTo>
                <a:moveTo>
                  <a:pt x="3463618" y="2337"/>
                </a:moveTo>
                <a:lnTo>
                  <a:pt x="3475241" y="2344"/>
                </a:lnTo>
                <a:lnTo>
                  <a:pt x="3475233" y="13967"/>
                </a:lnTo>
                <a:lnTo>
                  <a:pt x="3463610" y="13960"/>
                </a:lnTo>
                <a:moveTo>
                  <a:pt x="3486864" y="2352"/>
                </a:moveTo>
                <a:lnTo>
                  <a:pt x="3498487" y="2360"/>
                </a:lnTo>
                <a:lnTo>
                  <a:pt x="3498478" y="13983"/>
                </a:lnTo>
                <a:lnTo>
                  <a:pt x="3486855" y="13975"/>
                </a:lnTo>
                <a:moveTo>
                  <a:pt x="3510110" y="2368"/>
                </a:moveTo>
                <a:lnTo>
                  <a:pt x="3521733" y="2376"/>
                </a:lnTo>
                <a:lnTo>
                  <a:pt x="3521724" y="13999"/>
                </a:lnTo>
                <a:lnTo>
                  <a:pt x="3510101" y="13991"/>
                </a:lnTo>
                <a:moveTo>
                  <a:pt x="3533355" y="2384"/>
                </a:moveTo>
                <a:lnTo>
                  <a:pt x="3544978" y="2392"/>
                </a:lnTo>
                <a:lnTo>
                  <a:pt x="3544970" y="14014"/>
                </a:lnTo>
                <a:lnTo>
                  <a:pt x="3533347" y="14007"/>
                </a:lnTo>
                <a:moveTo>
                  <a:pt x="3556601" y="2399"/>
                </a:moveTo>
                <a:lnTo>
                  <a:pt x="3568224" y="2407"/>
                </a:lnTo>
                <a:lnTo>
                  <a:pt x="3568215" y="14030"/>
                </a:lnTo>
                <a:lnTo>
                  <a:pt x="3556593" y="14022"/>
                </a:lnTo>
                <a:moveTo>
                  <a:pt x="3579847" y="2415"/>
                </a:moveTo>
                <a:lnTo>
                  <a:pt x="3591470" y="2423"/>
                </a:lnTo>
                <a:lnTo>
                  <a:pt x="3591461" y="14046"/>
                </a:lnTo>
                <a:lnTo>
                  <a:pt x="3579838" y="14038"/>
                </a:lnTo>
                <a:moveTo>
                  <a:pt x="3603093" y="2431"/>
                </a:moveTo>
                <a:lnTo>
                  <a:pt x="3614715" y="2439"/>
                </a:lnTo>
                <a:lnTo>
                  <a:pt x="3614707" y="14062"/>
                </a:lnTo>
                <a:lnTo>
                  <a:pt x="3603084" y="14054"/>
                </a:lnTo>
                <a:moveTo>
                  <a:pt x="3626338" y="2446"/>
                </a:moveTo>
                <a:lnTo>
                  <a:pt x="3637961" y="2454"/>
                </a:lnTo>
                <a:lnTo>
                  <a:pt x="3637953" y="14077"/>
                </a:lnTo>
                <a:lnTo>
                  <a:pt x="3626330" y="14069"/>
                </a:lnTo>
                <a:moveTo>
                  <a:pt x="3649584" y="2462"/>
                </a:moveTo>
                <a:lnTo>
                  <a:pt x="3661207" y="2470"/>
                </a:lnTo>
                <a:lnTo>
                  <a:pt x="3661198" y="14093"/>
                </a:lnTo>
                <a:lnTo>
                  <a:pt x="3649575" y="14085"/>
                </a:lnTo>
                <a:moveTo>
                  <a:pt x="3672830" y="2478"/>
                </a:moveTo>
                <a:lnTo>
                  <a:pt x="3684453" y="2486"/>
                </a:lnTo>
                <a:lnTo>
                  <a:pt x="3684444" y="14109"/>
                </a:lnTo>
                <a:lnTo>
                  <a:pt x="3672821" y="14101"/>
                </a:lnTo>
                <a:moveTo>
                  <a:pt x="3696075" y="2493"/>
                </a:moveTo>
                <a:lnTo>
                  <a:pt x="3707698" y="2501"/>
                </a:lnTo>
                <a:lnTo>
                  <a:pt x="3707690" y="14124"/>
                </a:lnTo>
                <a:lnTo>
                  <a:pt x="3696067" y="14116"/>
                </a:lnTo>
                <a:moveTo>
                  <a:pt x="3719321" y="2509"/>
                </a:moveTo>
                <a:lnTo>
                  <a:pt x="3730944" y="2517"/>
                </a:lnTo>
                <a:lnTo>
                  <a:pt x="3730935" y="14140"/>
                </a:lnTo>
                <a:lnTo>
                  <a:pt x="3719313" y="14132"/>
                </a:lnTo>
                <a:moveTo>
                  <a:pt x="3742567" y="2525"/>
                </a:moveTo>
                <a:lnTo>
                  <a:pt x="3754190" y="2533"/>
                </a:lnTo>
                <a:lnTo>
                  <a:pt x="3754181" y="14155"/>
                </a:lnTo>
                <a:lnTo>
                  <a:pt x="3742558" y="14148"/>
                </a:lnTo>
                <a:moveTo>
                  <a:pt x="3765813" y="2541"/>
                </a:moveTo>
                <a:lnTo>
                  <a:pt x="3777435" y="2548"/>
                </a:lnTo>
                <a:lnTo>
                  <a:pt x="3777427" y="14171"/>
                </a:lnTo>
                <a:lnTo>
                  <a:pt x="3765804" y="14163"/>
                </a:lnTo>
                <a:moveTo>
                  <a:pt x="3789058" y="2556"/>
                </a:moveTo>
                <a:lnTo>
                  <a:pt x="3800681" y="2564"/>
                </a:lnTo>
                <a:lnTo>
                  <a:pt x="3800673" y="14187"/>
                </a:lnTo>
                <a:lnTo>
                  <a:pt x="3789050" y="14179"/>
                </a:lnTo>
                <a:moveTo>
                  <a:pt x="3812304" y="2572"/>
                </a:moveTo>
                <a:lnTo>
                  <a:pt x="3823927" y="2580"/>
                </a:lnTo>
                <a:lnTo>
                  <a:pt x="3823918" y="14203"/>
                </a:lnTo>
                <a:lnTo>
                  <a:pt x="3812295" y="14195"/>
                </a:lnTo>
                <a:moveTo>
                  <a:pt x="3835550" y="2588"/>
                </a:moveTo>
                <a:lnTo>
                  <a:pt x="3847173" y="2595"/>
                </a:lnTo>
                <a:lnTo>
                  <a:pt x="3847164" y="14218"/>
                </a:lnTo>
                <a:lnTo>
                  <a:pt x="3835541" y="14210"/>
                </a:lnTo>
                <a:moveTo>
                  <a:pt x="3858795" y="2603"/>
                </a:moveTo>
                <a:lnTo>
                  <a:pt x="3870418" y="2611"/>
                </a:lnTo>
                <a:lnTo>
                  <a:pt x="3870410" y="14234"/>
                </a:lnTo>
                <a:lnTo>
                  <a:pt x="3858787" y="14226"/>
                </a:lnTo>
                <a:moveTo>
                  <a:pt x="3882041" y="2619"/>
                </a:moveTo>
                <a:lnTo>
                  <a:pt x="3893664" y="2627"/>
                </a:lnTo>
                <a:lnTo>
                  <a:pt x="3893655" y="14250"/>
                </a:lnTo>
                <a:lnTo>
                  <a:pt x="3882033" y="14242"/>
                </a:lnTo>
                <a:moveTo>
                  <a:pt x="3905287" y="2635"/>
                </a:moveTo>
                <a:lnTo>
                  <a:pt x="3916910" y="2642"/>
                </a:lnTo>
                <a:lnTo>
                  <a:pt x="3916901" y="14265"/>
                </a:lnTo>
                <a:lnTo>
                  <a:pt x="3905278" y="14258"/>
                </a:lnTo>
                <a:moveTo>
                  <a:pt x="3928532" y="2650"/>
                </a:moveTo>
                <a:lnTo>
                  <a:pt x="3940155" y="2658"/>
                </a:lnTo>
                <a:lnTo>
                  <a:pt x="3940147" y="14281"/>
                </a:lnTo>
                <a:lnTo>
                  <a:pt x="3928524" y="14273"/>
                </a:lnTo>
                <a:moveTo>
                  <a:pt x="3951778" y="2666"/>
                </a:moveTo>
                <a:lnTo>
                  <a:pt x="3963401" y="2674"/>
                </a:lnTo>
                <a:lnTo>
                  <a:pt x="3963393" y="14297"/>
                </a:lnTo>
                <a:lnTo>
                  <a:pt x="3951770" y="14289"/>
                </a:lnTo>
                <a:moveTo>
                  <a:pt x="3975024" y="2682"/>
                </a:moveTo>
                <a:lnTo>
                  <a:pt x="3986647" y="2690"/>
                </a:lnTo>
                <a:lnTo>
                  <a:pt x="3986638" y="14312"/>
                </a:lnTo>
                <a:lnTo>
                  <a:pt x="3975015" y="14304"/>
                </a:lnTo>
                <a:moveTo>
                  <a:pt x="3998270" y="2697"/>
                </a:moveTo>
                <a:lnTo>
                  <a:pt x="4009892" y="2705"/>
                </a:lnTo>
                <a:lnTo>
                  <a:pt x="4009884" y="14328"/>
                </a:lnTo>
                <a:lnTo>
                  <a:pt x="3998261" y="14320"/>
                </a:lnTo>
                <a:moveTo>
                  <a:pt x="4021515" y="2713"/>
                </a:moveTo>
                <a:lnTo>
                  <a:pt x="4033138" y="2721"/>
                </a:lnTo>
                <a:lnTo>
                  <a:pt x="4033130" y="14344"/>
                </a:lnTo>
                <a:lnTo>
                  <a:pt x="4021507" y="14336"/>
                </a:lnTo>
                <a:moveTo>
                  <a:pt x="4044761" y="2729"/>
                </a:moveTo>
                <a:lnTo>
                  <a:pt x="4056384" y="2737"/>
                </a:lnTo>
                <a:lnTo>
                  <a:pt x="4056375" y="14359"/>
                </a:lnTo>
                <a:lnTo>
                  <a:pt x="4044753" y="14352"/>
                </a:lnTo>
                <a:moveTo>
                  <a:pt x="4068007" y="2744"/>
                </a:moveTo>
                <a:lnTo>
                  <a:pt x="4079630" y="2752"/>
                </a:lnTo>
                <a:lnTo>
                  <a:pt x="4079621" y="14375"/>
                </a:lnTo>
                <a:lnTo>
                  <a:pt x="4067998" y="14367"/>
                </a:lnTo>
                <a:moveTo>
                  <a:pt x="4091252" y="2760"/>
                </a:moveTo>
                <a:lnTo>
                  <a:pt x="4102875" y="2768"/>
                </a:lnTo>
                <a:lnTo>
                  <a:pt x="4102867" y="14391"/>
                </a:lnTo>
                <a:lnTo>
                  <a:pt x="4091244" y="14383"/>
                </a:lnTo>
                <a:moveTo>
                  <a:pt x="4114498" y="2776"/>
                </a:moveTo>
                <a:lnTo>
                  <a:pt x="4126121" y="2784"/>
                </a:lnTo>
                <a:lnTo>
                  <a:pt x="4126113" y="14406"/>
                </a:lnTo>
                <a:lnTo>
                  <a:pt x="4114490" y="14399"/>
                </a:lnTo>
                <a:moveTo>
                  <a:pt x="4137744" y="2791"/>
                </a:moveTo>
                <a:lnTo>
                  <a:pt x="4149367" y="2799"/>
                </a:lnTo>
                <a:lnTo>
                  <a:pt x="4149358" y="14422"/>
                </a:lnTo>
                <a:lnTo>
                  <a:pt x="4137735" y="14414"/>
                </a:lnTo>
                <a:moveTo>
                  <a:pt x="4160990" y="2807"/>
                </a:moveTo>
                <a:lnTo>
                  <a:pt x="4172612" y="2815"/>
                </a:lnTo>
                <a:lnTo>
                  <a:pt x="4172604" y="14438"/>
                </a:lnTo>
                <a:lnTo>
                  <a:pt x="4160981" y="14430"/>
                </a:lnTo>
                <a:moveTo>
                  <a:pt x="4184235" y="2823"/>
                </a:moveTo>
                <a:lnTo>
                  <a:pt x="4195858" y="2831"/>
                </a:lnTo>
                <a:lnTo>
                  <a:pt x="4195850" y="14453"/>
                </a:lnTo>
                <a:lnTo>
                  <a:pt x="4184227" y="14446"/>
                </a:lnTo>
                <a:moveTo>
                  <a:pt x="4207481" y="2839"/>
                </a:moveTo>
                <a:lnTo>
                  <a:pt x="4219104" y="2846"/>
                </a:lnTo>
                <a:lnTo>
                  <a:pt x="4219095" y="14469"/>
                </a:lnTo>
                <a:lnTo>
                  <a:pt x="4207473" y="14461"/>
                </a:lnTo>
                <a:moveTo>
                  <a:pt x="4230727" y="2854"/>
                </a:moveTo>
                <a:lnTo>
                  <a:pt x="4242350" y="2862"/>
                </a:lnTo>
                <a:lnTo>
                  <a:pt x="4242341" y="14485"/>
                </a:lnTo>
                <a:lnTo>
                  <a:pt x="4230718" y="14477"/>
                </a:lnTo>
                <a:moveTo>
                  <a:pt x="4253972" y="2870"/>
                </a:moveTo>
                <a:lnTo>
                  <a:pt x="4265595" y="2878"/>
                </a:lnTo>
                <a:lnTo>
                  <a:pt x="4265587" y="14501"/>
                </a:lnTo>
                <a:lnTo>
                  <a:pt x="4253964" y="14493"/>
                </a:lnTo>
                <a:moveTo>
                  <a:pt x="4277218" y="2886"/>
                </a:moveTo>
                <a:lnTo>
                  <a:pt x="4288841" y="2893"/>
                </a:lnTo>
                <a:lnTo>
                  <a:pt x="4288833" y="14516"/>
                </a:lnTo>
                <a:lnTo>
                  <a:pt x="4277210" y="14508"/>
                </a:lnTo>
                <a:moveTo>
                  <a:pt x="4300464" y="2901"/>
                </a:moveTo>
                <a:lnTo>
                  <a:pt x="4312087" y="2909"/>
                </a:lnTo>
                <a:lnTo>
                  <a:pt x="4312078" y="14532"/>
                </a:lnTo>
                <a:lnTo>
                  <a:pt x="4300455" y="14524"/>
                </a:lnTo>
                <a:moveTo>
                  <a:pt x="4323710" y="2917"/>
                </a:moveTo>
                <a:lnTo>
                  <a:pt x="4335332" y="2925"/>
                </a:lnTo>
                <a:lnTo>
                  <a:pt x="4335324" y="14548"/>
                </a:lnTo>
                <a:lnTo>
                  <a:pt x="4323701" y="14540"/>
                </a:lnTo>
                <a:moveTo>
                  <a:pt x="4346955" y="2933"/>
                </a:moveTo>
                <a:lnTo>
                  <a:pt x="4358578" y="2940"/>
                </a:lnTo>
                <a:lnTo>
                  <a:pt x="4358570" y="14563"/>
                </a:lnTo>
                <a:lnTo>
                  <a:pt x="4346947" y="14555"/>
                </a:lnTo>
                <a:moveTo>
                  <a:pt x="4370201" y="2948"/>
                </a:moveTo>
                <a:lnTo>
                  <a:pt x="4381824" y="2956"/>
                </a:lnTo>
                <a:lnTo>
                  <a:pt x="4381815" y="14579"/>
                </a:lnTo>
                <a:lnTo>
                  <a:pt x="4370193" y="14571"/>
                </a:lnTo>
                <a:moveTo>
                  <a:pt x="4393447" y="2964"/>
                </a:moveTo>
                <a:lnTo>
                  <a:pt x="4405070" y="2972"/>
                </a:lnTo>
                <a:lnTo>
                  <a:pt x="4405061" y="14595"/>
                </a:lnTo>
                <a:lnTo>
                  <a:pt x="4393438" y="14587"/>
                </a:lnTo>
                <a:moveTo>
                  <a:pt x="4416692" y="2980"/>
                </a:moveTo>
                <a:lnTo>
                  <a:pt x="4428315" y="2988"/>
                </a:lnTo>
                <a:lnTo>
                  <a:pt x="4428307" y="14610"/>
                </a:lnTo>
                <a:lnTo>
                  <a:pt x="4416684" y="14602"/>
                </a:lnTo>
                <a:moveTo>
                  <a:pt x="4439938" y="2995"/>
                </a:moveTo>
                <a:lnTo>
                  <a:pt x="4451561" y="3003"/>
                </a:lnTo>
                <a:lnTo>
                  <a:pt x="4451553" y="14626"/>
                </a:lnTo>
                <a:lnTo>
                  <a:pt x="4439930" y="14618"/>
                </a:lnTo>
                <a:moveTo>
                  <a:pt x="4463184" y="3011"/>
                </a:moveTo>
                <a:lnTo>
                  <a:pt x="4474807" y="3019"/>
                </a:lnTo>
                <a:lnTo>
                  <a:pt x="4474798" y="14642"/>
                </a:lnTo>
                <a:lnTo>
                  <a:pt x="4463175" y="14634"/>
                </a:lnTo>
                <a:moveTo>
                  <a:pt x="4486430" y="3027"/>
                </a:moveTo>
                <a:lnTo>
                  <a:pt x="4498052" y="3035"/>
                </a:lnTo>
                <a:lnTo>
                  <a:pt x="4498044" y="14657"/>
                </a:lnTo>
                <a:lnTo>
                  <a:pt x="4486421" y="14650"/>
                </a:lnTo>
                <a:moveTo>
                  <a:pt x="4509675" y="3042"/>
                </a:moveTo>
                <a:lnTo>
                  <a:pt x="4521298" y="3050"/>
                </a:lnTo>
                <a:lnTo>
                  <a:pt x="4521290" y="14673"/>
                </a:lnTo>
                <a:lnTo>
                  <a:pt x="4509667" y="14665"/>
                </a:lnTo>
                <a:moveTo>
                  <a:pt x="4532921" y="3058"/>
                </a:moveTo>
                <a:lnTo>
                  <a:pt x="4544544" y="3066"/>
                </a:lnTo>
                <a:lnTo>
                  <a:pt x="4544535" y="14689"/>
                </a:lnTo>
                <a:lnTo>
                  <a:pt x="4532912" y="14681"/>
                </a:lnTo>
                <a:moveTo>
                  <a:pt x="4556167" y="3074"/>
                </a:moveTo>
                <a:lnTo>
                  <a:pt x="4567790" y="3082"/>
                </a:lnTo>
                <a:lnTo>
                  <a:pt x="4567781" y="14704"/>
                </a:lnTo>
                <a:lnTo>
                  <a:pt x="4556158" y="14697"/>
                </a:lnTo>
                <a:moveTo>
                  <a:pt x="4579412" y="3089"/>
                </a:moveTo>
                <a:lnTo>
                  <a:pt x="4591035" y="3097"/>
                </a:lnTo>
                <a:lnTo>
                  <a:pt x="4591027" y="14720"/>
                </a:lnTo>
                <a:lnTo>
                  <a:pt x="4579404" y="14712"/>
                </a:lnTo>
                <a:moveTo>
                  <a:pt x="4602658" y="3105"/>
                </a:moveTo>
                <a:lnTo>
                  <a:pt x="4614281" y="3113"/>
                </a:lnTo>
                <a:lnTo>
                  <a:pt x="4614272" y="14736"/>
                </a:lnTo>
                <a:lnTo>
                  <a:pt x="4602650" y="14728"/>
                </a:lnTo>
                <a:moveTo>
                  <a:pt x="4625904" y="3121"/>
                </a:moveTo>
                <a:lnTo>
                  <a:pt x="4637527" y="3129"/>
                </a:lnTo>
                <a:lnTo>
                  <a:pt x="4637518" y="14751"/>
                </a:lnTo>
                <a:lnTo>
                  <a:pt x="4625895" y="14744"/>
                </a:lnTo>
                <a:moveTo>
                  <a:pt x="4649150" y="3137"/>
                </a:moveTo>
                <a:lnTo>
                  <a:pt x="4660772" y="3144"/>
                </a:lnTo>
                <a:lnTo>
                  <a:pt x="4660764" y="14767"/>
                </a:lnTo>
                <a:lnTo>
                  <a:pt x="4649141" y="14759"/>
                </a:lnTo>
                <a:moveTo>
                  <a:pt x="4672395" y="3152"/>
                </a:moveTo>
                <a:lnTo>
                  <a:pt x="4684018" y="3160"/>
                </a:lnTo>
                <a:lnTo>
                  <a:pt x="4684010" y="14783"/>
                </a:lnTo>
                <a:lnTo>
                  <a:pt x="4672387" y="14775"/>
                </a:lnTo>
                <a:moveTo>
                  <a:pt x="4695641" y="3168"/>
                </a:moveTo>
                <a:lnTo>
                  <a:pt x="4707264" y="3176"/>
                </a:lnTo>
                <a:lnTo>
                  <a:pt x="4707255" y="14799"/>
                </a:lnTo>
                <a:lnTo>
                  <a:pt x="4695632" y="14791"/>
                </a:lnTo>
                <a:moveTo>
                  <a:pt x="4718887" y="3184"/>
                </a:moveTo>
                <a:lnTo>
                  <a:pt x="4730510" y="3191"/>
                </a:lnTo>
                <a:lnTo>
                  <a:pt x="4730501" y="14814"/>
                </a:lnTo>
                <a:lnTo>
                  <a:pt x="4718878" y="14806"/>
                </a:lnTo>
                <a:moveTo>
                  <a:pt x="4742132" y="3199"/>
                </a:moveTo>
                <a:lnTo>
                  <a:pt x="4753755" y="3207"/>
                </a:lnTo>
                <a:lnTo>
                  <a:pt x="4753747" y="14830"/>
                </a:lnTo>
                <a:lnTo>
                  <a:pt x="4742124" y="14822"/>
                </a:lnTo>
                <a:moveTo>
                  <a:pt x="4765378" y="3215"/>
                </a:moveTo>
                <a:lnTo>
                  <a:pt x="4777001" y="3223"/>
                </a:lnTo>
                <a:lnTo>
                  <a:pt x="4776992" y="14846"/>
                </a:lnTo>
                <a:lnTo>
                  <a:pt x="4765370" y="14838"/>
                </a:lnTo>
                <a:moveTo>
                  <a:pt x="4788624" y="3231"/>
                </a:moveTo>
                <a:lnTo>
                  <a:pt x="4800247" y="3238"/>
                </a:lnTo>
                <a:lnTo>
                  <a:pt x="4800238" y="14861"/>
                </a:lnTo>
                <a:lnTo>
                  <a:pt x="4788615" y="14853"/>
                </a:lnTo>
                <a:moveTo>
                  <a:pt x="4811870" y="3246"/>
                </a:moveTo>
                <a:lnTo>
                  <a:pt x="4823492" y="3254"/>
                </a:lnTo>
                <a:lnTo>
                  <a:pt x="4823484" y="14877"/>
                </a:lnTo>
                <a:lnTo>
                  <a:pt x="4811861" y="14869"/>
                </a:lnTo>
                <a:moveTo>
                  <a:pt x="4835115" y="3262"/>
                </a:moveTo>
                <a:lnTo>
                  <a:pt x="4846738" y="3270"/>
                </a:lnTo>
                <a:lnTo>
                  <a:pt x="4846730" y="14893"/>
                </a:lnTo>
                <a:lnTo>
                  <a:pt x="4835107" y="14885"/>
                </a:lnTo>
                <a:moveTo>
                  <a:pt x="4858361" y="3278"/>
                </a:moveTo>
                <a:lnTo>
                  <a:pt x="4869984" y="3286"/>
                </a:lnTo>
                <a:lnTo>
                  <a:pt x="4869975" y="14908"/>
                </a:lnTo>
                <a:lnTo>
                  <a:pt x="4858352" y="14901"/>
                </a:lnTo>
                <a:moveTo>
                  <a:pt x="4881607" y="3293"/>
                </a:moveTo>
                <a:lnTo>
                  <a:pt x="4893230" y="3301"/>
                </a:lnTo>
                <a:lnTo>
                  <a:pt x="4893221" y="14924"/>
                </a:lnTo>
                <a:lnTo>
                  <a:pt x="4881598" y="14916"/>
                </a:lnTo>
                <a:moveTo>
                  <a:pt x="4904852" y="3309"/>
                </a:moveTo>
                <a:lnTo>
                  <a:pt x="4916475" y="3317"/>
                </a:lnTo>
                <a:lnTo>
                  <a:pt x="4916467" y="14940"/>
                </a:lnTo>
                <a:lnTo>
                  <a:pt x="4904844" y="14932"/>
                </a:lnTo>
                <a:moveTo>
                  <a:pt x="4928098" y="3325"/>
                </a:moveTo>
                <a:lnTo>
                  <a:pt x="4939721" y="3333"/>
                </a:lnTo>
                <a:lnTo>
                  <a:pt x="4939712" y="14955"/>
                </a:lnTo>
                <a:lnTo>
                  <a:pt x="4928090" y="14948"/>
                </a:lnTo>
                <a:moveTo>
                  <a:pt x="4951344" y="3340"/>
                </a:moveTo>
                <a:lnTo>
                  <a:pt x="4962967" y="3348"/>
                </a:lnTo>
                <a:lnTo>
                  <a:pt x="4962958" y="14971"/>
                </a:lnTo>
                <a:lnTo>
                  <a:pt x="4951335" y="14963"/>
                </a:lnTo>
                <a:moveTo>
                  <a:pt x="4974589" y="3356"/>
                </a:moveTo>
                <a:lnTo>
                  <a:pt x="4986212" y="3364"/>
                </a:lnTo>
                <a:lnTo>
                  <a:pt x="4986204" y="14987"/>
                </a:lnTo>
                <a:lnTo>
                  <a:pt x="4974581" y="14979"/>
                </a:lnTo>
                <a:moveTo>
                  <a:pt x="4997835" y="3372"/>
                </a:moveTo>
                <a:lnTo>
                  <a:pt x="5009458" y="3379"/>
                </a:lnTo>
                <a:lnTo>
                  <a:pt x="5009450" y="15002"/>
                </a:lnTo>
                <a:lnTo>
                  <a:pt x="4997827" y="14995"/>
                </a:lnTo>
                <a:moveTo>
                  <a:pt x="5021081" y="3387"/>
                </a:moveTo>
                <a:lnTo>
                  <a:pt x="5032704" y="3395"/>
                </a:lnTo>
                <a:lnTo>
                  <a:pt x="5032695" y="15018"/>
                </a:lnTo>
                <a:lnTo>
                  <a:pt x="5021072" y="15010"/>
                </a:lnTo>
                <a:moveTo>
                  <a:pt x="5044327" y="3403"/>
                </a:moveTo>
                <a:lnTo>
                  <a:pt x="5055949" y="3411"/>
                </a:lnTo>
                <a:lnTo>
                  <a:pt x="5055941" y="15034"/>
                </a:lnTo>
                <a:lnTo>
                  <a:pt x="5044318" y="15026"/>
                </a:lnTo>
                <a:moveTo>
                  <a:pt x="5067572" y="3419"/>
                </a:moveTo>
                <a:lnTo>
                  <a:pt x="5079195" y="3427"/>
                </a:lnTo>
                <a:lnTo>
                  <a:pt x="5079187" y="15050"/>
                </a:lnTo>
                <a:lnTo>
                  <a:pt x="5067564" y="15042"/>
                </a:lnTo>
                <a:moveTo>
                  <a:pt x="5090818" y="3434"/>
                </a:moveTo>
                <a:lnTo>
                  <a:pt x="5102441" y="3442"/>
                </a:lnTo>
                <a:lnTo>
                  <a:pt x="5102432" y="15065"/>
                </a:lnTo>
                <a:lnTo>
                  <a:pt x="5090810" y="15057"/>
                </a:lnTo>
                <a:moveTo>
                  <a:pt x="5114064" y="3450"/>
                </a:moveTo>
                <a:lnTo>
                  <a:pt x="5125687" y="3458"/>
                </a:lnTo>
                <a:lnTo>
                  <a:pt x="5125678" y="15081"/>
                </a:lnTo>
                <a:lnTo>
                  <a:pt x="5114055" y="15073"/>
                </a:lnTo>
                <a:moveTo>
                  <a:pt x="5137309" y="3466"/>
                </a:moveTo>
                <a:lnTo>
                  <a:pt x="5148932" y="3474"/>
                </a:lnTo>
                <a:lnTo>
                  <a:pt x="5148924" y="15097"/>
                </a:lnTo>
                <a:lnTo>
                  <a:pt x="5137301" y="15089"/>
                </a:lnTo>
                <a:moveTo>
                  <a:pt x="5160555" y="3482"/>
                </a:moveTo>
                <a:lnTo>
                  <a:pt x="5172178" y="3489"/>
                </a:lnTo>
                <a:lnTo>
                  <a:pt x="5172170" y="15112"/>
                </a:lnTo>
                <a:lnTo>
                  <a:pt x="5160547" y="15104"/>
                </a:lnTo>
                <a:moveTo>
                  <a:pt x="5183801" y="3497"/>
                </a:moveTo>
                <a:lnTo>
                  <a:pt x="5195424" y="3505"/>
                </a:lnTo>
                <a:lnTo>
                  <a:pt x="5195415" y="15128"/>
                </a:lnTo>
                <a:lnTo>
                  <a:pt x="5183792" y="15120"/>
                </a:lnTo>
                <a:moveTo>
                  <a:pt x="5207047" y="3513"/>
                </a:moveTo>
                <a:lnTo>
                  <a:pt x="5218669" y="3521"/>
                </a:lnTo>
                <a:lnTo>
                  <a:pt x="5218661" y="15143"/>
                </a:lnTo>
                <a:lnTo>
                  <a:pt x="5207038" y="15136"/>
                </a:lnTo>
                <a:moveTo>
                  <a:pt x="5230292" y="3528"/>
                </a:moveTo>
                <a:lnTo>
                  <a:pt x="5241915" y="3536"/>
                </a:lnTo>
                <a:lnTo>
                  <a:pt x="5241907" y="15159"/>
                </a:lnTo>
                <a:lnTo>
                  <a:pt x="5230284" y="15151"/>
                </a:lnTo>
                <a:moveTo>
                  <a:pt x="5253538" y="3544"/>
                </a:moveTo>
                <a:lnTo>
                  <a:pt x="5265161" y="3552"/>
                </a:lnTo>
                <a:lnTo>
                  <a:pt x="5265152" y="15175"/>
                </a:lnTo>
                <a:lnTo>
                  <a:pt x="5253530" y="15167"/>
                </a:lnTo>
                <a:moveTo>
                  <a:pt x="5276784" y="3560"/>
                </a:moveTo>
                <a:lnTo>
                  <a:pt x="5288407" y="3568"/>
                </a:lnTo>
                <a:lnTo>
                  <a:pt x="5288398" y="15190"/>
                </a:lnTo>
                <a:lnTo>
                  <a:pt x="5276775" y="15183"/>
                </a:lnTo>
                <a:moveTo>
                  <a:pt x="5300029" y="3576"/>
                </a:moveTo>
                <a:lnTo>
                  <a:pt x="5311652" y="3583"/>
                </a:lnTo>
                <a:lnTo>
                  <a:pt x="5311644" y="15206"/>
                </a:lnTo>
                <a:lnTo>
                  <a:pt x="5300021" y="15199"/>
                </a:lnTo>
                <a:moveTo>
                  <a:pt x="5323275" y="3591"/>
                </a:moveTo>
                <a:lnTo>
                  <a:pt x="5334898" y="3599"/>
                </a:lnTo>
                <a:lnTo>
                  <a:pt x="5334890" y="15222"/>
                </a:lnTo>
                <a:lnTo>
                  <a:pt x="5323267" y="15214"/>
                </a:lnTo>
                <a:moveTo>
                  <a:pt x="5346521" y="3607"/>
                </a:moveTo>
                <a:lnTo>
                  <a:pt x="5358143" y="3615"/>
                </a:lnTo>
                <a:lnTo>
                  <a:pt x="5358135" y="15238"/>
                </a:lnTo>
                <a:lnTo>
                  <a:pt x="5346512" y="15230"/>
                </a:lnTo>
                <a:moveTo>
                  <a:pt x="5369766" y="3623"/>
                </a:moveTo>
                <a:lnTo>
                  <a:pt x="5381388" y="3630"/>
                </a:lnTo>
                <a:lnTo>
                  <a:pt x="5381380" y="15253"/>
                </a:lnTo>
                <a:lnTo>
                  <a:pt x="5369757" y="15245"/>
                </a:lnTo>
                <a:moveTo>
                  <a:pt x="5393011" y="3638"/>
                </a:moveTo>
                <a:lnTo>
                  <a:pt x="5404634" y="3646"/>
                </a:lnTo>
                <a:lnTo>
                  <a:pt x="5404626" y="15269"/>
                </a:lnTo>
                <a:lnTo>
                  <a:pt x="5393003" y="15261"/>
                </a:lnTo>
                <a:moveTo>
                  <a:pt x="5416257" y="3654"/>
                </a:moveTo>
                <a:lnTo>
                  <a:pt x="5427880" y="3662"/>
                </a:lnTo>
                <a:lnTo>
                  <a:pt x="5427872" y="15285"/>
                </a:lnTo>
                <a:lnTo>
                  <a:pt x="5416249" y="15277"/>
                </a:lnTo>
                <a:moveTo>
                  <a:pt x="5439503" y="3670"/>
                </a:moveTo>
                <a:lnTo>
                  <a:pt x="5451126" y="3677"/>
                </a:lnTo>
                <a:lnTo>
                  <a:pt x="5451117" y="15300"/>
                </a:lnTo>
                <a:lnTo>
                  <a:pt x="5439495" y="15293"/>
                </a:lnTo>
                <a:moveTo>
                  <a:pt x="5462748" y="3685"/>
                </a:moveTo>
                <a:lnTo>
                  <a:pt x="5474371" y="3693"/>
                </a:lnTo>
                <a:lnTo>
                  <a:pt x="5474363" y="15316"/>
                </a:lnTo>
                <a:lnTo>
                  <a:pt x="5462740" y="15308"/>
                </a:lnTo>
                <a:moveTo>
                  <a:pt x="5485994" y="3701"/>
                </a:moveTo>
                <a:lnTo>
                  <a:pt x="5497617" y="3709"/>
                </a:lnTo>
                <a:lnTo>
                  <a:pt x="5497609" y="15332"/>
                </a:lnTo>
                <a:lnTo>
                  <a:pt x="5485986" y="15324"/>
                </a:lnTo>
                <a:moveTo>
                  <a:pt x="5509240" y="3717"/>
                </a:moveTo>
                <a:lnTo>
                  <a:pt x="5520863" y="3725"/>
                </a:lnTo>
                <a:lnTo>
                  <a:pt x="5520855" y="15348"/>
                </a:lnTo>
                <a:lnTo>
                  <a:pt x="5509232" y="15339"/>
                </a:lnTo>
                <a:moveTo>
                  <a:pt x="5532486" y="3732"/>
                </a:moveTo>
                <a:lnTo>
                  <a:pt x="5544108" y="3740"/>
                </a:lnTo>
                <a:lnTo>
                  <a:pt x="5544100" y="15363"/>
                </a:lnTo>
                <a:lnTo>
                  <a:pt x="5532477" y="15355"/>
                </a:lnTo>
                <a:moveTo>
                  <a:pt x="5555731" y="3748"/>
                </a:moveTo>
                <a:lnTo>
                  <a:pt x="5567354" y="3756"/>
                </a:lnTo>
                <a:lnTo>
                  <a:pt x="5567346" y="15379"/>
                </a:lnTo>
                <a:lnTo>
                  <a:pt x="5555723" y="15371"/>
                </a:lnTo>
                <a:moveTo>
                  <a:pt x="5578977" y="3764"/>
                </a:moveTo>
                <a:lnTo>
                  <a:pt x="5590600" y="3772"/>
                </a:lnTo>
                <a:lnTo>
                  <a:pt x="5590592" y="15394"/>
                </a:lnTo>
                <a:lnTo>
                  <a:pt x="5578969" y="15387"/>
                </a:lnTo>
                <a:moveTo>
                  <a:pt x="5602223" y="3779"/>
                </a:moveTo>
                <a:lnTo>
                  <a:pt x="5613845" y="3787"/>
                </a:lnTo>
                <a:lnTo>
                  <a:pt x="5613837" y="15410"/>
                </a:lnTo>
                <a:lnTo>
                  <a:pt x="5602215" y="15402"/>
                </a:lnTo>
                <a:moveTo>
                  <a:pt x="5625468" y="3795"/>
                </a:moveTo>
                <a:lnTo>
                  <a:pt x="5637091" y="3803"/>
                </a:lnTo>
                <a:lnTo>
                  <a:pt x="5637083" y="15426"/>
                </a:lnTo>
                <a:lnTo>
                  <a:pt x="5625460" y="15418"/>
                </a:lnTo>
                <a:moveTo>
                  <a:pt x="5648714" y="3811"/>
                </a:moveTo>
                <a:lnTo>
                  <a:pt x="5660337" y="3819"/>
                </a:lnTo>
                <a:lnTo>
                  <a:pt x="5660329" y="15441"/>
                </a:lnTo>
                <a:lnTo>
                  <a:pt x="5648706" y="15434"/>
                </a:lnTo>
                <a:moveTo>
                  <a:pt x="5671960" y="3826"/>
                </a:moveTo>
                <a:lnTo>
                  <a:pt x="5683583" y="3834"/>
                </a:lnTo>
                <a:lnTo>
                  <a:pt x="5683574" y="15457"/>
                </a:lnTo>
                <a:lnTo>
                  <a:pt x="5671952" y="15449"/>
                </a:lnTo>
                <a:moveTo>
                  <a:pt x="5695205" y="3842"/>
                </a:moveTo>
                <a:lnTo>
                  <a:pt x="5706828" y="3850"/>
                </a:lnTo>
                <a:lnTo>
                  <a:pt x="5706820" y="15473"/>
                </a:lnTo>
                <a:lnTo>
                  <a:pt x="5695197" y="15465"/>
                </a:lnTo>
                <a:moveTo>
                  <a:pt x="5718451" y="3858"/>
                </a:moveTo>
                <a:lnTo>
                  <a:pt x="5730074" y="3866"/>
                </a:lnTo>
                <a:lnTo>
                  <a:pt x="5730066" y="15489"/>
                </a:lnTo>
                <a:lnTo>
                  <a:pt x="5718443" y="15481"/>
                </a:lnTo>
                <a:moveTo>
                  <a:pt x="5741697" y="3874"/>
                </a:moveTo>
                <a:lnTo>
                  <a:pt x="5753320" y="3881"/>
                </a:lnTo>
                <a:lnTo>
                  <a:pt x="5753312" y="15504"/>
                </a:lnTo>
                <a:lnTo>
                  <a:pt x="5741689" y="15496"/>
                </a:lnTo>
                <a:moveTo>
                  <a:pt x="5764943" y="3889"/>
                </a:moveTo>
                <a:lnTo>
                  <a:pt x="5776565" y="3897"/>
                </a:lnTo>
                <a:lnTo>
                  <a:pt x="5776557" y="15520"/>
                </a:lnTo>
                <a:lnTo>
                  <a:pt x="5764934" y="15512"/>
                </a:lnTo>
                <a:moveTo>
                  <a:pt x="5788188" y="3905"/>
                </a:moveTo>
                <a:lnTo>
                  <a:pt x="5799811" y="3913"/>
                </a:lnTo>
                <a:lnTo>
                  <a:pt x="5799803" y="15536"/>
                </a:lnTo>
                <a:lnTo>
                  <a:pt x="5788180" y="15528"/>
                </a:lnTo>
                <a:moveTo>
                  <a:pt x="5811434" y="3921"/>
                </a:moveTo>
                <a:lnTo>
                  <a:pt x="5823057" y="3928"/>
                </a:lnTo>
                <a:lnTo>
                  <a:pt x="5823049" y="15551"/>
                </a:lnTo>
                <a:lnTo>
                  <a:pt x="5811426" y="15543"/>
                </a:lnTo>
                <a:moveTo>
                  <a:pt x="5834680" y="3936"/>
                </a:moveTo>
                <a:lnTo>
                  <a:pt x="5846303" y="3944"/>
                </a:lnTo>
                <a:lnTo>
                  <a:pt x="5846294" y="15567"/>
                </a:lnTo>
                <a:lnTo>
                  <a:pt x="5834672" y="15559"/>
                </a:lnTo>
                <a:moveTo>
                  <a:pt x="5857925" y="3952"/>
                </a:moveTo>
                <a:lnTo>
                  <a:pt x="5869548" y="3960"/>
                </a:lnTo>
                <a:lnTo>
                  <a:pt x="5869540" y="15583"/>
                </a:lnTo>
                <a:lnTo>
                  <a:pt x="5857917" y="15575"/>
                </a:lnTo>
                <a:moveTo>
                  <a:pt x="5881171" y="3968"/>
                </a:moveTo>
                <a:lnTo>
                  <a:pt x="5892794" y="3975"/>
                </a:lnTo>
                <a:lnTo>
                  <a:pt x="5892786" y="15598"/>
                </a:lnTo>
                <a:lnTo>
                  <a:pt x="5881163" y="15590"/>
                </a:lnTo>
                <a:moveTo>
                  <a:pt x="5904417" y="3983"/>
                </a:moveTo>
                <a:lnTo>
                  <a:pt x="5916040" y="3991"/>
                </a:lnTo>
                <a:lnTo>
                  <a:pt x="5916032" y="15614"/>
                </a:lnTo>
                <a:lnTo>
                  <a:pt x="5904409" y="15606"/>
                </a:lnTo>
                <a:moveTo>
                  <a:pt x="5927663" y="3999"/>
                </a:moveTo>
                <a:lnTo>
                  <a:pt x="5939285" y="4007"/>
                </a:lnTo>
                <a:lnTo>
                  <a:pt x="5939277" y="15630"/>
                </a:lnTo>
                <a:lnTo>
                  <a:pt x="5927654" y="15622"/>
                </a:lnTo>
                <a:moveTo>
                  <a:pt x="5950908" y="4015"/>
                </a:moveTo>
                <a:lnTo>
                  <a:pt x="5962531" y="4023"/>
                </a:lnTo>
                <a:lnTo>
                  <a:pt x="5962522" y="15645"/>
                </a:lnTo>
                <a:lnTo>
                  <a:pt x="5950900" y="15637"/>
                </a:lnTo>
                <a:moveTo>
                  <a:pt x="5974154" y="4030"/>
                </a:moveTo>
                <a:lnTo>
                  <a:pt x="5985777" y="4038"/>
                </a:lnTo>
                <a:lnTo>
                  <a:pt x="5985768" y="15661"/>
                </a:lnTo>
                <a:lnTo>
                  <a:pt x="5974145" y="15653"/>
                </a:lnTo>
                <a:moveTo>
                  <a:pt x="5997399" y="4046"/>
                </a:moveTo>
                <a:lnTo>
                  <a:pt x="6009022" y="4054"/>
                </a:lnTo>
                <a:lnTo>
                  <a:pt x="6009013" y="15677"/>
                </a:lnTo>
                <a:lnTo>
                  <a:pt x="5997390" y="15669"/>
                </a:lnTo>
                <a:moveTo>
                  <a:pt x="6020645" y="4062"/>
                </a:moveTo>
                <a:lnTo>
                  <a:pt x="6032268" y="4070"/>
                </a:lnTo>
                <a:lnTo>
                  <a:pt x="6032259" y="15692"/>
                </a:lnTo>
                <a:lnTo>
                  <a:pt x="6020636" y="15685"/>
                </a:lnTo>
                <a:moveTo>
                  <a:pt x="6043891" y="4077"/>
                </a:moveTo>
                <a:lnTo>
                  <a:pt x="6055514" y="4085"/>
                </a:lnTo>
                <a:lnTo>
                  <a:pt x="6055505" y="15708"/>
                </a:lnTo>
                <a:lnTo>
                  <a:pt x="6043882" y="15700"/>
                </a:lnTo>
                <a:moveTo>
                  <a:pt x="6067137" y="4093"/>
                </a:moveTo>
                <a:lnTo>
                  <a:pt x="6078759" y="4101"/>
                </a:lnTo>
                <a:lnTo>
                  <a:pt x="6078750" y="15724"/>
                </a:lnTo>
                <a:lnTo>
                  <a:pt x="6067128" y="15716"/>
                </a:lnTo>
                <a:moveTo>
                  <a:pt x="6090382" y="4109"/>
                </a:moveTo>
                <a:lnTo>
                  <a:pt x="6102005" y="4117"/>
                </a:lnTo>
                <a:lnTo>
                  <a:pt x="6101996" y="15739"/>
                </a:lnTo>
                <a:lnTo>
                  <a:pt x="6090373" y="15732"/>
                </a:lnTo>
                <a:moveTo>
                  <a:pt x="6113628" y="4124"/>
                </a:moveTo>
                <a:lnTo>
                  <a:pt x="6125251" y="4132"/>
                </a:lnTo>
                <a:lnTo>
                  <a:pt x="6125242" y="15755"/>
                </a:lnTo>
                <a:lnTo>
                  <a:pt x="6113619" y="15747"/>
                </a:lnTo>
                <a:moveTo>
                  <a:pt x="6136874" y="4140"/>
                </a:moveTo>
                <a:lnTo>
                  <a:pt x="6148497" y="4148"/>
                </a:lnTo>
                <a:lnTo>
                  <a:pt x="6148488" y="15771"/>
                </a:lnTo>
                <a:lnTo>
                  <a:pt x="6136865" y="15763"/>
                </a:lnTo>
                <a:moveTo>
                  <a:pt x="6160119" y="4156"/>
                </a:moveTo>
                <a:lnTo>
                  <a:pt x="6171742" y="4164"/>
                </a:lnTo>
                <a:lnTo>
                  <a:pt x="6171733" y="15786"/>
                </a:lnTo>
                <a:lnTo>
                  <a:pt x="6160110" y="15779"/>
                </a:lnTo>
                <a:moveTo>
                  <a:pt x="6183365" y="4171"/>
                </a:moveTo>
                <a:lnTo>
                  <a:pt x="6194988" y="4179"/>
                </a:lnTo>
                <a:lnTo>
                  <a:pt x="6194979" y="15802"/>
                </a:lnTo>
                <a:lnTo>
                  <a:pt x="6183356" y="15794"/>
                </a:lnTo>
                <a:moveTo>
                  <a:pt x="6206611" y="4187"/>
                </a:moveTo>
                <a:lnTo>
                  <a:pt x="6218234" y="4195"/>
                </a:lnTo>
                <a:lnTo>
                  <a:pt x="6218225" y="15818"/>
                </a:lnTo>
                <a:lnTo>
                  <a:pt x="6206602" y="15810"/>
                </a:lnTo>
                <a:moveTo>
                  <a:pt x="6229856" y="4203"/>
                </a:moveTo>
                <a:lnTo>
                  <a:pt x="6241479" y="4211"/>
                </a:lnTo>
                <a:lnTo>
                  <a:pt x="6241470" y="15834"/>
                </a:lnTo>
                <a:lnTo>
                  <a:pt x="6229848" y="15826"/>
                </a:lnTo>
                <a:moveTo>
                  <a:pt x="6253102" y="4219"/>
                </a:moveTo>
                <a:lnTo>
                  <a:pt x="6264725" y="4226"/>
                </a:lnTo>
                <a:lnTo>
                  <a:pt x="6264716" y="15849"/>
                </a:lnTo>
                <a:lnTo>
                  <a:pt x="6253093" y="15841"/>
                </a:lnTo>
                <a:moveTo>
                  <a:pt x="6276348" y="4234"/>
                </a:moveTo>
                <a:lnTo>
                  <a:pt x="6287971" y="4242"/>
                </a:lnTo>
                <a:lnTo>
                  <a:pt x="6287962" y="15865"/>
                </a:lnTo>
                <a:lnTo>
                  <a:pt x="6276339" y="15857"/>
                </a:lnTo>
                <a:moveTo>
                  <a:pt x="6299594" y="4250"/>
                </a:moveTo>
                <a:lnTo>
                  <a:pt x="6311216" y="4258"/>
                </a:lnTo>
                <a:lnTo>
                  <a:pt x="6311208" y="15881"/>
                </a:lnTo>
                <a:lnTo>
                  <a:pt x="6299585" y="15873"/>
                </a:lnTo>
                <a:moveTo>
                  <a:pt x="6322839" y="4266"/>
                </a:moveTo>
                <a:lnTo>
                  <a:pt x="6334462" y="4273"/>
                </a:lnTo>
                <a:lnTo>
                  <a:pt x="6334453" y="15896"/>
                </a:lnTo>
                <a:lnTo>
                  <a:pt x="6322830" y="15888"/>
                </a:lnTo>
                <a:moveTo>
                  <a:pt x="6346085" y="4281"/>
                </a:moveTo>
                <a:lnTo>
                  <a:pt x="6357708" y="4289"/>
                </a:lnTo>
                <a:lnTo>
                  <a:pt x="6357699" y="15912"/>
                </a:lnTo>
                <a:lnTo>
                  <a:pt x="6346076" y="15904"/>
                </a:lnTo>
                <a:moveTo>
                  <a:pt x="6369331" y="4297"/>
                </a:moveTo>
                <a:lnTo>
                  <a:pt x="6380954" y="4305"/>
                </a:lnTo>
                <a:lnTo>
                  <a:pt x="6380945" y="15928"/>
                </a:lnTo>
                <a:lnTo>
                  <a:pt x="6369322" y="15920"/>
                </a:lnTo>
                <a:moveTo>
                  <a:pt x="6392576" y="4313"/>
                </a:moveTo>
                <a:lnTo>
                  <a:pt x="6404199" y="4321"/>
                </a:lnTo>
                <a:lnTo>
                  <a:pt x="6404190" y="15943"/>
                </a:lnTo>
                <a:lnTo>
                  <a:pt x="6392568" y="15935"/>
                </a:lnTo>
                <a:moveTo>
                  <a:pt x="6415822" y="4328"/>
                </a:moveTo>
                <a:lnTo>
                  <a:pt x="6427445" y="4336"/>
                </a:lnTo>
                <a:lnTo>
                  <a:pt x="6427436" y="15959"/>
                </a:lnTo>
                <a:lnTo>
                  <a:pt x="6415813" y="15951"/>
                </a:lnTo>
                <a:moveTo>
                  <a:pt x="6439068" y="4344"/>
                </a:moveTo>
                <a:lnTo>
                  <a:pt x="6450691" y="4352"/>
                </a:lnTo>
                <a:lnTo>
                  <a:pt x="6450682" y="15975"/>
                </a:lnTo>
                <a:lnTo>
                  <a:pt x="6439059" y="15967"/>
                </a:lnTo>
                <a:moveTo>
                  <a:pt x="6462314" y="4360"/>
                </a:moveTo>
                <a:lnTo>
                  <a:pt x="6473936" y="4368"/>
                </a:lnTo>
                <a:lnTo>
                  <a:pt x="6473928" y="15990"/>
                </a:lnTo>
                <a:lnTo>
                  <a:pt x="6462305" y="15983"/>
                </a:lnTo>
                <a:moveTo>
                  <a:pt x="6485559" y="4375"/>
                </a:moveTo>
                <a:lnTo>
                  <a:pt x="6497182" y="4383"/>
                </a:lnTo>
                <a:lnTo>
                  <a:pt x="6497173" y="16006"/>
                </a:lnTo>
                <a:lnTo>
                  <a:pt x="6485550" y="15998"/>
                </a:lnTo>
                <a:moveTo>
                  <a:pt x="6508805" y="4391"/>
                </a:moveTo>
                <a:lnTo>
                  <a:pt x="6520428" y="4399"/>
                </a:lnTo>
                <a:lnTo>
                  <a:pt x="6520419" y="16022"/>
                </a:lnTo>
                <a:lnTo>
                  <a:pt x="6508796" y="16014"/>
                </a:lnTo>
                <a:moveTo>
                  <a:pt x="6532051" y="4407"/>
                </a:moveTo>
                <a:lnTo>
                  <a:pt x="6543674" y="4414"/>
                </a:lnTo>
                <a:lnTo>
                  <a:pt x="6543665" y="16037"/>
                </a:lnTo>
                <a:lnTo>
                  <a:pt x="6532042" y="16030"/>
                </a:lnTo>
                <a:moveTo>
                  <a:pt x="6555296" y="4422"/>
                </a:moveTo>
                <a:lnTo>
                  <a:pt x="6566919" y="4430"/>
                </a:lnTo>
                <a:lnTo>
                  <a:pt x="6566910" y="16053"/>
                </a:lnTo>
                <a:lnTo>
                  <a:pt x="6555287" y="16045"/>
                </a:lnTo>
                <a:moveTo>
                  <a:pt x="6578542" y="4438"/>
                </a:moveTo>
                <a:lnTo>
                  <a:pt x="6590165" y="4446"/>
                </a:lnTo>
                <a:lnTo>
                  <a:pt x="6590156" y="16069"/>
                </a:lnTo>
                <a:lnTo>
                  <a:pt x="6578533" y="16061"/>
                </a:lnTo>
                <a:moveTo>
                  <a:pt x="6601788" y="4454"/>
                </a:moveTo>
                <a:lnTo>
                  <a:pt x="6613411" y="4462"/>
                </a:lnTo>
                <a:lnTo>
                  <a:pt x="6613402" y="16084"/>
                </a:lnTo>
                <a:lnTo>
                  <a:pt x="6601779" y="16077"/>
                </a:lnTo>
                <a:moveTo>
                  <a:pt x="6625034" y="4469"/>
                </a:moveTo>
                <a:lnTo>
                  <a:pt x="6636656" y="4477"/>
                </a:lnTo>
                <a:lnTo>
                  <a:pt x="6636647" y="16100"/>
                </a:lnTo>
                <a:lnTo>
                  <a:pt x="6625025" y="16092"/>
                </a:lnTo>
                <a:moveTo>
                  <a:pt x="6648279" y="4485"/>
                </a:moveTo>
                <a:lnTo>
                  <a:pt x="6659902" y="4493"/>
                </a:lnTo>
                <a:lnTo>
                  <a:pt x="6659893" y="16116"/>
                </a:lnTo>
                <a:lnTo>
                  <a:pt x="6648270" y="16108"/>
                </a:lnTo>
                <a:moveTo>
                  <a:pt x="6671525" y="4501"/>
                </a:moveTo>
                <a:lnTo>
                  <a:pt x="6683148" y="4509"/>
                </a:lnTo>
                <a:lnTo>
                  <a:pt x="6683139" y="16132"/>
                </a:lnTo>
                <a:lnTo>
                  <a:pt x="6671516" y="16124"/>
                </a:lnTo>
                <a:moveTo>
                  <a:pt x="6694771" y="4517"/>
                </a:moveTo>
                <a:lnTo>
                  <a:pt x="6706394" y="4524"/>
                </a:lnTo>
                <a:lnTo>
                  <a:pt x="6706385" y="16147"/>
                </a:lnTo>
                <a:lnTo>
                  <a:pt x="6694762" y="16139"/>
                </a:lnTo>
                <a:moveTo>
                  <a:pt x="6718016" y="4532"/>
                </a:moveTo>
                <a:lnTo>
                  <a:pt x="6729639" y="4540"/>
                </a:lnTo>
                <a:lnTo>
                  <a:pt x="6729630" y="16163"/>
                </a:lnTo>
                <a:lnTo>
                  <a:pt x="6718007" y="16155"/>
                </a:lnTo>
                <a:moveTo>
                  <a:pt x="6741262" y="4548"/>
                </a:moveTo>
                <a:lnTo>
                  <a:pt x="6752885" y="4556"/>
                </a:lnTo>
                <a:lnTo>
                  <a:pt x="6752876" y="16179"/>
                </a:lnTo>
                <a:lnTo>
                  <a:pt x="6741253" y="16171"/>
                </a:lnTo>
                <a:moveTo>
                  <a:pt x="6764508" y="4563"/>
                </a:moveTo>
                <a:lnTo>
                  <a:pt x="6776131" y="4571"/>
                </a:lnTo>
                <a:lnTo>
                  <a:pt x="6776122" y="16194"/>
                </a:lnTo>
                <a:lnTo>
                  <a:pt x="6764499" y="16186"/>
                </a:lnTo>
                <a:moveTo>
                  <a:pt x="6787754" y="4579"/>
                </a:moveTo>
                <a:lnTo>
                  <a:pt x="6799376" y="4587"/>
                </a:lnTo>
                <a:lnTo>
                  <a:pt x="6799367" y="16210"/>
                </a:lnTo>
                <a:lnTo>
                  <a:pt x="6787745" y="16202"/>
                </a:lnTo>
                <a:moveTo>
                  <a:pt x="6810999" y="4595"/>
                </a:moveTo>
                <a:lnTo>
                  <a:pt x="6822622" y="4603"/>
                </a:lnTo>
                <a:lnTo>
                  <a:pt x="6822613" y="16226"/>
                </a:lnTo>
                <a:lnTo>
                  <a:pt x="6810990" y="16218"/>
                </a:lnTo>
                <a:moveTo>
                  <a:pt x="6834245" y="4611"/>
                </a:moveTo>
                <a:lnTo>
                  <a:pt x="6845868" y="4618"/>
                </a:lnTo>
                <a:lnTo>
                  <a:pt x="6845859" y="16241"/>
                </a:lnTo>
                <a:lnTo>
                  <a:pt x="6834236" y="16234"/>
                </a:lnTo>
                <a:moveTo>
                  <a:pt x="6857491" y="4626"/>
                </a:moveTo>
                <a:lnTo>
                  <a:pt x="6869114" y="4634"/>
                </a:lnTo>
                <a:lnTo>
                  <a:pt x="6869105" y="16257"/>
                </a:lnTo>
                <a:lnTo>
                  <a:pt x="6857482" y="16249"/>
                </a:lnTo>
                <a:moveTo>
                  <a:pt x="6880736" y="4642"/>
                </a:moveTo>
                <a:lnTo>
                  <a:pt x="6892359" y="4650"/>
                </a:lnTo>
                <a:lnTo>
                  <a:pt x="6892350" y="16273"/>
                </a:lnTo>
                <a:lnTo>
                  <a:pt x="6880727" y="16265"/>
                </a:lnTo>
                <a:moveTo>
                  <a:pt x="6903982" y="4658"/>
                </a:moveTo>
                <a:lnTo>
                  <a:pt x="6915605" y="4665"/>
                </a:lnTo>
                <a:lnTo>
                  <a:pt x="6915596" y="16288"/>
                </a:lnTo>
                <a:lnTo>
                  <a:pt x="6903973" y="16280"/>
                </a:lnTo>
                <a:moveTo>
                  <a:pt x="6927228" y="4673"/>
                </a:moveTo>
                <a:lnTo>
                  <a:pt x="6938851" y="4681"/>
                </a:lnTo>
                <a:lnTo>
                  <a:pt x="6938842" y="16304"/>
                </a:lnTo>
                <a:lnTo>
                  <a:pt x="6927219" y="16296"/>
                </a:lnTo>
                <a:moveTo>
                  <a:pt x="6950474" y="4689"/>
                </a:moveTo>
                <a:lnTo>
                  <a:pt x="6962096" y="4697"/>
                </a:lnTo>
                <a:lnTo>
                  <a:pt x="6962087" y="16320"/>
                </a:lnTo>
                <a:lnTo>
                  <a:pt x="6950465" y="16312"/>
                </a:lnTo>
                <a:moveTo>
                  <a:pt x="6973719" y="4705"/>
                </a:moveTo>
                <a:lnTo>
                  <a:pt x="6985342" y="4712"/>
                </a:lnTo>
                <a:lnTo>
                  <a:pt x="6985333" y="16335"/>
                </a:lnTo>
                <a:lnTo>
                  <a:pt x="6973710" y="16328"/>
                </a:lnTo>
                <a:moveTo>
                  <a:pt x="6996965" y="4720"/>
                </a:moveTo>
                <a:lnTo>
                  <a:pt x="7008588" y="4728"/>
                </a:lnTo>
                <a:lnTo>
                  <a:pt x="7008579" y="16351"/>
                </a:lnTo>
                <a:lnTo>
                  <a:pt x="6996956" y="16343"/>
                </a:lnTo>
                <a:moveTo>
                  <a:pt x="7020211" y="4736"/>
                </a:moveTo>
                <a:lnTo>
                  <a:pt x="7031834" y="4744"/>
                </a:lnTo>
                <a:lnTo>
                  <a:pt x="7031825" y="16367"/>
                </a:lnTo>
                <a:lnTo>
                  <a:pt x="7020202" y="16359"/>
                </a:lnTo>
                <a:moveTo>
                  <a:pt x="7043456" y="4752"/>
                </a:moveTo>
                <a:lnTo>
                  <a:pt x="7055079" y="4760"/>
                </a:lnTo>
                <a:lnTo>
                  <a:pt x="7055070" y="16382"/>
                </a:lnTo>
                <a:lnTo>
                  <a:pt x="7043447" y="16375"/>
                </a:lnTo>
                <a:moveTo>
                  <a:pt x="7066702" y="4767"/>
                </a:moveTo>
                <a:lnTo>
                  <a:pt x="7078325" y="4775"/>
                </a:lnTo>
                <a:lnTo>
                  <a:pt x="7078316" y="16398"/>
                </a:lnTo>
                <a:lnTo>
                  <a:pt x="7066693" y="16390"/>
                </a:lnTo>
                <a:moveTo>
                  <a:pt x="7089948" y="4783"/>
                </a:moveTo>
                <a:lnTo>
                  <a:pt x="7101571" y="4791"/>
                </a:lnTo>
                <a:lnTo>
                  <a:pt x="7101562" y="16414"/>
                </a:lnTo>
                <a:lnTo>
                  <a:pt x="7089939" y="16406"/>
                </a:lnTo>
                <a:moveTo>
                  <a:pt x="7113194" y="4799"/>
                </a:moveTo>
                <a:lnTo>
                  <a:pt x="7124816" y="4807"/>
                </a:lnTo>
                <a:lnTo>
                  <a:pt x="7124807" y="16429"/>
                </a:lnTo>
                <a:lnTo>
                  <a:pt x="7113185" y="16422"/>
                </a:lnTo>
                <a:moveTo>
                  <a:pt x="7136439" y="4814"/>
                </a:moveTo>
                <a:lnTo>
                  <a:pt x="7148062" y="4822"/>
                </a:lnTo>
                <a:lnTo>
                  <a:pt x="7148053" y="16445"/>
                </a:lnTo>
                <a:lnTo>
                  <a:pt x="7136430" y="16437"/>
                </a:lnTo>
                <a:moveTo>
                  <a:pt x="7159685" y="4830"/>
                </a:moveTo>
                <a:lnTo>
                  <a:pt x="7171308" y="4838"/>
                </a:lnTo>
                <a:lnTo>
                  <a:pt x="7171299" y="16461"/>
                </a:lnTo>
                <a:lnTo>
                  <a:pt x="7159676" y="16453"/>
                </a:lnTo>
                <a:moveTo>
                  <a:pt x="7182931" y="4846"/>
                </a:moveTo>
                <a:lnTo>
                  <a:pt x="7194554" y="4854"/>
                </a:lnTo>
                <a:lnTo>
                  <a:pt x="7194545" y="16476"/>
                </a:lnTo>
                <a:lnTo>
                  <a:pt x="7182922" y="16469"/>
                </a:lnTo>
                <a:moveTo>
                  <a:pt x="7206176" y="4861"/>
                </a:moveTo>
                <a:lnTo>
                  <a:pt x="7217799" y="4869"/>
                </a:lnTo>
                <a:lnTo>
                  <a:pt x="7217790" y="16492"/>
                </a:lnTo>
                <a:lnTo>
                  <a:pt x="7206167" y="16484"/>
                </a:lnTo>
                <a:moveTo>
                  <a:pt x="7229422" y="4877"/>
                </a:moveTo>
                <a:lnTo>
                  <a:pt x="7241045" y="4885"/>
                </a:lnTo>
                <a:lnTo>
                  <a:pt x="7241036" y="16508"/>
                </a:lnTo>
                <a:lnTo>
                  <a:pt x="7229413" y="16500"/>
                </a:lnTo>
                <a:moveTo>
                  <a:pt x="7252668" y="4893"/>
                </a:moveTo>
                <a:lnTo>
                  <a:pt x="7264291" y="4901"/>
                </a:lnTo>
                <a:lnTo>
                  <a:pt x="7264282" y="16524"/>
                </a:lnTo>
                <a:lnTo>
                  <a:pt x="7252659" y="16516"/>
                </a:lnTo>
                <a:moveTo>
                  <a:pt x="7275913" y="4909"/>
                </a:moveTo>
                <a:lnTo>
                  <a:pt x="7287536" y="4916"/>
                </a:lnTo>
                <a:lnTo>
                  <a:pt x="7287527" y="16539"/>
                </a:lnTo>
                <a:lnTo>
                  <a:pt x="7275905" y="16532"/>
                </a:lnTo>
                <a:moveTo>
                  <a:pt x="7299159" y="4924"/>
                </a:moveTo>
                <a:lnTo>
                  <a:pt x="7310782" y="4932"/>
                </a:lnTo>
                <a:lnTo>
                  <a:pt x="7310773" y="16555"/>
                </a:lnTo>
                <a:lnTo>
                  <a:pt x="7299150" y="16547"/>
                </a:lnTo>
                <a:moveTo>
                  <a:pt x="7322405" y="4940"/>
                </a:moveTo>
                <a:lnTo>
                  <a:pt x="7334028" y="4948"/>
                </a:lnTo>
                <a:lnTo>
                  <a:pt x="7334019" y="16571"/>
                </a:lnTo>
                <a:lnTo>
                  <a:pt x="7322396" y="16563"/>
                </a:lnTo>
                <a:moveTo>
                  <a:pt x="7345651" y="4956"/>
                </a:moveTo>
                <a:lnTo>
                  <a:pt x="7357273" y="4963"/>
                </a:lnTo>
                <a:lnTo>
                  <a:pt x="7357265" y="16586"/>
                </a:lnTo>
                <a:lnTo>
                  <a:pt x="7345642" y="16578"/>
                </a:lnTo>
                <a:moveTo>
                  <a:pt x="7368896" y="4971"/>
                </a:moveTo>
                <a:lnTo>
                  <a:pt x="7380519" y="4979"/>
                </a:lnTo>
                <a:lnTo>
                  <a:pt x="7380510" y="16602"/>
                </a:lnTo>
                <a:lnTo>
                  <a:pt x="7368887" y="16594"/>
                </a:lnTo>
                <a:moveTo>
                  <a:pt x="7392142" y="4987"/>
                </a:moveTo>
                <a:lnTo>
                  <a:pt x="7403765" y="4995"/>
                </a:lnTo>
                <a:lnTo>
                  <a:pt x="7403756" y="16618"/>
                </a:lnTo>
                <a:lnTo>
                  <a:pt x="7392133" y="16610"/>
                </a:lnTo>
                <a:moveTo>
                  <a:pt x="7415388" y="5003"/>
                </a:moveTo>
                <a:lnTo>
                  <a:pt x="7427011" y="5010"/>
                </a:lnTo>
                <a:lnTo>
                  <a:pt x="7427002" y="16633"/>
                </a:lnTo>
                <a:lnTo>
                  <a:pt x="7415379" y="16625"/>
                </a:lnTo>
                <a:moveTo>
                  <a:pt x="7438633" y="5018"/>
                </a:moveTo>
                <a:lnTo>
                  <a:pt x="7450256" y="5026"/>
                </a:lnTo>
                <a:lnTo>
                  <a:pt x="7450247" y="16649"/>
                </a:lnTo>
                <a:lnTo>
                  <a:pt x="7438625" y="16641"/>
                </a:lnTo>
                <a:moveTo>
                  <a:pt x="7461879" y="5034"/>
                </a:moveTo>
                <a:lnTo>
                  <a:pt x="7473502" y="5042"/>
                </a:lnTo>
                <a:lnTo>
                  <a:pt x="7473493" y="16665"/>
                </a:lnTo>
                <a:lnTo>
                  <a:pt x="7461870" y="16657"/>
                </a:lnTo>
                <a:moveTo>
                  <a:pt x="7485125" y="5050"/>
                </a:moveTo>
                <a:lnTo>
                  <a:pt x="7496748" y="5058"/>
                </a:lnTo>
                <a:lnTo>
                  <a:pt x="7496739" y="16680"/>
                </a:lnTo>
                <a:lnTo>
                  <a:pt x="7485116" y="16673"/>
                </a:lnTo>
                <a:moveTo>
                  <a:pt x="7508371" y="5065"/>
                </a:moveTo>
                <a:lnTo>
                  <a:pt x="7519993" y="5073"/>
                </a:lnTo>
                <a:lnTo>
                  <a:pt x="7519985" y="16696"/>
                </a:lnTo>
                <a:lnTo>
                  <a:pt x="7508362" y="16688"/>
                </a:lnTo>
                <a:moveTo>
                  <a:pt x="7531616" y="5081"/>
                </a:moveTo>
                <a:lnTo>
                  <a:pt x="7543239" y="5089"/>
                </a:lnTo>
                <a:lnTo>
                  <a:pt x="7543230" y="16712"/>
                </a:lnTo>
                <a:lnTo>
                  <a:pt x="7531607" y="16704"/>
                </a:lnTo>
                <a:moveTo>
                  <a:pt x="7554862" y="5097"/>
                </a:moveTo>
                <a:lnTo>
                  <a:pt x="7566485" y="5105"/>
                </a:lnTo>
                <a:lnTo>
                  <a:pt x="7566476" y="16727"/>
                </a:lnTo>
                <a:lnTo>
                  <a:pt x="7554853" y="16720"/>
                </a:lnTo>
                <a:moveTo>
                  <a:pt x="7578108" y="5112"/>
                </a:moveTo>
                <a:lnTo>
                  <a:pt x="7589731" y="5120"/>
                </a:lnTo>
                <a:lnTo>
                  <a:pt x="7589722" y="16743"/>
                </a:lnTo>
                <a:lnTo>
                  <a:pt x="7578099" y="16735"/>
                </a:lnTo>
                <a:moveTo>
                  <a:pt x="7601353" y="5128"/>
                </a:moveTo>
                <a:lnTo>
                  <a:pt x="7612976" y="5136"/>
                </a:lnTo>
                <a:lnTo>
                  <a:pt x="7612967" y="16759"/>
                </a:lnTo>
                <a:lnTo>
                  <a:pt x="7601344" y="16751"/>
                </a:lnTo>
                <a:moveTo>
                  <a:pt x="7624599" y="5144"/>
                </a:moveTo>
                <a:lnTo>
                  <a:pt x="7636222" y="5152"/>
                </a:lnTo>
                <a:lnTo>
                  <a:pt x="7636213" y="16774"/>
                </a:lnTo>
                <a:lnTo>
                  <a:pt x="7624590" y="16767"/>
                </a:lnTo>
                <a:moveTo>
                  <a:pt x="7647845" y="5159"/>
                </a:moveTo>
                <a:lnTo>
                  <a:pt x="7659468" y="5167"/>
                </a:lnTo>
                <a:lnTo>
                  <a:pt x="7659459" y="16790"/>
                </a:lnTo>
                <a:lnTo>
                  <a:pt x="7647836" y="16782"/>
                </a:lnTo>
                <a:moveTo>
                  <a:pt x="7671091" y="5175"/>
                </a:moveTo>
                <a:lnTo>
                  <a:pt x="7682713" y="5183"/>
                </a:lnTo>
                <a:lnTo>
                  <a:pt x="7682704" y="16806"/>
                </a:lnTo>
                <a:lnTo>
                  <a:pt x="7671082" y="16798"/>
                </a:lnTo>
                <a:moveTo>
                  <a:pt x="7694336" y="5191"/>
                </a:moveTo>
                <a:lnTo>
                  <a:pt x="7705959" y="5199"/>
                </a:lnTo>
                <a:lnTo>
                  <a:pt x="7705950" y="16821"/>
                </a:lnTo>
                <a:lnTo>
                  <a:pt x="7694327" y="16814"/>
                </a:lnTo>
                <a:moveTo>
                  <a:pt x="7717582" y="5207"/>
                </a:moveTo>
                <a:lnTo>
                  <a:pt x="7729205" y="5214"/>
                </a:lnTo>
                <a:lnTo>
                  <a:pt x="7729196" y="16837"/>
                </a:lnTo>
                <a:lnTo>
                  <a:pt x="7717573" y="16829"/>
                </a:lnTo>
                <a:moveTo>
                  <a:pt x="7740828" y="5222"/>
                </a:moveTo>
                <a:lnTo>
                  <a:pt x="7752451" y="5230"/>
                </a:lnTo>
                <a:lnTo>
                  <a:pt x="7752442" y="16853"/>
                </a:lnTo>
                <a:lnTo>
                  <a:pt x="7740819" y="16845"/>
                </a:lnTo>
                <a:moveTo>
                  <a:pt x="7764073" y="5238"/>
                </a:moveTo>
                <a:lnTo>
                  <a:pt x="7775696" y="5246"/>
                </a:lnTo>
                <a:lnTo>
                  <a:pt x="7775687" y="16869"/>
                </a:lnTo>
                <a:lnTo>
                  <a:pt x="7764064" y="16861"/>
                </a:lnTo>
                <a:moveTo>
                  <a:pt x="7787319" y="5254"/>
                </a:moveTo>
                <a:lnTo>
                  <a:pt x="7798942" y="5261"/>
                </a:lnTo>
                <a:lnTo>
                  <a:pt x="7798933" y="16884"/>
                </a:lnTo>
                <a:lnTo>
                  <a:pt x="7787310" y="16876"/>
                </a:lnTo>
                <a:moveTo>
                  <a:pt x="7810565" y="5269"/>
                </a:moveTo>
                <a:lnTo>
                  <a:pt x="7822188" y="5277"/>
                </a:lnTo>
                <a:lnTo>
                  <a:pt x="7822179" y="16900"/>
                </a:lnTo>
                <a:lnTo>
                  <a:pt x="7810556" y="16892"/>
                </a:lnTo>
                <a:moveTo>
                  <a:pt x="7833811" y="5285"/>
                </a:moveTo>
                <a:lnTo>
                  <a:pt x="7845433" y="5293"/>
                </a:lnTo>
                <a:lnTo>
                  <a:pt x="7845424" y="16916"/>
                </a:lnTo>
                <a:lnTo>
                  <a:pt x="7833802" y="16908"/>
                </a:lnTo>
                <a:moveTo>
                  <a:pt x="7857056" y="5301"/>
                </a:moveTo>
                <a:lnTo>
                  <a:pt x="7868679" y="5308"/>
                </a:lnTo>
                <a:lnTo>
                  <a:pt x="7868670" y="16931"/>
                </a:lnTo>
                <a:lnTo>
                  <a:pt x="7857047" y="16923"/>
                </a:lnTo>
                <a:moveTo>
                  <a:pt x="7880302" y="5316"/>
                </a:moveTo>
                <a:lnTo>
                  <a:pt x="7891925" y="5324"/>
                </a:lnTo>
                <a:lnTo>
                  <a:pt x="7891916" y="16947"/>
                </a:lnTo>
                <a:lnTo>
                  <a:pt x="7880293" y="16939"/>
                </a:lnTo>
                <a:moveTo>
                  <a:pt x="7903548" y="5332"/>
                </a:moveTo>
                <a:lnTo>
                  <a:pt x="7915171" y="5340"/>
                </a:lnTo>
                <a:lnTo>
                  <a:pt x="7915162" y="16963"/>
                </a:lnTo>
                <a:lnTo>
                  <a:pt x="7903539" y="16955"/>
                </a:lnTo>
                <a:moveTo>
                  <a:pt x="7926793" y="5348"/>
                </a:moveTo>
                <a:lnTo>
                  <a:pt x="7938416" y="5356"/>
                </a:lnTo>
                <a:lnTo>
                  <a:pt x="7938407" y="16978"/>
                </a:lnTo>
                <a:lnTo>
                  <a:pt x="7926784" y="16970"/>
                </a:lnTo>
                <a:moveTo>
                  <a:pt x="7950039" y="5363"/>
                </a:moveTo>
                <a:lnTo>
                  <a:pt x="7961662" y="5371"/>
                </a:lnTo>
                <a:lnTo>
                  <a:pt x="7961653" y="16994"/>
                </a:lnTo>
                <a:lnTo>
                  <a:pt x="7950030" y="16986"/>
                </a:lnTo>
                <a:moveTo>
                  <a:pt x="7973285" y="5379"/>
                </a:moveTo>
                <a:lnTo>
                  <a:pt x="7984908" y="5387"/>
                </a:lnTo>
                <a:lnTo>
                  <a:pt x="7984899" y="17010"/>
                </a:lnTo>
                <a:lnTo>
                  <a:pt x="7973276" y="17002"/>
                </a:lnTo>
                <a:moveTo>
                  <a:pt x="7996531" y="5395"/>
                </a:moveTo>
                <a:lnTo>
                  <a:pt x="8008153" y="5403"/>
                </a:lnTo>
                <a:lnTo>
                  <a:pt x="8008144" y="17025"/>
                </a:lnTo>
                <a:lnTo>
                  <a:pt x="7996522" y="17018"/>
                </a:lnTo>
                <a:moveTo>
                  <a:pt x="8019776" y="5410"/>
                </a:moveTo>
                <a:lnTo>
                  <a:pt x="8031399" y="5418"/>
                </a:lnTo>
                <a:lnTo>
                  <a:pt x="8031390" y="17041"/>
                </a:lnTo>
                <a:lnTo>
                  <a:pt x="8019767" y="17033"/>
                </a:lnTo>
                <a:moveTo>
                  <a:pt x="8043022" y="5426"/>
                </a:moveTo>
                <a:lnTo>
                  <a:pt x="8054645" y="5434"/>
                </a:lnTo>
                <a:lnTo>
                  <a:pt x="8054636" y="17057"/>
                </a:lnTo>
                <a:lnTo>
                  <a:pt x="8043013" y="17049"/>
                </a:lnTo>
                <a:moveTo>
                  <a:pt x="8066268" y="5442"/>
                </a:moveTo>
                <a:lnTo>
                  <a:pt x="8077891" y="5449"/>
                </a:lnTo>
                <a:lnTo>
                  <a:pt x="8077882" y="17072"/>
                </a:lnTo>
                <a:lnTo>
                  <a:pt x="8066259" y="17065"/>
                </a:lnTo>
                <a:moveTo>
                  <a:pt x="8089513" y="5457"/>
                </a:moveTo>
                <a:lnTo>
                  <a:pt x="8101136" y="5465"/>
                </a:lnTo>
                <a:lnTo>
                  <a:pt x="8101127" y="17088"/>
                </a:lnTo>
                <a:lnTo>
                  <a:pt x="8089504" y="17080"/>
                </a:lnTo>
                <a:moveTo>
                  <a:pt x="8112759" y="5473"/>
                </a:moveTo>
                <a:lnTo>
                  <a:pt x="8124382" y="5481"/>
                </a:lnTo>
                <a:lnTo>
                  <a:pt x="8124373" y="17104"/>
                </a:lnTo>
                <a:lnTo>
                  <a:pt x="8112750" y="17096"/>
                </a:lnTo>
                <a:moveTo>
                  <a:pt x="8136005" y="5489"/>
                </a:moveTo>
                <a:lnTo>
                  <a:pt x="8147628" y="5496"/>
                </a:lnTo>
                <a:lnTo>
                  <a:pt x="8147619" y="17119"/>
                </a:lnTo>
                <a:lnTo>
                  <a:pt x="8135996" y="17112"/>
                </a:lnTo>
                <a:moveTo>
                  <a:pt x="8159251" y="5504"/>
                </a:moveTo>
                <a:lnTo>
                  <a:pt x="8170873" y="5512"/>
                </a:lnTo>
                <a:lnTo>
                  <a:pt x="8170864" y="17135"/>
                </a:lnTo>
                <a:lnTo>
                  <a:pt x="8159242" y="17127"/>
                </a:lnTo>
                <a:moveTo>
                  <a:pt x="8182496" y="5520"/>
                </a:moveTo>
                <a:lnTo>
                  <a:pt x="8194119" y="5528"/>
                </a:lnTo>
                <a:lnTo>
                  <a:pt x="8194110" y="17151"/>
                </a:lnTo>
                <a:lnTo>
                  <a:pt x="8182487" y="17143"/>
                </a:lnTo>
                <a:moveTo>
                  <a:pt x="8205742" y="5536"/>
                </a:moveTo>
                <a:lnTo>
                  <a:pt x="8217365" y="5544"/>
                </a:lnTo>
                <a:lnTo>
                  <a:pt x="8217356" y="17167"/>
                </a:lnTo>
                <a:lnTo>
                  <a:pt x="8205733" y="17159"/>
                </a:lnTo>
                <a:moveTo>
                  <a:pt x="8228988" y="5552"/>
                </a:moveTo>
                <a:lnTo>
                  <a:pt x="8240611" y="5559"/>
                </a:lnTo>
                <a:lnTo>
                  <a:pt x="8240602" y="17182"/>
                </a:lnTo>
                <a:lnTo>
                  <a:pt x="8228979" y="17174"/>
                </a:lnTo>
                <a:moveTo>
                  <a:pt x="8252233" y="5567"/>
                </a:moveTo>
                <a:lnTo>
                  <a:pt x="8263856" y="5575"/>
                </a:lnTo>
                <a:lnTo>
                  <a:pt x="8263847" y="17198"/>
                </a:lnTo>
                <a:lnTo>
                  <a:pt x="8252224" y="17190"/>
                </a:lnTo>
                <a:moveTo>
                  <a:pt x="8275479" y="5583"/>
                </a:moveTo>
                <a:lnTo>
                  <a:pt x="8287102" y="5591"/>
                </a:lnTo>
                <a:lnTo>
                  <a:pt x="8287093" y="17214"/>
                </a:lnTo>
                <a:lnTo>
                  <a:pt x="8275470" y="17206"/>
                </a:lnTo>
                <a:moveTo>
                  <a:pt x="8298725" y="5598"/>
                </a:moveTo>
                <a:lnTo>
                  <a:pt x="8310348" y="5606"/>
                </a:lnTo>
                <a:lnTo>
                  <a:pt x="8310339" y="17229"/>
                </a:lnTo>
                <a:lnTo>
                  <a:pt x="8298716" y="17221"/>
                </a:lnTo>
                <a:moveTo>
                  <a:pt x="8321970" y="5614"/>
                </a:moveTo>
                <a:lnTo>
                  <a:pt x="8333593" y="5622"/>
                </a:lnTo>
                <a:lnTo>
                  <a:pt x="8333584" y="17245"/>
                </a:lnTo>
                <a:lnTo>
                  <a:pt x="8321962" y="17237"/>
                </a:lnTo>
                <a:moveTo>
                  <a:pt x="8345216" y="5630"/>
                </a:moveTo>
                <a:lnTo>
                  <a:pt x="8356839" y="5638"/>
                </a:lnTo>
                <a:lnTo>
                  <a:pt x="8356830" y="17261"/>
                </a:lnTo>
                <a:lnTo>
                  <a:pt x="8345207" y="17253"/>
                </a:lnTo>
                <a:moveTo>
                  <a:pt x="8368462" y="5646"/>
                </a:moveTo>
                <a:lnTo>
                  <a:pt x="8380085" y="5653"/>
                </a:lnTo>
                <a:lnTo>
                  <a:pt x="8380076" y="17276"/>
                </a:lnTo>
                <a:lnTo>
                  <a:pt x="8368453" y="17268"/>
                </a:lnTo>
                <a:moveTo>
                  <a:pt x="8391708" y="5661"/>
                </a:moveTo>
                <a:lnTo>
                  <a:pt x="8403330" y="5669"/>
                </a:lnTo>
                <a:lnTo>
                  <a:pt x="8403322" y="17292"/>
                </a:lnTo>
                <a:lnTo>
                  <a:pt x="8391699" y="17284"/>
                </a:lnTo>
                <a:moveTo>
                  <a:pt x="8414953" y="5677"/>
                </a:moveTo>
                <a:lnTo>
                  <a:pt x="8426576" y="5685"/>
                </a:lnTo>
                <a:lnTo>
                  <a:pt x="8426567" y="17308"/>
                </a:lnTo>
                <a:lnTo>
                  <a:pt x="8414944" y="17300"/>
                </a:lnTo>
                <a:moveTo>
                  <a:pt x="8438199" y="5693"/>
                </a:moveTo>
                <a:lnTo>
                  <a:pt x="8449822" y="5701"/>
                </a:lnTo>
                <a:lnTo>
                  <a:pt x="8449813" y="17323"/>
                </a:lnTo>
                <a:lnTo>
                  <a:pt x="8438190" y="17315"/>
                </a:lnTo>
                <a:moveTo>
                  <a:pt x="8461445" y="5708"/>
                </a:moveTo>
                <a:lnTo>
                  <a:pt x="8473068" y="5716"/>
                </a:lnTo>
                <a:lnTo>
                  <a:pt x="8473059" y="17339"/>
                </a:lnTo>
                <a:lnTo>
                  <a:pt x="8461436" y="17331"/>
                </a:lnTo>
                <a:moveTo>
                  <a:pt x="8484690" y="5724"/>
                </a:moveTo>
                <a:lnTo>
                  <a:pt x="8496313" y="5732"/>
                </a:lnTo>
                <a:lnTo>
                  <a:pt x="8496304" y="17355"/>
                </a:lnTo>
                <a:lnTo>
                  <a:pt x="8484682" y="17347"/>
                </a:lnTo>
                <a:moveTo>
                  <a:pt x="8507936" y="5740"/>
                </a:moveTo>
                <a:lnTo>
                  <a:pt x="8519559" y="5748"/>
                </a:lnTo>
                <a:lnTo>
                  <a:pt x="8519550" y="17370"/>
                </a:lnTo>
                <a:lnTo>
                  <a:pt x="8507927" y="17363"/>
                </a:lnTo>
                <a:moveTo>
                  <a:pt x="8531182" y="5755"/>
                </a:moveTo>
                <a:lnTo>
                  <a:pt x="8542805" y="5763"/>
                </a:lnTo>
                <a:lnTo>
                  <a:pt x="8542796" y="17386"/>
                </a:lnTo>
                <a:lnTo>
                  <a:pt x="8531173" y="17378"/>
                </a:lnTo>
                <a:moveTo>
                  <a:pt x="8554428" y="5771"/>
                </a:moveTo>
                <a:lnTo>
                  <a:pt x="8566050" y="5779"/>
                </a:lnTo>
                <a:lnTo>
                  <a:pt x="8566042" y="17402"/>
                </a:lnTo>
                <a:lnTo>
                  <a:pt x="8554419" y="17394"/>
                </a:lnTo>
                <a:moveTo>
                  <a:pt x="8577673" y="5787"/>
                </a:moveTo>
                <a:lnTo>
                  <a:pt x="8589296" y="5794"/>
                </a:lnTo>
                <a:lnTo>
                  <a:pt x="8589287" y="17417"/>
                </a:lnTo>
                <a:lnTo>
                  <a:pt x="8577664" y="17410"/>
                </a:lnTo>
                <a:moveTo>
                  <a:pt x="8600919" y="5802"/>
                </a:moveTo>
                <a:lnTo>
                  <a:pt x="8612542" y="5810"/>
                </a:lnTo>
                <a:lnTo>
                  <a:pt x="8612533" y="17433"/>
                </a:lnTo>
                <a:lnTo>
                  <a:pt x="8600910" y="1742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7ABBD-C198-4942-B6A0-6938B132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5" y="1419689"/>
            <a:ext cx="8612542" cy="17433"/>
          </a:xfrm>
          <a:custGeom xmlns:a="http://schemas.openxmlformats.org/drawingml/2006/main">
            <a:pathLst>
              <a:path w="8612542" h="17433">
                <a:moveTo>
                  <a:pt x="8" y="0"/>
                </a:moveTo>
                <a:lnTo>
                  <a:pt x="11631" y="8"/>
                </a:lnTo>
                <a:lnTo>
                  <a:pt x="11623" y="11631"/>
                </a:lnTo>
                <a:lnTo>
                  <a:pt x="0" y="11623"/>
                </a:lnTo>
                <a:moveTo>
                  <a:pt x="23253" y="16"/>
                </a:moveTo>
                <a:lnTo>
                  <a:pt x="34876" y="23"/>
                </a:lnTo>
                <a:lnTo>
                  <a:pt x="34869" y="11646"/>
                </a:lnTo>
                <a:lnTo>
                  <a:pt x="23246" y="11639"/>
                </a:lnTo>
                <a:moveTo>
                  <a:pt x="46499" y="31"/>
                </a:moveTo>
                <a:lnTo>
                  <a:pt x="58122" y="39"/>
                </a:lnTo>
                <a:lnTo>
                  <a:pt x="58114" y="11662"/>
                </a:lnTo>
                <a:lnTo>
                  <a:pt x="46491" y="11654"/>
                </a:lnTo>
                <a:moveTo>
                  <a:pt x="69745" y="47"/>
                </a:moveTo>
                <a:lnTo>
                  <a:pt x="81368" y="55"/>
                </a:lnTo>
                <a:lnTo>
                  <a:pt x="81360" y="11678"/>
                </a:lnTo>
                <a:lnTo>
                  <a:pt x="69737" y="11670"/>
                </a:lnTo>
                <a:moveTo>
                  <a:pt x="92991" y="63"/>
                </a:moveTo>
                <a:lnTo>
                  <a:pt x="104613" y="71"/>
                </a:lnTo>
                <a:lnTo>
                  <a:pt x="104606" y="11693"/>
                </a:lnTo>
                <a:lnTo>
                  <a:pt x="92983" y="11686"/>
                </a:lnTo>
                <a:moveTo>
                  <a:pt x="116236" y="78"/>
                </a:moveTo>
                <a:lnTo>
                  <a:pt x="127859" y="86"/>
                </a:lnTo>
                <a:lnTo>
                  <a:pt x="127851" y="11709"/>
                </a:lnTo>
                <a:lnTo>
                  <a:pt x="116229" y="11701"/>
                </a:lnTo>
                <a:moveTo>
                  <a:pt x="139482" y="94"/>
                </a:moveTo>
                <a:lnTo>
                  <a:pt x="151105" y="102"/>
                </a:lnTo>
                <a:lnTo>
                  <a:pt x="151097" y="11725"/>
                </a:lnTo>
                <a:lnTo>
                  <a:pt x="139474" y="11717"/>
                </a:lnTo>
                <a:moveTo>
                  <a:pt x="162728" y="110"/>
                </a:moveTo>
                <a:lnTo>
                  <a:pt x="174351" y="118"/>
                </a:lnTo>
                <a:lnTo>
                  <a:pt x="174343" y="11740"/>
                </a:lnTo>
                <a:lnTo>
                  <a:pt x="162720" y="11733"/>
                </a:lnTo>
                <a:moveTo>
                  <a:pt x="185973" y="125"/>
                </a:moveTo>
                <a:lnTo>
                  <a:pt x="197596" y="133"/>
                </a:lnTo>
                <a:lnTo>
                  <a:pt x="197589" y="11756"/>
                </a:lnTo>
                <a:lnTo>
                  <a:pt x="185966" y="11748"/>
                </a:lnTo>
                <a:moveTo>
                  <a:pt x="209219" y="141"/>
                </a:moveTo>
                <a:lnTo>
                  <a:pt x="220842" y="149"/>
                </a:lnTo>
                <a:lnTo>
                  <a:pt x="220834" y="11772"/>
                </a:lnTo>
                <a:lnTo>
                  <a:pt x="209211" y="11764"/>
                </a:lnTo>
                <a:moveTo>
                  <a:pt x="232465" y="157"/>
                </a:moveTo>
                <a:lnTo>
                  <a:pt x="244088" y="165"/>
                </a:lnTo>
                <a:lnTo>
                  <a:pt x="244080" y="11788"/>
                </a:lnTo>
                <a:lnTo>
                  <a:pt x="232457" y="11780"/>
                </a:lnTo>
                <a:moveTo>
                  <a:pt x="255711" y="172"/>
                </a:moveTo>
                <a:lnTo>
                  <a:pt x="267333" y="180"/>
                </a:lnTo>
                <a:lnTo>
                  <a:pt x="267326" y="11803"/>
                </a:lnTo>
                <a:lnTo>
                  <a:pt x="255703" y="11795"/>
                </a:lnTo>
                <a:moveTo>
                  <a:pt x="278956" y="188"/>
                </a:moveTo>
                <a:lnTo>
                  <a:pt x="290579" y="196"/>
                </a:lnTo>
                <a:lnTo>
                  <a:pt x="290571" y="11819"/>
                </a:lnTo>
                <a:lnTo>
                  <a:pt x="278949" y="11811"/>
                </a:lnTo>
                <a:moveTo>
                  <a:pt x="302202" y="204"/>
                </a:moveTo>
                <a:lnTo>
                  <a:pt x="313825" y="212"/>
                </a:lnTo>
                <a:lnTo>
                  <a:pt x="313817" y="11835"/>
                </a:lnTo>
                <a:lnTo>
                  <a:pt x="302194" y="11827"/>
                </a:lnTo>
                <a:moveTo>
                  <a:pt x="325448" y="220"/>
                </a:moveTo>
                <a:lnTo>
                  <a:pt x="337071" y="227"/>
                </a:lnTo>
                <a:lnTo>
                  <a:pt x="337063" y="11850"/>
                </a:lnTo>
                <a:lnTo>
                  <a:pt x="325440" y="11842"/>
                </a:lnTo>
                <a:moveTo>
                  <a:pt x="348693" y="235"/>
                </a:moveTo>
                <a:lnTo>
                  <a:pt x="360316" y="243"/>
                </a:lnTo>
                <a:lnTo>
                  <a:pt x="360309" y="11866"/>
                </a:lnTo>
                <a:lnTo>
                  <a:pt x="348686" y="11858"/>
                </a:lnTo>
                <a:moveTo>
                  <a:pt x="371939" y="251"/>
                </a:moveTo>
                <a:lnTo>
                  <a:pt x="383562" y="259"/>
                </a:lnTo>
                <a:lnTo>
                  <a:pt x="383554" y="11882"/>
                </a:lnTo>
                <a:lnTo>
                  <a:pt x="371931" y="11874"/>
                </a:lnTo>
                <a:moveTo>
                  <a:pt x="395185" y="267"/>
                </a:moveTo>
                <a:lnTo>
                  <a:pt x="406808" y="274"/>
                </a:lnTo>
                <a:lnTo>
                  <a:pt x="406800" y="11897"/>
                </a:lnTo>
                <a:lnTo>
                  <a:pt x="395177" y="11889"/>
                </a:lnTo>
                <a:moveTo>
                  <a:pt x="418431" y="282"/>
                </a:moveTo>
                <a:lnTo>
                  <a:pt x="430053" y="290"/>
                </a:lnTo>
                <a:lnTo>
                  <a:pt x="430046" y="11913"/>
                </a:lnTo>
                <a:lnTo>
                  <a:pt x="418423" y="11905"/>
                </a:lnTo>
                <a:moveTo>
                  <a:pt x="441676" y="298"/>
                </a:moveTo>
                <a:lnTo>
                  <a:pt x="453299" y="306"/>
                </a:lnTo>
                <a:lnTo>
                  <a:pt x="453291" y="11929"/>
                </a:lnTo>
                <a:lnTo>
                  <a:pt x="441669" y="11921"/>
                </a:lnTo>
                <a:moveTo>
                  <a:pt x="464922" y="314"/>
                </a:moveTo>
                <a:lnTo>
                  <a:pt x="476545" y="321"/>
                </a:lnTo>
                <a:lnTo>
                  <a:pt x="476537" y="11944"/>
                </a:lnTo>
                <a:lnTo>
                  <a:pt x="464914" y="11936"/>
                </a:lnTo>
                <a:moveTo>
                  <a:pt x="488168" y="329"/>
                </a:moveTo>
                <a:lnTo>
                  <a:pt x="499791" y="337"/>
                </a:lnTo>
                <a:lnTo>
                  <a:pt x="499783" y="11960"/>
                </a:lnTo>
                <a:lnTo>
                  <a:pt x="488160" y="11952"/>
                </a:lnTo>
                <a:moveTo>
                  <a:pt x="511413" y="345"/>
                </a:moveTo>
                <a:lnTo>
                  <a:pt x="523036" y="353"/>
                </a:lnTo>
                <a:lnTo>
                  <a:pt x="523028" y="11976"/>
                </a:lnTo>
                <a:lnTo>
                  <a:pt x="511406" y="11968"/>
                </a:lnTo>
                <a:moveTo>
                  <a:pt x="534659" y="361"/>
                </a:moveTo>
                <a:lnTo>
                  <a:pt x="546282" y="369"/>
                </a:lnTo>
                <a:lnTo>
                  <a:pt x="546274" y="11991"/>
                </a:lnTo>
                <a:lnTo>
                  <a:pt x="534651" y="11984"/>
                </a:lnTo>
                <a:moveTo>
                  <a:pt x="557905" y="376"/>
                </a:moveTo>
                <a:lnTo>
                  <a:pt x="569527" y="384"/>
                </a:lnTo>
                <a:lnTo>
                  <a:pt x="569520" y="12007"/>
                </a:lnTo>
                <a:lnTo>
                  <a:pt x="557897" y="11999"/>
                </a:lnTo>
                <a:moveTo>
                  <a:pt x="581150" y="392"/>
                </a:moveTo>
                <a:lnTo>
                  <a:pt x="592773" y="400"/>
                </a:lnTo>
                <a:lnTo>
                  <a:pt x="592765" y="12023"/>
                </a:lnTo>
                <a:lnTo>
                  <a:pt x="581142" y="12015"/>
                </a:lnTo>
                <a:moveTo>
                  <a:pt x="604396" y="408"/>
                </a:moveTo>
                <a:lnTo>
                  <a:pt x="616019" y="416"/>
                </a:lnTo>
                <a:lnTo>
                  <a:pt x="616011" y="12038"/>
                </a:lnTo>
                <a:lnTo>
                  <a:pt x="604388" y="12031"/>
                </a:lnTo>
                <a:moveTo>
                  <a:pt x="627642" y="423"/>
                </a:moveTo>
                <a:lnTo>
                  <a:pt x="639264" y="431"/>
                </a:lnTo>
                <a:lnTo>
                  <a:pt x="639257" y="12054"/>
                </a:lnTo>
                <a:lnTo>
                  <a:pt x="627634" y="12046"/>
                </a:lnTo>
                <a:moveTo>
                  <a:pt x="650887" y="439"/>
                </a:moveTo>
                <a:lnTo>
                  <a:pt x="662510" y="447"/>
                </a:lnTo>
                <a:lnTo>
                  <a:pt x="662502" y="12070"/>
                </a:lnTo>
                <a:lnTo>
                  <a:pt x="650880" y="12062"/>
                </a:lnTo>
                <a:moveTo>
                  <a:pt x="674133" y="455"/>
                </a:moveTo>
                <a:lnTo>
                  <a:pt x="685756" y="463"/>
                </a:lnTo>
                <a:lnTo>
                  <a:pt x="685748" y="12085"/>
                </a:lnTo>
                <a:lnTo>
                  <a:pt x="674125" y="12078"/>
                </a:lnTo>
                <a:moveTo>
                  <a:pt x="697379" y="470"/>
                </a:moveTo>
                <a:lnTo>
                  <a:pt x="709002" y="478"/>
                </a:lnTo>
                <a:lnTo>
                  <a:pt x="708994" y="12101"/>
                </a:lnTo>
                <a:lnTo>
                  <a:pt x="697371" y="12093"/>
                </a:lnTo>
                <a:moveTo>
                  <a:pt x="720624" y="486"/>
                </a:moveTo>
                <a:lnTo>
                  <a:pt x="732247" y="494"/>
                </a:lnTo>
                <a:lnTo>
                  <a:pt x="732240" y="12117"/>
                </a:lnTo>
                <a:lnTo>
                  <a:pt x="720617" y="12109"/>
                </a:lnTo>
                <a:moveTo>
                  <a:pt x="743870" y="502"/>
                </a:moveTo>
                <a:lnTo>
                  <a:pt x="755493" y="510"/>
                </a:lnTo>
                <a:lnTo>
                  <a:pt x="755485" y="12133"/>
                </a:lnTo>
                <a:lnTo>
                  <a:pt x="743862" y="12125"/>
                </a:lnTo>
                <a:moveTo>
                  <a:pt x="767116" y="517"/>
                </a:moveTo>
                <a:lnTo>
                  <a:pt x="778739" y="525"/>
                </a:lnTo>
                <a:lnTo>
                  <a:pt x="778731" y="12148"/>
                </a:lnTo>
                <a:lnTo>
                  <a:pt x="767108" y="12140"/>
                </a:lnTo>
                <a:moveTo>
                  <a:pt x="790362" y="533"/>
                </a:moveTo>
                <a:lnTo>
                  <a:pt x="801984" y="541"/>
                </a:lnTo>
                <a:lnTo>
                  <a:pt x="801977" y="12164"/>
                </a:lnTo>
                <a:lnTo>
                  <a:pt x="790354" y="12156"/>
                </a:lnTo>
                <a:moveTo>
                  <a:pt x="813607" y="549"/>
                </a:moveTo>
                <a:lnTo>
                  <a:pt x="825230" y="557"/>
                </a:lnTo>
                <a:lnTo>
                  <a:pt x="825222" y="12180"/>
                </a:lnTo>
                <a:lnTo>
                  <a:pt x="813600" y="12172"/>
                </a:lnTo>
                <a:moveTo>
                  <a:pt x="836853" y="565"/>
                </a:moveTo>
                <a:lnTo>
                  <a:pt x="848476" y="572"/>
                </a:lnTo>
                <a:lnTo>
                  <a:pt x="848468" y="12195"/>
                </a:lnTo>
                <a:lnTo>
                  <a:pt x="836845" y="12187"/>
                </a:lnTo>
                <a:moveTo>
                  <a:pt x="860099" y="580"/>
                </a:moveTo>
                <a:lnTo>
                  <a:pt x="871722" y="588"/>
                </a:lnTo>
                <a:lnTo>
                  <a:pt x="871714" y="12211"/>
                </a:lnTo>
                <a:lnTo>
                  <a:pt x="860091" y="12203"/>
                </a:lnTo>
                <a:moveTo>
                  <a:pt x="883344" y="596"/>
                </a:moveTo>
                <a:lnTo>
                  <a:pt x="894967" y="604"/>
                </a:lnTo>
                <a:lnTo>
                  <a:pt x="894960" y="12227"/>
                </a:lnTo>
                <a:lnTo>
                  <a:pt x="883337" y="12219"/>
                </a:lnTo>
                <a:moveTo>
                  <a:pt x="906590" y="612"/>
                </a:moveTo>
                <a:lnTo>
                  <a:pt x="918213" y="619"/>
                </a:lnTo>
                <a:lnTo>
                  <a:pt x="918205" y="12242"/>
                </a:lnTo>
                <a:lnTo>
                  <a:pt x="906582" y="12234"/>
                </a:lnTo>
                <a:moveTo>
                  <a:pt x="929836" y="627"/>
                </a:moveTo>
                <a:lnTo>
                  <a:pt x="941459" y="635"/>
                </a:lnTo>
                <a:lnTo>
                  <a:pt x="941451" y="12258"/>
                </a:lnTo>
                <a:lnTo>
                  <a:pt x="929828" y="12250"/>
                </a:lnTo>
                <a:moveTo>
                  <a:pt x="953082" y="643"/>
                </a:moveTo>
                <a:lnTo>
                  <a:pt x="964704" y="651"/>
                </a:lnTo>
                <a:lnTo>
                  <a:pt x="964697" y="12274"/>
                </a:lnTo>
                <a:lnTo>
                  <a:pt x="953074" y="12266"/>
                </a:lnTo>
                <a:moveTo>
                  <a:pt x="976327" y="659"/>
                </a:moveTo>
                <a:lnTo>
                  <a:pt x="987950" y="666"/>
                </a:lnTo>
                <a:lnTo>
                  <a:pt x="987942" y="12289"/>
                </a:lnTo>
                <a:lnTo>
                  <a:pt x="976320" y="12282"/>
                </a:lnTo>
                <a:moveTo>
                  <a:pt x="999573" y="674"/>
                </a:moveTo>
                <a:lnTo>
                  <a:pt x="1011196" y="682"/>
                </a:lnTo>
                <a:lnTo>
                  <a:pt x="1011188" y="12305"/>
                </a:lnTo>
                <a:lnTo>
                  <a:pt x="999565" y="12297"/>
                </a:lnTo>
                <a:moveTo>
                  <a:pt x="1022819" y="690"/>
                </a:moveTo>
                <a:lnTo>
                  <a:pt x="1034442" y="698"/>
                </a:lnTo>
                <a:lnTo>
                  <a:pt x="1034434" y="12321"/>
                </a:lnTo>
                <a:lnTo>
                  <a:pt x="1022811" y="12313"/>
                </a:lnTo>
                <a:moveTo>
                  <a:pt x="1046064" y="706"/>
                </a:moveTo>
                <a:lnTo>
                  <a:pt x="1057687" y="714"/>
                </a:lnTo>
                <a:lnTo>
                  <a:pt x="1057680" y="12336"/>
                </a:lnTo>
                <a:lnTo>
                  <a:pt x="1046057" y="12328"/>
                </a:lnTo>
                <a:moveTo>
                  <a:pt x="1069310" y="721"/>
                </a:moveTo>
                <a:lnTo>
                  <a:pt x="1080933" y="729"/>
                </a:lnTo>
                <a:lnTo>
                  <a:pt x="1080925" y="12352"/>
                </a:lnTo>
                <a:lnTo>
                  <a:pt x="1069302" y="12344"/>
                </a:lnTo>
                <a:moveTo>
                  <a:pt x="1092556" y="737"/>
                </a:moveTo>
                <a:lnTo>
                  <a:pt x="1104179" y="745"/>
                </a:lnTo>
                <a:lnTo>
                  <a:pt x="1104171" y="12368"/>
                </a:lnTo>
                <a:lnTo>
                  <a:pt x="1092548" y="12360"/>
                </a:lnTo>
                <a:moveTo>
                  <a:pt x="1115802" y="753"/>
                </a:moveTo>
                <a:lnTo>
                  <a:pt x="1127424" y="761"/>
                </a:lnTo>
                <a:lnTo>
                  <a:pt x="1127417" y="12383"/>
                </a:lnTo>
                <a:lnTo>
                  <a:pt x="1115794" y="12376"/>
                </a:lnTo>
                <a:moveTo>
                  <a:pt x="1139047" y="768"/>
                </a:moveTo>
                <a:lnTo>
                  <a:pt x="1150670" y="776"/>
                </a:lnTo>
                <a:lnTo>
                  <a:pt x="1150662" y="12399"/>
                </a:lnTo>
                <a:lnTo>
                  <a:pt x="1139039" y="12391"/>
                </a:lnTo>
                <a:moveTo>
                  <a:pt x="1162293" y="784"/>
                </a:moveTo>
                <a:lnTo>
                  <a:pt x="1173916" y="792"/>
                </a:lnTo>
                <a:lnTo>
                  <a:pt x="1173908" y="12415"/>
                </a:lnTo>
                <a:lnTo>
                  <a:pt x="1162285" y="12407"/>
                </a:lnTo>
                <a:moveTo>
                  <a:pt x="1185539" y="800"/>
                </a:moveTo>
                <a:lnTo>
                  <a:pt x="1197162" y="808"/>
                </a:lnTo>
                <a:lnTo>
                  <a:pt x="1197154" y="12431"/>
                </a:lnTo>
                <a:lnTo>
                  <a:pt x="1185531" y="12423"/>
                </a:lnTo>
                <a:moveTo>
                  <a:pt x="1208784" y="815"/>
                </a:moveTo>
                <a:lnTo>
                  <a:pt x="1220407" y="823"/>
                </a:lnTo>
                <a:lnTo>
                  <a:pt x="1220399" y="12446"/>
                </a:lnTo>
                <a:lnTo>
                  <a:pt x="1208777" y="12438"/>
                </a:lnTo>
                <a:moveTo>
                  <a:pt x="1232030" y="831"/>
                </a:moveTo>
                <a:lnTo>
                  <a:pt x="1243653" y="839"/>
                </a:lnTo>
                <a:lnTo>
                  <a:pt x="1243645" y="12462"/>
                </a:lnTo>
                <a:lnTo>
                  <a:pt x="1232022" y="12454"/>
                </a:lnTo>
                <a:moveTo>
                  <a:pt x="1255276" y="847"/>
                </a:moveTo>
                <a:lnTo>
                  <a:pt x="1266899" y="855"/>
                </a:lnTo>
                <a:lnTo>
                  <a:pt x="1266891" y="12477"/>
                </a:lnTo>
                <a:lnTo>
                  <a:pt x="1255268" y="12470"/>
                </a:lnTo>
                <a:moveTo>
                  <a:pt x="1278522" y="863"/>
                </a:moveTo>
                <a:lnTo>
                  <a:pt x="1290144" y="870"/>
                </a:lnTo>
                <a:lnTo>
                  <a:pt x="1290137" y="12493"/>
                </a:lnTo>
                <a:lnTo>
                  <a:pt x="1278514" y="12485"/>
                </a:lnTo>
                <a:moveTo>
                  <a:pt x="1301767" y="878"/>
                </a:moveTo>
                <a:lnTo>
                  <a:pt x="1313390" y="886"/>
                </a:lnTo>
                <a:lnTo>
                  <a:pt x="1313382" y="12509"/>
                </a:lnTo>
                <a:lnTo>
                  <a:pt x="1301759" y="12501"/>
                </a:lnTo>
                <a:moveTo>
                  <a:pt x="1325013" y="894"/>
                </a:moveTo>
                <a:lnTo>
                  <a:pt x="1336636" y="902"/>
                </a:lnTo>
                <a:lnTo>
                  <a:pt x="1336628" y="12525"/>
                </a:lnTo>
                <a:lnTo>
                  <a:pt x="1325005" y="12517"/>
                </a:lnTo>
                <a:moveTo>
                  <a:pt x="1348259" y="909"/>
                </a:moveTo>
                <a:lnTo>
                  <a:pt x="1359882" y="917"/>
                </a:lnTo>
                <a:lnTo>
                  <a:pt x="1359874" y="12540"/>
                </a:lnTo>
                <a:lnTo>
                  <a:pt x="1348251" y="12532"/>
                </a:lnTo>
                <a:moveTo>
                  <a:pt x="1371504" y="925"/>
                </a:moveTo>
                <a:lnTo>
                  <a:pt x="1383127" y="933"/>
                </a:lnTo>
                <a:lnTo>
                  <a:pt x="1383119" y="12556"/>
                </a:lnTo>
                <a:lnTo>
                  <a:pt x="1371497" y="12548"/>
                </a:lnTo>
                <a:moveTo>
                  <a:pt x="1394750" y="941"/>
                </a:moveTo>
                <a:lnTo>
                  <a:pt x="1406373" y="949"/>
                </a:lnTo>
                <a:lnTo>
                  <a:pt x="1406365" y="12572"/>
                </a:lnTo>
                <a:lnTo>
                  <a:pt x="1394742" y="12564"/>
                </a:lnTo>
                <a:moveTo>
                  <a:pt x="1417996" y="957"/>
                </a:moveTo>
                <a:lnTo>
                  <a:pt x="1429619" y="964"/>
                </a:lnTo>
                <a:lnTo>
                  <a:pt x="1429611" y="12587"/>
                </a:lnTo>
                <a:lnTo>
                  <a:pt x="1417988" y="12579"/>
                </a:lnTo>
                <a:moveTo>
                  <a:pt x="1441242" y="972"/>
                </a:moveTo>
                <a:lnTo>
                  <a:pt x="1452864" y="980"/>
                </a:lnTo>
                <a:lnTo>
                  <a:pt x="1452857" y="12603"/>
                </a:lnTo>
                <a:lnTo>
                  <a:pt x="1441234" y="12595"/>
                </a:lnTo>
                <a:moveTo>
                  <a:pt x="1464487" y="988"/>
                </a:moveTo>
                <a:lnTo>
                  <a:pt x="1476110" y="996"/>
                </a:lnTo>
                <a:lnTo>
                  <a:pt x="1476102" y="12619"/>
                </a:lnTo>
                <a:lnTo>
                  <a:pt x="1464479" y="12611"/>
                </a:lnTo>
                <a:moveTo>
                  <a:pt x="1487733" y="1004"/>
                </a:moveTo>
                <a:lnTo>
                  <a:pt x="1499356" y="1012"/>
                </a:lnTo>
                <a:lnTo>
                  <a:pt x="1499348" y="12634"/>
                </a:lnTo>
                <a:lnTo>
                  <a:pt x="1487725" y="12626"/>
                </a:lnTo>
                <a:moveTo>
                  <a:pt x="1510979" y="1019"/>
                </a:moveTo>
                <a:lnTo>
                  <a:pt x="1522602" y="1027"/>
                </a:lnTo>
                <a:lnTo>
                  <a:pt x="1522594" y="12650"/>
                </a:lnTo>
                <a:lnTo>
                  <a:pt x="1510971" y="12642"/>
                </a:lnTo>
                <a:moveTo>
                  <a:pt x="1534224" y="1035"/>
                </a:moveTo>
                <a:lnTo>
                  <a:pt x="1545847" y="1043"/>
                </a:lnTo>
                <a:lnTo>
                  <a:pt x="1545839" y="12666"/>
                </a:lnTo>
                <a:lnTo>
                  <a:pt x="1534217" y="12658"/>
                </a:lnTo>
                <a:moveTo>
                  <a:pt x="1557470" y="1051"/>
                </a:moveTo>
                <a:lnTo>
                  <a:pt x="1569093" y="1058"/>
                </a:lnTo>
                <a:lnTo>
                  <a:pt x="1569085" y="12681"/>
                </a:lnTo>
                <a:lnTo>
                  <a:pt x="1557462" y="12674"/>
                </a:lnTo>
                <a:moveTo>
                  <a:pt x="1580716" y="1066"/>
                </a:moveTo>
                <a:lnTo>
                  <a:pt x="1592339" y="1074"/>
                </a:lnTo>
                <a:lnTo>
                  <a:pt x="1592331" y="12697"/>
                </a:lnTo>
                <a:lnTo>
                  <a:pt x="1580708" y="12689"/>
                </a:lnTo>
                <a:moveTo>
                  <a:pt x="1603962" y="1082"/>
                </a:moveTo>
                <a:lnTo>
                  <a:pt x="1615584" y="1090"/>
                </a:lnTo>
                <a:lnTo>
                  <a:pt x="1615577" y="12713"/>
                </a:lnTo>
                <a:lnTo>
                  <a:pt x="1603954" y="12705"/>
                </a:lnTo>
                <a:moveTo>
                  <a:pt x="1627207" y="1098"/>
                </a:moveTo>
                <a:lnTo>
                  <a:pt x="1638830" y="1106"/>
                </a:lnTo>
                <a:lnTo>
                  <a:pt x="1638822" y="12728"/>
                </a:lnTo>
                <a:lnTo>
                  <a:pt x="1627199" y="12721"/>
                </a:lnTo>
                <a:moveTo>
                  <a:pt x="1650453" y="1113"/>
                </a:moveTo>
                <a:lnTo>
                  <a:pt x="1662076" y="1121"/>
                </a:lnTo>
                <a:lnTo>
                  <a:pt x="1662068" y="12744"/>
                </a:lnTo>
                <a:lnTo>
                  <a:pt x="1650445" y="12736"/>
                </a:lnTo>
                <a:moveTo>
                  <a:pt x="1673699" y="1129"/>
                </a:moveTo>
                <a:lnTo>
                  <a:pt x="1685321" y="1137"/>
                </a:lnTo>
                <a:lnTo>
                  <a:pt x="1685314" y="12760"/>
                </a:lnTo>
                <a:lnTo>
                  <a:pt x="1673691" y="12752"/>
                </a:lnTo>
                <a:moveTo>
                  <a:pt x="1696944" y="1145"/>
                </a:moveTo>
                <a:lnTo>
                  <a:pt x="1708567" y="1153"/>
                </a:lnTo>
                <a:lnTo>
                  <a:pt x="1708559" y="12775"/>
                </a:lnTo>
                <a:lnTo>
                  <a:pt x="1696937" y="12768"/>
                </a:lnTo>
                <a:moveTo>
                  <a:pt x="1720190" y="1160"/>
                </a:moveTo>
                <a:lnTo>
                  <a:pt x="1731813" y="1168"/>
                </a:lnTo>
                <a:lnTo>
                  <a:pt x="1731805" y="12791"/>
                </a:lnTo>
                <a:lnTo>
                  <a:pt x="1720182" y="12783"/>
                </a:lnTo>
                <a:moveTo>
                  <a:pt x="1743436" y="1176"/>
                </a:moveTo>
                <a:lnTo>
                  <a:pt x="1755059" y="1184"/>
                </a:lnTo>
                <a:lnTo>
                  <a:pt x="1755051" y="12807"/>
                </a:lnTo>
                <a:lnTo>
                  <a:pt x="1743428" y="12799"/>
                </a:lnTo>
                <a:moveTo>
                  <a:pt x="1766681" y="1192"/>
                </a:moveTo>
                <a:lnTo>
                  <a:pt x="1778304" y="1200"/>
                </a:lnTo>
                <a:lnTo>
                  <a:pt x="1778297" y="12823"/>
                </a:lnTo>
                <a:lnTo>
                  <a:pt x="1766674" y="12815"/>
                </a:lnTo>
                <a:moveTo>
                  <a:pt x="1789927" y="1207"/>
                </a:moveTo>
                <a:lnTo>
                  <a:pt x="1801550" y="1215"/>
                </a:lnTo>
                <a:lnTo>
                  <a:pt x="1801542" y="12838"/>
                </a:lnTo>
                <a:lnTo>
                  <a:pt x="1789919" y="12830"/>
                </a:lnTo>
                <a:moveTo>
                  <a:pt x="1813173" y="1223"/>
                </a:moveTo>
                <a:lnTo>
                  <a:pt x="1824796" y="1231"/>
                </a:lnTo>
                <a:lnTo>
                  <a:pt x="1824788" y="12854"/>
                </a:lnTo>
                <a:lnTo>
                  <a:pt x="1813165" y="12846"/>
                </a:lnTo>
                <a:moveTo>
                  <a:pt x="1836419" y="1239"/>
                </a:moveTo>
                <a:lnTo>
                  <a:pt x="1848041" y="1247"/>
                </a:lnTo>
                <a:lnTo>
                  <a:pt x="1848034" y="12870"/>
                </a:lnTo>
                <a:lnTo>
                  <a:pt x="1836411" y="12862"/>
                </a:lnTo>
                <a:moveTo>
                  <a:pt x="1859664" y="1255"/>
                </a:moveTo>
                <a:lnTo>
                  <a:pt x="1871287" y="1262"/>
                </a:lnTo>
                <a:lnTo>
                  <a:pt x="1871279" y="12885"/>
                </a:lnTo>
                <a:lnTo>
                  <a:pt x="1859657" y="12877"/>
                </a:lnTo>
                <a:moveTo>
                  <a:pt x="1882910" y="1270"/>
                </a:moveTo>
                <a:lnTo>
                  <a:pt x="1894533" y="1278"/>
                </a:lnTo>
                <a:lnTo>
                  <a:pt x="1894525" y="12901"/>
                </a:lnTo>
                <a:lnTo>
                  <a:pt x="1882902" y="12893"/>
                </a:lnTo>
                <a:moveTo>
                  <a:pt x="1906156" y="1286"/>
                </a:moveTo>
                <a:lnTo>
                  <a:pt x="1917779" y="1294"/>
                </a:lnTo>
                <a:lnTo>
                  <a:pt x="1917771" y="12917"/>
                </a:lnTo>
                <a:lnTo>
                  <a:pt x="1906148" y="12909"/>
                </a:lnTo>
                <a:moveTo>
                  <a:pt x="1929401" y="1302"/>
                </a:moveTo>
                <a:lnTo>
                  <a:pt x="1941024" y="1309"/>
                </a:lnTo>
                <a:lnTo>
                  <a:pt x="1941017" y="12932"/>
                </a:lnTo>
                <a:lnTo>
                  <a:pt x="1929394" y="12924"/>
                </a:lnTo>
                <a:moveTo>
                  <a:pt x="1952647" y="1317"/>
                </a:moveTo>
                <a:lnTo>
                  <a:pt x="1964270" y="1325"/>
                </a:lnTo>
                <a:lnTo>
                  <a:pt x="1964262" y="12948"/>
                </a:lnTo>
                <a:lnTo>
                  <a:pt x="1952639" y="12940"/>
                </a:lnTo>
                <a:moveTo>
                  <a:pt x="1975893" y="1333"/>
                </a:moveTo>
                <a:lnTo>
                  <a:pt x="1987516" y="1341"/>
                </a:lnTo>
                <a:lnTo>
                  <a:pt x="1987508" y="12964"/>
                </a:lnTo>
                <a:lnTo>
                  <a:pt x="1975885" y="12956"/>
                </a:lnTo>
                <a:moveTo>
                  <a:pt x="1999139" y="1349"/>
                </a:moveTo>
                <a:lnTo>
                  <a:pt x="2010761" y="1356"/>
                </a:lnTo>
                <a:lnTo>
                  <a:pt x="2010754" y="12979"/>
                </a:lnTo>
                <a:lnTo>
                  <a:pt x="1999131" y="12971"/>
                </a:lnTo>
                <a:moveTo>
                  <a:pt x="2022384" y="1364"/>
                </a:moveTo>
                <a:lnTo>
                  <a:pt x="2034007" y="1372"/>
                </a:lnTo>
                <a:lnTo>
                  <a:pt x="2033999" y="12995"/>
                </a:lnTo>
                <a:lnTo>
                  <a:pt x="2022377" y="12987"/>
                </a:lnTo>
                <a:moveTo>
                  <a:pt x="2045630" y="1380"/>
                </a:moveTo>
                <a:lnTo>
                  <a:pt x="2057253" y="1388"/>
                </a:lnTo>
                <a:lnTo>
                  <a:pt x="2057245" y="13011"/>
                </a:lnTo>
                <a:lnTo>
                  <a:pt x="2045622" y="13003"/>
                </a:lnTo>
                <a:moveTo>
                  <a:pt x="2068876" y="1396"/>
                </a:moveTo>
                <a:lnTo>
                  <a:pt x="2080499" y="1404"/>
                </a:lnTo>
                <a:lnTo>
                  <a:pt x="2080491" y="13026"/>
                </a:lnTo>
                <a:lnTo>
                  <a:pt x="2068868" y="13019"/>
                </a:lnTo>
                <a:moveTo>
                  <a:pt x="2092121" y="1411"/>
                </a:moveTo>
                <a:lnTo>
                  <a:pt x="2103744" y="1419"/>
                </a:lnTo>
                <a:lnTo>
                  <a:pt x="2103736" y="13042"/>
                </a:lnTo>
                <a:lnTo>
                  <a:pt x="2092113" y="13034"/>
                </a:lnTo>
                <a:moveTo>
                  <a:pt x="2115367" y="1427"/>
                </a:moveTo>
                <a:lnTo>
                  <a:pt x="2126990" y="1435"/>
                </a:lnTo>
                <a:lnTo>
                  <a:pt x="2126982" y="13058"/>
                </a:lnTo>
                <a:lnTo>
                  <a:pt x="2115359" y="13050"/>
                </a:lnTo>
                <a:moveTo>
                  <a:pt x="2138613" y="1443"/>
                </a:moveTo>
                <a:lnTo>
                  <a:pt x="2150235" y="1451"/>
                </a:lnTo>
                <a:lnTo>
                  <a:pt x="2150228" y="13073"/>
                </a:lnTo>
                <a:lnTo>
                  <a:pt x="2138605" y="13066"/>
                </a:lnTo>
                <a:moveTo>
                  <a:pt x="2161858" y="1458"/>
                </a:moveTo>
                <a:lnTo>
                  <a:pt x="2173481" y="1466"/>
                </a:lnTo>
                <a:lnTo>
                  <a:pt x="2173473" y="13089"/>
                </a:lnTo>
                <a:lnTo>
                  <a:pt x="2161850" y="13081"/>
                </a:lnTo>
                <a:moveTo>
                  <a:pt x="2185104" y="1474"/>
                </a:moveTo>
                <a:lnTo>
                  <a:pt x="2196727" y="1482"/>
                </a:lnTo>
                <a:lnTo>
                  <a:pt x="2196719" y="13105"/>
                </a:lnTo>
                <a:lnTo>
                  <a:pt x="2185096" y="13097"/>
                </a:lnTo>
                <a:moveTo>
                  <a:pt x="2208350" y="1490"/>
                </a:moveTo>
                <a:lnTo>
                  <a:pt x="2219972" y="1498"/>
                </a:lnTo>
                <a:lnTo>
                  <a:pt x="2219965" y="13120"/>
                </a:lnTo>
                <a:lnTo>
                  <a:pt x="2208342" y="13113"/>
                </a:lnTo>
                <a:moveTo>
                  <a:pt x="2231595" y="1505"/>
                </a:moveTo>
                <a:lnTo>
                  <a:pt x="2243218" y="1513"/>
                </a:lnTo>
                <a:lnTo>
                  <a:pt x="2243210" y="13136"/>
                </a:lnTo>
                <a:lnTo>
                  <a:pt x="2231588" y="13128"/>
                </a:lnTo>
                <a:moveTo>
                  <a:pt x="2254841" y="1521"/>
                </a:moveTo>
                <a:lnTo>
                  <a:pt x="2266464" y="1529"/>
                </a:lnTo>
                <a:lnTo>
                  <a:pt x="2266456" y="13152"/>
                </a:lnTo>
                <a:lnTo>
                  <a:pt x="2254833" y="13144"/>
                </a:lnTo>
                <a:moveTo>
                  <a:pt x="2278087" y="1537"/>
                </a:moveTo>
                <a:lnTo>
                  <a:pt x="2289710" y="1545"/>
                </a:lnTo>
                <a:lnTo>
                  <a:pt x="2289702" y="13167"/>
                </a:lnTo>
                <a:lnTo>
                  <a:pt x="2278079" y="13160"/>
                </a:lnTo>
                <a:moveTo>
                  <a:pt x="2301332" y="1552"/>
                </a:moveTo>
                <a:lnTo>
                  <a:pt x="2312955" y="1560"/>
                </a:lnTo>
                <a:lnTo>
                  <a:pt x="2312948" y="13183"/>
                </a:lnTo>
                <a:lnTo>
                  <a:pt x="2301325" y="13175"/>
                </a:lnTo>
                <a:moveTo>
                  <a:pt x="2324578" y="1568"/>
                </a:moveTo>
                <a:lnTo>
                  <a:pt x="2336201" y="1576"/>
                </a:lnTo>
                <a:lnTo>
                  <a:pt x="2336193" y="13199"/>
                </a:lnTo>
                <a:lnTo>
                  <a:pt x="2324570" y="13191"/>
                </a:lnTo>
                <a:moveTo>
                  <a:pt x="2347824" y="1584"/>
                </a:moveTo>
                <a:lnTo>
                  <a:pt x="2359447" y="1592"/>
                </a:lnTo>
                <a:lnTo>
                  <a:pt x="2359439" y="13215"/>
                </a:lnTo>
                <a:lnTo>
                  <a:pt x="2347816" y="13207"/>
                </a:lnTo>
                <a:moveTo>
                  <a:pt x="2371070" y="1600"/>
                </a:moveTo>
                <a:lnTo>
                  <a:pt x="2382692" y="1607"/>
                </a:lnTo>
                <a:lnTo>
                  <a:pt x="2382685" y="13230"/>
                </a:lnTo>
                <a:lnTo>
                  <a:pt x="2371062" y="13222"/>
                </a:lnTo>
                <a:moveTo>
                  <a:pt x="2394315" y="1615"/>
                </a:moveTo>
                <a:lnTo>
                  <a:pt x="2405938" y="1623"/>
                </a:lnTo>
                <a:lnTo>
                  <a:pt x="2405930" y="13246"/>
                </a:lnTo>
                <a:lnTo>
                  <a:pt x="2394308" y="13238"/>
                </a:lnTo>
                <a:moveTo>
                  <a:pt x="2417561" y="1631"/>
                </a:moveTo>
                <a:lnTo>
                  <a:pt x="2429184" y="1639"/>
                </a:lnTo>
                <a:lnTo>
                  <a:pt x="2429176" y="13262"/>
                </a:lnTo>
                <a:lnTo>
                  <a:pt x="2417553" y="13254"/>
                </a:lnTo>
                <a:moveTo>
                  <a:pt x="2440807" y="1647"/>
                </a:moveTo>
                <a:lnTo>
                  <a:pt x="2452430" y="1654"/>
                </a:lnTo>
                <a:lnTo>
                  <a:pt x="2452422" y="13277"/>
                </a:lnTo>
                <a:lnTo>
                  <a:pt x="2440799" y="13269"/>
                </a:lnTo>
                <a:moveTo>
                  <a:pt x="2464052" y="1662"/>
                </a:moveTo>
                <a:lnTo>
                  <a:pt x="2475675" y="1670"/>
                </a:lnTo>
                <a:lnTo>
                  <a:pt x="2475668" y="13293"/>
                </a:lnTo>
                <a:lnTo>
                  <a:pt x="2464045" y="13285"/>
                </a:lnTo>
                <a:moveTo>
                  <a:pt x="2487298" y="1678"/>
                </a:moveTo>
                <a:lnTo>
                  <a:pt x="2498921" y="1686"/>
                </a:lnTo>
                <a:lnTo>
                  <a:pt x="2498913" y="13309"/>
                </a:lnTo>
                <a:lnTo>
                  <a:pt x="2487290" y="13301"/>
                </a:lnTo>
                <a:moveTo>
                  <a:pt x="2510544" y="1694"/>
                </a:moveTo>
                <a:lnTo>
                  <a:pt x="2522167" y="1701"/>
                </a:lnTo>
                <a:lnTo>
                  <a:pt x="2522159" y="13324"/>
                </a:lnTo>
                <a:lnTo>
                  <a:pt x="2510536" y="13316"/>
                </a:lnTo>
                <a:moveTo>
                  <a:pt x="2533790" y="1709"/>
                </a:moveTo>
                <a:lnTo>
                  <a:pt x="2545412" y="1717"/>
                </a:lnTo>
                <a:lnTo>
                  <a:pt x="2545405" y="13340"/>
                </a:lnTo>
                <a:lnTo>
                  <a:pt x="2533782" y="13332"/>
                </a:lnTo>
                <a:moveTo>
                  <a:pt x="2557035" y="1725"/>
                </a:moveTo>
                <a:lnTo>
                  <a:pt x="2568658" y="1733"/>
                </a:lnTo>
                <a:lnTo>
                  <a:pt x="2568650" y="13356"/>
                </a:lnTo>
                <a:lnTo>
                  <a:pt x="2557028" y="13348"/>
                </a:lnTo>
                <a:moveTo>
                  <a:pt x="2580281" y="1741"/>
                </a:moveTo>
                <a:lnTo>
                  <a:pt x="2591904" y="1748"/>
                </a:lnTo>
                <a:lnTo>
                  <a:pt x="2591896" y="13371"/>
                </a:lnTo>
                <a:lnTo>
                  <a:pt x="2580273" y="13363"/>
                </a:lnTo>
                <a:moveTo>
                  <a:pt x="2603527" y="1756"/>
                </a:moveTo>
                <a:lnTo>
                  <a:pt x="2615150" y="1764"/>
                </a:lnTo>
                <a:lnTo>
                  <a:pt x="2615142" y="13387"/>
                </a:lnTo>
                <a:lnTo>
                  <a:pt x="2603519" y="13379"/>
                </a:lnTo>
                <a:moveTo>
                  <a:pt x="2626772" y="1772"/>
                </a:moveTo>
                <a:lnTo>
                  <a:pt x="2638395" y="1780"/>
                </a:lnTo>
                <a:lnTo>
                  <a:pt x="2638388" y="13403"/>
                </a:lnTo>
                <a:lnTo>
                  <a:pt x="2626765" y="13395"/>
                </a:lnTo>
                <a:moveTo>
                  <a:pt x="2650018" y="1788"/>
                </a:moveTo>
                <a:lnTo>
                  <a:pt x="2661641" y="1796"/>
                </a:lnTo>
                <a:lnTo>
                  <a:pt x="2661633" y="13418"/>
                </a:lnTo>
                <a:lnTo>
                  <a:pt x="2650010" y="13411"/>
                </a:lnTo>
                <a:moveTo>
                  <a:pt x="2673264" y="1803"/>
                </a:moveTo>
                <a:lnTo>
                  <a:pt x="2684887" y="1811"/>
                </a:lnTo>
                <a:lnTo>
                  <a:pt x="2684878" y="13434"/>
                </a:lnTo>
                <a:lnTo>
                  <a:pt x="2673256" y="13426"/>
                </a:lnTo>
                <a:moveTo>
                  <a:pt x="2696510" y="1819"/>
                </a:moveTo>
                <a:lnTo>
                  <a:pt x="2708133" y="1827"/>
                </a:lnTo>
                <a:lnTo>
                  <a:pt x="2708124" y="13450"/>
                </a:lnTo>
                <a:lnTo>
                  <a:pt x="2696501" y="13442"/>
                </a:lnTo>
                <a:moveTo>
                  <a:pt x="2719756" y="1835"/>
                </a:moveTo>
                <a:lnTo>
                  <a:pt x="2731378" y="1843"/>
                </a:lnTo>
                <a:lnTo>
                  <a:pt x="2731370" y="13466"/>
                </a:lnTo>
                <a:lnTo>
                  <a:pt x="2719747" y="13458"/>
                </a:lnTo>
                <a:moveTo>
                  <a:pt x="2743001" y="1850"/>
                </a:moveTo>
                <a:lnTo>
                  <a:pt x="2754624" y="1858"/>
                </a:lnTo>
                <a:lnTo>
                  <a:pt x="2754616" y="13481"/>
                </a:lnTo>
                <a:lnTo>
                  <a:pt x="2742993" y="13473"/>
                </a:lnTo>
                <a:moveTo>
                  <a:pt x="2766247" y="1866"/>
                </a:moveTo>
                <a:lnTo>
                  <a:pt x="2777870" y="1874"/>
                </a:lnTo>
                <a:lnTo>
                  <a:pt x="2777861" y="13497"/>
                </a:lnTo>
                <a:lnTo>
                  <a:pt x="2766238" y="13489"/>
                </a:lnTo>
                <a:moveTo>
                  <a:pt x="2789493" y="1882"/>
                </a:moveTo>
                <a:lnTo>
                  <a:pt x="2801116" y="1890"/>
                </a:lnTo>
                <a:lnTo>
                  <a:pt x="2801107" y="13512"/>
                </a:lnTo>
                <a:lnTo>
                  <a:pt x="2789484" y="13505"/>
                </a:lnTo>
                <a:moveTo>
                  <a:pt x="2812738" y="1897"/>
                </a:moveTo>
                <a:lnTo>
                  <a:pt x="2824361" y="1905"/>
                </a:lnTo>
                <a:lnTo>
                  <a:pt x="2824353" y="13528"/>
                </a:lnTo>
                <a:lnTo>
                  <a:pt x="2812730" y="13520"/>
                </a:lnTo>
                <a:moveTo>
                  <a:pt x="2835984" y="1913"/>
                </a:moveTo>
                <a:lnTo>
                  <a:pt x="2847607" y="1921"/>
                </a:lnTo>
                <a:lnTo>
                  <a:pt x="2847598" y="13544"/>
                </a:lnTo>
                <a:lnTo>
                  <a:pt x="2835976" y="13536"/>
                </a:lnTo>
                <a:moveTo>
                  <a:pt x="2859230" y="1929"/>
                </a:moveTo>
                <a:lnTo>
                  <a:pt x="2870853" y="1937"/>
                </a:lnTo>
                <a:lnTo>
                  <a:pt x="2870844" y="13560"/>
                </a:lnTo>
                <a:lnTo>
                  <a:pt x="2859221" y="13552"/>
                </a:lnTo>
                <a:moveTo>
                  <a:pt x="2882475" y="1945"/>
                </a:moveTo>
                <a:lnTo>
                  <a:pt x="2894098" y="1952"/>
                </a:lnTo>
                <a:lnTo>
                  <a:pt x="2894090" y="13575"/>
                </a:lnTo>
                <a:lnTo>
                  <a:pt x="2882467" y="13567"/>
                </a:lnTo>
                <a:moveTo>
                  <a:pt x="2905721" y="1960"/>
                </a:moveTo>
                <a:lnTo>
                  <a:pt x="2917344" y="1968"/>
                </a:lnTo>
                <a:lnTo>
                  <a:pt x="2917336" y="13591"/>
                </a:lnTo>
                <a:lnTo>
                  <a:pt x="2905713" y="13583"/>
                </a:lnTo>
                <a:moveTo>
                  <a:pt x="2928967" y="1976"/>
                </a:moveTo>
                <a:lnTo>
                  <a:pt x="2940590" y="1984"/>
                </a:lnTo>
                <a:lnTo>
                  <a:pt x="2940581" y="13607"/>
                </a:lnTo>
                <a:lnTo>
                  <a:pt x="2928958" y="13599"/>
                </a:lnTo>
                <a:moveTo>
                  <a:pt x="2952213" y="1992"/>
                </a:moveTo>
                <a:lnTo>
                  <a:pt x="2963835" y="1999"/>
                </a:lnTo>
                <a:lnTo>
                  <a:pt x="2963827" y="13622"/>
                </a:lnTo>
                <a:lnTo>
                  <a:pt x="2952204" y="13614"/>
                </a:lnTo>
                <a:moveTo>
                  <a:pt x="2975458" y="2007"/>
                </a:moveTo>
                <a:lnTo>
                  <a:pt x="2987081" y="2015"/>
                </a:lnTo>
                <a:lnTo>
                  <a:pt x="2987073" y="13638"/>
                </a:lnTo>
                <a:lnTo>
                  <a:pt x="2975450" y="13630"/>
                </a:lnTo>
                <a:moveTo>
                  <a:pt x="2998704" y="2023"/>
                </a:moveTo>
                <a:lnTo>
                  <a:pt x="3010327" y="2031"/>
                </a:lnTo>
                <a:lnTo>
                  <a:pt x="3010318" y="13654"/>
                </a:lnTo>
                <a:lnTo>
                  <a:pt x="2998696" y="13646"/>
                </a:lnTo>
                <a:moveTo>
                  <a:pt x="3021950" y="2039"/>
                </a:moveTo>
                <a:lnTo>
                  <a:pt x="3033573" y="2047"/>
                </a:lnTo>
                <a:lnTo>
                  <a:pt x="3033564" y="13669"/>
                </a:lnTo>
                <a:lnTo>
                  <a:pt x="3021941" y="13662"/>
                </a:lnTo>
                <a:moveTo>
                  <a:pt x="3045195" y="2054"/>
                </a:moveTo>
                <a:lnTo>
                  <a:pt x="3056818" y="2062"/>
                </a:lnTo>
                <a:lnTo>
                  <a:pt x="3056810" y="13685"/>
                </a:lnTo>
                <a:lnTo>
                  <a:pt x="3045187" y="13677"/>
                </a:lnTo>
                <a:moveTo>
                  <a:pt x="3068441" y="2070"/>
                </a:moveTo>
                <a:lnTo>
                  <a:pt x="3080064" y="2078"/>
                </a:lnTo>
                <a:lnTo>
                  <a:pt x="3080056" y="13701"/>
                </a:lnTo>
                <a:lnTo>
                  <a:pt x="3068433" y="13693"/>
                </a:lnTo>
                <a:moveTo>
                  <a:pt x="3091687" y="2086"/>
                </a:moveTo>
                <a:lnTo>
                  <a:pt x="3103310" y="2094"/>
                </a:lnTo>
                <a:lnTo>
                  <a:pt x="3103301" y="13716"/>
                </a:lnTo>
                <a:lnTo>
                  <a:pt x="3091678" y="13709"/>
                </a:lnTo>
                <a:moveTo>
                  <a:pt x="3114933" y="2101"/>
                </a:moveTo>
                <a:lnTo>
                  <a:pt x="3126555" y="2109"/>
                </a:lnTo>
                <a:lnTo>
                  <a:pt x="3126547" y="13732"/>
                </a:lnTo>
                <a:lnTo>
                  <a:pt x="3114924" y="13724"/>
                </a:lnTo>
                <a:moveTo>
                  <a:pt x="3138178" y="2117"/>
                </a:moveTo>
                <a:lnTo>
                  <a:pt x="3149801" y="2125"/>
                </a:lnTo>
                <a:lnTo>
                  <a:pt x="3149793" y="13748"/>
                </a:lnTo>
                <a:lnTo>
                  <a:pt x="3138170" y="13740"/>
                </a:lnTo>
                <a:moveTo>
                  <a:pt x="3161424" y="2133"/>
                </a:moveTo>
                <a:lnTo>
                  <a:pt x="3173047" y="2141"/>
                </a:lnTo>
                <a:lnTo>
                  <a:pt x="3173038" y="13763"/>
                </a:lnTo>
                <a:lnTo>
                  <a:pt x="3161416" y="13756"/>
                </a:lnTo>
                <a:moveTo>
                  <a:pt x="3184670" y="2148"/>
                </a:moveTo>
                <a:lnTo>
                  <a:pt x="3196293" y="2156"/>
                </a:lnTo>
                <a:lnTo>
                  <a:pt x="3196284" y="13779"/>
                </a:lnTo>
                <a:lnTo>
                  <a:pt x="3184661" y="13771"/>
                </a:lnTo>
                <a:moveTo>
                  <a:pt x="3207915" y="2164"/>
                </a:moveTo>
                <a:lnTo>
                  <a:pt x="3219538" y="2172"/>
                </a:lnTo>
                <a:lnTo>
                  <a:pt x="3219530" y="13795"/>
                </a:lnTo>
                <a:lnTo>
                  <a:pt x="3207907" y="13787"/>
                </a:lnTo>
                <a:moveTo>
                  <a:pt x="3231161" y="2180"/>
                </a:moveTo>
                <a:lnTo>
                  <a:pt x="3242784" y="2188"/>
                </a:lnTo>
                <a:lnTo>
                  <a:pt x="3242776" y="13810"/>
                </a:lnTo>
                <a:lnTo>
                  <a:pt x="3231153" y="13803"/>
                </a:lnTo>
                <a:moveTo>
                  <a:pt x="3254407" y="2195"/>
                </a:moveTo>
                <a:lnTo>
                  <a:pt x="3266030" y="2203"/>
                </a:lnTo>
                <a:lnTo>
                  <a:pt x="3266021" y="13826"/>
                </a:lnTo>
                <a:lnTo>
                  <a:pt x="3254398" y="13818"/>
                </a:lnTo>
                <a:moveTo>
                  <a:pt x="3277653" y="2211"/>
                </a:moveTo>
                <a:lnTo>
                  <a:pt x="3289275" y="2219"/>
                </a:lnTo>
                <a:lnTo>
                  <a:pt x="3289267" y="13842"/>
                </a:lnTo>
                <a:lnTo>
                  <a:pt x="3277644" y="13834"/>
                </a:lnTo>
                <a:moveTo>
                  <a:pt x="3300898" y="2227"/>
                </a:moveTo>
                <a:lnTo>
                  <a:pt x="3312521" y="2235"/>
                </a:lnTo>
                <a:lnTo>
                  <a:pt x="3312513" y="13858"/>
                </a:lnTo>
                <a:lnTo>
                  <a:pt x="3300890" y="13850"/>
                </a:lnTo>
                <a:moveTo>
                  <a:pt x="3324144" y="2243"/>
                </a:moveTo>
                <a:lnTo>
                  <a:pt x="3335767" y="2250"/>
                </a:lnTo>
                <a:lnTo>
                  <a:pt x="3335758" y="13873"/>
                </a:lnTo>
                <a:lnTo>
                  <a:pt x="3324136" y="13865"/>
                </a:lnTo>
                <a:moveTo>
                  <a:pt x="3347390" y="2258"/>
                </a:moveTo>
                <a:lnTo>
                  <a:pt x="3359013" y="2266"/>
                </a:lnTo>
                <a:lnTo>
                  <a:pt x="3359004" y="13889"/>
                </a:lnTo>
                <a:lnTo>
                  <a:pt x="3347381" y="13881"/>
                </a:lnTo>
                <a:moveTo>
                  <a:pt x="3370635" y="2274"/>
                </a:moveTo>
                <a:lnTo>
                  <a:pt x="3382258" y="2282"/>
                </a:lnTo>
                <a:lnTo>
                  <a:pt x="3382250" y="13905"/>
                </a:lnTo>
                <a:lnTo>
                  <a:pt x="3370627" y="13897"/>
                </a:lnTo>
                <a:moveTo>
                  <a:pt x="3393881" y="2290"/>
                </a:moveTo>
                <a:lnTo>
                  <a:pt x="3405504" y="2297"/>
                </a:lnTo>
                <a:lnTo>
                  <a:pt x="3405496" y="13920"/>
                </a:lnTo>
                <a:lnTo>
                  <a:pt x="3393873" y="13912"/>
                </a:lnTo>
                <a:moveTo>
                  <a:pt x="3417127" y="2305"/>
                </a:moveTo>
                <a:lnTo>
                  <a:pt x="3428750" y="2313"/>
                </a:lnTo>
                <a:lnTo>
                  <a:pt x="3428741" y="13936"/>
                </a:lnTo>
                <a:lnTo>
                  <a:pt x="3417118" y="13928"/>
                </a:lnTo>
                <a:moveTo>
                  <a:pt x="3440373" y="2321"/>
                </a:moveTo>
                <a:lnTo>
                  <a:pt x="3451995" y="2329"/>
                </a:lnTo>
                <a:lnTo>
                  <a:pt x="3451987" y="13952"/>
                </a:lnTo>
                <a:lnTo>
                  <a:pt x="3440364" y="13944"/>
                </a:lnTo>
                <a:moveTo>
                  <a:pt x="3463618" y="2337"/>
                </a:moveTo>
                <a:lnTo>
                  <a:pt x="3475241" y="2344"/>
                </a:lnTo>
                <a:lnTo>
                  <a:pt x="3475233" y="13967"/>
                </a:lnTo>
                <a:lnTo>
                  <a:pt x="3463610" y="13959"/>
                </a:lnTo>
                <a:moveTo>
                  <a:pt x="3486864" y="2352"/>
                </a:moveTo>
                <a:lnTo>
                  <a:pt x="3498487" y="2360"/>
                </a:lnTo>
                <a:lnTo>
                  <a:pt x="3498478" y="13983"/>
                </a:lnTo>
                <a:lnTo>
                  <a:pt x="3486855" y="13975"/>
                </a:lnTo>
                <a:moveTo>
                  <a:pt x="3510110" y="2368"/>
                </a:moveTo>
                <a:lnTo>
                  <a:pt x="3521733" y="2376"/>
                </a:lnTo>
                <a:lnTo>
                  <a:pt x="3521724" y="13999"/>
                </a:lnTo>
                <a:lnTo>
                  <a:pt x="3510101" y="13991"/>
                </a:lnTo>
                <a:moveTo>
                  <a:pt x="3533355" y="2384"/>
                </a:moveTo>
                <a:lnTo>
                  <a:pt x="3544978" y="2391"/>
                </a:lnTo>
                <a:lnTo>
                  <a:pt x="3544970" y="14014"/>
                </a:lnTo>
                <a:lnTo>
                  <a:pt x="3533347" y="14006"/>
                </a:lnTo>
                <a:moveTo>
                  <a:pt x="3556601" y="2399"/>
                </a:moveTo>
                <a:lnTo>
                  <a:pt x="3568224" y="2407"/>
                </a:lnTo>
                <a:lnTo>
                  <a:pt x="3568215" y="14030"/>
                </a:lnTo>
                <a:lnTo>
                  <a:pt x="3556593" y="14022"/>
                </a:lnTo>
                <a:moveTo>
                  <a:pt x="3579847" y="2415"/>
                </a:moveTo>
                <a:lnTo>
                  <a:pt x="3591470" y="2423"/>
                </a:lnTo>
                <a:lnTo>
                  <a:pt x="3591461" y="14046"/>
                </a:lnTo>
                <a:lnTo>
                  <a:pt x="3579838" y="14038"/>
                </a:lnTo>
                <a:moveTo>
                  <a:pt x="3603093" y="2431"/>
                </a:moveTo>
                <a:lnTo>
                  <a:pt x="3614715" y="2439"/>
                </a:lnTo>
                <a:lnTo>
                  <a:pt x="3614707" y="14061"/>
                </a:lnTo>
                <a:lnTo>
                  <a:pt x="3603084" y="14054"/>
                </a:lnTo>
                <a:moveTo>
                  <a:pt x="3626338" y="2446"/>
                </a:moveTo>
                <a:lnTo>
                  <a:pt x="3637961" y="2454"/>
                </a:lnTo>
                <a:lnTo>
                  <a:pt x="3637953" y="14077"/>
                </a:lnTo>
                <a:lnTo>
                  <a:pt x="3626330" y="14069"/>
                </a:lnTo>
                <a:moveTo>
                  <a:pt x="3649584" y="2462"/>
                </a:moveTo>
                <a:lnTo>
                  <a:pt x="3661207" y="2470"/>
                </a:lnTo>
                <a:lnTo>
                  <a:pt x="3661198" y="14093"/>
                </a:lnTo>
                <a:lnTo>
                  <a:pt x="3649575" y="14085"/>
                </a:lnTo>
                <a:moveTo>
                  <a:pt x="3672830" y="2478"/>
                </a:moveTo>
                <a:lnTo>
                  <a:pt x="3684453" y="2486"/>
                </a:lnTo>
                <a:lnTo>
                  <a:pt x="3684444" y="14108"/>
                </a:lnTo>
                <a:lnTo>
                  <a:pt x="3672821" y="14101"/>
                </a:lnTo>
                <a:moveTo>
                  <a:pt x="3696075" y="2493"/>
                </a:moveTo>
                <a:lnTo>
                  <a:pt x="3707698" y="2501"/>
                </a:lnTo>
                <a:lnTo>
                  <a:pt x="3707690" y="14124"/>
                </a:lnTo>
                <a:lnTo>
                  <a:pt x="3696067" y="14116"/>
                </a:lnTo>
                <a:moveTo>
                  <a:pt x="3719321" y="2509"/>
                </a:moveTo>
                <a:lnTo>
                  <a:pt x="3730944" y="2517"/>
                </a:lnTo>
                <a:lnTo>
                  <a:pt x="3730935" y="14140"/>
                </a:lnTo>
                <a:lnTo>
                  <a:pt x="3719313" y="14132"/>
                </a:lnTo>
                <a:moveTo>
                  <a:pt x="3742567" y="2525"/>
                </a:moveTo>
                <a:lnTo>
                  <a:pt x="3754190" y="2533"/>
                </a:lnTo>
                <a:lnTo>
                  <a:pt x="3754181" y="14155"/>
                </a:lnTo>
                <a:lnTo>
                  <a:pt x="3742558" y="14148"/>
                </a:lnTo>
                <a:moveTo>
                  <a:pt x="3765813" y="2540"/>
                </a:moveTo>
                <a:lnTo>
                  <a:pt x="3777435" y="2548"/>
                </a:lnTo>
                <a:lnTo>
                  <a:pt x="3777427" y="14171"/>
                </a:lnTo>
                <a:lnTo>
                  <a:pt x="3765804" y="14163"/>
                </a:lnTo>
                <a:moveTo>
                  <a:pt x="3789058" y="2556"/>
                </a:moveTo>
                <a:lnTo>
                  <a:pt x="3800681" y="2564"/>
                </a:lnTo>
                <a:lnTo>
                  <a:pt x="3800673" y="14187"/>
                </a:lnTo>
                <a:lnTo>
                  <a:pt x="3789050" y="14179"/>
                </a:lnTo>
                <a:moveTo>
                  <a:pt x="3812304" y="2572"/>
                </a:moveTo>
                <a:lnTo>
                  <a:pt x="3823927" y="2580"/>
                </a:lnTo>
                <a:lnTo>
                  <a:pt x="3823918" y="14203"/>
                </a:lnTo>
                <a:lnTo>
                  <a:pt x="3812295" y="14195"/>
                </a:lnTo>
                <a:moveTo>
                  <a:pt x="3835550" y="2587"/>
                </a:moveTo>
                <a:lnTo>
                  <a:pt x="3847173" y="2595"/>
                </a:lnTo>
                <a:lnTo>
                  <a:pt x="3847164" y="14218"/>
                </a:lnTo>
                <a:lnTo>
                  <a:pt x="3835541" y="14210"/>
                </a:lnTo>
                <a:moveTo>
                  <a:pt x="3858795" y="2603"/>
                </a:moveTo>
                <a:lnTo>
                  <a:pt x="3870418" y="2611"/>
                </a:lnTo>
                <a:lnTo>
                  <a:pt x="3870410" y="14234"/>
                </a:lnTo>
                <a:lnTo>
                  <a:pt x="3858787" y="14226"/>
                </a:lnTo>
                <a:moveTo>
                  <a:pt x="3882041" y="2619"/>
                </a:moveTo>
                <a:lnTo>
                  <a:pt x="3893664" y="2627"/>
                </a:lnTo>
                <a:lnTo>
                  <a:pt x="3893655" y="14250"/>
                </a:lnTo>
                <a:lnTo>
                  <a:pt x="3882033" y="14242"/>
                </a:lnTo>
                <a:moveTo>
                  <a:pt x="3905287" y="2635"/>
                </a:moveTo>
                <a:lnTo>
                  <a:pt x="3916910" y="2642"/>
                </a:lnTo>
                <a:lnTo>
                  <a:pt x="3916901" y="14265"/>
                </a:lnTo>
                <a:lnTo>
                  <a:pt x="3905278" y="14257"/>
                </a:lnTo>
                <a:moveTo>
                  <a:pt x="3928532" y="2650"/>
                </a:moveTo>
                <a:lnTo>
                  <a:pt x="3940155" y="2658"/>
                </a:lnTo>
                <a:lnTo>
                  <a:pt x="3940147" y="14281"/>
                </a:lnTo>
                <a:lnTo>
                  <a:pt x="3928524" y="14273"/>
                </a:lnTo>
                <a:moveTo>
                  <a:pt x="3951778" y="2666"/>
                </a:moveTo>
                <a:lnTo>
                  <a:pt x="3963401" y="2674"/>
                </a:lnTo>
                <a:lnTo>
                  <a:pt x="3963393" y="14297"/>
                </a:lnTo>
                <a:lnTo>
                  <a:pt x="3951770" y="14289"/>
                </a:lnTo>
                <a:moveTo>
                  <a:pt x="3975024" y="2682"/>
                </a:moveTo>
                <a:lnTo>
                  <a:pt x="3986647" y="2689"/>
                </a:lnTo>
                <a:lnTo>
                  <a:pt x="3986638" y="14312"/>
                </a:lnTo>
                <a:lnTo>
                  <a:pt x="3975015" y="14304"/>
                </a:lnTo>
                <a:moveTo>
                  <a:pt x="3998270" y="2697"/>
                </a:moveTo>
                <a:lnTo>
                  <a:pt x="4009892" y="2705"/>
                </a:lnTo>
                <a:lnTo>
                  <a:pt x="4009884" y="14328"/>
                </a:lnTo>
                <a:lnTo>
                  <a:pt x="3998261" y="14320"/>
                </a:lnTo>
                <a:moveTo>
                  <a:pt x="4021515" y="2713"/>
                </a:moveTo>
                <a:lnTo>
                  <a:pt x="4033138" y="2721"/>
                </a:lnTo>
                <a:lnTo>
                  <a:pt x="4033130" y="14344"/>
                </a:lnTo>
                <a:lnTo>
                  <a:pt x="4021507" y="14336"/>
                </a:lnTo>
                <a:moveTo>
                  <a:pt x="4044761" y="2729"/>
                </a:moveTo>
                <a:lnTo>
                  <a:pt x="4056384" y="2736"/>
                </a:lnTo>
                <a:lnTo>
                  <a:pt x="4056375" y="14359"/>
                </a:lnTo>
                <a:lnTo>
                  <a:pt x="4044753" y="14351"/>
                </a:lnTo>
                <a:moveTo>
                  <a:pt x="4068007" y="2744"/>
                </a:moveTo>
                <a:lnTo>
                  <a:pt x="4079630" y="2752"/>
                </a:lnTo>
                <a:lnTo>
                  <a:pt x="4079621" y="14375"/>
                </a:lnTo>
                <a:lnTo>
                  <a:pt x="4067998" y="14367"/>
                </a:lnTo>
                <a:moveTo>
                  <a:pt x="4091252" y="2760"/>
                </a:moveTo>
                <a:lnTo>
                  <a:pt x="4102875" y="2768"/>
                </a:lnTo>
                <a:lnTo>
                  <a:pt x="4102867" y="14391"/>
                </a:lnTo>
                <a:lnTo>
                  <a:pt x="4091244" y="14383"/>
                </a:lnTo>
                <a:moveTo>
                  <a:pt x="4114498" y="2776"/>
                </a:moveTo>
                <a:lnTo>
                  <a:pt x="4126121" y="2784"/>
                </a:lnTo>
                <a:lnTo>
                  <a:pt x="4126113" y="14406"/>
                </a:lnTo>
                <a:lnTo>
                  <a:pt x="4114490" y="14399"/>
                </a:lnTo>
                <a:moveTo>
                  <a:pt x="4137744" y="2791"/>
                </a:moveTo>
                <a:lnTo>
                  <a:pt x="4149367" y="2799"/>
                </a:lnTo>
                <a:lnTo>
                  <a:pt x="4149358" y="14422"/>
                </a:lnTo>
                <a:lnTo>
                  <a:pt x="4137735" y="14414"/>
                </a:lnTo>
                <a:moveTo>
                  <a:pt x="4160990" y="2807"/>
                </a:moveTo>
                <a:lnTo>
                  <a:pt x="4172612" y="2815"/>
                </a:lnTo>
                <a:lnTo>
                  <a:pt x="4172604" y="14438"/>
                </a:lnTo>
                <a:lnTo>
                  <a:pt x="4160981" y="14430"/>
                </a:lnTo>
                <a:moveTo>
                  <a:pt x="4184235" y="2823"/>
                </a:moveTo>
                <a:lnTo>
                  <a:pt x="4195858" y="2831"/>
                </a:lnTo>
                <a:lnTo>
                  <a:pt x="4195850" y="14453"/>
                </a:lnTo>
                <a:lnTo>
                  <a:pt x="4184227" y="14446"/>
                </a:lnTo>
                <a:moveTo>
                  <a:pt x="4207481" y="2838"/>
                </a:moveTo>
                <a:lnTo>
                  <a:pt x="4219104" y="2846"/>
                </a:lnTo>
                <a:lnTo>
                  <a:pt x="4219095" y="14469"/>
                </a:lnTo>
                <a:lnTo>
                  <a:pt x="4207473" y="14461"/>
                </a:lnTo>
                <a:moveTo>
                  <a:pt x="4230727" y="2854"/>
                </a:moveTo>
                <a:lnTo>
                  <a:pt x="4242350" y="2862"/>
                </a:lnTo>
                <a:lnTo>
                  <a:pt x="4242341" y="14485"/>
                </a:lnTo>
                <a:lnTo>
                  <a:pt x="4230718" y="14477"/>
                </a:lnTo>
                <a:moveTo>
                  <a:pt x="4253972" y="2870"/>
                </a:moveTo>
                <a:lnTo>
                  <a:pt x="4265595" y="2878"/>
                </a:lnTo>
                <a:lnTo>
                  <a:pt x="4265587" y="14500"/>
                </a:lnTo>
                <a:lnTo>
                  <a:pt x="4253964" y="14493"/>
                </a:lnTo>
                <a:moveTo>
                  <a:pt x="4277218" y="2885"/>
                </a:moveTo>
                <a:lnTo>
                  <a:pt x="4288841" y="2893"/>
                </a:lnTo>
                <a:lnTo>
                  <a:pt x="4288833" y="14516"/>
                </a:lnTo>
                <a:lnTo>
                  <a:pt x="4277210" y="14508"/>
                </a:lnTo>
                <a:moveTo>
                  <a:pt x="4300464" y="2901"/>
                </a:moveTo>
                <a:lnTo>
                  <a:pt x="4312087" y="2909"/>
                </a:lnTo>
                <a:lnTo>
                  <a:pt x="4312078" y="14532"/>
                </a:lnTo>
                <a:lnTo>
                  <a:pt x="4300455" y="14524"/>
                </a:lnTo>
                <a:moveTo>
                  <a:pt x="4323710" y="2917"/>
                </a:moveTo>
                <a:lnTo>
                  <a:pt x="4335332" y="2925"/>
                </a:lnTo>
                <a:lnTo>
                  <a:pt x="4335324" y="14548"/>
                </a:lnTo>
                <a:lnTo>
                  <a:pt x="4323701" y="14540"/>
                </a:lnTo>
                <a:moveTo>
                  <a:pt x="4346955" y="2932"/>
                </a:moveTo>
                <a:lnTo>
                  <a:pt x="4358578" y="2940"/>
                </a:lnTo>
                <a:lnTo>
                  <a:pt x="4358570" y="14563"/>
                </a:lnTo>
                <a:lnTo>
                  <a:pt x="4346947" y="14555"/>
                </a:lnTo>
                <a:moveTo>
                  <a:pt x="4370201" y="2948"/>
                </a:moveTo>
                <a:lnTo>
                  <a:pt x="4381824" y="2956"/>
                </a:lnTo>
                <a:lnTo>
                  <a:pt x="4381815" y="14579"/>
                </a:lnTo>
                <a:lnTo>
                  <a:pt x="4370193" y="14571"/>
                </a:lnTo>
                <a:moveTo>
                  <a:pt x="4393447" y="2964"/>
                </a:moveTo>
                <a:lnTo>
                  <a:pt x="4405070" y="2972"/>
                </a:lnTo>
                <a:lnTo>
                  <a:pt x="4405061" y="14595"/>
                </a:lnTo>
                <a:lnTo>
                  <a:pt x="4393438" y="14587"/>
                </a:lnTo>
                <a:moveTo>
                  <a:pt x="4416692" y="2980"/>
                </a:moveTo>
                <a:lnTo>
                  <a:pt x="4428315" y="2987"/>
                </a:lnTo>
                <a:lnTo>
                  <a:pt x="4428307" y="14610"/>
                </a:lnTo>
                <a:lnTo>
                  <a:pt x="4416684" y="14602"/>
                </a:lnTo>
                <a:moveTo>
                  <a:pt x="4439938" y="2995"/>
                </a:moveTo>
                <a:lnTo>
                  <a:pt x="4451561" y="3003"/>
                </a:lnTo>
                <a:lnTo>
                  <a:pt x="4451553" y="14626"/>
                </a:lnTo>
                <a:lnTo>
                  <a:pt x="4439930" y="14618"/>
                </a:lnTo>
                <a:moveTo>
                  <a:pt x="4463184" y="3011"/>
                </a:moveTo>
                <a:lnTo>
                  <a:pt x="4474807" y="3019"/>
                </a:lnTo>
                <a:lnTo>
                  <a:pt x="4474798" y="14642"/>
                </a:lnTo>
                <a:lnTo>
                  <a:pt x="4463175" y="14634"/>
                </a:lnTo>
                <a:moveTo>
                  <a:pt x="4486430" y="3027"/>
                </a:moveTo>
                <a:lnTo>
                  <a:pt x="4498052" y="3034"/>
                </a:lnTo>
                <a:lnTo>
                  <a:pt x="4498044" y="14657"/>
                </a:lnTo>
                <a:lnTo>
                  <a:pt x="4486421" y="14649"/>
                </a:lnTo>
                <a:moveTo>
                  <a:pt x="4509675" y="3042"/>
                </a:moveTo>
                <a:lnTo>
                  <a:pt x="4521298" y="3050"/>
                </a:lnTo>
                <a:lnTo>
                  <a:pt x="4521290" y="14673"/>
                </a:lnTo>
                <a:lnTo>
                  <a:pt x="4509667" y="14665"/>
                </a:lnTo>
                <a:moveTo>
                  <a:pt x="4532921" y="3058"/>
                </a:moveTo>
                <a:lnTo>
                  <a:pt x="4544544" y="3066"/>
                </a:lnTo>
                <a:lnTo>
                  <a:pt x="4544535" y="14689"/>
                </a:lnTo>
                <a:lnTo>
                  <a:pt x="4532912" y="14681"/>
                </a:lnTo>
                <a:moveTo>
                  <a:pt x="4556167" y="3074"/>
                </a:moveTo>
                <a:lnTo>
                  <a:pt x="4567790" y="3081"/>
                </a:lnTo>
                <a:lnTo>
                  <a:pt x="4567781" y="14704"/>
                </a:lnTo>
                <a:lnTo>
                  <a:pt x="4556158" y="14697"/>
                </a:lnTo>
                <a:moveTo>
                  <a:pt x="4579412" y="3089"/>
                </a:moveTo>
                <a:lnTo>
                  <a:pt x="4591035" y="3097"/>
                </a:lnTo>
                <a:lnTo>
                  <a:pt x="4591027" y="14720"/>
                </a:lnTo>
                <a:lnTo>
                  <a:pt x="4579404" y="14712"/>
                </a:lnTo>
                <a:moveTo>
                  <a:pt x="4602658" y="3105"/>
                </a:moveTo>
                <a:lnTo>
                  <a:pt x="4614281" y="3113"/>
                </a:lnTo>
                <a:lnTo>
                  <a:pt x="4614272" y="14736"/>
                </a:lnTo>
                <a:lnTo>
                  <a:pt x="4602650" y="14728"/>
                </a:lnTo>
                <a:moveTo>
                  <a:pt x="4625904" y="3121"/>
                </a:moveTo>
                <a:lnTo>
                  <a:pt x="4637527" y="3129"/>
                </a:lnTo>
                <a:lnTo>
                  <a:pt x="4637518" y="14751"/>
                </a:lnTo>
                <a:lnTo>
                  <a:pt x="4625895" y="14744"/>
                </a:lnTo>
                <a:moveTo>
                  <a:pt x="4649150" y="3136"/>
                </a:moveTo>
                <a:lnTo>
                  <a:pt x="4660772" y="3144"/>
                </a:lnTo>
                <a:lnTo>
                  <a:pt x="4660764" y="14767"/>
                </a:lnTo>
                <a:lnTo>
                  <a:pt x="4649141" y="14759"/>
                </a:lnTo>
                <a:moveTo>
                  <a:pt x="4672395" y="3152"/>
                </a:moveTo>
                <a:lnTo>
                  <a:pt x="4684018" y="3160"/>
                </a:lnTo>
                <a:lnTo>
                  <a:pt x="4684010" y="14783"/>
                </a:lnTo>
                <a:lnTo>
                  <a:pt x="4672387" y="14775"/>
                </a:lnTo>
                <a:moveTo>
                  <a:pt x="4695641" y="3168"/>
                </a:moveTo>
                <a:lnTo>
                  <a:pt x="4707264" y="3176"/>
                </a:lnTo>
                <a:lnTo>
                  <a:pt x="4707255" y="14798"/>
                </a:lnTo>
                <a:lnTo>
                  <a:pt x="4695632" y="14791"/>
                </a:lnTo>
                <a:moveTo>
                  <a:pt x="4718887" y="3183"/>
                </a:moveTo>
                <a:lnTo>
                  <a:pt x="4730510" y="3191"/>
                </a:lnTo>
                <a:lnTo>
                  <a:pt x="4730501" y="14814"/>
                </a:lnTo>
                <a:lnTo>
                  <a:pt x="4718878" y="14806"/>
                </a:lnTo>
                <a:moveTo>
                  <a:pt x="4742132" y="3199"/>
                </a:moveTo>
                <a:lnTo>
                  <a:pt x="4753755" y="3207"/>
                </a:lnTo>
                <a:lnTo>
                  <a:pt x="4753747" y="14830"/>
                </a:lnTo>
                <a:lnTo>
                  <a:pt x="4742124" y="14822"/>
                </a:lnTo>
                <a:moveTo>
                  <a:pt x="4765378" y="3215"/>
                </a:moveTo>
                <a:lnTo>
                  <a:pt x="4777001" y="3223"/>
                </a:lnTo>
                <a:lnTo>
                  <a:pt x="4776992" y="14846"/>
                </a:lnTo>
                <a:lnTo>
                  <a:pt x="4765370" y="14838"/>
                </a:lnTo>
                <a:moveTo>
                  <a:pt x="4788624" y="3230"/>
                </a:moveTo>
                <a:lnTo>
                  <a:pt x="4800247" y="3238"/>
                </a:lnTo>
                <a:lnTo>
                  <a:pt x="4800238" y="14861"/>
                </a:lnTo>
                <a:lnTo>
                  <a:pt x="4788615" y="14853"/>
                </a:lnTo>
                <a:moveTo>
                  <a:pt x="4811870" y="3246"/>
                </a:moveTo>
                <a:lnTo>
                  <a:pt x="4823492" y="3254"/>
                </a:lnTo>
                <a:lnTo>
                  <a:pt x="4823484" y="14877"/>
                </a:lnTo>
                <a:lnTo>
                  <a:pt x="4811861" y="14869"/>
                </a:lnTo>
                <a:moveTo>
                  <a:pt x="4835115" y="3262"/>
                </a:moveTo>
                <a:lnTo>
                  <a:pt x="4846738" y="3270"/>
                </a:lnTo>
                <a:lnTo>
                  <a:pt x="4846730" y="14893"/>
                </a:lnTo>
                <a:lnTo>
                  <a:pt x="4835107" y="14885"/>
                </a:lnTo>
                <a:moveTo>
                  <a:pt x="4858361" y="3278"/>
                </a:moveTo>
                <a:lnTo>
                  <a:pt x="4869984" y="3285"/>
                </a:lnTo>
                <a:lnTo>
                  <a:pt x="4869975" y="14908"/>
                </a:lnTo>
                <a:lnTo>
                  <a:pt x="4858352" y="14900"/>
                </a:lnTo>
                <a:moveTo>
                  <a:pt x="4881607" y="3293"/>
                </a:moveTo>
                <a:lnTo>
                  <a:pt x="4893230" y="3301"/>
                </a:lnTo>
                <a:lnTo>
                  <a:pt x="4893221" y="14924"/>
                </a:lnTo>
                <a:lnTo>
                  <a:pt x="4881598" y="14916"/>
                </a:lnTo>
                <a:moveTo>
                  <a:pt x="4904852" y="3309"/>
                </a:moveTo>
                <a:lnTo>
                  <a:pt x="4916475" y="3317"/>
                </a:lnTo>
                <a:lnTo>
                  <a:pt x="4916467" y="14940"/>
                </a:lnTo>
                <a:lnTo>
                  <a:pt x="4904844" y="14932"/>
                </a:lnTo>
                <a:moveTo>
                  <a:pt x="4928098" y="3325"/>
                </a:moveTo>
                <a:lnTo>
                  <a:pt x="4939721" y="3332"/>
                </a:lnTo>
                <a:lnTo>
                  <a:pt x="4939712" y="14955"/>
                </a:lnTo>
                <a:lnTo>
                  <a:pt x="4928090" y="14947"/>
                </a:lnTo>
                <a:moveTo>
                  <a:pt x="4951344" y="3340"/>
                </a:moveTo>
                <a:lnTo>
                  <a:pt x="4962967" y="3348"/>
                </a:lnTo>
                <a:lnTo>
                  <a:pt x="4962958" y="14971"/>
                </a:lnTo>
                <a:lnTo>
                  <a:pt x="4951335" y="14963"/>
                </a:lnTo>
                <a:moveTo>
                  <a:pt x="4974589" y="3356"/>
                </a:moveTo>
                <a:lnTo>
                  <a:pt x="4986212" y="3364"/>
                </a:lnTo>
                <a:lnTo>
                  <a:pt x="4986204" y="14987"/>
                </a:lnTo>
                <a:lnTo>
                  <a:pt x="4974581" y="14979"/>
                </a:lnTo>
                <a:moveTo>
                  <a:pt x="4997835" y="3372"/>
                </a:moveTo>
                <a:lnTo>
                  <a:pt x="5009458" y="3379"/>
                </a:lnTo>
                <a:lnTo>
                  <a:pt x="5009450" y="15002"/>
                </a:lnTo>
                <a:lnTo>
                  <a:pt x="4997827" y="14994"/>
                </a:lnTo>
                <a:moveTo>
                  <a:pt x="5021081" y="3387"/>
                </a:moveTo>
                <a:lnTo>
                  <a:pt x="5032704" y="3395"/>
                </a:lnTo>
                <a:lnTo>
                  <a:pt x="5032695" y="15018"/>
                </a:lnTo>
                <a:lnTo>
                  <a:pt x="5021072" y="15010"/>
                </a:lnTo>
                <a:moveTo>
                  <a:pt x="5044327" y="3403"/>
                </a:moveTo>
                <a:lnTo>
                  <a:pt x="5055949" y="3411"/>
                </a:lnTo>
                <a:lnTo>
                  <a:pt x="5055941" y="15034"/>
                </a:lnTo>
                <a:lnTo>
                  <a:pt x="5044318" y="15026"/>
                </a:lnTo>
                <a:moveTo>
                  <a:pt x="5067572" y="3419"/>
                </a:moveTo>
                <a:lnTo>
                  <a:pt x="5079195" y="3427"/>
                </a:lnTo>
                <a:lnTo>
                  <a:pt x="5079187" y="15049"/>
                </a:lnTo>
                <a:lnTo>
                  <a:pt x="5067564" y="15041"/>
                </a:lnTo>
                <a:moveTo>
                  <a:pt x="5090818" y="3434"/>
                </a:moveTo>
                <a:lnTo>
                  <a:pt x="5102441" y="3442"/>
                </a:lnTo>
                <a:lnTo>
                  <a:pt x="5102432" y="15065"/>
                </a:lnTo>
                <a:lnTo>
                  <a:pt x="5090810" y="15057"/>
                </a:lnTo>
                <a:moveTo>
                  <a:pt x="5114064" y="3450"/>
                </a:moveTo>
                <a:lnTo>
                  <a:pt x="5125687" y="3458"/>
                </a:lnTo>
                <a:lnTo>
                  <a:pt x="5125678" y="15081"/>
                </a:lnTo>
                <a:lnTo>
                  <a:pt x="5114055" y="15073"/>
                </a:lnTo>
                <a:moveTo>
                  <a:pt x="5137309" y="3466"/>
                </a:moveTo>
                <a:lnTo>
                  <a:pt x="5148932" y="3474"/>
                </a:lnTo>
                <a:lnTo>
                  <a:pt x="5148924" y="15096"/>
                </a:lnTo>
                <a:lnTo>
                  <a:pt x="5137301" y="15089"/>
                </a:lnTo>
                <a:moveTo>
                  <a:pt x="5160555" y="3481"/>
                </a:moveTo>
                <a:lnTo>
                  <a:pt x="5172178" y="3489"/>
                </a:lnTo>
                <a:lnTo>
                  <a:pt x="5172170" y="15112"/>
                </a:lnTo>
                <a:lnTo>
                  <a:pt x="5160547" y="15104"/>
                </a:lnTo>
                <a:moveTo>
                  <a:pt x="5183801" y="3497"/>
                </a:moveTo>
                <a:lnTo>
                  <a:pt x="5195424" y="3505"/>
                </a:lnTo>
                <a:lnTo>
                  <a:pt x="5195415" y="15128"/>
                </a:lnTo>
                <a:lnTo>
                  <a:pt x="5183792" y="15120"/>
                </a:lnTo>
                <a:moveTo>
                  <a:pt x="5207047" y="3513"/>
                </a:moveTo>
                <a:lnTo>
                  <a:pt x="5218669" y="3521"/>
                </a:lnTo>
                <a:lnTo>
                  <a:pt x="5218661" y="15143"/>
                </a:lnTo>
                <a:lnTo>
                  <a:pt x="5207038" y="15136"/>
                </a:lnTo>
                <a:moveTo>
                  <a:pt x="5230292" y="3528"/>
                </a:moveTo>
                <a:lnTo>
                  <a:pt x="5241915" y="3536"/>
                </a:lnTo>
                <a:lnTo>
                  <a:pt x="5241907" y="15159"/>
                </a:lnTo>
                <a:lnTo>
                  <a:pt x="5230284" y="15151"/>
                </a:lnTo>
                <a:moveTo>
                  <a:pt x="5253538" y="3544"/>
                </a:moveTo>
                <a:lnTo>
                  <a:pt x="5265161" y="3552"/>
                </a:lnTo>
                <a:lnTo>
                  <a:pt x="5265152" y="15175"/>
                </a:lnTo>
                <a:lnTo>
                  <a:pt x="5253530" y="15167"/>
                </a:lnTo>
                <a:moveTo>
                  <a:pt x="5276784" y="3560"/>
                </a:moveTo>
                <a:lnTo>
                  <a:pt x="5288407" y="3568"/>
                </a:lnTo>
                <a:lnTo>
                  <a:pt x="5288398" y="15190"/>
                </a:lnTo>
                <a:lnTo>
                  <a:pt x="5276775" y="15183"/>
                </a:lnTo>
                <a:moveTo>
                  <a:pt x="5300029" y="3575"/>
                </a:moveTo>
                <a:lnTo>
                  <a:pt x="5311652" y="3583"/>
                </a:lnTo>
                <a:lnTo>
                  <a:pt x="5311644" y="15206"/>
                </a:lnTo>
                <a:lnTo>
                  <a:pt x="5300021" y="15198"/>
                </a:lnTo>
                <a:moveTo>
                  <a:pt x="5323275" y="3591"/>
                </a:moveTo>
                <a:lnTo>
                  <a:pt x="5334898" y="3599"/>
                </a:lnTo>
                <a:lnTo>
                  <a:pt x="5334890" y="15222"/>
                </a:lnTo>
                <a:lnTo>
                  <a:pt x="5323267" y="15214"/>
                </a:lnTo>
                <a:moveTo>
                  <a:pt x="5346521" y="3607"/>
                </a:moveTo>
                <a:lnTo>
                  <a:pt x="5358143" y="3615"/>
                </a:lnTo>
                <a:lnTo>
                  <a:pt x="5358135" y="15238"/>
                </a:lnTo>
                <a:lnTo>
                  <a:pt x="5346512" y="15230"/>
                </a:lnTo>
                <a:moveTo>
                  <a:pt x="5369766" y="3622"/>
                </a:moveTo>
                <a:lnTo>
                  <a:pt x="5381388" y="3630"/>
                </a:lnTo>
                <a:lnTo>
                  <a:pt x="5381380" y="15253"/>
                </a:lnTo>
                <a:lnTo>
                  <a:pt x="5369757" y="15245"/>
                </a:lnTo>
                <a:moveTo>
                  <a:pt x="5393011" y="3638"/>
                </a:moveTo>
                <a:lnTo>
                  <a:pt x="5404634" y="3646"/>
                </a:lnTo>
                <a:lnTo>
                  <a:pt x="5404626" y="15269"/>
                </a:lnTo>
                <a:lnTo>
                  <a:pt x="5393003" y="15261"/>
                </a:lnTo>
                <a:moveTo>
                  <a:pt x="5416257" y="3654"/>
                </a:moveTo>
                <a:lnTo>
                  <a:pt x="5427880" y="3662"/>
                </a:lnTo>
                <a:lnTo>
                  <a:pt x="5427872" y="15285"/>
                </a:lnTo>
                <a:lnTo>
                  <a:pt x="5416249" y="15277"/>
                </a:lnTo>
                <a:moveTo>
                  <a:pt x="5439503" y="3670"/>
                </a:moveTo>
                <a:lnTo>
                  <a:pt x="5451126" y="3677"/>
                </a:lnTo>
                <a:lnTo>
                  <a:pt x="5451117" y="15300"/>
                </a:lnTo>
                <a:lnTo>
                  <a:pt x="5439495" y="15292"/>
                </a:lnTo>
                <a:moveTo>
                  <a:pt x="5462748" y="3685"/>
                </a:moveTo>
                <a:lnTo>
                  <a:pt x="5474371" y="3693"/>
                </a:lnTo>
                <a:lnTo>
                  <a:pt x="5474363" y="15316"/>
                </a:lnTo>
                <a:lnTo>
                  <a:pt x="5462740" y="15308"/>
                </a:lnTo>
                <a:moveTo>
                  <a:pt x="5485994" y="3701"/>
                </a:moveTo>
                <a:lnTo>
                  <a:pt x="5497617" y="3709"/>
                </a:lnTo>
                <a:lnTo>
                  <a:pt x="5497609" y="15332"/>
                </a:lnTo>
                <a:lnTo>
                  <a:pt x="5485986" y="15324"/>
                </a:lnTo>
                <a:moveTo>
                  <a:pt x="5509240" y="3717"/>
                </a:moveTo>
                <a:lnTo>
                  <a:pt x="5520863" y="3724"/>
                </a:lnTo>
                <a:lnTo>
                  <a:pt x="5520855" y="15347"/>
                </a:lnTo>
                <a:lnTo>
                  <a:pt x="5509232" y="15339"/>
                </a:lnTo>
                <a:moveTo>
                  <a:pt x="5532486" y="3732"/>
                </a:moveTo>
                <a:lnTo>
                  <a:pt x="5544108" y="3740"/>
                </a:lnTo>
                <a:lnTo>
                  <a:pt x="5544100" y="15363"/>
                </a:lnTo>
                <a:lnTo>
                  <a:pt x="5532477" y="15355"/>
                </a:lnTo>
                <a:moveTo>
                  <a:pt x="5555731" y="3748"/>
                </a:moveTo>
                <a:lnTo>
                  <a:pt x="5567354" y="3756"/>
                </a:lnTo>
                <a:lnTo>
                  <a:pt x="5567346" y="15379"/>
                </a:lnTo>
                <a:lnTo>
                  <a:pt x="5555723" y="15371"/>
                </a:lnTo>
                <a:moveTo>
                  <a:pt x="5578977" y="3764"/>
                </a:moveTo>
                <a:lnTo>
                  <a:pt x="5590600" y="3772"/>
                </a:lnTo>
                <a:lnTo>
                  <a:pt x="5590592" y="15394"/>
                </a:lnTo>
                <a:lnTo>
                  <a:pt x="5578969" y="15386"/>
                </a:lnTo>
                <a:moveTo>
                  <a:pt x="5602223" y="3779"/>
                </a:moveTo>
                <a:lnTo>
                  <a:pt x="5613845" y="3787"/>
                </a:lnTo>
                <a:lnTo>
                  <a:pt x="5613837" y="15410"/>
                </a:lnTo>
                <a:lnTo>
                  <a:pt x="5602215" y="15402"/>
                </a:lnTo>
                <a:moveTo>
                  <a:pt x="5625468" y="3795"/>
                </a:moveTo>
                <a:lnTo>
                  <a:pt x="5637091" y="3803"/>
                </a:lnTo>
                <a:lnTo>
                  <a:pt x="5637083" y="15426"/>
                </a:lnTo>
                <a:lnTo>
                  <a:pt x="5625460" y="15418"/>
                </a:lnTo>
                <a:moveTo>
                  <a:pt x="5648714" y="3811"/>
                </a:moveTo>
                <a:lnTo>
                  <a:pt x="5660337" y="3819"/>
                </a:lnTo>
                <a:lnTo>
                  <a:pt x="5660329" y="15441"/>
                </a:lnTo>
                <a:lnTo>
                  <a:pt x="5648706" y="15434"/>
                </a:lnTo>
                <a:moveTo>
                  <a:pt x="5671960" y="3826"/>
                </a:moveTo>
                <a:lnTo>
                  <a:pt x="5683583" y="3834"/>
                </a:lnTo>
                <a:lnTo>
                  <a:pt x="5683574" y="15457"/>
                </a:lnTo>
                <a:lnTo>
                  <a:pt x="5671952" y="15449"/>
                </a:lnTo>
                <a:moveTo>
                  <a:pt x="5695205" y="3842"/>
                </a:moveTo>
                <a:lnTo>
                  <a:pt x="5706828" y="3850"/>
                </a:lnTo>
                <a:lnTo>
                  <a:pt x="5706820" y="15473"/>
                </a:lnTo>
                <a:lnTo>
                  <a:pt x="5695197" y="15465"/>
                </a:lnTo>
                <a:moveTo>
                  <a:pt x="5718451" y="3858"/>
                </a:moveTo>
                <a:lnTo>
                  <a:pt x="5730074" y="3866"/>
                </a:lnTo>
                <a:lnTo>
                  <a:pt x="5730066" y="15488"/>
                </a:lnTo>
                <a:lnTo>
                  <a:pt x="5718443" y="15481"/>
                </a:lnTo>
                <a:moveTo>
                  <a:pt x="5741697" y="3873"/>
                </a:moveTo>
                <a:lnTo>
                  <a:pt x="5753320" y="3881"/>
                </a:lnTo>
                <a:lnTo>
                  <a:pt x="5753312" y="15504"/>
                </a:lnTo>
                <a:lnTo>
                  <a:pt x="5741689" y="15496"/>
                </a:lnTo>
                <a:moveTo>
                  <a:pt x="5764943" y="3889"/>
                </a:moveTo>
                <a:lnTo>
                  <a:pt x="5776565" y="3897"/>
                </a:lnTo>
                <a:lnTo>
                  <a:pt x="5776557" y="15520"/>
                </a:lnTo>
                <a:lnTo>
                  <a:pt x="5764934" y="15512"/>
                </a:lnTo>
                <a:moveTo>
                  <a:pt x="5788188" y="3905"/>
                </a:moveTo>
                <a:lnTo>
                  <a:pt x="5799811" y="3913"/>
                </a:lnTo>
                <a:lnTo>
                  <a:pt x="5799803" y="15535"/>
                </a:lnTo>
                <a:lnTo>
                  <a:pt x="5788180" y="15528"/>
                </a:lnTo>
                <a:moveTo>
                  <a:pt x="5811434" y="3921"/>
                </a:moveTo>
                <a:lnTo>
                  <a:pt x="5823057" y="3928"/>
                </a:lnTo>
                <a:lnTo>
                  <a:pt x="5823049" y="15551"/>
                </a:lnTo>
                <a:lnTo>
                  <a:pt x="5811426" y="15543"/>
                </a:lnTo>
                <a:moveTo>
                  <a:pt x="5834680" y="3936"/>
                </a:moveTo>
                <a:lnTo>
                  <a:pt x="5846303" y="3944"/>
                </a:lnTo>
                <a:lnTo>
                  <a:pt x="5846294" y="15567"/>
                </a:lnTo>
                <a:lnTo>
                  <a:pt x="5834672" y="15559"/>
                </a:lnTo>
                <a:moveTo>
                  <a:pt x="5857925" y="3952"/>
                </a:moveTo>
                <a:lnTo>
                  <a:pt x="5869548" y="3960"/>
                </a:lnTo>
                <a:lnTo>
                  <a:pt x="5869540" y="15583"/>
                </a:lnTo>
                <a:lnTo>
                  <a:pt x="5857917" y="15575"/>
                </a:lnTo>
                <a:moveTo>
                  <a:pt x="5881171" y="3967"/>
                </a:moveTo>
                <a:lnTo>
                  <a:pt x="5892794" y="3975"/>
                </a:lnTo>
                <a:lnTo>
                  <a:pt x="5892786" y="15598"/>
                </a:lnTo>
                <a:lnTo>
                  <a:pt x="5881163" y="15590"/>
                </a:lnTo>
                <a:moveTo>
                  <a:pt x="5904417" y="3983"/>
                </a:moveTo>
                <a:lnTo>
                  <a:pt x="5916040" y="3991"/>
                </a:lnTo>
                <a:lnTo>
                  <a:pt x="5916032" y="15614"/>
                </a:lnTo>
                <a:lnTo>
                  <a:pt x="5904409" y="15606"/>
                </a:lnTo>
                <a:moveTo>
                  <a:pt x="5927663" y="3999"/>
                </a:moveTo>
                <a:lnTo>
                  <a:pt x="5939285" y="4007"/>
                </a:lnTo>
                <a:lnTo>
                  <a:pt x="5939277" y="15630"/>
                </a:lnTo>
                <a:lnTo>
                  <a:pt x="5927654" y="15622"/>
                </a:lnTo>
                <a:moveTo>
                  <a:pt x="5950908" y="4015"/>
                </a:moveTo>
                <a:lnTo>
                  <a:pt x="5962531" y="4022"/>
                </a:lnTo>
                <a:lnTo>
                  <a:pt x="5962522" y="15645"/>
                </a:lnTo>
                <a:lnTo>
                  <a:pt x="5950900" y="15637"/>
                </a:lnTo>
                <a:moveTo>
                  <a:pt x="5974154" y="4030"/>
                </a:moveTo>
                <a:lnTo>
                  <a:pt x="5985777" y="4038"/>
                </a:lnTo>
                <a:lnTo>
                  <a:pt x="5985768" y="15661"/>
                </a:lnTo>
                <a:lnTo>
                  <a:pt x="5974145" y="15653"/>
                </a:lnTo>
                <a:moveTo>
                  <a:pt x="5997399" y="4046"/>
                </a:moveTo>
                <a:lnTo>
                  <a:pt x="6009022" y="4054"/>
                </a:lnTo>
                <a:lnTo>
                  <a:pt x="6009013" y="15677"/>
                </a:lnTo>
                <a:lnTo>
                  <a:pt x="5997390" y="15669"/>
                </a:lnTo>
                <a:moveTo>
                  <a:pt x="6020645" y="4062"/>
                </a:moveTo>
                <a:lnTo>
                  <a:pt x="6032268" y="4069"/>
                </a:lnTo>
                <a:lnTo>
                  <a:pt x="6032259" y="15692"/>
                </a:lnTo>
                <a:lnTo>
                  <a:pt x="6020636" y="15684"/>
                </a:lnTo>
                <a:moveTo>
                  <a:pt x="6043891" y="4077"/>
                </a:moveTo>
                <a:lnTo>
                  <a:pt x="6055514" y="4085"/>
                </a:lnTo>
                <a:lnTo>
                  <a:pt x="6055505" y="15708"/>
                </a:lnTo>
                <a:lnTo>
                  <a:pt x="6043882" y="15700"/>
                </a:lnTo>
                <a:moveTo>
                  <a:pt x="6067137" y="4093"/>
                </a:moveTo>
                <a:lnTo>
                  <a:pt x="6078759" y="4101"/>
                </a:lnTo>
                <a:lnTo>
                  <a:pt x="6078750" y="15724"/>
                </a:lnTo>
                <a:lnTo>
                  <a:pt x="6067128" y="15716"/>
                </a:lnTo>
                <a:moveTo>
                  <a:pt x="6090382" y="4109"/>
                </a:moveTo>
                <a:lnTo>
                  <a:pt x="6102005" y="4116"/>
                </a:lnTo>
                <a:lnTo>
                  <a:pt x="6101996" y="15739"/>
                </a:lnTo>
                <a:lnTo>
                  <a:pt x="6090373" y="15732"/>
                </a:lnTo>
                <a:moveTo>
                  <a:pt x="6113628" y="4124"/>
                </a:moveTo>
                <a:lnTo>
                  <a:pt x="6125251" y="4132"/>
                </a:lnTo>
                <a:lnTo>
                  <a:pt x="6125242" y="15755"/>
                </a:lnTo>
                <a:lnTo>
                  <a:pt x="6113619" y="15747"/>
                </a:lnTo>
                <a:moveTo>
                  <a:pt x="6136874" y="4140"/>
                </a:moveTo>
                <a:lnTo>
                  <a:pt x="6148497" y="4148"/>
                </a:lnTo>
                <a:lnTo>
                  <a:pt x="6148488" y="15771"/>
                </a:lnTo>
                <a:lnTo>
                  <a:pt x="6136865" y="15763"/>
                </a:lnTo>
                <a:moveTo>
                  <a:pt x="6160119" y="4156"/>
                </a:moveTo>
                <a:lnTo>
                  <a:pt x="6171742" y="4164"/>
                </a:lnTo>
                <a:lnTo>
                  <a:pt x="6171733" y="15786"/>
                </a:lnTo>
                <a:lnTo>
                  <a:pt x="6160110" y="15778"/>
                </a:lnTo>
                <a:moveTo>
                  <a:pt x="6183365" y="4171"/>
                </a:moveTo>
                <a:lnTo>
                  <a:pt x="6194988" y="4179"/>
                </a:lnTo>
                <a:lnTo>
                  <a:pt x="6194979" y="15802"/>
                </a:lnTo>
                <a:lnTo>
                  <a:pt x="6183356" y="15794"/>
                </a:lnTo>
                <a:moveTo>
                  <a:pt x="6206611" y="4187"/>
                </a:moveTo>
                <a:lnTo>
                  <a:pt x="6218234" y="4195"/>
                </a:lnTo>
                <a:lnTo>
                  <a:pt x="6218225" y="15818"/>
                </a:lnTo>
                <a:lnTo>
                  <a:pt x="6206602" y="15810"/>
                </a:lnTo>
                <a:moveTo>
                  <a:pt x="6229856" y="4203"/>
                </a:moveTo>
                <a:lnTo>
                  <a:pt x="6241479" y="4210"/>
                </a:lnTo>
                <a:lnTo>
                  <a:pt x="6241470" y="15833"/>
                </a:lnTo>
                <a:lnTo>
                  <a:pt x="6229848" y="15826"/>
                </a:lnTo>
                <a:moveTo>
                  <a:pt x="6253102" y="4218"/>
                </a:moveTo>
                <a:lnTo>
                  <a:pt x="6264725" y="4226"/>
                </a:lnTo>
                <a:lnTo>
                  <a:pt x="6264716" y="15849"/>
                </a:lnTo>
                <a:lnTo>
                  <a:pt x="6253093" y="15841"/>
                </a:lnTo>
                <a:moveTo>
                  <a:pt x="6276348" y="4234"/>
                </a:moveTo>
                <a:lnTo>
                  <a:pt x="6287971" y="4242"/>
                </a:lnTo>
                <a:lnTo>
                  <a:pt x="6287962" y="15865"/>
                </a:lnTo>
                <a:lnTo>
                  <a:pt x="6276339" y="15857"/>
                </a:lnTo>
                <a:moveTo>
                  <a:pt x="6299594" y="4250"/>
                </a:moveTo>
                <a:lnTo>
                  <a:pt x="6311216" y="4258"/>
                </a:lnTo>
                <a:lnTo>
                  <a:pt x="6311208" y="15881"/>
                </a:lnTo>
                <a:lnTo>
                  <a:pt x="6299585" y="15873"/>
                </a:lnTo>
                <a:moveTo>
                  <a:pt x="6322839" y="4265"/>
                </a:moveTo>
                <a:lnTo>
                  <a:pt x="6334462" y="4273"/>
                </a:lnTo>
                <a:lnTo>
                  <a:pt x="6334453" y="15896"/>
                </a:lnTo>
                <a:lnTo>
                  <a:pt x="6322830" y="15888"/>
                </a:lnTo>
                <a:moveTo>
                  <a:pt x="6346085" y="4281"/>
                </a:moveTo>
                <a:lnTo>
                  <a:pt x="6357708" y="4289"/>
                </a:lnTo>
                <a:lnTo>
                  <a:pt x="6357699" y="15912"/>
                </a:lnTo>
                <a:lnTo>
                  <a:pt x="6346076" y="15904"/>
                </a:lnTo>
                <a:moveTo>
                  <a:pt x="6369331" y="4297"/>
                </a:moveTo>
                <a:lnTo>
                  <a:pt x="6380954" y="4305"/>
                </a:lnTo>
                <a:lnTo>
                  <a:pt x="6380945" y="15928"/>
                </a:lnTo>
                <a:lnTo>
                  <a:pt x="6369322" y="15920"/>
                </a:lnTo>
                <a:moveTo>
                  <a:pt x="6392576" y="4313"/>
                </a:moveTo>
                <a:lnTo>
                  <a:pt x="6404199" y="4320"/>
                </a:lnTo>
                <a:lnTo>
                  <a:pt x="6404190" y="15943"/>
                </a:lnTo>
                <a:lnTo>
                  <a:pt x="6392568" y="15935"/>
                </a:lnTo>
                <a:moveTo>
                  <a:pt x="6415822" y="4328"/>
                </a:moveTo>
                <a:lnTo>
                  <a:pt x="6427445" y="4336"/>
                </a:lnTo>
                <a:lnTo>
                  <a:pt x="6427436" y="15959"/>
                </a:lnTo>
                <a:lnTo>
                  <a:pt x="6415813" y="15951"/>
                </a:lnTo>
                <a:moveTo>
                  <a:pt x="6439068" y="4344"/>
                </a:moveTo>
                <a:lnTo>
                  <a:pt x="6450691" y="4352"/>
                </a:lnTo>
                <a:lnTo>
                  <a:pt x="6450682" y="15975"/>
                </a:lnTo>
                <a:lnTo>
                  <a:pt x="6439059" y="15967"/>
                </a:lnTo>
                <a:moveTo>
                  <a:pt x="6462314" y="4360"/>
                </a:moveTo>
                <a:lnTo>
                  <a:pt x="6473936" y="4367"/>
                </a:lnTo>
                <a:lnTo>
                  <a:pt x="6473928" y="15990"/>
                </a:lnTo>
                <a:lnTo>
                  <a:pt x="6462305" y="15982"/>
                </a:lnTo>
                <a:moveTo>
                  <a:pt x="6485559" y="4375"/>
                </a:moveTo>
                <a:lnTo>
                  <a:pt x="6497182" y="4383"/>
                </a:lnTo>
                <a:lnTo>
                  <a:pt x="6497173" y="16006"/>
                </a:lnTo>
                <a:lnTo>
                  <a:pt x="6485550" y="15998"/>
                </a:lnTo>
                <a:moveTo>
                  <a:pt x="6508805" y="4391"/>
                </a:moveTo>
                <a:lnTo>
                  <a:pt x="6520428" y="4399"/>
                </a:lnTo>
                <a:lnTo>
                  <a:pt x="6520419" y="16022"/>
                </a:lnTo>
                <a:lnTo>
                  <a:pt x="6508796" y="16014"/>
                </a:lnTo>
                <a:moveTo>
                  <a:pt x="6532051" y="4407"/>
                </a:moveTo>
                <a:lnTo>
                  <a:pt x="6543674" y="4414"/>
                </a:lnTo>
                <a:lnTo>
                  <a:pt x="6543665" y="16037"/>
                </a:lnTo>
                <a:lnTo>
                  <a:pt x="6532042" y="16029"/>
                </a:lnTo>
                <a:moveTo>
                  <a:pt x="6555296" y="4422"/>
                </a:moveTo>
                <a:lnTo>
                  <a:pt x="6566919" y="4430"/>
                </a:lnTo>
                <a:lnTo>
                  <a:pt x="6566910" y="16053"/>
                </a:lnTo>
                <a:lnTo>
                  <a:pt x="6555287" y="16045"/>
                </a:lnTo>
                <a:moveTo>
                  <a:pt x="6578542" y="4438"/>
                </a:moveTo>
                <a:lnTo>
                  <a:pt x="6590165" y="4446"/>
                </a:lnTo>
                <a:lnTo>
                  <a:pt x="6590156" y="16069"/>
                </a:lnTo>
                <a:lnTo>
                  <a:pt x="6578533" y="16061"/>
                </a:lnTo>
                <a:moveTo>
                  <a:pt x="6601788" y="4454"/>
                </a:moveTo>
                <a:lnTo>
                  <a:pt x="6613411" y="4462"/>
                </a:lnTo>
                <a:lnTo>
                  <a:pt x="6613402" y="16084"/>
                </a:lnTo>
                <a:lnTo>
                  <a:pt x="6601779" y="16077"/>
                </a:lnTo>
                <a:moveTo>
                  <a:pt x="6625034" y="4469"/>
                </a:moveTo>
                <a:lnTo>
                  <a:pt x="6636656" y="4477"/>
                </a:lnTo>
                <a:lnTo>
                  <a:pt x="6636647" y="16100"/>
                </a:lnTo>
                <a:lnTo>
                  <a:pt x="6625025" y="16092"/>
                </a:lnTo>
                <a:moveTo>
                  <a:pt x="6648279" y="4485"/>
                </a:moveTo>
                <a:lnTo>
                  <a:pt x="6659902" y="4493"/>
                </a:lnTo>
                <a:lnTo>
                  <a:pt x="6659893" y="16116"/>
                </a:lnTo>
                <a:lnTo>
                  <a:pt x="6648270" y="16108"/>
                </a:lnTo>
                <a:moveTo>
                  <a:pt x="6671525" y="4501"/>
                </a:moveTo>
                <a:lnTo>
                  <a:pt x="6683148" y="4509"/>
                </a:lnTo>
                <a:lnTo>
                  <a:pt x="6683139" y="16131"/>
                </a:lnTo>
                <a:lnTo>
                  <a:pt x="6671516" y="16124"/>
                </a:lnTo>
                <a:moveTo>
                  <a:pt x="6694771" y="4516"/>
                </a:moveTo>
                <a:lnTo>
                  <a:pt x="6706394" y="4524"/>
                </a:lnTo>
                <a:lnTo>
                  <a:pt x="6706385" y="16147"/>
                </a:lnTo>
                <a:lnTo>
                  <a:pt x="6694762" y="16139"/>
                </a:lnTo>
                <a:moveTo>
                  <a:pt x="6718016" y="4532"/>
                </a:moveTo>
                <a:lnTo>
                  <a:pt x="6729639" y="4540"/>
                </a:lnTo>
                <a:lnTo>
                  <a:pt x="6729630" y="16163"/>
                </a:lnTo>
                <a:lnTo>
                  <a:pt x="6718007" y="16155"/>
                </a:lnTo>
                <a:moveTo>
                  <a:pt x="6741262" y="4548"/>
                </a:moveTo>
                <a:lnTo>
                  <a:pt x="6752885" y="4556"/>
                </a:lnTo>
                <a:lnTo>
                  <a:pt x="6752876" y="16178"/>
                </a:lnTo>
                <a:lnTo>
                  <a:pt x="6741253" y="16171"/>
                </a:lnTo>
                <a:moveTo>
                  <a:pt x="6764508" y="4563"/>
                </a:moveTo>
                <a:lnTo>
                  <a:pt x="6776131" y="4571"/>
                </a:lnTo>
                <a:lnTo>
                  <a:pt x="6776122" y="16194"/>
                </a:lnTo>
                <a:lnTo>
                  <a:pt x="6764499" y="16186"/>
                </a:lnTo>
                <a:moveTo>
                  <a:pt x="6787754" y="4579"/>
                </a:moveTo>
                <a:lnTo>
                  <a:pt x="6799376" y="4587"/>
                </a:lnTo>
                <a:lnTo>
                  <a:pt x="6799367" y="16210"/>
                </a:lnTo>
                <a:lnTo>
                  <a:pt x="6787745" y="16202"/>
                </a:lnTo>
                <a:moveTo>
                  <a:pt x="6810999" y="4595"/>
                </a:moveTo>
                <a:lnTo>
                  <a:pt x="6822622" y="4603"/>
                </a:lnTo>
                <a:lnTo>
                  <a:pt x="6822613" y="16226"/>
                </a:lnTo>
                <a:lnTo>
                  <a:pt x="6810990" y="16218"/>
                </a:lnTo>
                <a:moveTo>
                  <a:pt x="6834245" y="4610"/>
                </a:moveTo>
                <a:lnTo>
                  <a:pt x="6845868" y="4618"/>
                </a:lnTo>
                <a:lnTo>
                  <a:pt x="6845859" y="16241"/>
                </a:lnTo>
                <a:lnTo>
                  <a:pt x="6834236" y="16233"/>
                </a:lnTo>
                <a:moveTo>
                  <a:pt x="6857491" y="4626"/>
                </a:moveTo>
                <a:lnTo>
                  <a:pt x="6869114" y="4634"/>
                </a:lnTo>
                <a:lnTo>
                  <a:pt x="6869105" y="16257"/>
                </a:lnTo>
                <a:lnTo>
                  <a:pt x="6857482" y="16249"/>
                </a:lnTo>
                <a:moveTo>
                  <a:pt x="6880736" y="4642"/>
                </a:moveTo>
                <a:lnTo>
                  <a:pt x="6892359" y="4650"/>
                </a:lnTo>
                <a:lnTo>
                  <a:pt x="6892350" y="16273"/>
                </a:lnTo>
                <a:lnTo>
                  <a:pt x="6880727" y="16265"/>
                </a:lnTo>
                <a:moveTo>
                  <a:pt x="6903982" y="4658"/>
                </a:moveTo>
                <a:lnTo>
                  <a:pt x="6915605" y="4665"/>
                </a:lnTo>
                <a:lnTo>
                  <a:pt x="6915596" y="16288"/>
                </a:lnTo>
                <a:lnTo>
                  <a:pt x="6903973" y="16280"/>
                </a:lnTo>
                <a:moveTo>
                  <a:pt x="6927228" y="4673"/>
                </a:moveTo>
                <a:lnTo>
                  <a:pt x="6938851" y="4681"/>
                </a:lnTo>
                <a:lnTo>
                  <a:pt x="6938842" y="16304"/>
                </a:lnTo>
                <a:lnTo>
                  <a:pt x="6927219" y="16296"/>
                </a:lnTo>
                <a:moveTo>
                  <a:pt x="6950474" y="4689"/>
                </a:moveTo>
                <a:lnTo>
                  <a:pt x="6962096" y="4697"/>
                </a:lnTo>
                <a:lnTo>
                  <a:pt x="6962087" y="16320"/>
                </a:lnTo>
                <a:lnTo>
                  <a:pt x="6950465" y="16312"/>
                </a:lnTo>
                <a:moveTo>
                  <a:pt x="6973719" y="4705"/>
                </a:moveTo>
                <a:lnTo>
                  <a:pt x="6985342" y="4712"/>
                </a:lnTo>
                <a:lnTo>
                  <a:pt x="6985333" y="16335"/>
                </a:lnTo>
                <a:lnTo>
                  <a:pt x="6973710" y="16327"/>
                </a:lnTo>
                <a:moveTo>
                  <a:pt x="6996965" y="4720"/>
                </a:moveTo>
                <a:lnTo>
                  <a:pt x="7008588" y="4728"/>
                </a:lnTo>
                <a:lnTo>
                  <a:pt x="7008579" y="16351"/>
                </a:lnTo>
                <a:lnTo>
                  <a:pt x="6996956" y="16343"/>
                </a:lnTo>
                <a:moveTo>
                  <a:pt x="7020211" y="4736"/>
                </a:moveTo>
                <a:lnTo>
                  <a:pt x="7031834" y="4744"/>
                </a:lnTo>
                <a:lnTo>
                  <a:pt x="7031825" y="16367"/>
                </a:lnTo>
                <a:lnTo>
                  <a:pt x="7020202" y="16359"/>
                </a:lnTo>
                <a:moveTo>
                  <a:pt x="7043456" y="4752"/>
                </a:moveTo>
                <a:lnTo>
                  <a:pt x="7055079" y="4759"/>
                </a:lnTo>
                <a:lnTo>
                  <a:pt x="7055070" y="16382"/>
                </a:lnTo>
                <a:lnTo>
                  <a:pt x="7043447" y="16375"/>
                </a:lnTo>
                <a:moveTo>
                  <a:pt x="7066702" y="4767"/>
                </a:moveTo>
                <a:lnTo>
                  <a:pt x="7078325" y="4775"/>
                </a:lnTo>
                <a:lnTo>
                  <a:pt x="7078316" y="16398"/>
                </a:lnTo>
                <a:lnTo>
                  <a:pt x="7066693" y="16390"/>
                </a:lnTo>
                <a:moveTo>
                  <a:pt x="7089948" y="4783"/>
                </a:moveTo>
                <a:lnTo>
                  <a:pt x="7101571" y="4791"/>
                </a:lnTo>
                <a:lnTo>
                  <a:pt x="7101562" y="16414"/>
                </a:lnTo>
                <a:lnTo>
                  <a:pt x="7089939" y="16406"/>
                </a:lnTo>
                <a:moveTo>
                  <a:pt x="7113194" y="4799"/>
                </a:moveTo>
                <a:lnTo>
                  <a:pt x="7124816" y="4807"/>
                </a:lnTo>
                <a:lnTo>
                  <a:pt x="7124807" y="16429"/>
                </a:lnTo>
                <a:lnTo>
                  <a:pt x="7113185" y="16421"/>
                </a:lnTo>
                <a:moveTo>
                  <a:pt x="7136439" y="4814"/>
                </a:moveTo>
                <a:lnTo>
                  <a:pt x="7148062" y="4822"/>
                </a:lnTo>
                <a:lnTo>
                  <a:pt x="7148053" y="16445"/>
                </a:lnTo>
                <a:lnTo>
                  <a:pt x="7136430" y="16437"/>
                </a:lnTo>
                <a:moveTo>
                  <a:pt x="7159685" y="4830"/>
                </a:moveTo>
                <a:lnTo>
                  <a:pt x="7171308" y="4838"/>
                </a:lnTo>
                <a:lnTo>
                  <a:pt x="7171299" y="16461"/>
                </a:lnTo>
                <a:lnTo>
                  <a:pt x="7159676" y="16453"/>
                </a:lnTo>
                <a:moveTo>
                  <a:pt x="7182931" y="4846"/>
                </a:moveTo>
                <a:lnTo>
                  <a:pt x="7194554" y="4854"/>
                </a:lnTo>
                <a:lnTo>
                  <a:pt x="7194545" y="16476"/>
                </a:lnTo>
                <a:lnTo>
                  <a:pt x="7182922" y="16469"/>
                </a:lnTo>
                <a:moveTo>
                  <a:pt x="7206176" y="4861"/>
                </a:moveTo>
                <a:lnTo>
                  <a:pt x="7217799" y="4869"/>
                </a:lnTo>
                <a:lnTo>
                  <a:pt x="7217790" y="16492"/>
                </a:lnTo>
                <a:lnTo>
                  <a:pt x="7206167" y="16484"/>
                </a:lnTo>
                <a:moveTo>
                  <a:pt x="7229422" y="4877"/>
                </a:moveTo>
                <a:lnTo>
                  <a:pt x="7241045" y="4885"/>
                </a:lnTo>
                <a:lnTo>
                  <a:pt x="7241036" y="16508"/>
                </a:lnTo>
                <a:lnTo>
                  <a:pt x="7229413" y="16500"/>
                </a:lnTo>
                <a:moveTo>
                  <a:pt x="7252668" y="4893"/>
                </a:moveTo>
                <a:lnTo>
                  <a:pt x="7264291" y="4901"/>
                </a:lnTo>
                <a:lnTo>
                  <a:pt x="7264282" y="16524"/>
                </a:lnTo>
                <a:lnTo>
                  <a:pt x="7252659" y="16516"/>
                </a:lnTo>
                <a:moveTo>
                  <a:pt x="7275913" y="4908"/>
                </a:moveTo>
                <a:lnTo>
                  <a:pt x="7287536" y="4916"/>
                </a:lnTo>
                <a:lnTo>
                  <a:pt x="7287527" y="16539"/>
                </a:lnTo>
                <a:lnTo>
                  <a:pt x="7275905" y="16531"/>
                </a:lnTo>
                <a:moveTo>
                  <a:pt x="7299159" y="4924"/>
                </a:moveTo>
                <a:lnTo>
                  <a:pt x="7310782" y="4932"/>
                </a:lnTo>
                <a:lnTo>
                  <a:pt x="7310773" y="16555"/>
                </a:lnTo>
                <a:lnTo>
                  <a:pt x="7299150" y="16547"/>
                </a:lnTo>
                <a:moveTo>
                  <a:pt x="7322405" y="4940"/>
                </a:moveTo>
                <a:lnTo>
                  <a:pt x="7334028" y="4948"/>
                </a:lnTo>
                <a:lnTo>
                  <a:pt x="7334019" y="16570"/>
                </a:lnTo>
                <a:lnTo>
                  <a:pt x="7322396" y="16563"/>
                </a:lnTo>
                <a:moveTo>
                  <a:pt x="7345651" y="4956"/>
                </a:moveTo>
                <a:lnTo>
                  <a:pt x="7357273" y="4963"/>
                </a:lnTo>
                <a:lnTo>
                  <a:pt x="7357265" y="16586"/>
                </a:lnTo>
                <a:lnTo>
                  <a:pt x="7345642" y="16578"/>
                </a:lnTo>
                <a:moveTo>
                  <a:pt x="7368896" y="4971"/>
                </a:moveTo>
                <a:lnTo>
                  <a:pt x="7380519" y="4979"/>
                </a:lnTo>
                <a:lnTo>
                  <a:pt x="7380510" y="16602"/>
                </a:lnTo>
                <a:lnTo>
                  <a:pt x="7368887" y="16594"/>
                </a:lnTo>
                <a:moveTo>
                  <a:pt x="7392142" y="4987"/>
                </a:moveTo>
                <a:lnTo>
                  <a:pt x="7403765" y="4995"/>
                </a:lnTo>
                <a:lnTo>
                  <a:pt x="7403756" y="16618"/>
                </a:lnTo>
                <a:lnTo>
                  <a:pt x="7392133" y="16610"/>
                </a:lnTo>
                <a:moveTo>
                  <a:pt x="7415388" y="5002"/>
                </a:moveTo>
                <a:lnTo>
                  <a:pt x="7427011" y="5010"/>
                </a:lnTo>
                <a:lnTo>
                  <a:pt x="7427002" y="16633"/>
                </a:lnTo>
                <a:lnTo>
                  <a:pt x="7415379" y="16625"/>
                </a:lnTo>
                <a:moveTo>
                  <a:pt x="7438633" y="5018"/>
                </a:moveTo>
                <a:lnTo>
                  <a:pt x="7450256" y="5026"/>
                </a:lnTo>
                <a:lnTo>
                  <a:pt x="7450247" y="16649"/>
                </a:lnTo>
                <a:lnTo>
                  <a:pt x="7438625" y="16641"/>
                </a:lnTo>
                <a:moveTo>
                  <a:pt x="7461879" y="5034"/>
                </a:moveTo>
                <a:lnTo>
                  <a:pt x="7473502" y="5042"/>
                </a:lnTo>
                <a:lnTo>
                  <a:pt x="7473493" y="16665"/>
                </a:lnTo>
                <a:lnTo>
                  <a:pt x="7461870" y="16657"/>
                </a:lnTo>
                <a:moveTo>
                  <a:pt x="7485125" y="5050"/>
                </a:moveTo>
                <a:lnTo>
                  <a:pt x="7496748" y="5057"/>
                </a:lnTo>
                <a:lnTo>
                  <a:pt x="7496739" y="16680"/>
                </a:lnTo>
                <a:lnTo>
                  <a:pt x="7485116" y="16672"/>
                </a:lnTo>
                <a:moveTo>
                  <a:pt x="7508371" y="5065"/>
                </a:moveTo>
                <a:lnTo>
                  <a:pt x="7519993" y="5073"/>
                </a:lnTo>
                <a:lnTo>
                  <a:pt x="7519985" y="16696"/>
                </a:lnTo>
                <a:lnTo>
                  <a:pt x="7508362" y="16688"/>
                </a:lnTo>
                <a:moveTo>
                  <a:pt x="7531616" y="5081"/>
                </a:moveTo>
                <a:lnTo>
                  <a:pt x="7543239" y="5089"/>
                </a:lnTo>
                <a:lnTo>
                  <a:pt x="7543230" y="16712"/>
                </a:lnTo>
                <a:lnTo>
                  <a:pt x="7531607" y="16704"/>
                </a:lnTo>
                <a:moveTo>
                  <a:pt x="7554862" y="5097"/>
                </a:moveTo>
                <a:lnTo>
                  <a:pt x="7566485" y="5105"/>
                </a:lnTo>
                <a:lnTo>
                  <a:pt x="7566476" y="16727"/>
                </a:lnTo>
                <a:lnTo>
                  <a:pt x="7554853" y="16719"/>
                </a:lnTo>
                <a:moveTo>
                  <a:pt x="7578108" y="5112"/>
                </a:moveTo>
                <a:lnTo>
                  <a:pt x="7589731" y="5120"/>
                </a:lnTo>
                <a:lnTo>
                  <a:pt x="7589722" y="16743"/>
                </a:lnTo>
                <a:lnTo>
                  <a:pt x="7578099" y="16735"/>
                </a:lnTo>
                <a:moveTo>
                  <a:pt x="7601353" y="5128"/>
                </a:moveTo>
                <a:lnTo>
                  <a:pt x="7612976" y="5136"/>
                </a:lnTo>
                <a:lnTo>
                  <a:pt x="7612967" y="16759"/>
                </a:lnTo>
                <a:lnTo>
                  <a:pt x="7601344" y="16751"/>
                </a:lnTo>
                <a:moveTo>
                  <a:pt x="7624599" y="5144"/>
                </a:moveTo>
                <a:lnTo>
                  <a:pt x="7636222" y="5151"/>
                </a:lnTo>
                <a:lnTo>
                  <a:pt x="7636213" y="16774"/>
                </a:lnTo>
                <a:lnTo>
                  <a:pt x="7624590" y="16767"/>
                </a:lnTo>
                <a:moveTo>
                  <a:pt x="7647845" y="5159"/>
                </a:moveTo>
                <a:lnTo>
                  <a:pt x="7659468" y="5167"/>
                </a:lnTo>
                <a:lnTo>
                  <a:pt x="7659459" y="16790"/>
                </a:lnTo>
                <a:lnTo>
                  <a:pt x="7647836" y="16782"/>
                </a:lnTo>
                <a:moveTo>
                  <a:pt x="7671091" y="5175"/>
                </a:moveTo>
                <a:lnTo>
                  <a:pt x="7682713" y="5183"/>
                </a:lnTo>
                <a:lnTo>
                  <a:pt x="7682704" y="16806"/>
                </a:lnTo>
                <a:lnTo>
                  <a:pt x="7671082" y="16798"/>
                </a:lnTo>
                <a:moveTo>
                  <a:pt x="7694336" y="5191"/>
                </a:moveTo>
                <a:lnTo>
                  <a:pt x="7705959" y="5199"/>
                </a:lnTo>
                <a:lnTo>
                  <a:pt x="7705950" y="16821"/>
                </a:lnTo>
                <a:lnTo>
                  <a:pt x="7694327" y="16814"/>
                </a:lnTo>
                <a:moveTo>
                  <a:pt x="7717582" y="5206"/>
                </a:moveTo>
                <a:lnTo>
                  <a:pt x="7729205" y="5214"/>
                </a:lnTo>
                <a:lnTo>
                  <a:pt x="7729196" y="16837"/>
                </a:lnTo>
                <a:lnTo>
                  <a:pt x="7717573" y="16829"/>
                </a:lnTo>
                <a:moveTo>
                  <a:pt x="7740828" y="5222"/>
                </a:moveTo>
                <a:lnTo>
                  <a:pt x="7752451" y="5230"/>
                </a:lnTo>
                <a:lnTo>
                  <a:pt x="7752442" y="16853"/>
                </a:lnTo>
                <a:lnTo>
                  <a:pt x="7740819" y="16845"/>
                </a:lnTo>
                <a:moveTo>
                  <a:pt x="7764073" y="5238"/>
                </a:moveTo>
                <a:lnTo>
                  <a:pt x="7775696" y="5246"/>
                </a:lnTo>
                <a:lnTo>
                  <a:pt x="7775687" y="16868"/>
                </a:lnTo>
                <a:lnTo>
                  <a:pt x="7764064" y="16861"/>
                </a:lnTo>
                <a:moveTo>
                  <a:pt x="7787319" y="5253"/>
                </a:moveTo>
                <a:lnTo>
                  <a:pt x="7798942" y="5261"/>
                </a:lnTo>
                <a:lnTo>
                  <a:pt x="7798933" y="16884"/>
                </a:lnTo>
                <a:lnTo>
                  <a:pt x="7787310" y="16876"/>
                </a:lnTo>
                <a:moveTo>
                  <a:pt x="7810565" y="5269"/>
                </a:moveTo>
                <a:lnTo>
                  <a:pt x="7822188" y="5277"/>
                </a:lnTo>
                <a:lnTo>
                  <a:pt x="7822179" y="16900"/>
                </a:lnTo>
                <a:lnTo>
                  <a:pt x="7810556" y="16892"/>
                </a:lnTo>
                <a:moveTo>
                  <a:pt x="7833811" y="5285"/>
                </a:moveTo>
                <a:lnTo>
                  <a:pt x="7845433" y="5293"/>
                </a:lnTo>
                <a:lnTo>
                  <a:pt x="7845424" y="16916"/>
                </a:lnTo>
                <a:lnTo>
                  <a:pt x="7833802" y="16908"/>
                </a:lnTo>
                <a:moveTo>
                  <a:pt x="7857056" y="5300"/>
                </a:moveTo>
                <a:lnTo>
                  <a:pt x="7868679" y="5308"/>
                </a:lnTo>
                <a:lnTo>
                  <a:pt x="7868670" y="16931"/>
                </a:lnTo>
                <a:lnTo>
                  <a:pt x="7857047" y="16923"/>
                </a:lnTo>
                <a:moveTo>
                  <a:pt x="7880302" y="5316"/>
                </a:moveTo>
                <a:lnTo>
                  <a:pt x="7891925" y="5324"/>
                </a:lnTo>
                <a:lnTo>
                  <a:pt x="7891916" y="16947"/>
                </a:lnTo>
                <a:lnTo>
                  <a:pt x="7880293" y="16939"/>
                </a:lnTo>
                <a:moveTo>
                  <a:pt x="7903548" y="5332"/>
                </a:moveTo>
                <a:lnTo>
                  <a:pt x="7915171" y="5340"/>
                </a:lnTo>
                <a:lnTo>
                  <a:pt x="7915162" y="16963"/>
                </a:lnTo>
                <a:lnTo>
                  <a:pt x="7903539" y="16955"/>
                </a:lnTo>
                <a:moveTo>
                  <a:pt x="7926793" y="5348"/>
                </a:moveTo>
                <a:lnTo>
                  <a:pt x="7938416" y="5355"/>
                </a:lnTo>
                <a:lnTo>
                  <a:pt x="7938407" y="16978"/>
                </a:lnTo>
                <a:lnTo>
                  <a:pt x="7926784" y="16970"/>
                </a:lnTo>
                <a:moveTo>
                  <a:pt x="7950039" y="5363"/>
                </a:moveTo>
                <a:lnTo>
                  <a:pt x="7961662" y="5371"/>
                </a:lnTo>
                <a:lnTo>
                  <a:pt x="7961653" y="16994"/>
                </a:lnTo>
                <a:lnTo>
                  <a:pt x="7950030" y="16986"/>
                </a:lnTo>
                <a:moveTo>
                  <a:pt x="7973285" y="5379"/>
                </a:moveTo>
                <a:lnTo>
                  <a:pt x="7984908" y="5387"/>
                </a:lnTo>
                <a:lnTo>
                  <a:pt x="7984899" y="17010"/>
                </a:lnTo>
                <a:lnTo>
                  <a:pt x="7973276" y="17002"/>
                </a:lnTo>
                <a:moveTo>
                  <a:pt x="7996531" y="5395"/>
                </a:moveTo>
                <a:lnTo>
                  <a:pt x="8008153" y="5402"/>
                </a:lnTo>
                <a:lnTo>
                  <a:pt x="8008144" y="17025"/>
                </a:lnTo>
                <a:lnTo>
                  <a:pt x="7996522" y="17017"/>
                </a:lnTo>
                <a:moveTo>
                  <a:pt x="8019776" y="5410"/>
                </a:moveTo>
                <a:lnTo>
                  <a:pt x="8031399" y="5418"/>
                </a:lnTo>
                <a:lnTo>
                  <a:pt x="8031390" y="17041"/>
                </a:lnTo>
                <a:lnTo>
                  <a:pt x="8019767" y="17033"/>
                </a:lnTo>
                <a:moveTo>
                  <a:pt x="8043022" y="5426"/>
                </a:moveTo>
                <a:lnTo>
                  <a:pt x="8054645" y="5434"/>
                </a:lnTo>
                <a:lnTo>
                  <a:pt x="8054636" y="17057"/>
                </a:lnTo>
                <a:lnTo>
                  <a:pt x="8043013" y="17049"/>
                </a:lnTo>
                <a:moveTo>
                  <a:pt x="8066268" y="5442"/>
                </a:moveTo>
                <a:lnTo>
                  <a:pt x="8077891" y="5449"/>
                </a:lnTo>
                <a:lnTo>
                  <a:pt x="8077882" y="17072"/>
                </a:lnTo>
                <a:lnTo>
                  <a:pt x="8066259" y="17064"/>
                </a:lnTo>
                <a:moveTo>
                  <a:pt x="8089513" y="5457"/>
                </a:moveTo>
                <a:lnTo>
                  <a:pt x="8101136" y="5465"/>
                </a:lnTo>
                <a:lnTo>
                  <a:pt x="8101127" y="17088"/>
                </a:lnTo>
                <a:lnTo>
                  <a:pt x="8089504" y="17080"/>
                </a:lnTo>
                <a:moveTo>
                  <a:pt x="8112759" y="5473"/>
                </a:moveTo>
                <a:lnTo>
                  <a:pt x="8124382" y="5481"/>
                </a:lnTo>
                <a:lnTo>
                  <a:pt x="8124373" y="17104"/>
                </a:lnTo>
                <a:lnTo>
                  <a:pt x="8112750" y="17096"/>
                </a:lnTo>
                <a:moveTo>
                  <a:pt x="8136005" y="5489"/>
                </a:moveTo>
                <a:lnTo>
                  <a:pt x="8147628" y="5497"/>
                </a:lnTo>
                <a:lnTo>
                  <a:pt x="8147619" y="17119"/>
                </a:lnTo>
                <a:lnTo>
                  <a:pt x="8135996" y="17112"/>
                </a:lnTo>
                <a:moveTo>
                  <a:pt x="8159251" y="5504"/>
                </a:moveTo>
                <a:lnTo>
                  <a:pt x="8170873" y="5512"/>
                </a:lnTo>
                <a:lnTo>
                  <a:pt x="8170864" y="17135"/>
                </a:lnTo>
                <a:lnTo>
                  <a:pt x="8159242" y="17127"/>
                </a:lnTo>
                <a:moveTo>
                  <a:pt x="8182496" y="5520"/>
                </a:moveTo>
                <a:lnTo>
                  <a:pt x="8194119" y="5528"/>
                </a:lnTo>
                <a:lnTo>
                  <a:pt x="8194110" y="17151"/>
                </a:lnTo>
                <a:lnTo>
                  <a:pt x="8182487" y="17143"/>
                </a:lnTo>
                <a:moveTo>
                  <a:pt x="8205742" y="5536"/>
                </a:moveTo>
                <a:lnTo>
                  <a:pt x="8217365" y="5544"/>
                </a:lnTo>
                <a:lnTo>
                  <a:pt x="8217356" y="17166"/>
                </a:lnTo>
                <a:lnTo>
                  <a:pt x="8205733" y="17159"/>
                </a:lnTo>
                <a:moveTo>
                  <a:pt x="8228988" y="5551"/>
                </a:moveTo>
                <a:lnTo>
                  <a:pt x="8240611" y="5559"/>
                </a:lnTo>
                <a:lnTo>
                  <a:pt x="8240602" y="17182"/>
                </a:lnTo>
                <a:lnTo>
                  <a:pt x="8228979" y="17174"/>
                </a:lnTo>
                <a:moveTo>
                  <a:pt x="8252233" y="5567"/>
                </a:moveTo>
                <a:lnTo>
                  <a:pt x="8263856" y="5575"/>
                </a:lnTo>
                <a:lnTo>
                  <a:pt x="8263847" y="17198"/>
                </a:lnTo>
                <a:lnTo>
                  <a:pt x="8252224" y="17190"/>
                </a:lnTo>
                <a:moveTo>
                  <a:pt x="8275479" y="5583"/>
                </a:moveTo>
                <a:lnTo>
                  <a:pt x="8287102" y="5591"/>
                </a:lnTo>
                <a:lnTo>
                  <a:pt x="8287093" y="17213"/>
                </a:lnTo>
                <a:lnTo>
                  <a:pt x="8275470" y="17206"/>
                </a:lnTo>
                <a:moveTo>
                  <a:pt x="8298725" y="5598"/>
                </a:moveTo>
                <a:lnTo>
                  <a:pt x="8310348" y="5606"/>
                </a:lnTo>
                <a:lnTo>
                  <a:pt x="8310339" y="17229"/>
                </a:lnTo>
                <a:lnTo>
                  <a:pt x="8298716" y="17221"/>
                </a:lnTo>
                <a:moveTo>
                  <a:pt x="8321970" y="5614"/>
                </a:moveTo>
                <a:lnTo>
                  <a:pt x="8333593" y="5622"/>
                </a:lnTo>
                <a:lnTo>
                  <a:pt x="8333584" y="17245"/>
                </a:lnTo>
                <a:lnTo>
                  <a:pt x="8321962" y="17237"/>
                </a:lnTo>
                <a:moveTo>
                  <a:pt x="8345216" y="5630"/>
                </a:moveTo>
                <a:lnTo>
                  <a:pt x="8356839" y="5638"/>
                </a:lnTo>
                <a:lnTo>
                  <a:pt x="8356830" y="17261"/>
                </a:lnTo>
                <a:lnTo>
                  <a:pt x="8345207" y="17253"/>
                </a:lnTo>
                <a:moveTo>
                  <a:pt x="8368462" y="5645"/>
                </a:moveTo>
                <a:lnTo>
                  <a:pt x="8380085" y="5653"/>
                </a:lnTo>
                <a:lnTo>
                  <a:pt x="8380076" y="17276"/>
                </a:lnTo>
                <a:lnTo>
                  <a:pt x="8368453" y="17268"/>
                </a:lnTo>
                <a:moveTo>
                  <a:pt x="8391708" y="5661"/>
                </a:moveTo>
                <a:lnTo>
                  <a:pt x="8403330" y="5669"/>
                </a:lnTo>
                <a:lnTo>
                  <a:pt x="8403322" y="17292"/>
                </a:lnTo>
                <a:lnTo>
                  <a:pt x="8391699" y="17284"/>
                </a:lnTo>
                <a:moveTo>
                  <a:pt x="8414953" y="5677"/>
                </a:moveTo>
                <a:lnTo>
                  <a:pt x="8426576" y="5685"/>
                </a:lnTo>
                <a:lnTo>
                  <a:pt x="8426567" y="17308"/>
                </a:lnTo>
                <a:lnTo>
                  <a:pt x="8414944" y="17300"/>
                </a:lnTo>
                <a:moveTo>
                  <a:pt x="8438199" y="5693"/>
                </a:moveTo>
                <a:lnTo>
                  <a:pt x="8449822" y="5700"/>
                </a:lnTo>
                <a:lnTo>
                  <a:pt x="8449813" y="17323"/>
                </a:lnTo>
                <a:lnTo>
                  <a:pt x="8438190" y="17315"/>
                </a:lnTo>
                <a:moveTo>
                  <a:pt x="8461445" y="5708"/>
                </a:moveTo>
                <a:lnTo>
                  <a:pt x="8473068" y="5716"/>
                </a:lnTo>
                <a:lnTo>
                  <a:pt x="8473059" y="17339"/>
                </a:lnTo>
                <a:lnTo>
                  <a:pt x="8461436" y="17331"/>
                </a:lnTo>
                <a:moveTo>
                  <a:pt x="8484690" y="5724"/>
                </a:moveTo>
                <a:lnTo>
                  <a:pt x="8496313" y="5732"/>
                </a:lnTo>
                <a:lnTo>
                  <a:pt x="8496304" y="17355"/>
                </a:lnTo>
                <a:lnTo>
                  <a:pt x="8484682" y="17347"/>
                </a:lnTo>
                <a:moveTo>
                  <a:pt x="8507936" y="5740"/>
                </a:moveTo>
                <a:lnTo>
                  <a:pt x="8519559" y="5747"/>
                </a:lnTo>
                <a:lnTo>
                  <a:pt x="8519550" y="17370"/>
                </a:lnTo>
                <a:lnTo>
                  <a:pt x="8507927" y="17362"/>
                </a:lnTo>
                <a:moveTo>
                  <a:pt x="8531182" y="5755"/>
                </a:moveTo>
                <a:lnTo>
                  <a:pt x="8542805" y="5763"/>
                </a:lnTo>
                <a:lnTo>
                  <a:pt x="8542796" y="17386"/>
                </a:lnTo>
                <a:lnTo>
                  <a:pt x="8531173" y="17378"/>
                </a:lnTo>
                <a:moveTo>
                  <a:pt x="8554428" y="5771"/>
                </a:moveTo>
                <a:lnTo>
                  <a:pt x="8566050" y="5779"/>
                </a:lnTo>
                <a:lnTo>
                  <a:pt x="8566042" y="17402"/>
                </a:lnTo>
                <a:lnTo>
                  <a:pt x="8554419" y="17394"/>
                </a:lnTo>
                <a:moveTo>
                  <a:pt x="8577673" y="5787"/>
                </a:moveTo>
                <a:lnTo>
                  <a:pt x="8589296" y="5794"/>
                </a:lnTo>
                <a:lnTo>
                  <a:pt x="8589287" y="17417"/>
                </a:lnTo>
                <a:lnTo>
                  <a:pt x="8577664" y="17410"/>
                </a:lnTo>
                <a:moveTo>
                  <a:pt x="8600919" y="5802"/>
                </a:moveTo>
                <a:lnTo>
                  <a:pt x="8612542" y="5810"/>
                </a:lnTo>
                <a:lnTo>
                  <a:pt x="8612533" y="17433"/>
                </a:lnTo>
                <a:lnTo>
                  <a:pt x="8600910" y="17425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5ECC4-8E74-4E95-910C-2C18A5CE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978021"/>
            <a:ext cx="8612536" cy="11623"/>
          </a:xfrm>
          <a:custGeom xmlns:a="http://schemas.openxmlformats.org/drawingml/2006/main">
            <a:pathLst>
              <a:path w="8612536" h="11623">
                <a:moveTo>
                  <a:pt x="0" y="0"/>
                </a:moveTo>
                <a:lnTo>
                  <a:pt x="11623" y="0"/>
                </a:lnTo>
                <a:lnTo>
                  <a:pt x="11623" y="11623"/>
                </a:lnTo>
                <a:lnTo>
                  <a:pt x="0" y="11623"/>
                </a:lnTo>
                <a:moveTo>
                  <a:pt x="23246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23246" y="11623"/>
                </a:lnTo>
                <a:moveTo>
                  <a:pt x="46491" y="0"/>
                </a:moveTo>
                <a:lnTo>
                  <a:pt x="58114" y="0"/>
                </a:lnTo>
                <a:lnTo>
                  <a:pt x="58114" y="11623"/>
                </a:lnTo>
                <a:lnTo>
                  <a:pt x="46491" y="11623"/>
                </a:lnTo>
                <a:moveTo>
                  <a:pt x="69737" y="0"/>
                </a:moveTo>
                <a:lnTo>
                  <a:pt x="81360" y="0"/>
                </a:lnTo>
                <a:lnTo>
                  <a:pt x="81360" y="11623"/>
                </a:lnTo>
                <a:lnTo>
                  <a:pt x="69737" y="11623"/>
                </a:lnTo>
                <a:moveTo>
                  <a:pt x="92983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92983" y="11623"/>
                </a:lnTo>
                <a:moveTo>
                  <a:pt x="116229" y="0"/>
                </a:moveTo>
                <a:lnTo>
                  <a:pt x="127851" y="0"/>
                </a:lnTo>
                <a:lnTo>
                  <a:pt x="127851" y="11623"/>
                </a:lnTo>
                <a:lnTo>
                  <a:pt x="116229" y="11623"/>
                </a:lnTo>
                <a:moveTo>
                  <a:pt x="139474" y="0"/>
                </a:moveTo>
                <a:lnTo>
                  <a:pt x="151097" y="0"/>
                </a:lnTo>
                <a:lnTo>
                  <a:pt x="151097" y="11623"/>
                </a:lnTo>
                <a:lnTo>
                  <a:pt x="139474" y="11623"/>
                </a:lnTo>
                <a:moveTo>
                  <a:pt x="162720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62720" y="11623"/>
                </a:lnTo>
                <a:moveTo>
                  <a:pt x="185966" y="0"/>
                </a:moveTo>
                <a:lnTo>
                  <a:pt x="197589" y="0"/>
                </a:lnTo>
                <a:lnTo>
                  <a:pt x="197589" y="11623"/>
                </a:lnTo>
                <a:lnTo>
                  <a:pt x="185966" y="11623"/>
                </a:lnTo>
                <a:moveTo>
                  <a:pt x="209211" y="0"/>
                </a:moveTo>
                <a:lnTo>
                  <a:pt x="220834" y="0"/>
                </a:lnTo>
                <a:lnTo>
                  <a:pt x="220834" y="11623"/>
                </a:lnTo>
                <a:lnTo>
                  <a:pt x="209211" y="11623"/>
                </a:lnTo>
                <a:moveTo>
                  <a:pt x="232457" y="0"/>
                </a:moveTo>
                <a:lnTo>
                  <a:pt x="244080" y="0"/>
                </a:lnTo>
                <a:lnTo>
                  <a:pt x="244080" y="11623"/>
                </a:lnTo>
                <a:lnTo>
                  <a:pt x="232457" y="11623"/>
                </a:lnTo>
                <a:moveTo>
                  <a:pt x="255703" y="0"/>
                </a:moveTo>
                <a:lnTo>
                  <a:pt x="267326" y="0"/>
                </a:lnTo>
                <a:lnTo>
                  <a:pt x="267326" y="11623"/>
                </a:lnTo>
                <a:lnTo>
                  <a:pt x="255703" y="11623"/>
                </a:lnTo>
                <a:moveTo>
                  <a:pt x="278949" y="0"/>
                </a:moveTo>
                <a:lnTo>
                  <a:pt x="290571" y="0"/>
                </a:lnTo>
                <a:lnTo>
                  <a:pt x="290571" y="11623"/>
                </a:lnTo>
                <a:lnTo>
                  <a:pt x="278949" y="11623"/>
                </a:lnTo>
                <a:moveTo>
                  <a:pt x="302194" y="0"/>
                </a:moveTo>
                <a:lnTo>
                  <a:pt x="313817" y="0"/>
                </a:lnTo>
                <a:lnTo>
                  <a:pt x="313817" y="11623"/>
                </a:lnTo>
                <a:lnTo>
                  <a:pt x="302194" y="11623"/>
                </a:lnTo>
                <a:moveTo>
                  <a:pt x="325440" y="0"/>
                </a:moveTo>
                <a:lnTo>
                  <a:pt x="337063" y="0"/>
                </a:lnTo>
                <a:lnTo>
                  <a:pt x="337063" y="11623"/>
                </a:lnTo>
                <a:lnTo>
                  <a:pt x="325440" y="11623"/>
                </a:lnTo>
                <a:moveTo>
                  <a:pt x="348686" y="0"/>
                </a:moveTo>
                <a:lnTo>
                  <a:pt x="360309" y="0"/>
                </a:lnTo>
                <a:lnTo>
                  <a:pt x="360309" y="11623"/>
                </a:lnTo>
                <a:lnTo>
                  <a:pt x="348686" y="11623"/>
                </a:lnTo>
                <a:moveTo>
                  <a:pt x="371931" y="0"/>
                </a:moveTo>
                <a:lnTo>
                  <a:pt x="383554" y="0"/>
                </a:lnTo>
                <a:lnTo>
                  <a:pt x="383554" y="11623"/>
                </a:lnTo>
                <a:lnTo>
                  <a:pt x="371931" y="11623"/>
                </a:lnTo>
                <a:moveTo>
                  <a:pt x="395177" y="0"/>
                </a:moveTo>
                <a:lnTo>
                  <a:pt x="406800" y="0"/>
                </a:lnTo>
                <a:lnTo>
                  <a:pt x="406800" y="11623"/>
                </a:lnTo>
                <a:lnTo>
                  <a:pt x="395177" y="11623"/>
                </a:lnTo>
                <a:moveTo>
                  <a:pt x="418423" y="0"/>
                </a:moveTo>
                <a:lnTo>
                  <a:pt x="430046" y="0"/>
                </a:lnTo>
                <a:lnTo>
                  <a:pt x="430046" y="11623"/>
                </a:lnTo>
                <a:lnTo>
                  <a:pt x="418423" y="11623"/>
                </a:lnTo>
                <a:moveTo>
                  <a:pt x="441669" y="0"/>
                </a:moveTo>
                <a:lnTo>
                  <a:pt x="453291" y="0"/>
                </a:lnTo>
                <a:lnTo>
                  <a:pt x="453291" y="11623"/>
                </a:lnTo>
                <a:lnTo>
                  <a:pt x="441669" y="11623"/>
                </a:lnTo>
                <a:moveTo>
                  <a:pt x="464914" y="0"/>
                </a:moveTo>
                <a:lnTo>
                  <a:pt x="476537" y="0"/>
                </a:lnTo>
                <a:lnTo>
                  <a:pt x="476537" y="11623"/>
                </a:lnTo>
                <a:lnTo>
                  <a:pt x="464914" y="11623"/>
                </a:lnTo>
                <a:moveTo>
                  <a:pt x="488160" y="0"/>
                </a:moveTo>
                <a:lnTo>
                  <a:pt x="499783" y="0"/>
                </a:lnTo>
                <a:lnTo>
                  <a:pt x="499783" y="11623"/>
                </a:lnTo>
                <a:lnTo>
                  <a:pt x="488160" y="11623"/>
                </a:lnTo>
                <a:moveTo>
                  <a:pt x="511406" y="0"/>
                </a:moveTo>
                <a:lnTo>
                  <a:pt x="523028" y="0"/>
                </a:lnTo>
                <a:lnTo>
                  <a:pt x="523028" y="11623"/>
                </a:lnTo>
                <a:lnTo>
                  <a:pt x="511406" y="11623"/>
                </a:lnTo>
                <a:moveTo>
                  <a:pt x="534651" y="0"/>
                </a:moveTo>
                <a:lnTo>
                  <a:pt x="546274" y="0"/>
                </a:lnTo>
                <a:lnTo>
                  <a:pt x="546274" y="11623"/>
                </a:lnTo>
                <a:lnTo>
                  <a:pt x="534651" y="11623"/>
                </a:lnTo>
                <a:moveTo>
                  <a:pt x="557897" y="0"/>
                </a:moveTo>
                <a:lnTo>
                  <a:pt x="569520" y="0"/>
                </a:lnTo>
                <a:lnTo>
                  <a:pt x="569520" y="11623"/>
                </a:lnTo>
                <a:lnTo>
                  <a:pt x="557897" y="11623"/>
                </a:lnTo>
                <a:moveTo>
                  <a:pt x="581143" y="0"/>
                </a:moveTo>
                <a:lnTo>
                  <a:pt x="592766" y="0"/>
                </a:lnTo>
                <a:lnTo>
                  <a:pt x="592766" y="11623"/>
                </a:lnTo>
                <a:lnTo>
                  <a:pt x="581143" y="11623"/>
                </a:lnTo>
                <a:moveTo>
                  <a:pt x="604388" y="0"/>
                </a:moveTo>
                <a:lnTo>
                  <a:pt x="616011" y="0"/>
                </a:lnTo>
                <a:lnTo>
                  <a:pt x="616011" y="11623"/>
                </a:lnTo>
                <a:lnTo>
                  <a:pt x="604388" y="11623"/>
                </a:lnTo>
                <a:moveTo>
                  <a:pt x="627634" y="0"/>
                </a:moveTo>
                <a:lnTo>
                  <a:pt x="639257" y="0"/>
                </a:lnTo>
                <a:lnTo>
                  <a:pt x="639257" y="11623"/>
                </a:lnTo>
                <a:lnTo>
                  <a:pt x="627634" y="11623"/>
                </a:lnTo>
                <a:moveTo>
                  <a:pt x="650880" y="0"/>
                </a:moveTo>
                <a:lnTo>
                  <a:pt x="662503" y="0"/>
                </a:lnTo>
                <a:lnTo>
                  <a:pt x="662503" y="11623"/>
                </a:lnTo>
                <a:lnTo>
                  <a:pt x="650880" y="11623"/>
                </a:lnTo>
                <a:moveTo>
                  <a:pt x="674126" y="0"/>
                </a:moveTo>
                <a:lnTo>
                  <a:pt x="685748" y="0"/>
                </a:lnTo>
                <a:lnTo>
                  <a:pt x="685748" y="11623"/>
                </a:lnTo>
                <a:lnTo>
                  <a:pt x="674126" y="11623"/>
                </a:lnTo>
                <a:moveTo>
                  <a:pt x="697371" y="0"/>
                </a:moveTo>
                <a:lnTo>
                  <a:pt x="708994" y="0"/>
                </a:lnTo>
                <a:lnTo>
                  <a:pt x="708994" y="11623"/>
                </a:lnTo>
                <a:lnTo>
                  <a:pt x="697371" y="11623"/>
                </a:lnTo>
                <a:moveTo>
                  <a:pt x="720617" y="0"/>
                </a:moveTo>
                <a:lnTo>
                  <a:pt x="732240" y="0"/>
                </a:lnTo>
                <a:lnTo>
                  <a:pt x="732240" y="11623"/>
                </a:lnTo>
                <a:lnTo>
                  <a:pt x="720617" y="11623"/>
                </a:lnTo>
                <a:moveTo>
                  <a:pt x="743863" y="0"/>
                </a:moveTo>
                <a:lnTo>
                  <a:pt x="755486" y="0"/>
                </a:lnTo>
                <a:lnTo>
                  <a:pt x="755486" y="11623"/>
                </a:lnTo>
                <a:lnTo>
                  <a:pt x="743863" y="11623"/>
                </a:lnTo>
                <a:moveTo>
                  <a:pt x="767108" y="0"/>
                </a:moveTo>
                <a:lnTo>
                  <a:pt x="778731" y="0"/>
                </a:lnTo>
                <a:lnTo>
                  <a:pt x="778731" y="11623"/>
                </a:lnTo>
                <a:lnTo>
                  <a:pt x="767108" y="11623"/>
                </a:lnTo>
                <a:moveTo>
                  <a:pt x="790354" y="0"/>
                </a:moveTo>
                <a:lnTo>
                  <a:pt x="801977" y="0"/>
                </a:lnTo>
                <a:lnTo>
                  <a:pt x="801977" y="11623"/>
                </a:lnTo>
                <a:lnTo>
                  <a:pt x="790354" y="11623"/>
                </a:lnTo>
                <a:moveTo>
                  <a:pt x="813600" y="0"/>
                </a:moveTo>
                <a:lnTo>
                  <a:pt x="825223" y="0"/>
                </a:lnTo>
                <a:lnTo>
                  <a:pt x="825223" y="11623"/>
                </a:lnTo>
                <a:lnTo>
                  <a:pt x="813600" y="11623"/>
                </a:lnTo>
                <a:moveTo>
                  <a:pt x="836846" y="0"/>
                </a:moveTo>
                <a:lnTo>
                  <a:pt x="848468" y="0"/>
                </a:lnTo>
                <a:lnTo>
                  <a:pt x="848468" y="11623"/>
                </a:lnTo>
                <a:lnTo>
                  <a:pt x="836846" y="11623"/>
                </a:lnTo>
                <a:moveTo>
                  <a:pt x="860091" y="0"/>
                </a:moveTo>
                <a:lnTo>
                  <a:pt x="871714" y="0"/>
                </a:lnTo>
                <a:lnTo>
                  <a:pt x="871714" y="11623"/>
                </a:lnTo>
                <a:lnTo>
                  <a:pt x="860091" y="11623"/>
                </a:lnTo>
                <a:moveTo>
                  <a:pt x="883337" y="0"/>
                </a:moveTo>
                <a:lnTo>
                  <a:pt x="894960" y="0"/>
                </a:lnTo>
                <a:lnTo>
                  <a:pt x="894960" y="11623"/>
                </a:lnTo>
                <a:lnTo>
                  <a:pt x="883337" y="11623"/>
                </a:lnTo>
                <a:moveTo>
                  <a:pt x="906583" y="0"/>
                </a:moveTo>
                <a:lnTo>
                  <a:pt x="918206" y="0"/>
                </a:lnTo>
                <a:lnTo>
                  <a:pt x="918206" y="11623"/>
                </a:lnTo>
                <a:lnTo>
                  <a:pt x="906583" y="11623"/>
                </a:lnTo>
                <a:moveTo>
                  <a:pt x="929828" y="0"/>
                </a:moveTo>
                <a:lnTo>
                  <a:pt x="941451" y="0"/>
                </a:lnTo>
                <a:lnTo>
                  <a:pt x="941451" y="11623"/>
                </a:lnTo>
                <a:lnTo>
                  <a:pt x="929828" y="11623"/>
                </a:lnTo>
                <a:moveTo>
                  <a:pt x="953074" y="0"/>
                </a:moveTo>
                <a:lnTo>
                  <a:pt x="964697" y="0"/>
                </a:lnTo>
                <a:lnTo>
                  <a:pt x="964697" y="11623"/>
                </a:lnTo>
                <a:lnTo>
                  <a:pt x="953074" y="11623"/>
                </a:lnTo>
                <a:moveTo>
                  <a:pt x="976320" y="0"/>
                </a:moveTo>
                <a:lnTo>
                  <a:pt x="987943" y="0"/>
                </a:lnTo>
                <a:lnTo>
                  <a:pt x="987943" y="11623"/>
                </a:lnTo>
                <a:lnTo>
                  <a:pt x="976320" y="11623"/>
                </a:lnTo>
                <a:moveTo>
                  <a:pt x="999566" y="0"/>
                </a:moveTo>
                <a:lnTo>
                  <a:pt x="1011188" y="0"/>
                </a:lnTo>
                <a:lnTo>
                  <a:pt x="1011188" y="11623"/>
                </a:lnTo>
                <a:lnTo>
                  <a:pt x="999566" y="11623"/>
                </a:lnTo>
                <a:moveTo>
                  <a:pt x="1022811" y="0"/>
                </a:moveTo>
                <a:lnTo>
                  <a:pt x="1034434" y="0"/>
                </a:lnTo>
                <a:lnTo>
                  <a:pt x="1034434" y="11623"/>
                </a:lnTo>
                <a:lnTo>
                  <a:pt x="1022811" y="11623"/>
                </a:lnTo>
                <a:moveTo>
                  <a:pt x="1046057" y="0"/>
                </a:moveTo>
                <a:lnTo>
                  <a:pt x="1057680" y="0"/>
                </a:lnTo>
                <a:lnTo>
                  <a:pt x="1057680" y="11623"/>
                </a:lnTo>
                <a:lnTo>
                  <a:pt x="1046057" y="11623"/>
                </a:lnTo>
                <a:moveTo>
                  <a:pt x="1069303" y="0"/>
                </a:moveTo>
                <a:lnTo>
                  <a:pt x="1080926" y="0"/>
                </a:lnTo>
                <a:lnTo>
                  <a:pt x="1080926" y="11623"/>
                </a:lnTo>
                <a:lnTo>
                  <a:pt x="1069303" y="11623"/>
                </a:lnTo>
                <a:moveTo>
                  <a:pt x="1092548" y="0"/>
                </a:moveTo>
                <a:lnTo>
                  <a:pt x="1104171" y="0"/>
                </a:lnTo>
                <a:lnTo>
                  <a:pt x="1104171" y="11623"/>
                </a:lnTo>
                <a:lnTo>
                  <a:pt x="1092548" y="11623"/>
                </a:lnTo>
                <a:moveTo>
                  <a:pt x="1115794" y="0"/>
                </a:moveTo>
                <a:lnTo>
                  <a:pt x="1127417" y="0"/>
                </a:lnTo>
                <a:lnTo>
                  <a:pt x="1127417" y="11623"/>
                </a:lnTo>
                <a:lnTo>
                  <a:pt x="1115794" y="11623"/>
                </a:lnTo>
                <a:moveTo>
                  <a:pt x="1139040" y="0"/>
                </a:moveTo>
                <a:lnTo>
                  <a:pt x="1150663" y="0"/>
                </a:lnTo>
                <a:lnTo>
                  <a:pt x="1150663" y="11623"/>
                </a:lnTo>
                <a:lnTo>
                  <a:pt x="1139040" y="11623"/>
                </a:lnTo>
                <a:moveTo>
                  <a:pt x="1162286" y="0"/>
                </a:moveTo>
                <a:lnTo>
                  <a:pt x="1173908" y="0"/>
                </a:lnTo>
                <a:lnTo>
                  <a:pt x="1173908" y="11623"/>
                </a:lnTo>
                <a:lnTo>
                  <a:pt x="1162286" y="11623"/>
                </a:lnTo>
                <a:moveTo>
                  <a:pt x="1185531" y="0"/>
                </a:moveTo>
                <a:lnTo>
                  <a:pt x="1197154" y="0"/>
                </a:lnTo>
                <a:lnTo>
                  <a:pt x="1197154" y="11623"/>
                </a:lnTo>
                <a:lnTo>
                  <a:pt x="1185531" y="11623"/>
                </a:lnTo>
                <a:moveTo>
                  <a:pt x="1208777" y="0"/>
                </a:moveTo>
                <a:lnTo>
                  <a:pt x="1220400" y="0"/>
                </a:lnTo>
                <a:lnTo>
                  <a:pt x="1220400" y="11623"/>
                </a:lnTo>
                <a:lnTo>
                  <a:pt x="1208777" y="11623"/>
                </a:lnTo>
                <a:moveTo>
                  <a:pt x="1232023" y="0"/>
                </a:moveTo>
                <a:lnTo>
                  <a:pt x="1243646" y="0"/>
                </a:lnTo>
                <a:lnTo>
                  <a:pt x="1243646" y="11623"/>
                </a:lnTo>
                <a:lnTo>
                  <a:pt x="1232023" y="11623"/>
                </a:lnTo>
                <a:moveTo>
                  <a:pt x="1255268" y="0"/>
                </a:moveTo>
                <a:lnTo>
                  <a:pt x="1266891" y="0"/>
                </a:lnTo>
                <a:lnTo>
                  <a:pt x="1266891" y="11623"/>
                </a:lnTo>
                <a:lnTo>
                  <a:pt x="1255268" y="11623"/>
                </a:lnTo>
                <a:moveTo>
                  <a:pt x="1278514" y="0"/>
                </a:moveTo>
                <a:lnTo>
                  <a:pt x="1290137" y="0"/>
                </a:lnTo>
                <a:lnTo>
                  <a:pt x="1290137" y="11623"/>
                </a:lnTo>
                <a:lnTo>
                  <a:pt x="1278514" y="11623"/>
                </a:lnTo>
                <a:moveTo>
                  <a:pt x="1301760" y="0"/>
                </a:moveTo>
                <a:lnTo>
                  <a:pt x="1313383" y="0"/>
                </a:lnTo>
                <a:lnTo>
                  <a:pt x="1313383" y="11623"/>
                </a:lnTo>
                <a:lnTo>
                  <a:pt x="1301760" y="11623"/>
                </a:lnTo>
                <a:moveTo>
                  <a:pt x="1325006" y="0"/>
                </a:moveTo>
                <a:lnTo>
                  <a:pt x="1336628" y="0"/>
                </a:lnTo>
                <a:lnTo>
                  <a:pt x="1336628" y="11623"/>
                </a:lnTo>
                <a:lnTo>
                  <a:pt x="1325006" y="11623"/>
                </a:lnTo>
                <a:moveTo>
                  <a:pt x="1348251" y="0"/>
                </a:moveTo>
                <a:lnTo>
                  <a:pt x="1359874" y="0"/>
                </a:lnTo>
                <a:lnTo>
                  <a:pt x="1359874" y="11623"/>
                </a:lnTo>
                <a:lnTo>
                  <a:pt x="1348251" y="11623"/>
                </a:lnTo>
                <a:moveTo>
                  <a:pt x="1371497" y="0"/>
                </a:moveTo>
                <a:lnTo>
                  <a:pt x="1383120" y="0"/>
                </a:lnTo>
                <a:lnTo>
                  <a:pt x="1383120" y="11623"/>
                </a:lnTo>
                <a:lnTo>
                  <a:pt x="1371497" y="11623"/>
                </a:lnTo>
                <a:moveTo>
                  <a:pt x="1394743" y="0"/>
                </a:moveTo>
                <a:lnTo>
                  <a:pt x="1406366" y="0"/>
                </a:lnTo>
                <a:lnTo>
                  <a:pt x="1406366" y="11623"/>
                </a:lnTo>
                <a:lnTo>
                  <a:pt x="1394743" y="11623"/>
                </a:lnTo>
                <a:moveTo>
                  <a:pt x="1417988" y="0"/>
                </a:moveTo>
                <a:lnTo>
                  <a:pt x="1429611" y="0"/>
                </a:lnTo>
                <a:lnTo>
                  <a:pt x="1429611" y="11623"/>
                </a:lnTo>
                <a:lnTo>
                  <a:pt x="1417988" y="11623"/>
                </a:lnTo>
                <a:moveTo>
                  <a:pt x="1441234" y="0"/>
                </a:moveTo>
                <a:lnTo>
                  <a:pt x="1452857" y="0"/>
                </a:lnTo>
                <a:lnTo>
                  <a:pt x="1452857" y="11623"/>
                </a:lnTo>
                <a:lnTo>
                  <a:pt x="1441234" y="11623"/>
                </a:lnTo>
                <a:moveTo>
                  <a:pt x="1464480" y="0"/>
                </a:moveTo>
                <a:lnTo>
                  <a:pt x="1476103" y="0"/>
                </a:lnTo>
                <a:lnTo>
                  <a:pt x="1476103" y="11623"/>
                </a:lnTo>
                <a:lnTo>
                  <a:pt x="1464480" y="11623"/>
                </a:lnTo>
                <a:moveTo>
                  <a:pt x="1487726" y="0"/>
                </a:moveTo>
                <a:lnTo>
                  <a:pt x="1499348" y="0"/>
                </a:lnTo>
                <a:lnTo>
                  <a:pt x="1499348" y="11623"/>
                </a:lnTo>
                <a:lnTo>
                  <a:pt x="1487726" y="11623"/>
                </a:lnTo>
                <a:moveTo>
                  <a:pt x="1510971" y="0"/>
                </a:moveTo>
                <a:lnTo>
                  <a:pt x="1522594" y="0"/>
                </a:lnTo>
                <a:lnTo>
                  <a:pt x="1522594" y="11623"/>
                </a:lnTo>
                <a:lnTo>
                  <a:pt x="1510971" y="11623"/>
                </a:lnTo>
                <a:moveTo>
                  <a:pt x="1534217" y="0"/>
                </a:moveTo>
                <a:lnTo>
                  <a:pt x="1545840" y="0"/>
                </a:lnTo>
                <a:lnTo>
                  <a:pt x="1545840" y="11623"/>
                </a:lnTo>
                <a:lnTo>
                  <a:pt x="1534217" y="11623"/>
                </a:lnTo>
                <a:moveTo>
                  <a:pt x="1557463" y="0"/>
                </a:moveTo>
                <a:lnTo>
                  <a:pt x="1569085" y="0"/>
                </a:lnTo>
                <a:lnTo>
                  <a:pt x="1569085" y="11623"/>
                </a:lnTo>
                <a:lnTo>
                  <a:pt x="1557463" y="11623"/>
                </a:lnTo>
                <a:moveTo>
                  <a:pt x="1580708" y="0"/>
                </a:moveTo>
                <a:lnTo>
                  <a:pt x="1592331" y="0"/>
                </a:lnTo>
                <a:lnTo>
                  <a:pt x="1592331" y="11623"/>
                </a:lnTo>
                <a:lnTo>
                  <a:pt x="1580708" y="11623"/>
                </a:lnTo>
                <a:moveTo>
                  <a:pt x="1603954" y="0"/>
                </a:moveTo>
                <a:lnTo>
                  <a:pt x="1615577" y="0"/>
                </a:lnTo>
                <a:lnTo>
                  <a:pt x="1615577" y="11623"/>
                </a:lnTo>
                <a:lnTo>
                  <a:pt x="1603954" y="11623"/>
                </a:lnTo>
                <a:moveTo>
                  <a:pt x="1627200" y="0"/>
                </a:moveTo>
                <a:lnTo>
                  <a:pt x="1638823" y="0"/>
                </a:lnTo>
                <a:lnTo>
                  <a:pt x="1638823" y="11623"/>
                </a:lnTo>
                <a:lnTo>
                  <a:pt x="1627200" y="11623"/>
                </a:lnTo>
                <a:moveTo>
                  <a:pt x="1650445" y="0"/>
                </a:moveTo>
                <a:lnTo>
                  <a:pt x="1662068" y="0"/>
                </a:lnTo>
                <a:lnTo>
                  <a:pt x="1662068" y="11623"/>
                </a:lnTo>
                <a:lnTo>
                  <a:pt x="1650445" y="11623"/>
                </a:lnTo>
                <a:moveTo>
                  <a:pt x="1673691" y="0"/>
                </a:moveTo>
                <a:lnTo>
                  <a:pt x="1685314" y="0"/>
                </a:lnTo>
                <a:lnTo>
                  <a:pt x="1685314" y="11623"/>
                </a:lnTo>
                <a:lnTo>
                  <a:pt x="1673691" y="11623"/>
                </a:lnTo>
                <a:moveTo>
                  <a:pt x="1696937" y="0"/>
                </a:moveTo>
                <a:lnTo>
                  <a:pt x="1708560" y="0"/>
                </a:lnTo>
                <a:lnTo>
                  <a:pt x="1708560" y="11623"/>
                </a:lnTo>
                <a:lnTo>
                  <a:pt x="1696937" y="11623"/>
                </a:lnTo>
                <a:moveTo>
                  <a:pt x="1720183" y="0"/>
                </a:moveTo>
                <a:lnTo>
                  <a:pt x="1731805" y="0"/>
                </a:lnTo>
                <a:lnTo>
                  <a:pt x="1731805" y="11623"/>
                </a:lnTo>
                <a:lnTo>
                  <a:pt x="1720183" y="11623"/>
                </a:lnTo>
                <a:moveTo>
                  <a:pt x="1743428" y="0"/>
                </a:moveTo>
                <a:lnTo>
                  <a:pt x="1755051" y="0"/>
                </a:lnTo>
                <a:lnTo>
                  <a:pt x="1755051" y="11623"/>
                </a:lnTo>
                <a:lnTo>
                  <a:pt x="1743428" y="11623"/>
                </a:lnTo>
                <a:moveTo>
                  <a:pt x="1766674" y="0"/>
                </a:moveTo>
                <a:lnTo>
                  <a:pt x="1778297" y="0"/>
                </a:lnTo>
                <a:lnTo>
                  <a:pt x="1778297" y="11623"/>
                </a:lnTo>
                <a:lnTo>
                  <a:pt x="1766674" y="11623"/>
                </a:lnTo>
                <a:moveTo>
                  <a:pt x="1789920" y="0"/>
                </a:moveTo>
                <a:lnTo>
                  <a:pt x="1801543" y="0"/>
                </a:lnTo>
                <a:lnTo>
                  <a:pt x="1801543" y="11623"/>
                </a:lnTo>
                <a:lnTo>
                  <a:pt x="1789920" y="11623"/>
                </a:lnTo>
                <a:moveTo>
                  <a:pt x="1813165" y="0"/>
                </a:moveTo>
                <a:lnTo>
                  <a:pt x="1824788" y="0"/>
                </a:lnTo>
                <a:lnTo>
                  <a:pt x="1824788" y="11623"/>
                </a:lnTo>
                <a:lnTo>
                  <a:pt x="1813165" y="11623"/>
                </a:lnTo>
                <a:moveTo>
                  <a:pt x="1836411" y="0"/>
                </a:moveTo>
                <a:lnTo>
                  <a:pt x="1848034" y="0"/>
                </a:lnTo>
                <a:lnTo>
                  <a:pt x="1848034" y="11623"/>
                </a:lnTo>
                <a:lnTo>
                  <a:pt x="1836411" y="11623"/>
                </a:lnTo>
                <a:moveTo>
                  <a:pt x="1859657" y="0"/>
                </a:moveTo>
                <a:lnTo>
                  <a:pt x="1871280" y="0"/>
                </a:lnTo>
                <a:lnTo>
                  <a:pt x="1871280" y="11623"/>
                </a:lnTo>
                <a:lnTo>
                  <a:pt x="1859657" y="11623"/>
                </a:lnTo>
                <a:moveTo>
                  <a:pt x="1882903" y="0"/>
                </a:moveTo>
                <a:lnTo>
                  <a:pt x="1894525" y="0"/>
                </a:lnTo>
                <a:lnTo>
                  <a:pt x="1894525" y="11623"/>
                </a:lnTo>
                <a:lnTo>
                  <a:pt x="1882903" y="11623"/>
                </a:lnTo>
                <a:moveTo>
                  <a:pt x="1906148" y="0"/>
                </a:moveTo>
                <a:lnTo>
                  <a:pt x="1917771" y="0"/>
                </a:lnTo>
                <a:lnTo>
                  <a:pt x="1917771" y="11623"/>
                </a:lnTo>
                <a:lnTo>
                  <a:pt x="1906148" y="11623"/>
                </a:lnTo>
                <a:moveTo>
                  <a:pt x="1929394" y="0"/>
                </a:moveTo>
                <a:lnTo>
                  <a:pt x="1941017" y="0"/>
                </a:lnTo>
                <a:lnTo>
                  <a:pt x="1941017" y="11623"/>
                </a:lnTo>
                <a:lnTo>
                  <a:pt x="1929394" y="11623"/>
                </a:lnTo>
                <a:moveTo>
                  <a:pt x="1952640" y="0"/>
                </a:moveTo>
                <a:lnTo>
                  <a:pt x="1964263" y="0"/>
                </a:lnTo>
                <a:lnTo>
                  <a:pt x="1964263" y="11623"/>
                </a:lnTo>
                <a:lnTo>
                  <a:pt x="1952640" y="11623"/>
                </a:lnTo>
                <a:moveTo>
                  <a:pt x="1975885" y="0"/>
                </a:moveTo>
                <a:lnTo>
                  <a:pt x="1987508" y="0"/>
                </a:lnTo>
                <a:lnTo>
                  <a:pt x="1987508" y="11623"/>
                </a:lnTo>
                <a:lnTo>
                  <a:pt x="1975885" y="11623"/>
                </a:lnTo>
                <a:moveTo>
                  <a:pt x="1999131" y="0"/>
                </a:moveTo>
                <a:lnTo>
                  <a:pt x="2010754" y="0"/>
                </a:lnTo>
                <a:lnTo>
                  <a:pt x="2010754" y="11623"/>
                </a:lnTo>
                <a:lnTo>
                  <a:pt x="1999131" y="11623"/>
                </a:lnTo>
                <a:moveTo>
                  <a:pt x="2022377" y="0"/>
                </a:moveTo>
                <a:lnTo>
                  <a:pt x="2034000" y="0"/>
                </a:lnTo>
                <a:lnTo>
                  <a:pt x="2034000" y="11623"/>
                </a:lnTo>
                <a:lnTo>
                  <a:pt x="2022377" y="11623"/>
                </a:lnTo>
                <a:moveTo>
                  <a:pt x="2045623" y="0"/>
                </a:moveTo>
                <a:lnTo>
                  <a:pt x="2057245" y="0"/>
                </a:lnTo>
                <a:lnTo>
                  <a:pt x="2057245" y="11623"/>
                </a:lnTo>
                <a:lnTo>
                  <a:pt x="2045623" y="11623"/>
                </a:lnTo>
                <a:moveTo>
                  <a:pt x="2068868" y="0"/>
                </a:moveTo>
                <a:lnTo>
                  <a:pt x="2080491" y="0"/>
                </a:lnTo>
                <a:lnTo>
                  <a:pt x="2080491" y="11623"/>
                </a:lnTo>
                <a:lnTo>
                  <a:pt x="2068868" y="11623"/>
                </a:lnTo>
                <a:moveTo>
                  <a:pt x="2092114" y="0"/>
                </a:moveTo>
                <a:lnTo>
                  <a:pt x="2103737" y="0"/>
                </a:lnTo>
                <a:lnTo>
                  <a:pt x="2103737" y="11623"/>
                </a:lnTo>
                <a:lnTo>
                  <a:pt x="2092114" y="11623"/>
                </a:lnTo>
                <a:moveTo>
                  <a:pt x="2115360" y="0"/>
                </a:moveTo>
                <a:lnTo>
                  <a:pt x="2126983" y="0"/>
                </a:lnTo>
                <a:lnTo>
                  <a:pt x="2126983" y="11623"/>
                </a:lnTo>
                <a:lnTo>
                  <a:pt x="2115360" y="11623"/>
                </a:lnTo>
                <a:moveTo>
                  <a:pt x="2138605" y="0"/>
                </a:moveTo>
                <a:lnTo>
                  <a:pt x="2150228" y="0"/>
                </a:lnTo>
                <a:lnTo>
                  <a:pt x="2150228" y="11623"/>
                </a:lnTo>
                <a:lnTo>
                  <a:pt x="2138605" y="11623"/>
                </a:lnTo>
                <a:moveTo>
                  <a:pt x="2161851" y="0"/>
                </a:moveTo>
                <a:lnTo>
                  <a:pt x="2173474" y="0"/>
                </a:lnTo>
                <a:lnTo>
                  <a:pt x="2173474" y="11623"/>
                </a:lnTo>
                <a:lnTo>
                  <a:pt x="2161851" y="11623"/>
                </a:lnTo>
                <a:moveTo>
                  <a:pt x="2185097" y="0"/>
                </a:moveTo>
                <a:lnTo>
                  <a:pt x="2196720" y="0"/>
                </a:lnTo>
                <a:lnTo>
                  <a:pt x="2196720" y="11623"/>
                </a:lnTo>
                <a:lnTo>
                  <a:pt x="2185097" y="11623"/>
                </a:lnTo>
                <a:moveTo>
                  <a:pt x="2208343" y="0"/>
                </a:moveTo>
                <a:lnTo>
                  <a:pt x="2219965" y="0"/>
                </a:lnTo>
                <a:lnTo>
                  <a:pt x="2219965" y="11623"/>
                </a:lnTo>
                <a:lnTo>
                  <a:pt x="2208343" y="11623"/>
                </a:lnTo>
                <a:moveTo>
                  <a:pt x="2231588" y="0"/>
                </a:moveTo>
                <a:lnTo>
                  <a:pt x="2243211" y="0"/>
                </a:lnTo>
                <a:lnTo>
                  <a:pt x="2243211" y="11623"/>
                </a:lnTo>
                <a:lnTo>
                  <a:pt x="2231588" y="11623"/>
                </a:lnTo>
                <a:moveTo>
                  <a:pt x="2254834" y="0"/>
                </a:moveTo>
                <a:lnTo>
                  <a:pt x="2266457" y="0"/>
                </a:lnTo>
                <a:lnTo>
                  <a:pt x="2266457" y="11623"/>
                </a:lnTo>
                <a:lnTo>
                  <a:pt x="2254834" y="11623"/>
                </a:lnTo>
                <a:moveTo>
                  <a:pt x="2278080" y="0"/>
                </a:moveTo>
                <a:lnTo>
                  <a:pt x="2289703" y="0"/>
                </a:lnTo>
                <a:lnTo>
                  <a:pt x="2289703" y="11623"/>
                </a:lnTo>
                <a:lnTo>
                  <a:pt x="2278080" y="11623"/>
                </a:lnTo>
                <a:moveTo>
                  <a:pt x="2301325" y="0"/>
                </a:moveTo>
                <a:lnTo>
                  <a:pt x="2312948" y="0"/>
                </a:lnTo>
                <a:lnTo>
                  <a:pt x="2312948" y="11623"/>
                </a:lnTo>
                <a:lnTo>
                  <a:pt x="2301325" y="11623"/>
                </a:lnTo>
                <a:moveTo>
                  <a:pt x="2324571" y="0"/>
                </a:moveTo>
                <a:lnTo>
                  <a:pt x="2336194" y="0"/>
                </a:lnTo>
                <a:lnTo>
                  <a:pt x="2336194" y="11623"/>
                </a:lnTo>
                <a:lnTo>
                  <a:pt x="2324571" y="11623"/>
                </a:lnTo>
                <a:moveTo>
                  <a:pt x="2347817" y="0"/>
                </a:moveTo>
                <a:lnTo>
                  <a:pt x="2359440" y="0"/>
                </a:lnTo>
                <a:lnTo>
                  <a:pt x="2359440" y="11623"/>
                </a:lnTo>
                <a:lnTo>
                  <a:pt x="2347817" y="11623"/>
                </a:lnTo>
                <a:moveTo>
                  <a:pt x="2371063" y="0"/>
                </a:moveTo>
                <a:lnTo>
                  <a:pt x="2382685" y="0"/>
                </a:lnTo>
                <a:lnTo>
                  <a:pt x="2382685" y="11623"/>
                </a:lnTo>
                <a:lnTo>
                  <a:pt x="2371063" y="11623"/>
                </a:lnTo>
                <a:moveTo>
                  <a:pt x="2394308" y="0"/>
                </a:moveTo>
                <a:lnTo>
                  <a:pt x="2405931" y="0"/>
                </a:lnTo>
                <a:lnTo>
                  <a:pt x="2405931" y="11623"/>
                </a:lnTo>
                <a:lnTo>
                  <a:pt x="2394308" y="11623"/>
                </a:lnTo>
                <a:moveTo>
                  <a:pt x="2417554" y="0"/>
                </a:moveTo>
                <a:lnTo>
                  <a:pt x="2429177" y="0"/>
                </a:lnTo>
                <a:lnTo>
                  <a:pt x="2429177" y="11623"/>
                </a:lnTo>
                <a:lnTo>
                  <a:pt x="2417554" y="11623"/>
                </a:lnTo>
                <a:moveTo>
                  <a:pt x="2440800" y="0"/>
                </a:moveTo>
                <a:lnTo>
                  <a:pt x="2452423" y="0"/>
                </a:lnTo>
                <a:lnTo>
                  <a:pt x="2452423" y="11623"/>
                </a:lnTo>
                <a:lnTo>
                  <a:pt x="2440800" y="11623"/>
                </a:lnTo>
                <a:moveTo>
                  <a:pt x="2464045" y="0"/>
                </a:moveTo>
                <a:lnTo>
                  <a:pt x="2475668" y="0"/>
                </a:lnTo>
                <a:lnTo>
                  <a:pt x="2475668" y="11623"/>
                </a:lnTo>
                <a:lnTo>
                  <a:pt x="2464045" y="11623"/>
                </a:lnTo>
                <a:moveTo>
                  <a:pt x="2487291" y="0"/>
                </a:moveTo>
                <a:lnTo>
                  <a:pt x="2498914" y="0"/>
                </a:lnTo>
                <a:lnTo>
                  <a:pt x="2498914" y="11623"/>
                </a:lnTo>
                <a:lnTo>
                  <a:pt x="2487291" y="11623"/>
                </a:lnTo>
                <a:moveTo>
                  <a:pt x="2510537" y="0"/>
                </a:moveTo>
                <a:lnTo>
                  <a:pt x="2522160" y="0"/>
                </a:lnTo>
                <a:lnTo>
                  <a:pt x="2522160" y="11623"/>
                </a:lnTo>
                <a:lnTo>
                  <a:pt x="2510537" y="11623"/>
                </a:lnTo>
                <a:moveTo>
                  <a:pt x="2533783" y="0"/>
                </a:moveTo>
                <a:lnTo>
                  <a:pt x="2545405" y="0"/>
                </a:lnTo>
                <a:lnTo>
                  <a:pt x="2545405" y="11623"/>
                </a:lnTo>
                <a:lnTo>
                  <a:pt x="2533783" y="11623"/>
                </a:lnTo>
                <a:moveTo>
                  <a:pt x="2557028" y="0"/>
                </a:moveTo>
                <a:lnTo>
                  <a:pt x="2568651" y="0"/>
                </a:lnTo>
                <a:lnTo>
                  <a:pt x="2568651" y="11623"/>
                </a:lnTo>
                <a:lnTo>
                  <a:pt x="2557028" y="11623"/>
                </a:lnTo>
                <a:moveTo>
                  <a:pt x="2580274" y="0"/>
                </a:moveTo>
                <a:lnTo>
                  <a:pt x="2591897" y="0"/>
                </a:lnTo>
                <a:lnTo>
                  <a:pt x="2591897" y="11623"/>
                </a:lnTo>
                <a:lnTo>
                  <a:pt x="2580274" y="11623"/>
                </a:lnTo>
                <a:moveTo>
                  <a:pt x="2603520" y="0"/>
                </a:moveTo>
                <a:lnTo>
                  <a:pt x="2615142" y="0"/>
                </a:lnTo>
                <a:lnTo>
                  <a:pt x="2615142" y="11623"/>
                </a:lnTo>
                <a:lnTo>
                  <a:pt x="2603520" y="11623"/>
                </a:lnTo>
                <a:moveTo>
                  <a:pt x="2626765" y="0"/>
                </a:moveTo>
                <a:lnTo>
                  <a:pt x="2638388" y="0"/>
                </a:lnTo>
                <a:lnTo>
                  <a:pt x="2638388" y="11623"/>
                </a:lnTo>
                <a:lnTo>
                  <a:pt x="2626765" y="11623"/>
                </a:lnTo>
                <a:moveTo>
                  <a:pt x="2650011" y="0"/>
                </a:moveTo>
                <a:lnTo>
                  <a:pt x="2661634" y="0"/>
                </a:lnTo>
                <a:lnTo>
                  <a:pt x="2661634" y="11623"/>
                </a:lnTo>
                <a:lnTo>
                  <a:pt x="2650011" y="11623"/>
                </a:lnTo>
                <a:moveTo>
                  <a:pt x="2673257" y="0"/>
                </a:moveTo>
                <a:lnTo>
                  <a:pt x="2684880" y="0"/>
                </a:lnTo>
                <a:lnTo>
                  <a:pt x="2684880" y="11623"/>
                </a:lnTo>
                <a:lnTo>
                  <a:pt x="2673257" y="11623"/>
                </a:lnTo>
                <a:moveTo>
                  <a:pt x="2696502" y="0"/>
                </a:moveTo>
                <a:lnTo>
                  <a:pt x="2708125" y="0"/>
                </a:lnTo>
                <a:lnTo>
                  <a:pt x="2708125" y="11623"/>
                </a:lnTo>
                <a:lnTo>
                  <a:pt x="2696502" y="11623"/>
                </a:lnTo>
                <a:moveTo>
                  <a:pt x="2719748" y="0"/>
                </a:moveTo>
                <a:lnTo>
                  <a:pt x="2731371" y="0"/>
                </a:lnTo>
                <a:lnTo>
                  <a:pt x="2731371" y="11623"/>
                </a:lnTo>
                <a:lnTo>
                  <a:pt x="2719748" y="11623"/>
                </a:lnTo>
                <a:moveTo>
                  <a:pt x="2742994" y="0"/>
                </a:moveTo>
                <a:lnTo>
                  <a:pt x="2754617" y="0"/>
                </a:lnTo>
                <a:lnTo>
                  <a:pt x="2754617" y="11623"/>
                </a:lnTo>
                <a:lnTo>
                  <a:pt x="2742994" y="11623"/>
                </a:lnTo>
                <a:moveTo>
                  <a:pt x="2766240" y="0"/>
                </a:moveTo>
                <a:lnTo>
                  <a:pt x="2777862" y="0"/>
                </a:lnTo>
                <a:lnTo>
                  <a:pt x="2777862" y="11623"/>
                </a:lnTo>
                <a:lnTo>
                  <a:pt x="2766240" y="11623"/>
                </a:lnTo>
                <a:moveTo>
                  <a:pt x="2789485" y="0"/>
                </a:moveTo>
                <a:lnTo>
                  <a:pt x="2801108" y="0"/>
                </a:lnTo>
                <a:lnTo>
                  <a:pt x="2801108" y="11623"/>
                </a:lnTo>
                <a:lnTo>
                  <a:pt x="2789485" y="11623"/>
                </a:lnTo>
                <a:moveTo>
                  <a:pt x="2812731" y="0"/>
                </a:moveTo>
                <a:lnTo>
                  <a:pt x="2824354" y="0"/>
                </a:lnTo>
                <a:lnTo>
                  <a:pt x="2824354" y="11623"/>
                </a:lnTo>
                <a:lnTo>
                  <a:pt x="2812731" y="11623"/>
                </a:lnTo>
                <a:moveTo>
                  <a:pt x="2835977" y="0"/>
                </a:moveTo>
                <a:lnTo>
                  <a:pt x="2847600" y="0"/>
                </a:lnTo>
                <a:lnTo>
                  <a:pt x="2847600" y="11623"/>
                </a:lnTo>
                <a:lnTo>
                  <a:pt x="2835977" y="11623"/>
                </a:lnTo>
                <a:moveTo>
                  <a:pt x="2859222" y="0"/>
                </a:moveTo>
                <a:lnTo>
                  <a:pt x="2870845" y="0"/>
                </a:lnTo>
                <a:lnTo>
                  <a:pt x="2870845" y="11623"/>
                </a:lnTo>
                <a:lnTo>
                  <a:pt x="2859222" y="11623"/>
                </a:lnTo>
                <a:moveTo>
                  <a:pt x="2882468" y="0"/>
                </a:moveTo>
                <a:lnTo>
                  <a:pt x="2894091" y="0"/>
                </a:lnTo>
                <a:lnTo>
                  <a:pt x="2894091" y="11623"/>
                </a:lnTo>
                <a:lnTo>
                  <a:pt x="2882468" y="11623"/>
                </a:lnTo>
                <a:moveTo>
                  <a:pt x="2905714" y="0"/>
                </a:moveTo>
                <a:lnTo>
                  <a:pt x="2917337" y="0"/>
                </a:lnTo>
                <a:lnTo>
                  <a:pt x="2917337" y="11623"/>
                </a:lnTo>
                <a:lnTo>
                  <a:pt x="2905714" y="11623"/>
                </a:lnTo>
                <a:moveTo>
                  <a:pt x="2928960" y="0"/>
                </a:moveTo>
                <a:lnTo>
                  <a:pt x="2940582" y="0"/>
                </a:lnTo>
                <a:lnTo>
                  <a:pt x="2940582" y="11623"/>
                </a:lnTo>
                <a:lnTo>
                  <a:pt x="2928960" y="11623"/>
                </a:lnTo>
                <a:moveTo>
                  <a:pt x="2952205" y="0"/>
                </a:moveTo>
                <a:lnTo>
                  <a:pt x="2963828" y="0"/>
                </a:lnTo>
                <a:lnTo>
                  <a:pt x="2963828" y="11623"/>
                </a:lnTo>
                <a:lnTo>
                  <a:pt x="2952205" y="11623"/>
                </a:lnTo>
                <a:moveTo>
                  <a:pt x="2975451" y="0"/>
                </a:moveTo>
                <a:lnTo>
                  <a:pt x="2987074" y="0"/>
                </a:lnTo>
                <a:lnTo>
                  <a:pt x="2987074" y="11623"/>
                </a:lnTo>
                <a:lnTo>
                  <a:pt x="2975451" y="11623"/>
                </a:lnTo>
                <a:moveTo>
                  <a:pt x="2998697" y="0"/>
                </a:moveTo>
                <a:lnTo>
                  <a:pt x="3010320" y="0"/>
                </a:lnTo>
                <a:lnTo>
                  <a:pt x="3010320" y="11623"/>
                </a:lnTo>
                <a:lnTo>
                  <a:pt x="2998697" y="11623"/>
                </a:lnTo>
                <a:moveTo>
                  <a:pt x="3021942" y="0"/>
                </a:moveTo>
                <a:lnTo>
                  <a:pt x="3033565" y="0"/>
                </a:lnTo>
                <a:lnTo>
                  <a:pt x="3033565" y="11623"/>
                </a:lnTo>
                <a:lnTo>
                  <a:pt x="3021942" y="11623"/>
                </a:lnTo>
                <a:moveTo>
                  <a:pt x="3045188" y="0"/>
                </a:moveTo>
                <a:lnTo>
                  <a:pt x="3056811" y="0"/>
                </a:lnTo>
                <a:lnTo>
                  <a:pt x="3056811" y="11623"/>
                </a:lnTo>
                <a:lnTo>
                  <a:pt x="3045188" y="11623"/>
                </a:lnTo>
                <a:moveTo>
                  <a:pt x="3068434" y="0"/>
                </a:moveTo>
                <a:lnTo>
                  <a:pt x="3080057" y="0"/>
                </a:lnTo>
                <a:lnTo>
                  <a:pt x="3080057" y="11623"/>
                </a:lnTo>
                <a:lnTo>
                  <a:pt x="3068434" y="11623"/>
                </a:lnTo>
                <a:moveTo>
                  <a:pt x="3091680" y="0"/>
                </a:moveTo>
                <a:lnTo>
                  <a:pt x="3103302" y="0"/>
                </a:lnTo>
                <a:lnTo>
                  <a:pt x="3103302" y="11623"/>
                </a:lnTo>
                <a:lnTo>
                  <a:pt x="3091680" y="11623"/>
                </a:lnTo>
                <a:moveTo>
                  <a:pt x="3114925" y="0"/>
                </a:moveTo>
                <a:lnTo>
                  <a:pt x="3126548" y="0"/>
                </a:lnTo>
                <a:lnTo>
                  <a:pt x="3126548" y="11623"/>
                </a:lnTo>
                <a:lnTo>
                  <a:pt x="3114925" y="11623"/>
                </a:lnTo>
                <a:moveTo>
                  <a:pt x="3138171" y="0"/>
                </a:moveTo>
                <a:lnTo>
                  <a:pt x="3149794" y="0"/>
                </a:lnTo>
                <a:lnTo>
                  <a:pt x="3149794" y="11623"/>
                </a:lnTo>
                <a:lnTo>
                  <a:pt x="3138171" y="11623"/>
                </a:lnTo>
                <a:moveTo>
                  <a:pt x="3161417" y="0"/>
                </a:moveTo>
                <a:lnTo>
                  <a:pt x="3173040" y="0"/>
                </a:lnTo>
                <a:lnTo>
                  <a:pt x="3173040" y="11623"/>
                </a:lnTo>
                <a:lnTo>
                  <a:pt x="3161417" y="11623"/>
                </a:lnTo>
                <a:moveTo>
                  <a:pt x="3184662" y="0"/>
                </a:moveTo>
                <a:lnTo>
                  <a:pt x="3196285" y="0"/>
                </a:lnTo>
                <a:lnTo>
                  <a:pt x="3196285" y="11623"/>
                </a:lnTo>
                <a:lnTo>
                  <a:pt x="3184662" y="11623"/>
                </a:lnTo>
                <a:moveTo>
                  <a:pt x="3207908" y="0"/>
                </a:moveTo>
                <a:lnTo>
                  <a:pt x="3219531" y="0"/>
                </a:lnTo>
                <a:lnTo>
                  <a:pt x="3219531" y="11623"/>
                </a:lnTo>
                <a:lnTo>
                  <a:pt x="3207908" y="11623"/>
                </a:lnTo>
                <a:moveTo>
                  <a:pt x="3231154" y="0"/>
                </a:moveTo>
                <a:lnTo>
                  <a:pt x="3242777" y="0"/>
                </a:lnTo>
                <a:lnTo>
                  <a:pt x="3242777" y="11623"/>
                </a:lnTo>
                <a:lnTo>
                  <a:pt x="3231154" y="11623"/>
                </a:lnTo>
                <a:moveTo>
                  <a:pt x="3254400" y="0"/>
                </a:moveTo>
                <a:lnTo>
                  <a:pt x="3266022" y="0"/>
                </a:lnTo>
                <a:lnTo>
                  <a:pt x="3266022" y="11623"/>
                </a:lnTo>
                <a:lnTo>
                  <a:pt x="3254400" y="11623"/>
                </a:lnTo>
                <a:moveTo>
                  <a:pt x="3277645" y="0"/>
                </a:moveTo>
                <a:lnTo>
                  <a:pt x="3289268" y="0"/>
                </a:lnTo>
                <a:lnTo>
                  <a:pt x="3289268" y="11623"/>
                </a:lnTo>
                <a:lnTo>
                  <a:pt x="3277645" y="11623"/>
                </a:lnTo>
                <a:moveTo>
                  <a:pt x="3300891" y="0"/>
                </a:moveTo>
                <a:lnTo>
                  <a:pt x="3312514" y="0"/>
                </a:lnTo>
                <a:lnTo>
                  <a:pt x="3312514" y="11623"/>
                </a:lnTo>
                <a:lnTo>
                  <a:pt x="3300891" y="11623"/>
                </a:lnTo>
                <a:moveTo>
                  <a:pt x="3324137" y="0"/>
                </a:moveTo>
                <a:lnTo>
                  <a:pt x="3335760" y="0"/>
                </a:lnTo>
                <a:lnTo>
                  <a:pt x="3335760" y="11623"/>
                </a:lnTo>
                <a:lnTo>
                  <a:pt x="3324137" y="11623"/>
                </a:lnTo>
                <a:moveTo>
                  <a:pt x="3347382" y="0"/>
                </a:moveTo>
                <a:lnTo>
                  <a:pt x="3359005" y="0"/>
                </a:lnTo>
                <a:lnTo>
                  <a:pt x="3359005" y="11623"/>
                </a:lnTo>
                <a:lnTo>
                  <a:pt x="3347382" y="11623"/>
                </a:lnTo>
                <a:moveTo>
                  <a:pt x="3370628" y="0"/>
                </a:moveTo>
                <a:lnTo>
                  <a:pt x="3382251" y="0"/>
                </a:lnTo>
                <a:lnTo>
                  <a:pt x="3382251" y="11623"/>
                </a:lnTo>
                <a:lnTo>
                  <a:pt x="3370628" y="11623"/>
                </a:lnTo>
                <a:moveTo>
                  <a:pt x="3393874" y="0"/>
                </a:moveTo>
                <a:lnTo>
                  <a:pt x="3405497" y="0"/>
                </a:lnTo>
                <a:lnTo>
                  <a:pt x="3405497" y="11623"/>
                </a:lnTo>
                <a:lnTo>
                  <a:pt x="3393874" y="11623"/>
                </a:lnTo>
                <a:moveTo>
                  <a:pt x="3417120" y="0"/>
                </a:moveTo>
                <a:lnTo>
                  <a:pt x="3428742" y="0"/>
                </a:lnTo>
                <a:lnTo>
                  <a:pt x="3428742" y="11623"/>
                </a:lnTo>
                <a:lnTo>
                  <a:pt x="3417120" y="11623"/>
                </a:lnTo>
                <a:moveTo>
                  <a:pt x="3440365" y="0"/>
                </a:moveTo>
                <a:lnTo>
                  <a:pt x="3451988" y="0"/>
                </a:lnTo>
                <a:lnTo>
                  <a:pt x="3451988" y="11623"/>
                </a:lnTo>
                <a:lnTo>
                  <a:pt x="3440365" y="11623"/>
                </a:lnTo>
                <a:moveTo>
                  <a:pt x="3463611" y="0"/>
                </a:moveTo>
                <a:lnTo>
                  <a:pt x="3475234" y="0"/>
                </a:lnTo>
                <a:lnTo>
                  <a:pt x="3475234" y="11623"/>
                </a:lnTo>
                <a:lnTo>
                  <a:pt x="3463611" y="11623"/>
                </a:lnTo>
                <a:moveTo>
                  <a:pt x="3486857" y="0"/>
                </a:moveTo>
                <a:lnTo>
                  <a:pt x="3498480" y="0"/>
                </a:lnTo>
                <a:lnTo>
                  <a:pt x="3498480" y="11623"/>
                </a:lnTo>
                <a:lnTo>
                  <a:pt x="3486857" y="11623"/>
                </a:lnTo>
                <a:moveTo>
                  <a:pt x="3510102" y="0"/>
                </a:moveTo>
                <a:lnTo>
                  <a:pt x="3521725" y="0"/>
                </a:lnTo>
                <a:lnTo>
                  <a:pt x="3521725" y="11623"/>
                </a:lnTo>
                <a:lnTo>
                  <a:pt x="3510102" y="11623"/>
                </a:lnTo>
                <a:moveTo>
                  <a:pt x="3533348" y="0"/>
                </a:moveTo>
                <a:lnTo>
                  <a:pt x="3544971" y="0"/>
                </a:lnTo>
                <a:lnTo>
                  <a:pt x="3544971" y="11623"/>
                </a:lnTo>
                <a:lnTo>
                  <a:pt x="3533348" y="11623"/>
                </a:lnTo>
                <a:moveTo>
                  <a:pt x="3556594" y="0"/>
                </a:moveTo>
                <a:lnTo>
                  <a:pt x="3568217" y="0"/>
                </a:lnTo>
                <a:lnTo>
                  <a:pt x="3568217" y="11623"/>
                </a:lnTo>
                <a:lnTo>
                  <a:pt x="3556594" y="11623"/>
                </a:lnTo>
                <a:moveTo>
                  <a:pt x="3579840" y="0"/>
                </a:moveTo>
                <a:lnTo>
                  <a:pt x="3591462" y="0"/>
                </a:lnTo>
                <a:lnTo>
                  <a:pt x="3591462" y="11623"/>
                </a:lnTo>
                <a:lnTo>
                  <a:pt x="3579840" y="11623"/>
                </a:lnTo>
                <a:moveTo>
                  <a:pt x="3603085" y="0"/>
                </a:moveTo>
                <a:lnTo>
                  <a:pt x="3614708" y="0"/>
                </a:lnTo>
                <a:lnTo>
                  <a:pt x="3614708" y="11623"/>
                </a:lnTo>
                <a:lnTo>
                  <a:pt x="3603085" y="11623"/>
                </a:lnTo>
                <a:moveTo>
                  <a:pt x="3626331" y="0"/>
                </a:moveTo>
                <a:lnTo>
                  <a:pt x="3637954" y="0"/>
                </a:lnTo>
                <a:lnTo>
                  <a:pt x="3637954" y="11623"/>
                </a:lnTo>
                <a:lnTo>
                  <a:pt x="3626331" y="11623"/>
                </a:lnTo>
                <a:moveTo>
                  <a:pt x="3649577" y="0"/>
                </a:moveTo>
                <a:lnTo>
                  <a:pt x="3661199" y="0"/>
                </a:lnTo>
                <a:lnTo>
                  <a:pt x="3661199" y="11623"/>
                </a:lnTo>
                <a:lnTo>
                  <a:pt x="3649577" y="11623"/>
                </a:lnTo>
                <a:moveTo>
                  <a:pt x="3672822" y="0"/>
                </a:moveTo>
                <a:lnTo>
                  <a:pt x="3684445" y="0"/>
                </a:lnTo>
                <a:lnTo>
                  <a:pt x="3684445" y="11623"/>
                </a:lnTo>
                <a:lnTo>
                  <a:pt x="3672822" y="11623"/>
                </a:lnTo>
                <a:moveTo>
                  <a:pt x="3696068" y="0"/>
                </a:moveTo>
                <a:lnTo>
                  <a:pt x="3707691" y="0"/>
                </a:lnTo>
                <a:lnTo>
                  <a:pt x="3707691" y="11623"/>
                </a:lnTo>
                <a:lnTo>
                  <a:pt x="3696068" y="11623"/>
                </a:lnTo>
                <a:moveTo>
                  <a:pt x="3719314" y="0"/>
                </a:moveTo>
                <a:lnTo>
                  <a:pt x="3730937" y="0"/>
                </a:lnTo>
                <a:lnTo>
                  <a:pt x="3730937" y="11623"/>
                </a:lnTo>
                <a:lnTo>
                  <a:pt x="3719314" y="11623"/>
                </a:lnTo>
                <a:moveTo>
                  <a:pt x="3742559" y="0"/>
                </a:moveTo>
                <a:lnTo>
                  <a:pt x="3754182" y="0"/>
                </a:lnTo>
                <a:lnTo>
                  <a:pt x="3754182" y="11623"/>
                </a:lnTo>
                <a:lnTo>
                  <a:pt x="3742559" y="11623"/>
                </a:lnTo>
                <a:moveTo>
                  <a:pt x="3765805" y="0"/>
                </a:moveTo>
                <a:lnTo>
                  <a:pt x="3777428" y="0"/>
                </a:lnTo>
                <a:lnTo>
                  <a:pt x="3777428" y="11623"/>
                </a:lnTo>
                <a:lnTo>
                  <a:pt x="3765805" y="11623"/>
                </a:lnTo>
                <a:moveTo>
                  <a:pt x="3789051" y="0"/>
                </a:moveTo>
                <a:lnTo>
                  <a:pt x="3800674" y="0"/>
                </a:lnTo>
                <a:lnTo>
                  <a:pt x="3800674" y="11623"/>
                </a:lnTo>
                <a:lnTo>
                  <a:pt x="3789051" y="11623"/>
                </a:lnTo>
                <a:moveTo>
                  <a:pt x="3812297" y="0"/>
                </a:moveTo>
                <a:lnTo>
                  <a:pt x="3823919" y="0"/>
                </a:lnTo>
                <a:lnTo>
                  <a:pt x="3823919" y="11623"/>
                </a:lnTo>
                <a:lnTo>
                  <a:pt x="3812297" y="11623"/>
                </a:lnTo>
                <a:moveTo>
                  <a:pt x="3835542" y="0"/>
                </a:moveTo>
                <a:lnTo>
                  <a:pt x="3847165" y="0"/>
                </a:lnTo>
                <a:lnTo>
                  <a:pt x="3847165" y="11623"/>
                </a:lnTo>
                <a:lnTo>
                  <a:pt x="3835542" y="11623"/>
                </a:lnTo>
                <a:moveTo>
                  <a:pt x="3858788" y="0"/>
                </a:moveTo>
                <a:lnTo>
                  <a:pt x="3870411" y="0"/>
                </a:lnTo>
                <a:lnTo>
                  <a:pt x="3870411" y="11623"/>
                </a:lnTo>
                <a:lnTo>
                  <a:pt x="3858788" y="11623"/>
                </a:lnTo>
                <a:moveTo>
                  <a:pt x="3882034" y="0"/>
                </a:moveTo>
                <a:lnTo>
                  <a:pt x="3893657" y="0"/>
                </a:lnTo>
                <a:lnTo>
                  <a:pt x="3893657" y="11623"/>
                </a:lnTo>
                <a:lnTo>
                  <a:pt x="3882034" y="11623"/>
                </a:lnTo>
                <a:moveTo>
                  <a:pt x="3905279" y="0"/>
                </a:moveTo>
                <a:lnTo>
                  <a:pt x="3916902" y="0"/>
                </a:lnTo>
                <a:lnTo>
                  <a:pt x="3916902" y="11623"/>
                </a:lnTo>
                <a:lnTo>
                  <a:pt x="3905279" y="11623"/>
                </a:lnTo>
                <a:moveTo>
                  <a:pt x="3928525" y="0"/>
                </a:moveTo>
                <a:lnTo>
                  <a:pt x="3940148" y="0"/>
                </a:lnTo>
                <a:lnTo>
                  <a:pt x="3940148" y="11623"/>
                </a:lnTo>
                <a:lnTo>
                  <a:pt x="3928525" y="11623"/>
                </a:lnTo>
                <a:moveTo>
                  <a:pt x="3951771" y="0"/>
                </a:moveTo>
                <a:lnTo>
                  <a:pt x="3963394" y="0"/>
                </a:lnTo>
                <a:lnTo>
                  <a:pt x="3963394" y="11623"/>
                </a:lnTo>
                <a:lnTo>
                  <a:pt x="3951771" y="11623"/>
                </a:lnTo>
                <a:moveTo>
                  <a:pt x="3975017" y="0"/>
                </a:moveTo>
                <a:lnTo>
                  <a:pt x="3986639" y="0"/>
                </a:lnTo>
                <a:lnTo>
                  <a:pt x="3986639" y="11623"/>
                </a:lnTo>
                <a:lnTo>
                  <a:pt x="3975017" y="11623"/>
                </a:lnTo>
                <a:moveTo>
                  <a:pt x="3998262" y="0"/>
                </a:moveTo>
                <a:lnTo>
                  <a:pt x="4009885" y="0"/>
                </a:lnTo>
                <a:lnTo>
                  <a:pt x="4009885" y="11623"/>
                </a:lnTo>
                <a:lnTo>
                  <a:pt x="3998262" y="11623"/>
                </a:lnTo>
                <a:moveTo>
                  <a:pt x="4021508" y="0"/>
                </a:moveTo>
                <a:lnTo>
                  <a:pt x="4033131" y="0"/>
                </a:lnTo>
                <a:lnTo>
                  <a:pt x="4033131" y="11623"/>
                </a:lnTo>
                <a:lnTo>
                  <a:pt x="4021508" y="11623"/>
                </a:lnTo>
                <a:moveTo>
                  <a:pt x="4044754" y="0"/>
                </a:moveTo>
                <a:lnTo>
                  <a:pt x="4056377" y="0"/>
                </a:lnTo>
                <a:lnTo>
                  <a:pt x="4056377" y="11623"/>
                </a:lnTo>
                <a:lnTo>
                  <a:pt x="4044754" y="11623"/>
                </a:lnTo>
                <a:moveTo>
                  <a:pt x="4067999" y="0"/>
                </a:moveTo>
                <a:lnTo>
                  <a:pt x="4079622" y="0"/>
                </a:lnTo>
                <a:lnTo>
                  <a:pt x="4079622" y="11623"/>
                </a:lnTo>
                <a:lnTo>
                  <a:pt x="4067999" y="11623"/>
                </a:lnTo>
                <a:moveTo>
                  <a:pt x="4091245" y="0"/>
                </a:moveTo>
                <a:lnTo>
                  <a:pt x="4102868" y="0"/>
                </a:lnTo>
                <a:lnTo>
                  <a:pt x="4102868" y="11623"/>
                </a:lnTo>
                <a:lnTo>
                  <a:pt x="4091245" y="11623"/>
                </a:lnTo>
                <a:moveTo>
                  <a:pt x="4114491" y="0"/>
                </a:moveTo>
                <a:lnTo>
                  <a:pt x="4126114" y="0"/>
                </a:lnTo>
                <a:lnTo>
                  <a:pt x="4126114" y="11623"/>
                </a:lnTo>
                <a:lnTo>
                  <a:pt x="4114491" y="11623"/>
                </a:lnTo>
                <a:moveTo>
                  <a:pt x="4137737" y="0"/>
                </a:moveTo>
                <a:lnTo>
                  <a:pt x="4149359" y="0"/>
                </a:lnTo>
                <a:lnTo>
                  <a:pt x="4149359" y="11623"/>
                </a:lnTo>
                <a:lnTo>
                  <a:pt x="4137737" y="11623"/>
                </a:lnTo>
                <a:moveTo>
                  <a:pt x="4160982" y="0"/>
                </a:moveTo>
                <a:lnTo>
                  <a:pt x="4172605" y="0"/>
                </a:lnTo>
                <a:lnTo>
                  <a:pt x="4172605" y="11623"/>
                </a:lnTo>
                <a:lnTo>
                  <a:pt x="4160982" y="11623"/>
                </a:lnTo>
                <a:moveTo>
                  <a:pt x="4184228" y="0"/>
                </a:moveTo>
                <a:lnTo>
                  <a:pt x="4195851" y="0"/>
                </a:lnTo>
                <a:lnTo>
                  <a:pt x="4195851" y="11623"/>
                </a:lnTo>
                <a:lnTo>
                  <a:pt x="4184228" y="11623"/>
                </a:lnTo>
                <a:moveTo>
                  <a:pt x="4207474" y="0"/>
                </a:moveTo>
                <a:lnTo>
                  <a:pt x="4219097" y="0"/>
                </a:lnTo>
                <a:lnTo>
                  <a:pt x="4219097" y="11623"/>
                </a:lnTo>
                <a:lnTo>
                  <a:pt x="4207474" y="11623"/>
                </a:lnTo>
                <a:moveTo>
                  <a:pt x="4230719" y="0"/>
                </a:moveTo>
                <a:lnTo>
                  <a:pt x="4242342" y="0"/>
                </a:lnTo>
                <a:lnTo>
                  <a:pt x="4242342" y="11623"/>
                </a:lnTo>
                <a:lnTo>
                  <a:pt x="4230719" y="11623"/>
                </a:lnTo>
                <a:moveTo>
                  <a:pt x="4253965" y="0"/>
                </a:moveTo>
                <a:lnTo>
                  <a:pt x="4265588" y="0"/>
                </a:lnTo>
                <a:lnTo>
                  <a:pt x="4265588" y="11623"/>
                </a:lnTo>
                <a:lnTo>
                  <a:pt x="4253965" y="11623"/>
                </a:lnTo>
                <a:moveTo>
                  <a:pt x="4277211" y="0"/>
                </a:moveTo>
                <a:lnTo>
                  <a:pt x="4288834" y="0"/>
                </a:lnTo>
                <a:lnTo>
                  <a:pt x="4288834" y="11623"/>
                </a:lnTo>
                <a:lnTo>
                  <a:pt x="4277211" y="11623"/>
                </a:lnTo>
                <a:moveTo>
                  <a:pt x="4300457" y="0"/>
                </a:moveTo>
                <a:lnTo>
                  <a:pt x="4312079" y="0"/>
                </a:lnTo>
                <a:lnTo>
                  <a:pt x="4312079" y="11623"/>
                </a:lnTo>
                <a:lnTo>
                  <a:pt x="4300457" y="11623"/>
                </a:lnTo>
                <a:moveTo>
                  <a:pt x="4323702" y="0"/>
                </a:moveTo>
                <a:lnTo>
                  <a:pt x="4335325" y="0"/>
                </a:lnTo>
                <a:lnTo>
                  <a:pt x="4335325" y="11623"/>
                </a:lnTo>
                <a:lnTo>
                  <a:pt x="4323702" y="11623"/>
                </a:lnTo>
                <a:moveTo>
                  <a:pt x="4346948" y="0"/>
                </a:moveTo>
                <a:lnTo>
                  <a:pt x="4358571" y="0"/>
                </a:lnTo>
                <a:lnTo>
                  <a:pt x="4358571" y="11623"/>
                </a:lnTo>
                <a:lnTo>
                  <a:pt x="4346948" y="11623"/>
                </a:lnTo>
                <a:moveTo>
                  <a:pt x="4370194" y="0"/>
                </a:moveTo>
                <a:lnTo>
                  <a:pt x="4381817" y="0"/>
                </a:lnTo>
                <a:lnTo>
                  <a:pt x="4381817" y="11623"/>
                </a:lnTo>
                <a:lnTo>
                  <a:pt x="4370194" y="11623"/>
                </a:lnTo>
                <a:moveTo>
                  <a:pt x="4393439" y="0"/>
                </a:moveTo>
                <a:lnTo>
                  <a:pt x="4405062" y="0"/>
                </a:lnTo>
                <a:lnTo>
                  <a:pt x="4405062" y="11623"/>
                </a:lnTo>
                <a:lnTo>
                  <a:pt x="4393439" y="11623"/>
                </a:lnTo>
                <a:moveTo>
                  <a:pt x="4416685" y="0"/>
                </a:moveTo>
                <a:lnTo>
                  <a:pt x="4428308" y="0"/>
                </a:lnTo>
                <a:lnTo>
                  <a:pt x="4428308" y="11623"/>
                </a:lnTo>
                <a:lnTo>
                  <a:pt x="4416685" y="11623"/>
                </a:lnTo>
                <a:moveTo>
                  <a:pt x="4439931" y="0"/>
                </a:moveTo>
                <a:lnTo>
                  <a:pt x="4451554" y="0"/>
                </a:lnTo>
                <a:lnTo>
                  <a:pt x="4451554" y="11623"/>
                </a:lnTo>
                <a:lnTo>
                  <a:pt x="4439931" y="11623"/>
                </a:lnTo>
                <a:moveTo>
                  <a:pt x="4463177" y="0"/>
                </a:moveTo>
                <a:lnTo>
                  <a:pt x="4474799" y="0"/>
                </a:lnTo>
                <a:lnTo>
                  <a:pt x="4474799" y="11623"/>
                </a:lnTo>
                <a:lnTo>
                  <a:pt x="4463177" y="11623"/>
                </a:lnTo>
                <a:moveTo>
                  <a:pt x="4486422" y="0"/>
                </a:moveTo>
                <a:lnTo>
                  <a:pt x="4498045" y="0"/>
                </a:lnTo>
                <a:lnTo>
                  <a:pt x="4498045" y="11623"/>
                </a:lnTo>
                <a:lnTo>
                  <a:pt x="4486422" y="11623"/>
                </a:lnTo>
                <a:moveTo>
                  <a:pt x="4509668" y="0"/>
                </a:moveTo>
                <a:lnTo>
                  <a:pt x="4521291" y="0"/>
                </a:lnTo>
                <a:lnTo>
                  <a:pt x="4521291" y="11623"/>
                </a:lnTo>
                <a:lnTo>
                  <a:pt x="4509668" y="11623"/>
                </a:lnTo>
                <a:moveTo>
                  <a:pt x="4532914" y="0"/>
                </a:moveTo>
                <a:lnTo>
                  <a:pt x="4544537" y="0"/>
                </a:lnTo>
                <a:lnTo>
                  <a:pt x="4544537" y="11623"/>
                </a:lnTo>
                <a:lnTo>
                  <a:pt x="4532914" y="11623"/>
                </a:lnTo>
                <a:moveTo>
                  <a:pt x="4556159" y="0"/>
                </a:moveTo>
                <a:lnTo>
                  <a:pt x="4567782" y="0"/>
                </a:lnTo>
                <a:lnTo>
                  <a:pt x="4567782" y="11623"/>
                </a:lnTo>
                <a:lnTo>
                  <a:pt x="4556159" y="11623"/>
                </a:lnTo>
                <a:moveTo>
                  <a:pt x="4579405" y="0"/>
                </a:moveTo>
                <a:lnTo>
                  <a:pt x="4591028" y="0"/>
                </a:lnTo>
                <a:lnTo>
                  <a:pt x="4591028" y="11623"/>
                </a:lnTo>
                <a:lnTo>
                  <a:pt x="4579405" y="11623"/>
                </a:lnTo>
                <a:moveTo>
                  <a:pt x="4602651" y="0"/>
                </a:moveTo>
                <a:lnTo>
                  <a:pt x="4614274" y="0"/>
                </a:lnTo>
                <a:lnTo>
                  <a:pt x="4614274" y="11623"/>
                </a:lnTo>
                <a:lnTo>
                  <a:pt x="4602651" y="11623"/>
                </a:lnTo>
                <a:moveTo>
                  <a:pt x="4625897" y="0"/>
                </a:moveTo>
                <a:lnTo>
                  <a:pt x="4637519" y="0"/>
                </a:lnTo>
                <a:lnTo>
                  <a:pt x="4637519" y="11623"/>
                </a:lnTo>
                <a:lnTo>
                  <a:pt x="4625897" y="11623"/>
                </a:lnTo>
                <a:moveTo>
                  <a:pt x="4649142" y="0"/>
                </a:moveTo>
                <a:lnTo>
                  <a:pt x="4660765" y="0"/>
                </a:lnTo>
                <a:lnTo>
                  <a:pt x="4660765" y="11623"/>
                </a:lnTo>
                <a:lnTo>
                  <a:pt x="4649142" y="11623"/>
                </a:lnTo>
                <a:moveTo>
                  <a:pt x="4672388" y="0"/>
                </a:moveTo>
                <a:lnTo>
                  <a:pt x="4684011" y="0"/>
                </a:lnTo>
                <a:lnTo>
                  <a:pt x="4684011" y="11623"/>
                </a:lnTo>
                <a:lnTo>
                  <a:pt x="4672388" y="11623"/>
                </a:lnTo>
                <a:moveTo>
                  <a:pt x="4695634" y="0"/>
                </a:moveTo>
                <a:lnTo>
                  <a:pt x="4707256" y="0"/>
                </a:lnTo>
                <a:lnTo>
                  <a:pt x="4707256" y="11623"/>
                </a:lnTo>
                <a:lnTo>
                  <a:pt x="4695634" y="11623"/>
                </a:lnTo>
                <a:moveTo>
                  <a:pt x="4718879" y="0"/>
                </a:moveTo>
                <a:lnTo>
                  <a:pt x="4730502" y="0"/>
                </a:lnTo>
                <a:lnTo>
                  <a:pt x="4730502" y="11623"/>
                </a:lnTo>
                <a:lnTo>
                  <a:pt x="4718879" y="11623"/>
                </a:lnTo>
                <a:moveTo>
                  <a:pt x="4742125" y="0"/>
                </a:moveTo>
                <a:lnTo>
                  <a:pt x="4753748" y="0"/>
                </a:lnTo>
                <a:lnTo>
                  <a:pt x="4753748" y="11623"/>
                </a:lnTo>
                <a:lnTo>
                  <a:pt x="4742125" y="11623"/>
                </a:lnTo>
                <a:moveTo>
                  <a:pt x="4765371" y="0"/>
                </a:moveTo>
                <a:lnTo>
                  <a:pt x="4776994" y="0"/>
                </a:lnTo>
                <a:lnTo>
                  <a:pt x="4776994" y="11623"/>
                </a:lnTo>
                <a:lnTo>
                  <a:pt x="4765371" y="11623"/>
                </a:lnTo>
                <a:moveTo>
                  <a:pt x="4788616" y="0"/>
                </a:moveTo>
                <a:lnTo>
                  <a:pt x="4800239" y="0"/>
                </a:lnTo>
                <a:lnTo>
                  <a:pt x="4800239" y="11623"/>
                </a:lnTo>
                <a:lnTo>
                  <a:pt x="4788616" y="11623"/>
                </a:lnTo>
                <a:moveTo>
                  <a:pt x="4811862" y="0"/>
                </a:moveTo>
                <a:lnTo>
                  <a:pt x="4823485" y="0"/>
                </a:lnTo>
                <a:lnTo>
                  <a:pt x="4823485" y="11623"/>
                </a:lnTo>
                <a:lnTo>
                  <a:pt x="4811862" y="11623"/>
                </a:lnTo>
                <a:moveTo>
                  <a:pt x="4835108" y="0"/>
                </a:moveTo>
                <a:lnTo>
                  <a:pt x="4846731" y="0"/>
                </a:lnTo>
                <a:lnTo>
                  <a:pt x="4846731" y="11623"/>
                </a:lnTo>
                <a:lnTo>
                  <a:pt x="4835108" y="11623"/>
                </a:lnTo>
                <a:moveTo>
                  <a:pt x="4858354" y="0"/>
                </a:moveTo>
                <a:lnTo>
                  <a:pt x="4869976" y="0"/>
                </a:lnTo>
                <a:lnTo>
                  <a:pt x="4869976" y="11623"/>
                </a:lnTo>
                <a:lnTo>
                  <a:pt x="4858354" y="11623"/>
                </a:lnTo>
                <a:moveTo>
                  <a:pt x="4881599" y="0"/>
                </a:moveTo>
                <a:lnTo>
                  <a:pt x="4893222" y="0"/>
                </a:lnTo>
                <a:lnTo>
                  <a:pt x="4893222" y="11623"/>
                </a:lnTo>
                <a:lnTo>
                  <a:pt x="4881599" y="11623"/>
                </a:lnTo>
                <a:moveTo>
                  <a:pt x="4904845" y="0"/>
                </a:moveTo>
                <a:lnTo>
                  <a:pt x="4916468" y="0"/>
                </a:lnTo>
                <a:lnTo>
                  <a:pt x="4916468" y="11623"/>
                </a:lnTo>
                <a:lnTo>
                  <a:pt x="4904845" y="11623"/>
                </a:lnTo>
                <a:moveTo>
                  <a:pt x="4928091" y="0"/>
                </a:moveTo>
                <a:lnTo>
                  <a:pt x="4939714" y="0"/>
                </a:lnTo>
                <a:lnTo>
                  <a:pt x="4939714" y="11623"/>
                </a:lnTo>
                <a:lnTo>
                  <a:pt x="4928091" y="11623"/>
                </a:lnTo>
                <a:moveTo>
                  <a:pt x="4951336" y="0"/>
                </a:moveTo>
                <a:lnTo>
                  <a:pt x="4962959" y="0"/>
                </a:lnTo>
                <a:lnTo>
                  <a:pt x="4962959" y="11623"/>
                </a:lnTo>
                <a:lnTo>
                  <a:pt x="4951336" y="11623"/>
                </a:lnTo>
                <a:moveTo>
                  <a:pt x="4974582" y="0"/>
                </a:moveTo>
                <a:lnTo>
                  <a:pt x="4986205" y="0"/>
                </a:lnTo>
                <a:lnTo>
                  <a:pt x="4986205" y="11623"/>
                </a:lnTo>
                <a:lnTo>
                  <a:pt x="4974582" y="11623"/>
                </a:lnTo>
                <a:moveTo>
                  <a:pt x="4997828" y="0"/>
                </a:moveTo>
                <a:lnTo>
                  <a:pt x="5009451" y="0"/>
                </a:lnTo>
                <a:lnTo>
                  <a:pt x="5009451" y="11623"/>
                </a:lnTo>
                <a:lnTo>
                  <a:pt x="4997828" y="11623"/>
                </a:lnTo>
                <a:moveTo>
                  <a:pt x="5021074" y="0"/>
                </a:moveTo>
                <a:lnTo>
                  <a:pt x="5032696" y="0"/>
                </a:lnTo>
                <a:lnTo>
                  <a:pt x="5032696" y="11623"/>
                </a:lnTo>
                <a:lnTo>
                  <a:pt x="5021074" y="11623"/>
                </a:lnTo>
                <a:moveTo>
                  <a:pt x="5044319" y="0"/>
                </a:moveTo>
                <a:lnTo>
                  <a:pt x="5055942" y="0"/>
                </a:lnTo>
                <a:lnTo>
                  <a:pt x="5055942" y="11623"/>
                </a:lnTo>
                <a:lnTo>
                  <a:pt x="5044319" y="11623"/>
                </a:lnTo>
                <a:moveTo>
                  <a:pt x="5067565" y="0"/>
                </a:moveTo>
                <a:lnTo>
                  <a:pt x="5079188" y="0"/>
                </a:lnTo>
                <a:lnTo>
                  <a:pt x="5079188" y="11623"/>
                </a:lnTo>
                <a:lnTo>
                  <a:pt x="5067565" y="11623"/>
                </a:lnTo>
                <a:moveTo>
                  <a:pt x="5090811" y="0"/>
                </a:moveTo>
                <a:lnTo>
                  <a:pt x="5102434" y="0"/>
                </a:lnTo>
                <a:lnTo>
                  <a:pt x="5102434" y="11623"/>
                </a:lnTo>
                <a:lnTo>
                  <a:pt x="5090811" y="11623"/>
                </a:lnTo>
                <a:moveTo>
                  <a:pt x="5114056" y="0"/>
                </a:moveTo>
                <a:lnTo>
                  <a:pt x="5125679" y="0"/>
                </a:lnTo>
                <a:lnTo>
                  <a:pt x="5125679" y="11623"/>
                </a:lnTo>
                <a:lnTo>
                  <a:pt x="5114056" y="11623"/>
                </a:lnTo>
                <a:moveTo>
                  <a:pt x="5137302" y="0"/>
                </a:moveTo>
                <a:lnTo>
                  <a:pt x="5148925" y="0"/>
                </a:lnTo>
                <a:lnTo>
                  <a:pt x="5148925" y="11623"/>
                </a:lnTo>
                <a:lnTo>
                  <a:pt x="5137302" y="11623"/>
                </a:lnTo>
                <a:moveTo>
                  <a:pt x="5160548" y="0"/>
                </a:moveTo>
                <a:lnTo>
                  <a:pt x="5172171" y="0"/>
                </a:lnTo>
                <a:lnTo>
                  <a:pt x="5172171" y="11623"/>
                </a:lnTo>
                <a:lnTo>
                  <a:pt x="5160548" y="11623"/>
                </a:lnTo>
                <a:moveTo>
                  <a:pt x="5183794" y="0"/>
                </a:moveTo>
                <a:lnTo>
                  <a:pt x="5195416" y="0"/>
                </a:lnTo>
                <a:lnTo>
                  <a:pt x="5195416" y="11623"/>
                </a:lnTo>
                <a:lnTo>
                  <a:pt x="5183794" y="11623"/>
                </a:lnTo>
                <a:moveTo>
                  <a:pt x="5207039" y="0"/>
                </a:moveTo>
                <a:lnTo>
                  <a:pt x="5218662" y="0"/>
                </a:lnTo>
                <a:lnTo>
                  <a:pt x="5218662" y="11623"/>
                </a:lnTo>
                <a:lnTo>
                  <a:pt x="5207039" y="11623"/>
                </a:lnTo>
                <a:moveTo>
                  <a:pt x="5230285" y="0"/>
                </a:moveTo>
                <a:lnTo>
                  <a:pt x="5241908" y="0"/>
                </a:lnTo>
                <a:lnTo>
                  <a:pt x="5241908" y="11623"/>
                </a:lnTo>
                <a:lnTo>
                  <a:pt x="5230285" y="11623"/>
                </a:lnTo>
                <a:moveTo>
                  <a:pt x="5253531" y="0"/>
                </a:moveTo>
                <a:lnTo>
                  <a:pt x="5265154" y="0"/>
                </a:lnTo>
                <a:lnTo>
                  <a:pt x="5265154" y="11623"/>
                </a:lnTo>
                <a:lnTo>
                  <a:pt x="5253531" y="11623"/>
                </a:lnTo>
                <a:moveTo>
                  <a:pt x="5276776" y="0"/>
                </a:moveTo>
                <a:lnTo>
                  <a:pt x="5288399" y="0"/>
                </a:lnTo>
                <a:lnTo>
                  <a:pt x="5288399" y="11623"/>
                </a:lnTo>
                <a:lnTo>
                  <a:pt x="5276776" y="11623"/>
                </a:lnTo>
                <a:moveTo>
                  <a:pt x="5300022" y="0"/>
                </a:moveTo>
                <a:lnTo>
                  <a:pt x="5311645" y="0"/>
                </a:lnTo>
                <a:lnTo>
                  <a:pt x="5311645" y="11623"/>
                </a:lnTo>
                <a:lnTo>
                  <a:pt x="5300022" y="11623"/>
                </a:lnTo>
                <a:moveTo>
                  <a:pt x="5323268" y="0"/>
                </a:moveTo>
                <a:lnTo>
                  <a:pt x="5334891" y="0"/>
                </a:lnTo>
                <a:lnTo>
                  <a:pt x="5334891" y="11623"/>
                </a:lnTo>
                <a:lnTo>
                  <a:pt x="5323268" y="11623"/>
                </a:lnTo>
                <a:moveTo>
                  <a:pt x="5346514" y="0"/>
                </a:moveTo>
                <a:lnTo>
                  <a:pt x="5358136" y="0"/>
                </a:lnTo>
                <a:lnTo>
                  <a:pt x="5358136" y="11623"/>
                </a:lnTo>
                <a:lnTo>
                  <a:pt x="5346514" y="11623"/>
                </a:lnTo>
                <a:moveTo>
                  <a:pt x="5369759" y="0"/>
                </a:moveTo>
                <a:lnTo>
                  <a:pt x="5381382" y="0"/>
                </a:lnTo>
                <a:lnTo>
                  <a:pt x="5381382" y="11623"/>
                </a:lnTo>
                <a:lnTo>
                  <a:pt x="5369759" y="11623"/>
                </a:lnTo>
                <a:moveTo>
                  <a:pt x="5393005" y="0"/>
                </a:moveTo>
                <a:lnTo>
                  <a:pt x="5404628" y="0"/>
                </a:lnTo>
                <a:lnTo>
                  <a:pt x="5404628" y="11623"/>
                </a:lnTo>
                <a:lnTo>
                  <a:pt x="5393005" y="11623"/>
                </a:lnTo>
                <a:moveTo>
                  <a:pt x="5416251" y="0"/>
                </a:moveTo>
                <a:lnTo>
                  <a:pt x="5427874" y="0"/>
                </a:lnTo>
                <a:lnTo>
                  <a:pt x="5427874" y="11623"/>
                </a:lnTo>
                <a:lnTo>
                  <a:pt x="5416251" y="11623"/>
                </a:lnTo>
                <a:moveTo>
                  <a:pt x="5439496" y="0"/>
                </a:moveTo>
                <a:lnTo>
                  <a:pt x="5451119" y="0"/>
                </a:lnTo>
                <a:lnTo>
                  <a:pt x="5451119" y="11623"/>
                </a:lnTo>
                <a:lnTo>
                  <a:pt x="5439496" y="11623"/>
                </a:lnTo>
                <a:moveTo>
                  <a:pt x="5462742" y="0"/>
                </a:moveTo>
                <a:lnTo>
                  <a:pt x="5474365" y="0"/>
                </a:lnTo>
                <a:lnTo>
                  <a:pt x="5474365" y="11623"/>
                </a:lnTo>
                <a:lnTo>
                  <a:pt x="5462742" y="11623"/>
                </a:lnTo>
                <a:moveTo>
                  <a:pt x="5485988" y="0"/>
                </a:moveTo>
                <a:lnTo>
                  <a:pt x="5497611" y="0"/>
                </a:lnTo>
                <a:lnTo>
                  <a:pt x="5497611" y="11623"/>
                </a:lnTo>
                <a:lnTo>
                  <a:pt x="5485988" y="11623"/>
                </a:lnTo>
                <a:moveTo>
                  <a:pt x="5509234" y="0"/>
                </a:moveTo>
                <a:lnTo>
                  <a:pt x="5520856" y="0"/>
                </a:lnTo>
                <a:lnTo>
                  <a:pt x="5520856" y="11623"/>
                </a:lnTo>
                <a:lnTo>
                  <a:pt x="5509234" y="11623"/>
                </a:lnTo>
                <a:moveTo>
                  <a:pt x="5532479" y="0"/>
                </a:moveTo>
                <a:lnTo>
                  <a:pt x="5544102" y="0"/>
                </a:lnTo>
                <a:lnTo>
                  <a:pt x="5544102" y="11623"/>
                </a:lnTo>
                <a:lnTo>
                  <a:pt x="5532479" y="11623"/>
                </a:lnTo>
                <a:moveTo>
                  <a:pt x="5555725" y="0"/>
                </a:moveTo>
                <a:lnTo>
                  <a:pt x="5567348" y="0"/>
                </a:lnTo>
                <a:lnTo>
                  <a:pt x="5567348" y="11623"/>
                </a:lnTo>
                <a:lnTo>
                  <a:pt x="5555725" y="11623"/>
                </a:lnTo>
                <a:moveTo>
                  <a:pt x="5578971" y="0"/>
                </a:moveTo>
                <a:lnTo>
                  <a:pt x="5590594" y="0"/>
                </a:lnTo>
                <a:lnTo>
                  <a:pt x="5590594" y="11623"/>
                </a:lnTo>
                <a:lnTo>
                  <a:pt x="5578971" y="11623"/>
                </a:lnTo>
                <a:moveTo>
                  <a:pt x="5602216" y="0"/>
                </a:moveTo>
                <a:lnTo>
                  <a:pt x="5613839" y="0"/>
                </a:lnTo>
                <a:lnTo>
                  <a:pt x="5613839" y="11623"/>
                </a:lnTo>
                <a:lnTo>
                  <a:pt x="5602216" y="11623"/>
                </a:lnTo>
                <a:moveTo>
                  <a:pt x="5625462" y="0"/>
                </a:moveTo>
                <a:lnTo>
                  <a:pt x="5637085" y="0"/>
                </a:lnTo>
                <a:lnTo>
                  <a:pt x="5637085" y="11623"/>
                </a:lnTo>
                <a:lnTo>
                  <a:pt x="5625462" y="11623"/>
                </a:lnTo>
                <a:moveTo>
                  <a:pt x="5648708" y="0"/>
                </a:moveTo>
                <a:lnTo>
                  <a:pt x="5660331" y="0"/>
                </a:lnTo>
                <a:lnTo>
                  <a:pt x="5660331" y="11623"/>
                </a:lnTo>
                <a:lnTo>
                  <a:pt x="5648708" y="11623"/>
                </a:lnTo>
                <a:moveTo>
                  <a:pt x="5671953" y="0"/>
                </a:moveTo>
                <a:lnTo>
                  <a:pt x="5683576" y="0"/>
                </a:lnTo>
                <a:lnTo>
                  <a:pt x="5683576" y="11623"/>
                </a:lnTo>
                <a:lnTo>
                  <a:pt x="5671953" y="11623"/>
                </a:lnTo>
                <a:moveTo>
                  <a:pt x="5695199" y="0"/>
                </a:moveTo>
                <a:lnTo>
                  <a:pt x="5706822" y="0"/>
                </a:lnTo>
                <a:lnTo>
                  <a:pt x="5706822" y="11623"/>
                </a:lnTo>
                <a:lnTo>
                  <a:pt x="5695199" y="11623"/>
                </a:lnTo>
                <a:moveTo>
                  <a:pt x="5718445" y="0"/>
                </a:moveTo>
                <a:lnTo>
                  <a:pt x="5730068" y="0"/>
                </a:lnTo>
                <a:lnTo>
                  <a:pt x="5730068" y="11623"/>
                </a:lnTo>
                <a:lnTo>
                  <a:pt x="5718445" y="11623"/>
                </a:lnTo>
                <a:moveTo>
                  <a:pt x="5741691" y="0"/>
                </a:moveTo>
                <a:lnTo>
                  <a:pt x="5753313" y="0"/>
                </a:lnTo>
                <a:lnTo>
                  <a:pt x="5753313" y="11623"/>
                </a:lnTo>
                <a:lnTo>
                  <a:pt x="5741691" y="11623"/>
                </a:lnTo>
                <a:moveTo>
                  <a:pt x="5764936" y="0"/>
                </a:moveTo>
                <a:lnTo>
                  <a:pt x="5776559" y="0"/>
                </a:lnTo>
                <a:lnTo>
                  <a:pt x="5776559" y="11623"/>
                </a:lnTo>
                <a:lnTo>
                  <a:pt x="5764936" y="11623"/>
                </a:lnTo>
                <a:moveTo>
                  <a:pt x="5788182" y="0"/>
                </a:moveTo>
                <a:lnTo>
                  <a:pt x="5799805" y="0"/>
                </a:lnTo>
                <a:lnTo>
                  <a:pt x="5799805" y="11623"/>
                </a:lnTo>
                <a:lnTo>
                  <a:pt x="5788182" y="11623"/>
                </a:lnTo>
                <a:moveTo>
                  <a:pt x="5811428" y="0"/>
                </a:moveTo>
                <a:lnTo>
                  <a:pt x="5823051" y="0"/>
                </a:lnTo>
                <a:lnTo>
                  <a:pt x="5823051" y="11623"/>
                </a:lnTo>
                <a:lnTo>
                  <a:pt x="5811428" y="11623"/>
                </a:lnTo>
                <a:moveTo>
                  <a:pt x="5834673" y="0"/>
                </a:moveTo>
                <a:lnTo>
                  <a:pt x="5846296" y="0"/>
                </a:lnTo>
                <a:lnTo>
                  <a:pt x="5846296" y="11623"/>
                </a:lnTo>
                <a:lnTo>
                  <a:pt x="5834673" y="11623"/>
                </a:lnTo>
                <a:moveTo>
                  <a:pt x="5857919" y="0"/>
                </a:moveTo>
                <a:lnTo>
                  <a:pt x="5869542" y="0"/>
                </a:lnTo>
                <a:lnTo>
                  <a:pt x="5869542" y="11623"/>
                </a:lnTo>
                <a:lnTo>
                  <a:pt x="5857919" y="11623"/>
                </a:lnTo>
                <a:moveTo>
                  <a:pt x="5881165" y="0"/>
                </a:moveTo>
                <a:lnTo>
                  <a:pt x="5892788" y="0"/>
                </a:lnTo>
                <a:lnTo>
                  <a:pt x="5892788" y="11623"/>
                </a:lnTo>
                <a:lnTo>
                  <a:pt x="5881165" y="11623"/>
                </a:lnTo>
                <a:moveTo>
                  <a:pt x="5904411" y="0"/>
                </a:moveTo>
                <a:lnTo>
                  <a:pt x="5916033" y="0"/>
                </a:lnTo>
                <a:lnTo>
                  <a:pt x="5916033" y="11623"/>
                </a:lnTo>
                <a:lnTo>
                  <a:pt x="5904411" y="11623"/>
                </a:lnTo>
                <a:moveTo>
                  <a:pt x="5927656" y="0"/>
                </a:moveTo>
                <a:lnTo>
                  <a:pt x="5939279" y="0"/>
                </a:lnTo>
                <a:lnTo>
                  <a:pt x="5939279" y="11623"/>
                </a:lnTo>
                <a:lnTo>
                  <a:pt x="5927656" y="11623"/>
                </a:lnTo>
                <a:moveTo>
                  <a:pt x="5950902" y="0"/>
                </a:moveTo>
                <a:lnTo>
                  <a:pt x="5962525" y="0"/>
                </a:lnTo>
                <a:lnTo>
                  <a:pt x="5962525" y="11623"/>
                </a:lnTo>
                <a:lnTo>
                  <a:pt x="5950902" y="11623"/>
                </a:lnTo>
                <a:moveTo>
                  <a:pt x="5974148" y="0"/>
                </a:moveTo>
                <a:lnTo>
                  <a:pt x="5985771" y="0"/>
                </a:lnTo>
                <a:lnTo>
                  <a:pt x="5985771" y="11623"/>
                </a:lnTo>
                <a:lnTo>
                  <a:pt x="5974148" y="11623"/>
                </a:lnTo>
                <a:moveTo>
                  <a:pt x="5997393" y="0"/>
                </a:moveTo>
                <a:lnTo>
                  <a:pt x="6009016" y="0"/>
                </a:lnTo>
                <a:lnTo>
                  <a:pt x="6009016" y="11623"/>
                </a:lnTo>
                <a:lnTo>
                  <a:pt x="5997393" y="11623"/>
                </a:lnTo>
                <a:moveTo>
                  <a:pt x="6020639" y="0"/>
                </a:moveTo>
                <a:lnTo>
                  <a:pt x="6032262" y="0"/>
                </a:lnTo>
                <a:lnTo>
                  <a:pt x="6032262" y="11623"/>
                </a:lnTo>
                <a:lnTo>
                  <a:pt x="6020639" y="11623"/>
                </a:lnTo>
                <a:moveTo>
                  <a:pt x="6043885" y="0"/>
                </a:moveTo>
                <a:lnTo>
                  <a:pt x="6055508" y="0"/>
                </a:lnTo>
                <a:lnTo>
                  <a:pt x="6055508" y="11623"/>
                </a:lnTo>
                <a:lnTo>
                  <a:pt x="6043885" y="11623"/>
                </a:lnTo>
                <a:moveTo>
                  <a:pt x="6067131" y="0"/>
                </a:moveTo>
                <a:lnTo>
                  <a:pt x="6078753" y="0"/>
                </a:lnTo>
                <a:lnTo>
                  <a:pt x="6078753" y="11623"/>
                </a:lnTo>
                <a:lnTo>
                  <a:pt x="6067131" y="11623"/>
                </a:lnTo>
                <a:moveTo>
                  <a:pt x="6090376" y="0"/>
                </a:moveTo>
                <a:lnTo>
                  <a:pt x="6101999" y="0"/>
                </a:lnTo>
                <a:lnTo>
                  <a:pt x="6101999" y="11623"/>
                </a:lnTo>
                <a:lnTo>
                  <a:pt x="6090376" y="11623"/>
                </a:lnTo>
                <a:moveTo>
                  <a:pt x="6113622" y="0"/>
                </a:moveTo>
                <a:lnTo>
                  <a:pt x="6125245" y="0"/>
                </a:lnTo>
                <a:lnTo>
                  <a:pt x="6125245" y="11623"/>
                </a:lnTo>
                <a:lnTo>
                  <a:pt x="6113622" y="11623"/>
                </a:lnTo>
                <a:moveTo>
                  <a:pt x="6136868" y="0"/>
                </a:moveTo>
                <a:lnTo>
                  <a:pt x="6148491" y="0"/>
                </a:lnTo>
                <a:lnTo>
                  <a:pt x="6148491" y="11623"/>
                </a:lnTo>
                <a:lnTo>
                  <a:pt x="6136868" y="11623"/>
                </a:lnTo>
                <a:moveTo>
                  <a:pt x="6160113" y="0"/>
                </a:moveTo>
                <a:lnTo>
                  <a:pt x="6171736" y="0"/>
                </a:lnTo>
                <a:lnTo>
                  <a:pt x="6171736" y="11623"/>
                </a:lnTo>
                <a:lnTo>
                  <a:pt x="6160113" y="11623"/>
                </a:lnTo>
                <a:moveTo>
                  <a:pt x="6183359" y="0"/>
                </a:moveTo>
                <a:lnTo>
                  <a:pt x="6194982" y="0"/>
                </a:lnTo>
                <a:lnTo>
                  <a:pt x="6194982" y="11623"/>
                </a:lnTo>
                <a:lnTo>
                  <a:pt x="6183359" y="11623"/>
                </a:lnTo>
                <a:moveTo>
                  <a:pt x="6206605" y="0"/>
                </a:moveTo>
                <a:lnTo>
                  <a:pt x="6218228" y="0"/>
                </a:lnTo>
                <a:lnTo>
                  <a:pt x="6218228" y="11623"/>
                </a:lnTo>
                <a:lnTo>
                  <a:pt x="6206605" y="11623"/>
                </a:lnTo>
                <a:moveTo>
                  <a:pt x="6229851" y="0"/>
                </a:moveTo>
                <a:lnTo>
                  <a:pt x="6241473" y="0"/>
                </a:lnTo>
                <a:lnTo>
                  <a:pt x="6241473" y="11623"/>
                </a:lnTo>
                <a:lnTo>
                  <a:pt x="6229851" y="11623"/>
                </a:lnTo>
                <a:moveTo>
                  <a:pt x="6253096" y="0"/>
                </a:moveTo>
                <a:lnTo>
                  <a:pt x="6264719" y="0"/>
                </a:lnTo>
                <a:lnTo>
                  <a:pt x="6264719" y="11623"/>
                </a:lnTo>
                <a:lnTo>
                  <a:pt x="6253096" y="11623"/>
                </a:lnTo>
                <a:moveTo>
                  <a:pt x="6276342" y="0"/>
                </a:moveTo>
                <a:lnTo>
                  <a:pt x="6287965" y="0"/>
                </a:lnTo>
                <a:lnTo>
                  <a:pt x="6287965" y="11623"/>
                </a:lnTo>
                <a:lnTo>
                  <a:pt x="6276342" y="11623"/>
                </a:lnTo>
                <a:moveTo>
                  <a:pt x="6299588" y="0"/>
                </a:moveTo>
                <a:lnTo>
                  <a:pt x="6311211" y="0"/>
                </a:lnTo>
                <a:lnTo>
                  <a:pt x="6311211" y="11623"/>
                </a:lnTo>
                <a:lnTo>
                  <a:pt x="6299588" y="11623"/>
                </a:lnTo>
                <a:moveTo>
                  <a:pt x="6322833" y="0"/>
                </a:moveTo>
                <a:lnTo>
                  <a:pt x="6334456" y="0"/>
                </a:lnTo>
                <a:lnTo>
                  <a:pt x="6334456" y="11623"/>
                </a:lnTo>
                <a:lnTo>
                  <a:pt x="6322833" y="11623"/>
                </a:lnTo>
                <a:moveTo>
                  <a:pt x="6346079" y="0"/>
                </a:moveTo>
                <a:lnTo>
                  <a:pt x="6357702" y="0"/>
                </a:lnTo>
                <a:lnTo>
                  <a:pt x="6357702" y="11623"/>
                </a:lnTo>
                <a:lnTo>
                  <a:pt x="6346079" y="11623"/>
                </a:lnTo>
                <a:moveTo>
                  <a:pt x="6369325" y="0"/>
                </a:moveTo>
                <a:lnTo>
                  <a:pt x="6380948" y="0"/>
                </a:lnTo>
                <a:lnTo>
                  <a:pt x="6380948" y="11623"/>
                </a:lnTo>
                <a:lnTo>
                  <a:pt x="6369325" y="11623"/>
                </a:lnTo>
                <a:moveTo>
                  <a:pt x="6392571" y="0"/>
                </a:moveTo>
                <a:lnTo>
                  <a:pt x="6404193" y="0"/>
                </a:lnTo>
                <a:lnTo>
                  <a:pt x="6404193" y="11623"/>
                </a:lnTo>
                <a:lnTo>
                  <a:pt x="6392571" y="11623"/>
                </a:lnTo>
                <a:moveTo>
                  <a:pt x="6415816" y="0"/>
                </a:moveTo>
                <a:lnTo>
                  <a:pt x="6427439" y="0"/>
                </a:lnTo>
                <a:lnTo>
                  <a:pt x="6427439" y="11623"/>
                </a:lnTo>
                <a:lnTo>
                  <a:pt x="6415816" y="11623"/>
                </a:lnTo>
                <a:moveTo>
                  <a:pt x="6439062" y="0"/>
                </a:moveTo>
                <a:lnTo>
                  <a:pt x="6450685" y="0"/>
                </a:lnTo>
                <a:lnTo>
                  <a:pt x="6450685" y="11623"/>
                </a:lnTo>
                <a:lnTo>
                  <a:pt x="6439062" y="11623"/>
                </a:lnTo>
                <a:moveTo>
                  <a:pt x="6462308" y="0"/>
                </a:moveTo>
                <a:lnTo>
                  <a:pt x="6473931" y="0"/>
                </a:lnTo>
                <a:lnTo>
                  <a:pt x="6473931" y="11623"/>
                </a:lnTo>
                <a:lnTo>
                  <a:pt x="6462308" y="11623"/>
                </a:lnTo>
                <a:moveTo>
                  <a:pt x="6485553" y="0"/>
                </a:moveTo>
                <a:lnTo>
                  <a:pt x="6497176" y="0"/>
                </a:lnTo>
                <a:lnTo>
                  <a:pt x="6497176" y="11623"/>
                </a:lnTo>
                <a:lnTo>
                  <a:pt x="6485553" y="11623"/>
                </a:lnTo>
                <a:moveTo>
                  <a:pt x="6508799" y="0"/>
                </a:moveTo>
                <a:lnTo>
                  <a:pt x="6520422" y="0"/>
                </a:lnTo>
                <a:lnTo>
                  <a:pt x="6520422" y="11623"/>
                </a:lnTo>
                <a:lnTo>
                  <a:pt x="6508799" y="11623"/>
                </a:lnTo>
                <a:moveTo>
                  <a:pt x="6532045" y="0"/>
                </a:moveTo>
                <a:lnTo>
                  <a:pt x="6543668" y="0"/>
                </a:lnTo>
                <a:lnTo>
                  <a:pt x="6543668" y="11623"/>
                </a:lnTo>
                <a:lnTo>
                  <a:pt x="6532045" y="11623"/>
                </a:lnTo>
                <a:moveTo>
                  <a:pt x="6555291" y="0"/>
                </a:moveTo>
                <a:lnTo>
                  <a:pt x="6566913" y="0"/>
                </a:lnTo>
                <a:lnTo>
                  <a:pt x="6566913" y="11623"/>
                </a:lnTo>
                <a:lnTo>
                  <a:pt x="6555291" y="11623"/>
                </a:lnTo>
                <a:moveTo>
                  <a:pt x="6578536" y="0"/>
                </a:moveTo>
                <a:lnTo>
                  <a:pt x="6590159" y="0"/>
                </a:lnTo>
                <a:lnTo>
                  <a:pt x="6590159" y="11623"/>
                </a:lnTo>
                <a:lnTo>
                  <a:pt x="6578536" y="11623"/>
                </a:lnTo>
                <a:moveTo>
                  <a:pt x="6601782" y="0"/>
                </a:moveTo>
                <a:lnTo>
                  <a:pt x="6613405" y="0"/>
                </a:lnTo>
                <a:lnTo>
                  <a:pt x="6613405" y="11623"/>
                </a:lnTo>
                <a:lnTo>
                  <a:pt x="6601782" y="11623"/>
                </a:lnTo>
                <a:moveTo>
                  <a:pt x="6625028" y="0"/>
                </a:moveTo>
                <a:lnTo>
                  <a:pt x="6636651" y="0"/>
                </a:lnTo>
                <a:lnTo>
                  <a:pt x="6636651" y="11623"/>
                </a:lnTo>
                <a:lnTo>
                  <a:pt x="6625028" y="11623"/>
                </a:lnTo>
                <a:moveTo>
                  <a:pt x="6648273" y="0"/>
                </a:moveTo>
                <a:lnTo>
                  <a:pt x="6659896" y="0"/>
                </a:lnTo>
                <a:lnTo>
                  <a:pt x="6659896" y="11623"/>
                </a:lnTo>
                <a:lnTo>
                  <a:pt x="6648273" y="11623"/>
                </a:lnTo>
                <a:moveTo>
                  <a:pt x="6671519" y="0"/>
                </a:moveTo>
                <a:lnTo>
                  <a:pt x="6683142" y="0"/>
                </a:lnTo>
                <a:lnTo>
                  <a:pt x="6683142" y="11623"/>
                </a:lnTo>
                <a:lnTo>
                  <a:pt x="6671519" y="11623"/>
                </a:lnTo>
                <a:moveTo>
                  <a:pt x="6694765" y="0"/>
                </a:moveTo>
                <a:lnTo>
                  <a:pt x="6706388" y="0"/>
                </a:lnTo>
                <a:lnTo>
                  <a:pt x="6706388" y="11623"/>
                </a:lnTo>
                <a:lnTo>
                  <a:pt x="6694765" y="11623"/>
                </a:lnTo>
                <a:moveTo>
                  <a:pt x="6718010" y="0"/>
                </a:moveTo>
                <a:lnTo>
                  <a:pt x="6729633" y="0"/>
                </a:lnTo>
                <a:lnTo>
                  <a:pt x="6729633" y="11623"/>
                </a:lnTo>
                <a:lnTo>
                  <a:pt x="6718010" y="11623"/>
                </a:lnTo>
                <a:moveTo>
                  <a:pt x="6741256" y="0"/>
                </a:moveTo>
                <a:lnTo>
                  <a:pt x="6752879" y="0"/>
                </a:lnTo>
                <a:lnTo>
                  <a:pt x="6752879" y="11623"/>
                </a:lnTo>
                <a:lnTo>
                  <a:pt x="6741256" y="11623"/>
                </a:lnTo>
                <a:moveTo>
                  <a:pt x="6764502" y="0"/>
                </a:moveTo>
                <a:lnTo>
                  <a:pt x="6776125" y="0"/>
                </a:lnTo>
                <a:lnTo>
                  <a:pt x="6776125" y="11623"/>
                </a:lnTo>
                <a:lnTo>
                  <a:pt x="6764502" y="11623"/>
                </a:lnTo>
                <a:moveTo>
                  <a:pt x="6787748" y="0"/>
                </a:moveTo>
                <a:lnTo>
                  <a:pt x="6799370" y="0"/>
                </a:lnTo>
                <a:lnTo>
                  <a:pt x="6799370" y="11623"/>
                </a:lnTo>
                <a:lnTo>
                  <a:pt x="6787748" y="11623"/>
                </a:lnTo>
                <a:moveTo>
                  <a:pt x="6810993" y="0"/>
                </a:moveTo>
                <a:lnTo>
                  <a:pt x="6822616" y="0"/>
                </a:lnTo>
                <a:lnTo>
                  <a:pt x="6822616" y="11623"/>
                </a:lnTo>
                <a:lnTo>
                  <a:pt x="6810993" y="11623"/>
                </a:lnTo>
                <a:moveTo>
                  <a:pt x="6834239" y="0"/>
                </a:moveTo>
                <a:lnTo>
                  <a:pt x="6845862" y="0"/>
                </a:lnTo>
                <a:lnTo>
                  <a:pt x="6845862" y="11623"/>
                </a:lnTo>
                <a:lnTo>
                  <a:pt x="6834239" y="11623"/>
                </a:lnTo>
                <a:moveTo>
                  <a:pt x="6857485" y="0"/>
                </a:moveTo>
                <a:lnTo>
                  <a:pt x="6869108" y="0"/>
                </a:lnTo>
                <a:lnTo>
                  <a:pt x="6869108" y="11623"/>
                </a:lnTo>
                <a:lnTo>
                  <a:pt x="6857485" y="11623"/>
                </a:lnTo>
                <a:moveTo>
                  <a:pt x="6880730" y="0"/>
                </a:moveTo>
                <a:lnTo>
                  <a:pt x="6892353" y="0"/>
                </a:lnTo>
                <a:lnTo>
                  <a:pt x="6892353" y="11623"/>
                </a:lnTo>
                <a:lnTo>
                  <a:pt x="6880730" y="11623"/>
                </a:lnTo>
                <a:moveTo>
                  <a:pt x="6903976" y="0"/>
                </a:moveTo>
                <a:lnTo>
                  <a:pt x="6915599" y="0"/>
                </a:lnTo>
                <a:lnTo>
                  <a:pt x="6915599" y="11623"/>
                </a:lnTo>
                <a:lnTo>
                  <a:pt x="6903976" y="11623"/>
                </a:lnTo>
                <a:moveTo>
                  <a:pt x="6927222" y="0"/>
                </a:moveTo>
                <a:lnTo>
                  <a:pt x="6938845" y="0"/>
                </a:lnTo>
                <a:lnTo>
                  <a:pt x="6938845" y="11623"/>
                </a:lnTo>
                <a:lnTo>
                  <a:pt x="6927222" y="11623"/>
                </a:lnTo>
                <a:moveTo>
                  <a:pt x="6950468" y="0"/>
                </a:moveTo>
                <a:lnTo>
                  <a:pt x="6962090" y="0"/>
                </a:lnTo>
                <a:lnTo>
                  <a:pt x="6962090" y="11623"/>
                </a:lnTo>
                <a:lnTo>
                  <a:pt x="6950468" y="11623"/>
                </a:lnTo>
                <a:moveTo>
                  <a:pt x="6973713" y="0"/>
                </a:moveTo>
                <a:lnTo>
                  <a:pt x="6985336" y="0"/>
                </a:lnTo>
                <a:lnTo>
                  <a:pt x="6985336" y="11623"/>
                </a:lnTo>
                <a:lnTo>
                  <a:pt x="6973713" y="11623"/>
                </a:lnTo>
                <a:moveTo>
                  <a:pt x="6996959" y="0"/>
                </a:moveTo>
                <a:lnTo>
                  <a:pt x="7008582" y="0"/>
                </a:lnTo>
                <a:lnTo>
                  <a:pt x="7008582" y="11623"/>
                </a:lnTo>
                <a:lnTo>
                  <a:pt x="6996959" y="11623"/>
                </a:lnTo>
                <a:moveTo>
                  <a:pt x="7020205" y="0"/>
                </a:moveTo>
                <a:lnTo>
                  <a:pt x="7031828" y="0"/>
                </a:lnTo>
                <a:lnTo>
                  <a:pt x="7031828" y="11623"/>
                </a:lnTo>
                <a:lnTo>
                  <a:pt x="7020205" y="11623"/>
                </a:lnTo>
                <a:moveTo>
                  <a:pt x="7043450" y="0"/>
                </a:moveTo>
                <a:lnTo>
                  <a:pt x="7055073" y="0"/>
                </a:lnTo>
                <a:lnTo>
                  <a:pt x="7055073" y="11623"/>
                </a:lnTo>
                <a:lnTo>
                  <a:pt x="7043450" y="11623"/>
                </a:lnTo>
                <a:moveTo>
                  <a:pt x="7066696" y="0"/>
                </a:moveTo>
                <a:lnTo>
                  <a:pt x="7078319" y="0"/>
                </a:lnTo>
                <a:lnTo>
                  <a:pt x="7078319" y="11623"/>
                </a:lnTo>
                <a:lnTo>
                  <a:pt x="7066696" y="11623"/>
                </a:lnTo>
                <a:moveTo>
                  <a:pt x="7089942" y="0"/>
                </a:moveTo>
                <a:lnTo>
                  <a:pt x="7101565" y="0"/>
                </a:lnTo>
                <a:lnTo>
                  <a:pt x="7101565" y="11623"/>
                </a:lnTo>
                <a:lnTo>
                  <a:pt x="7089942" y="11623"/>
                </a:lnTo>
                <a:moveTo>
                  <a:pt x="7113188" y="0"/>
                </a:moveTo>
                <a:lnTo>
                  <a:pt x="7124810" y="0"/>
                </a:lnTo>
                <a:lnTo>
                  <a:pt x="7124810" y="11623"/>
                </a:lnTo>
                <a:lnTo>
                  <a:pt x="7113188" y="11623"/>
                </a:lnTo>
                <a:moveTo>
                  <a:pt x="7136433" y="0"/>
                </a:moveTo>
                <a:lnTo>
                  <a:pt x="7148056" y="0"/>
                </a:lnTo>
                <a:lnTo>
                  <a:pt x="7148056" y="11623"/>
                </a:lnTo>
                <a:lnTo>
                  <a:pt x="7136433" y="11623"/>
                </a:lnTo>
                <a:moveTo>
                  <a:pt x="7159679" y="0"/>
                </a:moveTo>
                <a:lnTo>
                  <a:pt x="7171302" y="0"/>
                </a:lnTo>
                <a:lnTo>
                  <a:pt x="7171302" y="11623"/>
                </a:lnTo>
                <a:lnTo>
                  <a:pt x="7159679" y="11623"/>
                </a:lnTo>
                <a:moveTo>
                  <a:pt x="7182925" y="0"/>
                </a:moveTo>
                <a:lnTo>
                  <a:pt x="7194548" y="0"/>
                </a:lnTo>
                <a:lnTo>
                  <a:pt x="7194548" y="11623"/>
                </a:lnTo>
                <a:lnTo>
                  <a:pt x="7182925" y="11623"/>
                </a:lnTo>
                <a:moveTo>
                  <a:pt x="7206170" y="0"/>
                </a:moveTo>
                <a:lnTo>
                  <a:pt x="7217793" y="0"/>
                </a:lnTo>
                <a:lnTo>
                  <a:pt x="7217793" y="11623"/>
                </a:lnTo>
                <a:lnTo>
                  <a:pt x="7206170" y="11623"/>
                </a:lnTo>
                <a:moveTo>
                  <a:pt x="7229416" y="0"/>
                </a:moveTo>
                <a:lnTo>
                  <a:pt x="7241039" y="0"/>
                </a:lnTo>
                <a:lnTo>
                  <a:pt x="7241039" y="11623"/>
                </a:lnTo>
                <a:lnTo>
                  <a:pt x="7229416" y="11623"/>
                </a:lnTo>
                <a:moveTo>
                  <a:pt x="7252662" y="0"/>
                </a:moveTo>
                <a:lnTo>
                  <a:pt x="7264285" y="0"/>
                </a:lnTo>
                <a:lnTo>
                  <a:pt x="7264285" y="11623"/>
                </a:lnTo>
                <a:lnTo>
                  <a:pt x="7252662" y="11623"/>
                </a:lnTo>
                <a:moveTo>
                  <a:pt x="7275908" y="0"/>
                </a:moveTo>
                <a:lnTo>
                  <a:pt x="7287530" y="0"/>
                </a:lnTo>
                <a:lnTo>
                  <a:pt x="7287530" y="11623"/>
                </a:lnTo>
                <a:lnTo>
                  <a:pt x="7275908" y="11623"/>
                </a:lnTo>
                <a:moveTo>
                  <a:pt x="7299153" y="0"/>
                </a:moveTo>
                <a:lnTo>
                  <a:pt x="7310776" y="0"/>
                </a:lnTo>
                <a:lnTo>
                  <a:pt x="7310776" y="11623"/>
                </a:lnTo>
                <a:lnTo>
                  <a:pt x="7299153" y="11623"/>
                </a:lnTo>
                <a:moveTo>
                  <a:pt x="7322399" y="0"/>
                </a:moveTo>
                <a:lnTo>
                  <a:pt x="7334022" y="0"/>
                </a:lnTo>
                <a:lnTo>
                  <a:pt x="7334022" y="11623"/>
                </a:lnTo>
                <a:lnTo>
                  <a:pt x="7322399" y="11623"/>
                </a:lnTo>
                <a:moveTo>
                  <a:pt x="7345645" y="0"/>
                </a:moveTo>
                <a:lnTo>
                  <a:pt x="7357268" y="0"/>
                </a:lnTo>
                <a:lnTo>
                  <a:pt x="7357268" y="11623"/>
                </a:lnTo>
                <a:lnTo>
                  <a:pt x="7345645" y="11623"/>
                </a:lnTo>
                <a:moveTo>
                  <a:pt x="7368890" y="0"/>
                </a:moveTo>
                <a:lnTo>
                  <a:pt x="7380513" y="0"/>
                </a:lnTo>
                <a:lnTo>
                  <a:pt x="7380513" y="11623"/>
                </a:lnTo>
                <a:lnTo>
                  <a:pt x="7368890" y="11623"/>
                </a:lnTo>
                <a:moveTo>
                  <a:pt x="7392136" y="0"/>
                </a:moveTo>
                <a:lnTo>
                  <a:pt x="7403759" y="0"/>
                </a:lnTo>
                <a:lnTo>
                  <a:pt x="7403759" y="11623"/>
                </a:lnTo>
                <a:lnTo>
                  <a:pt x="7392136" y="11623"/>
                </a:lnTo>
                <a:moveTo>
                  <a:pt x="7415382" y="0"/>
                </a:moveTo>
                <a:lnTo>
                  <a:pt x="7427005" y="0"/>
                </a:lnTo>
                <a:lnTo>
                  <a:pt x="7427005" y="11623"/>
                </a:lnTo>
                <a:lnTo>
                  <a:pt x="7415382" y="11623"/>
                </a:lnTo>
                <a:moveTo>
                  <a:pt x="7438628" y="0"/>
                </a:moveTo>
                <a:lnTo>
                  <a:pt x="7450250" y="0"/>
                </a:lnTo>
                <a:lnTo>
                  <a:pt x="7450250" y="11623"/>
                </a:lnTo>
                <a:lnTo>
                  <a:pt x="7438628" y="11623"/>
                </a:lnTo>
                <a:moveTo>
                  <a:pt x="7461873" y="0"/>
                </a:moveTo>
                <a:lnTo>
                  <a:pt x="7473496" y="0"/>
                </a:lnTo>
                <a:lnTo>
                  <a:pt x="7473496" y="11623"/>
                </a:lnTo>
                <a:lnTo>
                  <a:pt x="7461873" y="11623"/>
                </a:lnTo>
                <a:moveTo>
                  <a:pt x="7485119" y="0"/>
                </a:moveTo>
                <a:lnTo>
                  <a:pt x="7496742" y="0"/>
                </a:lnTo>
                <a:lnTo>
                  <a:pt x="7496742" y="11623"/>
                </a:lnTo>
                <a:lnTo>
                  <a:pt x="7485119" y="11623"/>
                </a:lnTo>
                <a:moveTo>
                  <a:pt x="7508365" y="0"/>
                </a:moveTo>
                <a:lnTo>
                  <a:pt x="7519988" y="0"/>
                </a:lnTo>
                <a:lnTo>
                  <a:pt x="7519988" y="11623"/>
                </a:lnTo>
                <a:lnTo>
                  <a:pt x="7508365" y="11623"/>
                </a:lnTo>
                <a:moveTo>
                  <a:pt x="7531610" y="0"/>
                </a:moveTo>
                <a:lnTo>
                  <a:pt x="7543233" y="0"/>
                </a:lnTo>
                <a:lnTo>
                  <a:pt x="7543233" y="11623"/>
                </a:lnTo>
                <a:lnTo>
                  <a:pt x="7531610" y="11623"/>
                </a:lnTo>
                <a:moveTo>
                  <a:pt x="7554856" y="0"/>
                </a:moveTo>
                <a:lnTo>
                  <a:pt x="7566479" y="0"/>
                </a:lnTo>
                <a:lnTo>
                  <a:pt x="7566479" y="11623"/>
                </a:lnTo>
                <a:lnTo>
                  <a:pt x="7554856" y="11623"/>
                </a:lnTo>
                <a:moveTo>
                  <a:pt x="7578102" y="0"/>
                </a:moveTo>
                <a:lnTo>
                  <a:pt x="7589725" y="0"/>
                </a:lnTo>
                <a:lnTo>
                  <a:pt x="7589725" y="11623"/>
                </a:lnTo>
                <a:lnTo>
                  <a:pt x="7578102" y="11623"/>
                </a:lnTo>
                <a:moveTo>
                  <a:pt x="7601348" y="0"/>
                </a:moveTo>
                <a:lnTo>
                  <a:pt x="7612970" y="0"/>
                </a:lnTo>
                <a:lnTo>
                  <a:pt x="7612970" y="11623"/>
                </a:lnTo>
                <a:lnTo>
                  <a:pt x="7601348" y="11623"/>
                </a:lnTo>
                <a:moveTo>
                  <a:pt x="7624593" y="0"/>
                </a:moveTo>
                <a:lnTo>
                  <a:pt x="7636216" y="0"/>
                </a:lnTo>
                <a:lnTo>
                  <a:pt x="7636216" y="11623"/>
                </a:lnTo>
                <a:lnTo>
                  <a:pt x="7624593" y="11623"/>
                </a:lnTo>
                <a:moveTo>
                  <a:pt x="7647839" y="0"/>
                </a:moveTo>
                <a:lnTo>
                  <a:pt x="7659462" y="0"/>
                </a:lnTo>
                <a:lnTo>
                  <a:pt x="7659462" y="11623"/>
                </a:lnTo>
                <a:lnTo>
                  <a:pt x="7647839" y="11623"/>
                </a:lnTo>
                <a:moveTo>
                  <a:pt x="7671085" y="0"/>
                </a:moveTo>
                <a:lnTo>
                  <a:pt x="7682708" y="0"/>
                </a:lnTo>
                <a:lnTo>
                  <a:pt x="7682708" y="11623"/>
                </a:lnTo>
                <a:lnTo>
                  <a:pt x="7671085" y="11623"/>
                </a:lnTo>
                <a:moveTo>
                  <a:pt x="7694330" y="0"/>
                </a:moveTo>
                <a:lnTo>
                  <a:pt x="7705953" y="0"/>
                </a:lnTo>
                <a:lnTo>
                  <a:pt x="7705953" y="11623"/>
                </a:lnTo>
                <a:lnTo>
                  <a:pt x="7694330" y="11623"/>
                </a:lnTo>
                <a:moveTo>
                  <a:pt x="7717576" y="0"/>
                </a:moveTo>
                <a:lnTo>
                  <a:pt x="7729199" y="0"/>
                </a:lnTo>
                <a:lnTo>
                  <a:pt x="7729199" y="11623"/>
                </a:lnTo>
                <a:lnTo>
                  <a:pt x="7717576" y="11623"/>
                </a:lnTo>
                <a:moveTo>
                  <a:pt x="7740822" y="0"/>
                </a:moveTo>
                <a:lnTo>
                  <a:pt x="7752445" y="0"/>
                </a:lnTo>
                <a:lnTo>
                  <a:pt x="7752445" y="11623"/>
                </a:lnTo>
                <a:lnTo>
                  <a:pt x="7740822" y="11623"/>
                </a:lnTo>
                <a:moveTo>
                  <a:pt x="7764067" y="0"/>
                </a:moveTo>
                <a:lnTo>
                  <a:pt x="7775690" y="0"/>
                </a:lnTo>
                <a:lnTo>
                  <a:pt x="7775690" y="11623"/>
                </a:lnTo>
                <a:lnTo>
                  <a:pt x="7764067" y="11623"/>
                </a:lnTo>
                <a:moveTo>
                  <a:pt x="7787313" y="0"/>
                </a:moveTo>
                <a:lnTo>
                  <a:pt x="7798936" y="0"/>
                </a:lnTo>
                <a:lnTo>
                  <a:pt x="7798936" y="11623"/>
                </a:lnTo>
                <a:lnTo>
                  <a:pt x="7787313" y="11623"/>
                </a:lnTo>
                <a:moveTo>
                  <a:pt x="7810559" y="0"/>
                </a:moveTo>
                <a:lnTo>
                  <a:pt x="7822182" y="0"/>
                </a:lnTo>
                <a:lnTo>
                  <a:pt x="7822182" y="11623"/>
                </a:lnTo>
                <a:lnTo>
                  <a:pt x="7810559" y="11623"/>
                </a:lnTo>
                <a:moveTo>
                  <a:pt x="7833805" y="0"/>
                </a:moveTo>
                <a:lnTo>
                  <a:pt x="7845427" y="0"/>
                </a:lnTo>
                <a:lnTo>
                  <a:pt x="7845427" y="11623"/>
                </a:lnTo>
                <a:lnTo>
                  <a:pt x="7833805" y="11623"/>
                </a:lnTo>
                <a:moveTo>
                  <a:pt x="7857050" y="0"/>
                </a:moveTo>
                <a:lnTo>
                  <a:pt x="7868673" y="0"/>
                </a:lnTo>
                <a:lnTo>
                  <a:pt x="7868673" y="11623"/>
                </a:lnTo>
                <a:lnTo>
                  <a:pt x="7857050" y="11623"/>
                </a:lnTo>
                <a:moveTo>
                  <a:pt x="7880296" y="0"/>
                </a:moveTo>
                <a:lnTo>
                  <a:pt x="7891919" y="0"/>
                </a:lnTo>
                <a:lnTo>
                  <a:pt x="7891919" y="11623"/>
                </a:lnTo>
                <a:lnTo>
                  <a:pt x="7880296" y="11623"/>
                </a:lnTo>
                <a:moveTo>
                  <a:pt x="7903542" y="0"/>
                </a:moveTo>
                <a:lnTo>
                  <a:pt x="7915165" y="0"/>
                </a:lnTo>
                <a:lnTo>
                  <a:pt x="7915165" y="11623"/>
                </a:lnTo>
                <a:lnTo>
                  <a:pt x="7903542" y="11623"/>
                </a:lnTo>
                <a:moveTo>
                  <a:pt x="7926787" y="0"/>
                </a:moveTo>
                <a:lnTo>
                  <a:pt x="7938410" y="0"/>
                </a:lnTo>
                <a:lnTo>
                  <a:pt x="7938410" y="11623"/>
                </a:lnTo>
                <a:lnTo>
                  <a:pt x="7926787" y="11623"/>
                </a:lnTo>
                <a:moveTo>
                  <a:pt x="7950033" y="0"/>
                </a:moveTo>
                <a:lnTo>
                  <a:pt x="7961656" y="0"/>
                </a:lnTo>
                <a:lnTo>
                  <a:pt x="7961656" y="11623"/>
                </a:lnTo>
                <a:lnTo>
                  <a:pt x="7950033" y="11623"/>
                </a:lnTo>
                <a:moveTo>
                  <a:pt x="7973279" y="0"/>
                </a:moveTo>
                <a:lnTo>
                  <a:pt x="7984902" y="0"/>
                </a:lnTo>
                <a:lnTo>
                  <a:pt x="7984902" y="11623"/>
                </a:lnTo>
                <a:lnTo>
                  <a:pt x="7973279" y="11623"/>
                </a:lnTo>
                <a:moveTo>
                  <a:pt x="7996525" y="0"/>
                </a:moveTo>
                <a:lnTo>
                  <a:pt x="8008147" y="0"/>
                </a:lnTo>
                <a:lnTo>
                  <a:pt x="8008147" y="11623"/>
                </a:lnTo>
                <a:lnTo>
                  <a:pt x="7996525" y="11623"/>
                </a:lnTo>
                <a:moveTo>
                  <a:pt x="8019770" y="0"/>
                </a:moveTo>
                <a:lnTo>
                  <a:pt x="8031393" y="0"/>
                </a:lnTo>
                <a:lnTo>
                  <a:pt x="8031393" y="11623"/>
                </a:lnTo>
                <a:lnTo>
                  <a:pt x="8019770" y="11623"/>
                </a:lnTo>
                <a:moveTo>
                  <a:pt x="8043016" y="0"/>
                </a:moveTo>
                <a:lnTo>
                  <a:pt x="8054639" y="0"/>
                </a:lnTo>
                <a:lnTo>
                  <a:pt x="8054639" y="11623"/>
                </a:lnTo>
                <a:lnTo>
                  <a:pt x="8043016" y="11623"/>
                </a:lnTo>
                <a:moveTo>
                  <a:pt x="8066262" y="0"/>
                </a:moveTo>
                <a:lnTo>
                  <a:pt x="8077885" y="0"/>
                </a:lnTo>
                <a:lnTo>
                  <a:pt x="8077885" y="11623"/>
                </a:lnTo>
                <a:lnTo>
                  <a:pt x="8066262" y="11623"/>
                </a:lnTo>
                <a:moveTo>
                  <a:pt x="8089507" y="0"/>
                </a:moveTo>
                <a:lnTo>
                  <a:pt x="8101130" y="0"/>
                </a:lnTo>
                <a:lnTo>
                  <a:pt x="8101130" y="11623"/>
                </a:lnTo>
                <a:lnTo>
                  <a:pt x="8089507" y="11623"/>
                </a:lnTo>
                <a:moveTo>
                  <a:pt x="8112753" y="0"/>
                </a:moveTo>
                <a:lnTo>
                  <a:pt x="8124376" y="0"/>
                </a:lnTo>
                <a:lnTo>
                  <a:pt x="8124376" y="11623"/>
                </a:lnTo>
                <a:lnTo>
                  <a:pt x="8112753" y="11623"/>
                </a:lnTo>
                <a:moveTo>
                  <a:pt x="8135999" y="0"/>
                </a:moveTo>
                <a:lnTo>
                  <a:pt x="8147622" y="0"/>
                </a:lnTo>
                <a:lnTo>
                  <a:pt x="8147622" y="11623"/>
                </a:lnTo>
                <a:lnTo>
                  <a:pt x="8135999" y="11623"/>
                </a:lnTo>
                <a:moveTo>
                  <a:pt x="8159245" y="0"/>
                </a:moveTo>
                <a:lnTo>
                  <a:pt x="8170867" y="0"/>
                </a:lnTo>
                <a:lnTo>
                  <a:pt x="8170867" y="11623"/>
                </a:lnTo>
                <a:lnTo>
                  <a:pt x="8159245" y="11623"/>
                </a:lnTo>
                <a:moveTo>
                  <a:pt x="8182490" y="0"/>
                </a:moveTo>
                <a:lnTo>
                  <a:pt x="8194113" y="0"/>
                </a:lnTo>
                <a:lnTo>
                  <a:pt x="8194113" y="11623"/>
                </a:lnTo>
                <a:lnTo>
                  <a:pt x="8182490" y="11623"/>
                </a:lnTo>
                <a:moveTo>
                  <a:pt x="8205736" y="0"/>
                </a:moveTo>
                <a:lnTo>
                  <a:pt x="8217359" y="0"/>
                </a:lnTo>
                <a:lnTo>
                  <a:pt x="8217359" y="11623"/>
                </a:lnTo>
                <a:lnTo>
                  <a:pt x="8205736" y="11623"/>
                </a:lnTo>
                <a:moveTo>
                  <a:pt x="8228982" y="0"/>
                </a:moveTo>
                <a:lnTo>
                  <a:pt x="8240605" y="0"/>
                </a:lnTo>
                <a:lnTo>
                  <a:pt x="8240605" y="11623"/>
                </a:lnTo>
                <a:lnTo>
                  <a:pt x="8228982" y="11623"/>
                </a:lnTo>
                <a:moveTo>
                  <a:pt x="8252227" y="0"/>
                </a:moveTo>
                <a:lnTo>
                  <a:pt x="8263850" y="0"/>
                </a:lnTo>
                <a:lnTo>
                  <a:pt x="8263850" y="11623"/>
                </a:lnTo>
                <a:lnTo>
                  <a:pt x="8252227" y="11623"/>
                </a:lnTo>
                <a:moveTo>
                  <a:pt x="8275473" y="0"/>
                </a:moveTo>
                <a:lnTo>
                  <a:pt x="8287096" y="0"/>
                </a:lnTo>
                <a:lnTo>
                  <a:pt x="8287096" y="11623"/>
                </a:lnTo>
                <a:lnTo>
                  <a:pt x="8275473" y="11623"/>
                </a:lnTo>
                <a:moveTo>
                  <a:pt x="8298719" y="0"/>
                </a:moveTo>
                <a:lnTo>
                  <a:pt x="8310342" y="0"/>
                </a:lnTo>
                <a:lnTo>
                  <a:pt x="8310342" y="11623"/>
                </a:lnTo>
                <a:lnTo>
                  <a:pt x="8298719" y="11623"/>
                </a:lnTo>
                <a:moveTo>
                  <a:pt x="8321965" y="0"/>
                </a:moveTo>
                <a:lnTo>
                  <a:pt x="8333587" y="0"/>
                </a:lnTo>
                <a:lnTo>
                  <a:pt x="8333587" y="11623"/>
                </a:lnTo>
                <a:lnTo>
                  <a:pt x="8321965" y="11623"/>
                </a:lnTo>
                <a:moveTo>
                  <a:pt x="8345210" y="0"/>
                </a:moveTo>
                <a:lnTo>
                  <a:pt x="8356833" y="0"/>
                </a:lnTo>
                <a:lnTo>
                  <a:pt x="8356833" y="11623"/>
                </a:lnTo>
                <a:lnTo>
                  <a:pt x="8345210" y="11623"/>
                </a:lnTo>
                <a:moveTo>
                  <a:pt x="8368456" y="0"/>
                </a:moveTo>
                <a:lnTo>
                  <a:pt x="8380079" y="0"/>
                </a:lnTo>
                <a:lnTo>
                  <a:pt x="8380079" y="11623"/>
                </a:lnTo>
                <a:lnTo>
                  <a:pt x="8368456" y="11623"/>
                </a:lnTo>
                <a:moveTo>
                  <a:pt x="8391702" y="0"/>
                </a:moveTo>
                <a:lnTo>
                  <a:pt x="8403325" y="0"/>
                </a:lnTo>
                <a:lnTo>
                  <a:pt x="8403325" y="11623"/>
                </a:lnTo>
                <a:lnTo>
                  <a:pt x="8391702" y="11623"/>
                </a:lnTo>
                <a:moveTo>
                  <a:pt x="8414947" y="0"/>
                </a:moveTo>
                <a:lnTo>
                  <a:pt x="8426570" y="0"/>
                </a:lnTo>
                <a:lnTo>
                  <a:pt x="8426570" y="11623"/>
                </a:lnTo>
                <a:lnTo>
                  <a:pt x="8414947" y="11623"/>
                </a:lnTo>
                <a:moveTo>
                  <a:pt x="8438193" y="0"/>
                </a:moveTo>
                <a:lnTo>
                  <a:pt x="8449816" y="0"/>
                </a:lnTo>
                <a:lnTo>
                  <a:pt x="8449816" y="11623"/>
                </a:lnTo>
                <a:lnTo>
                  <a:pt x="8438193" y="11623"/>
                </a:lnTo>
                <a:moveTo>
                  <a:pt x="8461439" y="0"/>
                </a:moveTo>
                <a:lnTo>
                  <a:pt x="8473062" y="0"/>
                </a:lnTo>
                <a:lnTo>
                  <a:pt x="8473062" y="11623"/>
                </a:lnTo>
                <a:lnTo>
                  <a:pt x="8461439" y="11623"/>
                </a:lnTo>
                <a:moveTo>
                  <a:pt x="8484685" y="0"/>
                </a:moveTo>
                <a:lnTo>
                  <a:pt x="8496307" y="0"/>
                </a:lnTo>
                <a:lnTo>
                  <a:pt x="8496307" y="11623"/>
                </a:lnTo>
                <a:lnTo>
                  <a:pt x="8484685" y="11623"/>
                </a:lnTo>
                <a:moveTo>
                  <a:pt x="8507930" y="0"/>
                </a:moveTo>
                <a:lnTo>
                  <a:pt x="8519553" y="0"/>
                </a:lnTo>
                <a:lnTo>
                  <a:pt x="8519553" y="11623"/>
                </a:lnTo>
                <a:lnTo>
                  <a:pt x="8507930" y="11623"/>
                </a:lnTo>
                <a:moveTo>
                  <a:pt x="8531176" y="0"/>
                </a:moveTo>
                <a:lnTo>
                  <a:pt x="8542799" y="0"/>
                </a:lnTo>
                <a:lnTo>
                  <a:pt x="8542799" y="11623"/>
                </a:lnTo>
                <a:lnTo>
                  <a:pt x="8531176" y="11623"/>
                </a:lnTo>
                <a:moveTo>
                  <a:pt x="8554422" y="0"/>
                </a:moveTo>
                <a:lnTo>
                  <a:pt x="8566045" y="0"/>
                </a:lnTo>
                <a:lnTo>
                  <a:pt x="8566045" y="11623"/>
                </a:lnTo>
                <a:lnTo>
                  <a:pt x="8554422" y="11623"/>
                </a:lnTo>
                <a:moveTo>
                  <a:pt x="8577667" y="0"/>
                </a:moveTo>
                <a:lnTo>
                  <a:pt x="8589290" y="0"/>
                </a:lnTo>
                <a:lnTo>
                  <a:pt x="8589290" y="11623"/>
                </a:lnTo>
                <a:lnTo>
                  <a:pt x="8577667" y="11623"/>
                </a:lnTo>
                <a:moveTo>
                  <a:pt x="8600913" y="0"/>
                </a:moveTo>
                <a:lnTo>
                  <a:pt x="8612536" y="0"/>
                </a:lnTo>
                <a:lnTo>
                  <a:pt x="8612536" y="11623"/>
                </a:lnTo>
                <a:lnTo>
                  <a:pt x="8600913" y="11623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238B61-0DFC-480B-9E4A-27F09215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5599" y="536352"/>
            <a:ext cx="8612536" cy="11623"/>
          </a:xfrm>
          <a:custGeom xmlns:a="http://schemas.openxmlformats.org/drawingml/2006/main">
            <a:pathLst>
              <a:path w="8612536" h="11623">
                <a:moveTo>
                  <a:pt x="0" y="0"/>
                </a:moveTo>
                <a:lnTo>
                  <a:pt x="11623" y="0"/>
                </a:lnTo>
                <a:lnTo>
                  <a:pt x="11623" y="11623"/>
                </a:lnTo>
                <a:lnTo>
                  <a:pt x="0" y="11623"/>
                </a:lnTo>
                <a:moveTo>
                  <a:pt x="23246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23246" y="11623"/>
                </a:lnTo>
                <a:moveTo>
                  <a:pt x="46491" y="0"/>
                </a:moveTo>
                <a:lnTo>
                  <a:pt x="58114" y="0"/>
                </a:lnTo>
                <a:lnTo>
                  <a:pt x="58114" y="11623"/>
                </a:lnTo>
                <a:lnTo>
                  <a:pt x="46491" y="11623"/>
                </a:lnTo>
                <a:moveTo>
                  <a:pt x="69737" y="0"/>
                </a:moveTo>
                <a:lnTo>
                  <a:pt x="81360" y="0"/>
                </a:lnTo>
                <a:lnTo>
                  <a:pt x="81360" y="11623"/>
                </a:lnTo>
                <a:lnTo>
                  <a:pt x="69737" y="11623"/>
                </a:lnTo>
                <a:moveTo>
                  <a:pt x="92983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92983" y="11623"/>
                </a:lnTo>
                <a:moveTo>
                  <a:pt x="116229" y="0"/>
                </a:moveTo>
                <a:lnTo>
                  <a:pt x="127851" y="0"/>
                </a:lnTo>
                <a:lnTo>
                  <a:pt x="127851" y="11623"/>
                </a:lnTo>
                <a:lnTo>
                  <a:pt x="116229" y="11623"/>
                </a:lnTo>
                <a:moveTo>
                  <a:pt x="139474" y="0"/>
                </a:moveTo>
                <a:lnTo>
                  <a:pt x="151097" y="0"/>
                </a:lnTo>
                <a:lnTo>
                  <a:pt x="151097" y="11623"/>
                </a:lnTo>
                <a:lnTo>
                  <a:pt x="139474" y="11623"/>
                </a:lnTo>
                <a:moveTo>
                  <a:pt x="162720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62720" y="11623"/>
                </a:lnTo>
                <a:moveTo>
                  <a:pt x="185966" y="0"/>
                </a:moveTo>
                <a:lnTo>
                  <a:pt x="197589" y="0"/>
                </a:lnTo>
                <a:lnTo>
                  <a:pt x="197589" y="11623"/>
                </a:lnTo>
                <a:lnTo>
                  <a:pt x="185966" y="11623"/>
                </a:lnTo>
                <a:moveTo>
                  <a:pt x="209211" y="0"/>
                </a:moveTo>
                <a:lnTo>
                  <a:pt x="220834" y="0"/>
                </a:lnTo>
                <a:lnTo>
                  <a:pt x="220834" y="11623"/>
                </a:lnTo>
                <a:lnTo>
                  <a:pt x="209211" y="11623"/>
                </a:lnTo>
                <a:moveTo>
                  <a:pt x="232457" y="0"/>
                </a:moveTo>
                <a:lnTo>
                  <a:pt x="244080" y="0"/>
                </a:lnTo>
                <a:lnTo>
                  <a:pt x="244080" y="11623"/>
                </a:lnTo>
                <a:lnTo>
                  <a:pt x="232457" y="11623"/>
                </a:lnTo>
                <a:moveTo>
                  <a:pt x="255703" y="0"/>
                </a:moveTo>
                <a:lnTo>
                  <a:pt x="267326" y="0"/>
                </a:lnTo>
                <a:lnTo>
                  <a:pt x="267326" y="11623"/>
                </a:lnTo>
                <a:lnTo>
                  <a:pt x="255703" y="11623"/>
                </a:lnTo>
                <a:moveTo>
                  <a:pt x="278949" y="0"/>
                </a:moveTo>
                <a:lnTo>
                  <a:pt x="290571" y="0"/>
                </a:lnTo>
                <a:lnTo>
                  <a:pt x="290571" y="11623"/>
                </a:lnTo>
                <a:lnTo>
                  <a:pt x="278949" y="11623"/>
                </a:lnTo>
                <a:moveTo>
                  <a:pt x="302194" y="0"/>
                </a:moveTo>
                <a:lnTo>
                  <a:pt x="313817" y="0"/>
                </a:lnTo>
                <a:lnTo>
                  <a:pt x="313817" y="11623"/>
                </a:lnTo>
                <a:lnTo>
                  <a:pt x="302194" y="11623"/>
                </a:lnTo>
                <a:moveTo>
                  <a:pt x="325440" y="0"/>
                </a:moveTo>
                <a:lnTo>
                  <a:pt x="337063" y="0"/>
                </a:lnTo>
                <a:lnTo>
                  <a:pt x="337063" y="11623"/>
                </a:lnTo>
                <a:lnTo>
                  <a:pt x="325440" y="11623"/>
                </a:lnTo>
                <a:moveTo>
                  <a:pt x="348686" y="0"/>
                </a:moveTo>
                <a:lnTo>
                  <a:pt x="360309" y="0"/>
                </a:lnTo>
                <a:lnTo>
                  <a:pt x="360309" y="11623"/>
                </a:lnTo>
                <a:lnTo>
                  <a:pt x="348686" y="11623"/>
                </a:lnTo>
                <a:moveTo>
                  <a:pt x="371931" y="0"/>
                </a:moveTo>
                <a:lnTo>
                  <a:pt x="383554" y="0"/>
                </a:lnTo>
                <a:lnTo>
                  <a:pt x="383554" y="11623"/>
                </a:lnTo>
                <a:lnTo>
                  <a:pt x="371931" y="11623"/>
                </a:lnTo>
                <a:moveTo>
                  <a:pt x="395177" y="0"/>
                </a:moveTo>
                <a:lnTo>
                  <a:pt x="406800" y="0"/>
                </a:lnTo>
                <a:lnTo>
                  <a:pt x="406800" y="11623"/>
                </a:lnTo>
                <a:lnTo>
                  <a:pt x="395177" y="11623"/>
                </a:lnTo>
                <a:moveTo>
                  <a:pt x="418423" y="0"/>
                </a:moveTo>
                <a:lnTo>
                  <a:pt x="430046" y="0"/>
                </a:lnTo>
                <a:lnTo>
                  <a:pt x="430046" y="11623"/>
                </a:lnTo>
                <a:lnTo>
                  <a:pt x="418423" y="11623"/>
                </a:lnTo>
                <a:moveTo>
                  <a:pt x="441669" y="0"/>
                </a:moveTo>
                <a:lnTo>
                  <a:pt x="453291" y="0"/>
                </a:lnTo>
                <a:lnTo>
                  <a:pt x="453291" y="11623"/>
                </a:lnTo>
                <a:lnTo>
                  <a:pt x="441669" y="11623"/>
                </a:lnTo>
                <a:moveTo>
                  <a:pt x="464914" y="0"/>
                </a:moveTo>
                <a:lnTo>
                  <a:pt x="476537" y="0"/>
                </a:lnTo>
                <a:lnTo>
                  <a:pt x="476537" y="11623"/>
                </a:lnTo>
                <a:lnTo>
                  <a:pt x="464914" y="11623"/>
                </a:lnTo>
                <a:moveTo>
                  <a:pt x="488160" y="0"/>
                </a:moveTo>
                <a:lnTo>
                  <a:pt x="499783" y="0"/>
                </a:lnTo>
                <a:lnTo>
                  <a:pt x="499783" y="11623"/>
                </a:lnTo>
                <a:lnTo>
                  <a:pt x="488160" y="11623"/>
                </a:lnTo>
                <a:moveTo>
                  <a:pt x="511406" y="0"/>
                </a:moveTo>
                <a:lnTo>
                  <a:pt x="523028" y="0"/>
                </a:lnTo>
                <a:lnTo>
                  <a:pt x="523028" y="11623"/>
                </a:lnTo>
                <a:lnTo>
                  <a:pt x="511406" y="11623"/>
                </a:lnTo>
                <a:moveTo>
                  <a:pt x="534651" y="0"/>
                </a:moveTo>
                <a:lnTo>
                  <a:pt x="546274" y="0"/>
                </a:lnTo>
                <a:lnTo>
                  <a:pt x="546274" y="11623"/>
                </a:lnTo>
                <a:lnTo>
                  <a:pt x="534651" y="11623"/>
                </a:lnTo>
                <a:moveTo>
                  <a:pt x="557897" y="0"/>
                </a:moveTo>
                <a:lnTo>
                  <a:pt x="569520" y="0"/>
                </a:lnTo>
                <a:lnTo>
                  <a:pt x="569520" y="11623"/>
                </a:lnTo>
                <a:lnTo>
                  <a:pt x="557897" y="11623"/>
                </a:lnTo>
                <a:moveTo>
                  <a:pt x="581143" y="0"/>
                </a:moveTo>
                <a:lnTo>
                  <a:pt x="592766" y="0"/>
                </a:lnTo>
                <a:lnTo>
                  <a:pt x="592766" y="11623"/>
                </a:lnTo>
                <a:lnTo>
                  <a:pt x="581143" y="11623"/>
                </a:lnTo>
                <a:moveTo>
                  <a:pt x="604388" y="0"/>
                </a:moveTo>
                <a:lnTo>
                  <a:pt x="616011" y="0"/>
                </a:lnTo>
                <a:lnTo>
                  <a:pt x="616011" y="11623"/>
                </a:lnTo>
                <a:lnTo>
                  <a:pt x="604388" y="11623"/>
                </a:lnTo>
                <a:moveTo>
                  <a:pt x="627634" y="0"/>
                </a:moveTo>
                <a:lnTo>
                  <a:pt x="639257" y="0"/>
                </a:lnTo>
                <a:lnTo>
                  <a:pt x="639257" y="11623"/>
                </a:lnTo>
                <a:lnTo>
                  <a:pt x="627634" y="11623"/>
                </a:lnTo>
                <a:moveTo>
                  <a:pt x="650880" y="0"/>
                </a:moveTo>
                <a:lnTo>
                  <a:pt x="662503" y="0"/>
                </a:lnTo>
                <a:lnTo>
                  <a:pt x="662503" y="11623"/>
                </a:lnTo>
                <a:lnTo>
                  <a:pt x="650880" y="11623"/>
                </a:lnTo>
                <a:moveTo>
                  <a:pt x="674126" y="0"/>
                </a:moveTo>
                <a:lnTo>
                  <a:pt x="685748" y="0"/>
                </a:lnTo>
                <a:lnTo>
                  <a:pt x="685748" y="11623"/>
                </a:lnTo>
                <a:lnTo>
                  <a:pt x="674126" y="11623"/>
                </a:lnTo>
                <a:moveTo>
                  <a:pt x="697371" y="0"/>
                </a:moveTo>
                <a:lnTo>
                  <a:pt x="708994" y="0"/>
                </a:lnTo>
                <a:lnTo>
                  <a:pt x="708994" y="11623"/>
                </a:lnTo>
                <a:lnTo>
                  <a:pt x="697371" y="11623"/>
                </a:lnTo>
                <a:moveTo>
                  <a:pt x="720617" y="0"/>
                </a:moveTo>
                <a:lnTo>
                  <a:pt x="732240" y="0"/>
                </a:lnTo>
                <a:lnTo>
                  <a:pt x="732240" y="11623"/>
                </a:lnTo>
                <a:lnTo>
                  <a:pt x="720617" y="11623"/>
                </a:lnTo>
                <a:moveTo>
                  <a:pt x="743863" y="0"/>
                </a:moveTo>
                <a:lnTo>
                  <a:pt x="755486" y="0"/>
                </a:lnTo>
                <a:lnTo>
                  <a:pt x="755486" y="11623"/>
                </a:lnTo>
                <a:lnTo>
                  <a:pt x="743863" y="11623"/>
                </a:lnTo>
                <a:moveTo>
                  <a:pt x="767108" y="0"/>
                </a:moveTo>
                <a:lnTo>
                  <a:pt x="778731" y="0"/>
                </a:lnTo>
                <a:lnTo>
                  <a:pt x="778731" y="11623"/>
                </a:lnTo>
                <a:lnTo>
                  <a:pt x="767108" y="11623"/>
                </a:lnTo>
                <a:moveTo>
                  <a:pt x="790354" y="0"/>
                </a:moveTo>
                <a:lnTo>
                  <a:pt x="801977" y="0"/>
                </a:lnTo>
                <a:lnTo>
                  <a:pt x="801977" y="11623"/>
                </a:lnTo>
                <a:lnTo>
                  <a:pt x="790354" y="11623"/>
                </a:lnTo>
                <a:moveTo>
                  <a:pt x="813600" y="0"/>
                </a:moveTo>
                <a:lnTo>
                  <a:pt x="825223" y="0"/>
                </a:lnTo>
                <a:lnTo>
                  <a:pt x="825223" y="11623"/>
                </a:lnTo>
                <a:lnTo>
                  <a:pt x="813600" y="11623"/>
                </a:lnTo>
                <a:moveTo>
                  <a:pt x="836846" y="0"/>
                </a:moveTo>
                <a:lnTo>
                  <a:pt x="848468" y="0"/>
                </a:lnTo>
                <a:lnTo>
                  <a:pt x="848468" y="11623"/>
                </a:lnTo>
                <a:lnTo>
                  <a:pt x="836846" y="11623"/>
                </a:lnTo>
                <a:moveTo>
                  <a:pt x="860091" y="0"/>
                </a:moveTo>
                <a:lnTo>
                  <a:pt x="871714" y="0"/>
                </a:lnTo>
                <a:lnTo>
                  <a:pt x="871714" y="11623"/>
                </a:lnTo>
                <a:lnTo>
                  <a:pt x="860091" y="11623"/>
                </a:lnTo>
                <a:moveTo>
                  <a:pt x="883337" y="0"/>
                </a:moveTo>
                <a:lnTo>
                  <a:pt x="894960" y="0"/>
                </a:lnTo>
                <a:lnTo>
                  <a:pt x="894960" y="11623"/>
                </a:lnTo>
                <a:lnTo>
                  <a:pt x="883337" y="11623"/>
                </a:lnTo>
                <a:moveTo>
                  <a:pt x="906583" y="0"/>
                </a:moveTo>
                <a:lnTo>
                  <a:pt x="918206" y="0"/>
                </a:lnTo>
                <a:lnTo>
                  <a:pt x="918206" y="11623"/>
                </a:lnTo>
                <a:lnTo>
                  <a:pt x="906583" y="11623"/>
                </a:lnTo>
                <a:moveTo>
                  <a:pt x="929828" y="0"/>
                </a:moveTo>
                <a:lnTo>
                  <a:pt x="941451" y="0"/>
                </a:lnTo>
                <a:lnTo>
                  <a:pt x="941451" y="11623"/>
                </a:lnTo>
                <a:lnTo>
                  <a:pt x="929828" y="11623"/>
                </a:lnTo>
                <a:moveTo>
                  <a:pt x="953074" y="0"/>
                </a:moveTo>
                <a:lnTo>
                  <a:pt x="964697" y="0"/>
                </a:lnTo>
                <a:lnTo>
                  <a:pt x="964697" y="11623"/>
                </a:lnTo>
                <a:lnTo>
                  <a:pt x="953074" y="11623"/>
                </a:lnTo>
                <a:moveTo>
                  <a:pt x="976320" y="0"/>
                </a:moveTo>
                <a:lnTo>
                  <a:pt x="987943" y="0"/>
                </a:lnTo>
                <a:lnTo>
                  <a:pt x="987943" y="11623"/>
                </a:lnTo>
                <a:lnTo>
                  <a:pt x="976320" y="11623"/>
                </a:lnTo>
                <a:moveTo>
                  <a:pt x="999566" y="0"/>
                </a:moveTo>
                <a:lnTo>
                  <a:pt x="1011188" y="0"/>
                </a:lnTo>
                <a:lnTo>
                  <a:pt x="1011188" y="11623"/>
                </a:lnTo>
                <a:lnTo>
                  <a:pt x="999566" y="11623"/>
                </a:lnTo>
                <a:moveTo>
                  <a:pt x="1022811" y="0"/>
                </a:moveTo>
                <a:lnTo>
                  <a:pt x="1034434" y="0"/>
                </a:lnTo>
                <a:lnTo>
                  <a:pt x="1034434" y="11623"/>
                </a:lnTo>
                <a:lnTo>
                  <a:pt x="1022811" y="11623"/>
                </a:lnTo>
                <a:moveTo>
                  <a:pt x="1046057" y="0"/>
                </a:moveTo>
                <a:lnTo>
                  <a:pt x="1057680" y="0"/>
                </a:lnTo>
                <a:lnTo>
                  <a:pt x="1057680" y="11623"/>
                </a:lnTo>
                <a:lnTo>
                  <a:pt x="1046057" y="11623"/>
                </a:lnTo>
                <a:moveTo>
                  <a:pt x="1069303" y="0"/>
                </a:moveTo>
                <a:lnTo>
                  <a:pt x="1080926" y="0"/>
                </a:lnTo>
                <a:lnTo>
                  <a:pt x="1080926" y="11623"/>
                </a:lnTo>
                <a:lnTo>
                  <a:pt x="1069303" y="11623"/>
                </a:lnTo>
                <a:moveTo>
                  <a:pt x="1092548" y="0"/>
                </a:moveTo>
                <a:lnTo>
                  <a:pt x="1104171" y="0"/>
                </a:lnTo>
                <a:lnTo>
                  <a:pt x="1104171" y="11623"/>
                </a:lnTo>
                <a:lnTo>
                  <a:pt x="1092548" y="11623"/>
                </a:lnTo>
                <a:moveTo>
                  <a:pt x="1115794" y="0"/>
                </a:moveTo>
                <a:lnTo>
                  <a:pt x="1127417" y="0"/>
                </a:lnTo>
                <a:lnTo>
                  <a:pt x="1127417" y="11623"/>
                </a:lnTo>
                <a:lnTo>
                  <a:pt x="1115794" y="11623"/>
                </a:lnTo>
                <a:moveTo>
                  <a:pt x="1139040" y="0"/>
                </a:moveTo>
                <a:lnTo>
                  <a:pt x="1150663" y="0"/>
                </a:lnTo>
                <a:lnTo>
                  <a:pt x="1150663" y="11623"/>
                </a:lnTo>
                <a:lnTo>
                  <a:pt x="1139040" y="11623"/>
                </a:lnTo>
                <a:moveTo>
                  <a:pt x="1162286" y="0"/>
                </a:moveTo>
                <a:lnTo>
                  <a:pt x="1173908" y="0"/>
                </a:lnTo>
                <a:lnTo>
                  <a:pt x="1173908" y="11623"/>
                </a:lnTo>
                <a:lnTo>
                  <a:pt x="1162286" y="11623"/>
                </a:lnTo>
                <a:moveTo>
                  <a:pt x="1185531" y="0"/>
                </a:moveTo>
                <a:lnTo>
                  <a:pt x="1197154" y="0"/>
                </a:lnTo>
                <a:lnTo>
                  <a:pt x="1197154" y="11623"/>
                </a:lnTo>
                <a:lnTo>
                  <a:pt x="1185531" y="11623"/>
                </a:lnTo>
                <a:moveTo>
                  <a:pt x="1208777" y="0"/>
                </a:moveTo>
                <a:lnTo>
                  <a:pt x="1220400" y="0"/>
                </a:lnTo>
                <a:lnTo>
                  <a:pt x="1220400" y="11623"/>
                </a:lnTo>
                <a:lnTo>
                  <a:pt x="1208777" y="11623"/>
                </a:lnTo>
                <a:moveTo>
                  <a:pt x="1232023" y="0"/>
                </a:moveTo>
                <a:lnTo>
                  <a:pt x="1243646" y="0"/>
                </a:lnTo>
                <a:lnTo>
                  <a:pt x="1243646" y="11623"/>
                </a:lnTo>
                <a:lnTo>
                  <a:pt x="1232023" y="11623"/>
                </a:lnTo>
                <a:moveTo>
                  <a:pt x="1255268" y="0"/>
                </a:moveTo>
                <a:lnTo>
                  <a:pt x="1266891" y="0"/>
                </a:lnTo>
                <a:lnTo>
                  <a:pt x="1266891" y="11623"/>
                </a:lnTo>
                <a:lnTo>
                  <a:pt x="1255268" y="11623"/>
                </a:lnTo>
                <a:moveTo>
                  <a:pt x="1278514" y="0"/>
                </a:moveTo>
                <a:lnTo>
                  <a:pt x="1290137" y="0"/>
                </a:lnTo>
                <a:lnTo>
                  <a:pt x="1290137" y="11623"/>
                </a:lnTo>
                <a:lnTo>
                  <a:pt x="1278514" y="11623"/>
                </a:lnTo>
                <a:moveTo>
                  <a:pt x="1301760" y="0"/>
                </a:moveTo>
                <a:lnTo>
                  <a:pt x="1313383" y="0"/>
                </a:lnTo>
                <a:lnTo>
                  <a:pt x="1313383" y="11623"/>
                </a:lnTo>
                <a:lnTo>
                  <a:pt x="1301760" y="11623"/>
                </a:lnTo>
                <a:moveTo>
                  <a:pt x="1325006" y="0"/>
                </a:moveTo>
                <a:lnTo>
                  <a:pt x="1336628" y="0"/>
                </a:lnTo>
                <a:lnTo>
                  <a:pt x="1336628" y="11623"/>
                </a:lnTo>
                <a:lnTo>
                  <a:pt x="1325006" y="11623"/>
                </a:lnTo>
                <a:moveTo>
                  <a:pt x="1348251" y="0"/>
                </a:moveTo>
                <a:lnTo>
                  <a:pt x="1359874" y="0"/>
                </a:lnTo>
                <a:lnTo>
                  <a:pt x="1359874" y="11623"/>
                </a:lnTo>
                <a:lnTo>
                  <a:pt x="1348251" y="11623"/>
                </a:lnTo>
                <a:moveTo>
                  <a:pt x="1371497" y="0"/>
                </a:moveTo>
                <a:lnTo>
                  <a:pt x="1383120" y="0"/>
                </a:lnTo>
                <a:lnTo>
                  <a:pt x="1383120" y="11623"/>
                </a:lnTo>
                <a:lnTo>
                  <a:pt x="1371497" y="11623"/>
                </a:lnTo>
                <a:moveTo>
                  <a:pt x="1394743" y="0"/>
                </a:moveTo>
                <a:lnTo>
                  <a:pt x="1406366" y="0"/>
                </a:lnTo>
                <a:lnTo>
                  <a:pt x="1406366" y="11623"/>
                </a:lnTo>
                <a:lnTo>
                  <a:pt x="1394743" y="11623"/>
                </a:lnTo>
                <a:moveTo>
                  <a:pt x="1417988" y="0"/>
                </a:moveTo>
                <a:lnTo>
                  <a:pt x="1429611" y="0"/>
                </a:lnTo>
                <a:lnTo>
                  <a:pt x="1429611" y="11623"/>
                </a:lnTo>
                <a:lnTo>
                  <a:pt x="1417988" y="11623"/>
                </a:lnTo>
                <a:moveTo>
                  <a:pt x="1441234" y="0"/>
                </a:moveTo>
                <a:lnTo>
                  <a:pt x="1452857" y="0"/>
                </a:lnTo>
                <a:lnTo>
                  <a:pt x="1452857" y="11623"/>
                </a:lnTo>
                <a:lnTo>
                  <a:pt x="1441234" y="11623"/>
                </a:lnTo>
                <a:moveTo>
                  <a:pt x="1464480" y="0"/>
                </a:moveTo>
                <a:lnTo>
                  <a:pt x="1476103" y="0"/>
                </a:lnTo>
                <a:lnTo>
                  <a:pt x="1476103" y="11623"/>
                </a:lnTo>
                <a:lnTo>
                  <a:pt x="1464480" y="11623"/>
                </a:lnTo>
                <a:moveTo>
                  <a:pt x="1487726" y="0"/>
                </a:moveTo>
                <a:lnTo>
                  <a:pt x="1499348" y="0"/>
                </a:lnTo>
                <a:lnTo>
                  <a:pt x="1499348" y="11623"/>
                </a:lnTo>
                <a:lnTo>
                  <a:pt x="1487726" y="11623"/>
                </a:lnTo>
                <a:moveTo>
                  <a:pt x="1510971" y="0"/>
                </a:moveTo>
                <a:lnTo>
                  <a:pt x="1522594" y="0"/>
                </a:lnTo>
                <a:lnTo>
                  <a:pt x="1522594" y="11623"/>
                </a:lnTo>
                <a:lnTo>
                  <a:pt x="1510971" y="11623"/>
                </a:lnTo>
                <a:moveTo>
                  <a:pt x="1534217" y="0"/>
                </a:moveTo>
                <a:lnTo>
                  <a:pt x="1545840" y="0"/>
                </a:lnTo>
                <a:lnTo>
                  <a:pt x="1545840" y="11623"/>
                </a:lnTo>
                <a:lnTo>
                  <a:pt x="1534217" y="11623"/>
                </a:lnTo>
                <a:moveTo>
                  <a:pt x="1557463" y="0"/>
                </a:moveTo>
                <a:lnTo>
                  <a:pt x="1569085" y="0"/>
                </a:lnTo>
                <a:lnTo>
                  <a:pt x="1569085" y="11623"/>
                </a:lnTo>
                <a:lnTo>
                  <a:pt x="1557463" y="11623"/>
                </a:lnTo>
                <a:moveTo>
                  <a:pt x="1580708" y="0"/>
                </a:moveTo>
                <a:lnTo>
                  <a:pt x="1592331" y="0"/>
                </a:lnTo>
                <a:lnTo>
                  <a:pt x="1592331" y="11623"/>
                </a:lnTo>
                <a:lnTo>
                  <a:pt x="1580708" y="11623"/>
                </a:lnTo>
                <a:moveTo>
                  <a:pt x="1603954" y="0"/>
                </a:moveTo>
                <a:lnTo>
                  <a:pt x="1615577" y="0"/>
                </a:lnTo>
                <a:lnTo>
                  <a:pt x="1615577" y="11623"/>
                </a:lnTo>
                <a:lnTo>
                  <a:pt x="1603954" y="11623"/>
                </a:lnTo>
                <a:moveTo>
                  <a:pt x="1627200" y="0"/>
                </a:moveTo>
                <a:lnTo>
                  <a:pt x="1638823" y="0"/>
                </a:lnTo>
                <a:lnTo>
                  <a:pt x="1638823" y="11623"/>
                </a:lnTo>
                <a:lnTo>
                  <a:pt x="1627200" y="11623"/>
                </a:lnTo>
                <a:moveTo>
                  <a:pt x="1650445" y="0"/>
                </a:moveTo>
                <a:lnTo>
                  <a:pt x="1662068" y="0"/>
                </a:lnTo>
                <a:lnTo>
                  <a:pt x="1662068" y="11623"/>
                </a:lnTo>
                <a:lnTo>
                  <a:pt x="1650445" y="11623"/>
                </a:lnTo>
                <a:moveTo>
                  <a:pt x="1673691" y="0"/>
                </a:moveTo>
                <a:lnTo>
                  <a:pt x="1685314" y="0"/>
                </a:lnTo>
                <a:lnTo>
                  <a:pt x="1685314" y="11623"/>
                </a:lnTo>
                <a:lnTo>
                  <a:pt x="1673691" y="11623"/>
                </a:lnTo>
                <a:moveTo>
                  <a:pt x="1696937" y="0"/>
                </a:moveTo>
                <a:lnTo>
                  <a:pt x="1708560" y="0"/>
                </a:lnTo>
                <a:lnTo>
                  <a:pt x="1708560" y="11623"/>
                </a:lnTo>
                <a:lnTo>
                  <a:pt x="1696937" y="11623"/>
                </a:lnTo>
                <a:moveTo>
                  <a:pt x="1720183" y="0"/>
                </a:moveTo>
                <a:lnTo>
                  <a:pt x="1731805" y="0"/>
                </a:lnTo>
                <a:lnTo>
                  <a:pt x="1731805" y="11623"/>
                </a:lnTo>
                <a:lnTo>
                  <a:pt x="1720183" y="11623"/>
                </a:lnTo>
                <a:moveTo>
                  <a:pt x="1743428" y="0"/>
                </a:moveTo>
                <a:lnTo>
                  <a:pt x="1755051" y="0"/>
                </a:lnTo>
                <a:lnTo>
                  <a:pt x="1755051" y="11623"/>
                </a:lnTo>
                <a:lnTo>
                  <a:pt x="1743428" y="11623"/>
                </a:lnTo>
                <a:moveTo>
                  <a:pt x="1766674" y="0"/>
                </a:moveTo>
                <a:lnTo>
                  <a:pt x="1778297" y="0"/>
                </a:lnTo>
                <a:lnTo>
                  <a:pt x="1778297" y="11623"/>
                </a:lnTo>
                <a:lnTo>
                  <a:pt x="1766674" y="11623"/>
                </a:lnTo>
                <a:moveTo>
                  <a:pt x="1789920" y="0"/>
                </a:moveTo>
                <a:lnTo>
                  <a:pt x="1801543" y="0"/>
                </a:lnTo>
                <a:lnTo>
                  <a:pt x="1801543" y="11623"/>
                </a:lnTo>
                <a:lnTo>
                  <a:pt x="1789920" y="11623"/>
                </a:lnTo>
                <a:moveTo>
                  <a:pt x="1813165" y="0"/>
                </a:moveTo>
                <a:lnTo>
                  <a:pt x="1824788" y="0"/>
                </a:lnTo>
                <a:lnTo>
                  <a:pt x="1824788" y="11623"/>
                </a:lnTo>
                <a:lnTo>
                  <a:pt x="1813165" y="11623"/>
                </a:lnTo>
                <a:moveTo>
                  <a:pt x="1836411" y="0"/>
                </a:moveTo>
                <a:lnTo>
                  <a:pt x="1848034" y="0"/>
                </a:lnTo>
                <a:lnTo>
                  <a:pt x="1848034" y="11623"/>
                </a:lnTo>
                <a:lnTo>
                  <a:pt x="1836411" y="11623"/>
                </a:lnTo>
                <a:moveTo>
                  <a:pt x="1859657" y="0"/>
                </a:moveTo>
                <a:lnTo>
                  <a:pt x="1871280" y="0"/>
                </a:lnTo>
                <a:lnTo>
                  <a:pt x="1871280" y="11623"/>
                </a:lnTo>
                <a:lnTo>
                  <a:pt x="1859657" y="11623"/>
                </a:lnTo>
                <a:moveTo>
                  <a:pt x="1882903" y="0"/>
                </a:moveTo>
                <a:lnTo>
                  <a:pt x="1894525" y="0"/>
                </a:lnTo>
                <a:lnTo>
                  <a:pt x="1894525" y="11623"/>
                </a:lnTo>
                <a:lnTo>
                  <a:pt x="1882903" y="11623"/>
                </a:lnTo>
                <a:moveTo>
                  <a:pt x="1906148" y="0"/>
                </a:moveTo>
                <a:lnTo>
                  <a:pt x="1917771" y="0"/>
                </a:lnTo>
                <a:lnTo>
                  <a:pt x="1917771" y="11623"/>
                </a:lnTo>
                <a:lnTo>
                  <a:pt x="1906148" y="11623"/>
                </a:lnTo>
                <a:moveTo>
                  <a:pt x="1929394" y="0"/>
                </a:moveTo>
                <a:lnTo>
                  <a:pt x="1941017" y="0"/>
                </a:lnTo>
                <a:lnTo>
                  <a:pt x="1941017" y="11623"/>
                </a:lnTo>
                <a:lnTo>
                  <a:pt x="1929394" y="11623"/>
                </a:lnTo>
                <a:moveTo>
                  <a:pt x="1952640" y="0"/>
                </a:moveTo>
                <a:lnTo>
                  <a:pt x="1964263" y="0"/>
                </a:lnTo>
                <a:lnTo>
                  <a:pt x="1964263" y="11623"/>
                </a:lnTo>
                <a:lnTo>
                  <a:pt x="1952640" y="11623"/>
                </a:lnTo>
                <a:moveTo>
                  <a:pt x="1975885" y="0"/>
                </a:moveTo>
                <a:lnTo>
                  <a:pt x="1987508" y="0"/>
                </a:lnTo>
                <a:lnTo>
                  <a:pt x="1987508" y="11623"/>
                </a:lnTo>
                <a:lnTo>
                  <a:pt x="1975885" y="11623"/>
                </a:lnTo>
                <a:moveTo>
                  <a:pt x="1999131" y="0"/>
                </a:moveTo>
                <a:lnTo>
                  <a:pt x="2010754" y="0"/>
                </a:lnTo>
                <a:lnTo>
                  <a:pt x="2010754" y="11623"/>
                </a:lnTo>
                <a:lnTo>
                  <a:pt x="1999131" y="11623"/>
                </a:lnTo>
                <a:moveTo>
                  <a:pt x="2022377" y="0"/>
                </a:moveTo>
                <a:lnTo>
                  <a:pt x="2034000" y="0"/>
                </a:lnTo>
                <a:lnTo>
                  <a:pt x="2034000" y="11623"/>
                </a:lnTo>
                <a:lnTo>
                  <a:pt x="2022377" y="11623"/>
                </a:lnTo>
                <a:moveTo>
                  <a:pt x="2045623" y="0"/>
                </a:moveTo>
                <a:lnTo>
                  <a:pt x="2057245" y="0"/>
                </a:lnTo>
                <a:lnTo>
                  <a:pt x="2057245" y="11623"/>
                </a:lnTo>
                <a:lnTo>
                  <a:pt x="2045623" y="11623"/>
                </a:lnTo>
                <a:moveTo>
                  <a:pt x="2068868" y="0"/>
                </a:moveTo>
                <a:lnTo>
                  <a:pt x="2080491" y="0"/>
                </a:lnTo>
                <a:lnTo>
                  <a:pt x="2080491" y="11623"/>
                </a:lnTo>
                <a:lnTo>
                  <a:pt x="2068868" y="11623"/>
                </a:lnTo>
                <a:moveTo>
                  <a:pt x="2092114" y="0"/>
                </a:moveTo>
                <a:lnTo>
                  <a:pt x="2103737" y="0"/>
                </a:lnTo>
                <a:lnTo>
                  <a:pt x="2103737" y="11623"/>
                </a:lnTo>
                <a:lnTo>
                  <a:pt x="2092114" y="11623"/>
                </a:lnTo>
                <a:moveTo>
                  <a:pt x="2115360" y="0"/>
                </a:moveTo>
                <a:lnTo>
                  <a:pt x="2126983" y="0"/>
                </a:lnTo>
                <a:lnTo>
                  <a:pt x="2126983" y="11623"/>
                </a:lnTo>
                <a:lnTo>
                  <a:pt x="2115360" y="11623"/>
                </a:lnTo>
                <a:moveTo>
                  <a:pt x="2138605" y="0"/>
                </a:moveTo>
                <a:lnTo>
                  <a:pt x="2150228" y="0"/>
                </a:lnTo>
                <a:lnTo>
                  <a:pt x="2150228" y="11623"/>
                </a:lnTo>
                <a:lnTo>
                  <a:pt x="2138605" y="11623"/>
                </a:lnTo>
                <a:moveTo>
                  <a:pt x="2161851" y="0"/>
                </a:moveTo>
                <a:lnTo>
                  <a:pt x="2173474" y="0"/>
                </a:lnTo>
                <a:lnTo>
                  <a:pt x="2173474" y="11623"/>
                </a:lnTo>
                <a:lnTo>
                  <a:pt x="2161851" y="11623"/>
                </a:lnTo>
                <a:moveTo>
                  <a:pt x="2185097" y="0"/>
                </a:moveTo>
                <a:lnTo>
                  <a:pt x="2196720" y="0"/>
                </a:lnTo>
                <a:lnTo>
                  <a:pt x="2196720" y="11623"/>
                </a:lnTo>
                <a:lnTo>
                  <a:pt x="2185097" y="11623"/>
                </a:lnTo>
                <a:moveTo>
                  <a:pt x="2208343" y="0"/>
                </a:moveTo>
                <a:lnTo>
                  <a:pt x="2219965" y="0"/>
                </a:lnTo>
                <a:lnTo>
                  <a:pt x="2219965" y="11623"/>
                </a:lnTo>
                <a:lnTo>
                  <a:pt x="2208343" y="11623"/>
                </a:lnTo>
                <a:moveTo>
                  <a:pt x="2231588" y="0"/>
                </a:moveTo>
                <a:lnTo>
                  <a:pt x="2243211" y="0"/>
                </a:lnTo>
                <a:lnTo>
                  <a:pt x="2243211" y="11623"/>
                </a:lnTo>
                <a:lnTo>
                  <a:pt x="2231588" y="11623"/>
                </a:lnTo>
                <a:moveTo>
                  <a:pt x="2254834" y="0"/>
                </a:moveTo>
                <a:lnTo>
                  <a:pt x="2266457" y="0"/>
                </a:lnTo>
                <a:lnTo>
                  <a:pt x="2266457" y="11623"/>
                </a:lnTo>
                <a:lnTo>
                  <a:pt x="2254834" y="11623"/>
                </a:lnTo>
                <a:moveTo>
                  <a:pt x="2278080" y="0"/>
                </a:moveTo>
                <a:lnTo>
                  <a:pt x="2289703" y="0"/>
                </a:lnTo>
                <a:lnTo>
                  <a:pt x="2289703" y="11623"/>
                </a:lnTo>
                <a:lnTo>
                  <a:pt x="2278080" y="11623"/>
                </a:lnTo>
                <a:moveTo>
                  <a:pt x="2301325" y="0"/>
                </a:moveTo>
                <a:lnTo>
                  <a:pt x="2312948" y="0"/>
                </a:lnTo>
                <a:lnTo>
                  <a:pt x="2312948" y="11623"/>
                </a:lnTo>
                <a:lnTo>
                  <a:pt x="2301325" y="11623"/>
                </a:lnTo>
                <a:moveTo>
                  <a:pt x="2324571" y="0"/>
                </a:moveTo>
                <a:lnTo>
                  <a:pt x="2336194" y="0"/>
                </a:lnTo>
                <a:lnTo>
                  <a:pt x="2336194" y="11623"/>
                </a:lnTo>
                <a:lnTo>
                  <a:pt x="2324571" y="11623"/>
                </a:lnTo>
                <a:moveTo>
                  <a:pt x="2347817" y="0"/>
                </a:moveTo>
                <a:lnTo>
                  <a:pt x="2359440" y="0"/>
                </a:lnTo>
                <a:lnTo>
                  <a:pt x="2359440" y="11623"/>
                </a:lnTo>
                <a:lnTo>
                  <a:pt x="2347817" y="11623"/>
                </a:lnTo>
                <a:moveTo>
                  <a:pt x="2371063" y="0"/>
                </a:moveTo>
                <a:lnTo>
                  <a:pt x="2382685" y="0"/>
                </a:lnTo>
                <a:lnTo>
                  <a:pt x="2382685" y="11623"/>
                </a:lnTo>
                <a:lnTo>
                  <a:pt x="2371063" y="11623"/>
                </a:lnTo>
                <a:moveTo>
                  <a:pt x="2394308" y="0"/>
                </a:moveTo>
                <a:lnTo>
                  <a:pt x="2405931" y="0"/>
                </a:lnTo>
                <a:lnTo>
                  <a:pt x="2405931" y="11623"/>
                </a:lnTo>
                <a:lnTo>
                  <a:pt x="2394308" y="11623"/>
                </a:lnTo>
                <a:moveTo>
                  <a:pt x="2417554" y="0"/>
                </a:moveTo>
                <a:lnTo>
                  <a:pt x="2429177" y="0"/>
                </a:lnTo>
                <a:lnTo>
                  <a:pt x="2429177" y="11623"/>
                </a:lnTo>
                <a:lnTo>
                  <a:pt x="2417554" y="11623"/>
                </a:lnTo>
                <a:moveTo>
                  <a:pt x="2440800" y="0"/>
                </a:moveTo>
                <a:lnTo>
                  <a:pt x="2452423" y="0"/>
                </a:lnTo>
                <a:lnTo>
                  <a:pt x="2452423" y="11623"/>
                </a:lnTo>
                <a:lnTo>
                  <a:pt x="2440800" y="11623"/>
                </a:lnTo>
                <a:moveTo>
                  <a:pt x="2464045" y="0"/>
                </a:moveTo>
                <a:lnTo>
                  <a:pt x="2475668" y="0"/>
                </a:lnTo>
                <a:lnTo>
                  <a:pt x="2475668" y="11623"/>
                </a:lnTo>
                <a:lnTo>
                  <a:pt x="2464045" y="11623"/>
                </a:lnTo>
                <a:moveTo>
                  <a:pt x="2487291" y="0"/>
                </a:moveTo>
                <a:lnTo>
                  <a:pt x="2498914" y="0"/>
                </a:lnTo>
                <a:lnTo>
                  <a:pt x="2498914" y="11623"/>
                </a:lnTo>
                <a:lnTo>
                  <a:pt x="2487291" y="11623"/>
                </a:lnTo>
                <a:moveTo>
                  <a:pt x="2510537" y="0"/>
                </a:moveTo>
                <a:lnTo>
                  <a:pt x="2522160" y="0"/>
                </a:lnTo>
                <a:lnTo>
                  <a:pt x="2522160" y="11623"/>
                </a:lnTo>
                <a:lnTo>
                  <a:pt x="2510537" y="11623"/>
                </a:lnTo>
                <a:moveTo>
                  <a:pt x="2533783" y="0"/>
                </a:moveTo>
                <a:lnTo>
                  <a:pt x="2545405" y="0"/>
                </a:lnTo>
                <a:lnTo>
                  <a:pt x="2545405" y="11623"/>
                </a:lnTo>
                <a:lnTo>
                  <a:pt x="2533783" y="11623"/>
                </a:lnTo>
                <a:moveTo>
                  <a:pt x="2557028" y="0"/>
                </a:moveTo>
                <a:lnTo>
                  <a:pt x="2568651" y="0"/>
                </a:lnTo>
                <a:lnTo>
                  <a:pt x="2568651" y="11623"/>
                </a:lnTo>
                <a:lnTo>
                  <a:pt x="2557028" y="11623"/>
                </a:lnTo>
                <a:moveTo>
                  <a:pt x="2580274" y="0"/>
                </a:moveTo>
                <a:lnTo>
                  <a:pt x="2591897" y="0"/>
                </a:lnTo>
                <a:lnTo>
                  <a:pt x="2591897" y="11623"/>
                </a:lnTo>
                <a:lnTo>
                  <a:pt x="2580274" y="11623"/>
                </a:lnTo>
                <a:moveTo>
                  <a:pt x="2603520" y="0"/>
                </a:moveTo>
                <a:lnTo>
                  <a:pt x="2615142" y="0"/>
                </a:lnTo>
                <a:lnTo>
                  <a:pt x="2615142" y="11623"/>
                </a:lnTo>
                <a:lnTo>
                  <a:pt x="2603520" y="11623"/>
                </a:lnTo>
                <a:moveTo>
                  <a:pt x="2626765" y="0"/>
                </a:moveTo>
                <a:lnTo>
                  <a:pt x="2638388" y="0"/>
                </a:lnTo>
                <a:lnTo>
                  <a:pt x="2638388" y="11623"/>
                </a:lnTo>
                <a:lnTo>
                  <a:pt x="2626765" y="11623"/>
                </a:lnTo>
                <a:moveTo>
                  <a:pt x="2650011" y="0"/>
                </a:moveTo>
                <a:lnTo>
                  <a:pt x="2661634" y="0"/>
                </a:lnTo>
                <a:lnTo>
                  <a:pt x="2661634" y="11623"/>
                </a:lnTo>
                <a:lnTo>
                  <a:pt x="2650011" y="11623"/>
                </a:lnTo>
                <a:moveTo>
                  <a:pt x="2673257" y="0"/>
                </a:moveTo>
                <a:lnTo>
                  <a:pt x="2684880" y="0"/>
                </a:lnTo>
                <a:lnTo>
                  <a:pt x="2684880" y="11623"/>
                </a:lnTo>
                <a:lnTo>
                  <a:pt x="2673257" y="11623"/>
                </a:lnTo>
                <a:moveTo>
                  <a:pt x="2696502" y="0"/>
                </a:moveTo>
                <a:lnTo>
                  <a:pt x="2708125" y="0"/>
                </a:lnTo>
                <a:lnTo>
                  <a:pt x="2708125" y="11623"/>
                </a:lnTo>
                <a:lnTo>
                  <a:pt x="2696502" y="11623"/>
                </a:lnTo>
                <a:moveTo>
                  <a:pt x="2719748" y="0"/>
                </a:moveTo>
                <a:lnTo>
                  <a:pt x="2731371" y="0"/>
                </a:lnTo>
                <a:lnTo>
                  <a:pt x="2731371" y="11623"/>
                </a:lnTo>
                <a:lnTo>
                  <a:pt x="2719748" y="11623"/>
                </a:lnTo>
                <a:moveTo>
                  <a:pt x="2742994" y="0"/>
                </a:moveTo>
                <a:lnTo>
                  <a:pt x="2754617" y="0"/>
                </a:lnTo>
                <a:lnTo>
                  <a:pt x="2754617" y="11623"/>
                </a:lnTo>
                <a:lnTo>
                  <a:pt x="2742994" y="11623"/>
                </a:lnTo>
                <a:moveTo>
                  <a:pt x="2766240" y="0"/>
                </a:moveTo>
                <a:lnTo>
                  <a:pt x="2777862" y="0"/>
                </a:lnTo>
                <a:lnTo>
                  <a:pt x="2777862" y="11623"/>
                </a:lnTo>
                <a:lnTo>
                  <a:pt x="2766240" y="11623"/>
                </a:lnTo>
                <a:moveTo>
                  <a:pt x="2789485" y="0"/>
                </a:moveTo>
                <a:lnTo>
                  <a:pt x="2801108" y="0"/>
                </a:lnTo>
                <a:lnTo>
                  <a:pt x="2801108" y="11623"/>
                </a:lnTo>
                <a:lnTo>
                  <a:pt x="2789485" y="11623"/>
                </a:lnTo>
                <a:moveTo>
                  <a:pt x="2812731" y="0"/>
                </a:moveTo>
                <a:lnTo>
                  <a:pt x="2824354" y="0"/>
                </a:lnTo>
                <a:lnTo>
                  <a:pt x="2824354" y="11623"/>
                </a:lnTo>
                <a:lnTo>
                  <a:pt x="2812731" y="11623"/>
                </a:lnTo>
                <a:moveTo>
                  <a:pt x="2835977" y="0"/>
                </a:moveTo>
                <a:lnTo>
                  <a:pt x="2847600" y="0"/>
                </a:lnTo>
                <a:lnTo>
                  <a:pt x="2847600" y="11623"/>
                </a:lnTo>
                <a:lnTo>
                  <a:pt x="2835977" y="11623"/>
                </a:lnTo>
                <a:moveTo>
                  <a:pt x="2859222" y="0"/>
                </a:moveTo>
                <a:lnTo>
                  <a:pt x="2870845" y="0"/>
                </a:lnTo>
                <a:lnTo>
                  <a:pt x="2870845" y="11623"/>
                </a:lnTo>
                <a:lnTo>
                  <a:pt x="2859222" y="11623"/>
                </a:lnTo>
                <a:moveTo>
                  <a:pt x="2882468" y="0"/>
                </a:moveTo>
                <a:lnTo>
                  <a:pt x="2894091" y="0"/>
                </a:lnTo>
                <a:lnTo>
                  <a:pt x="2894091" y="11623"/>
                </a:lnTo>
                <a:lnTo>
                  <a:pt x="2882468" y="11623"/>
                </a:lnTo>
                <a:moveTo>
                  <a:pt x="2905714" y="0"/>
                </a:moveTo>
                <a:lnTo>
                  <a:pt x="2917337" y="0"/>
                </a:lnTo>
                <a:lnTo>
                  <a:pt x="2917337" y="11623"/>
                </a:lnTo>
                <a:lnTo>
                  <a:pt x="2905714" y="11623"/>
                </a:lnTo>
                <a:moveTo>
                  <a:pt x="2928960" y="0"/>
                </a:moveTo>
                <a:lnTo>
                  <a:pt x="2940582" y="0"/>
                </a:lnTo>
                <a:lnTo>
                  <a:pt x="2940582" y="11623"/>
                </a:lnTo>
                <a:lnTo>
                  <a:pt x="2928960" y="11623"/>
                </a:lnTo>
                <a:moveTo>
                  <a:pt x="2952205" y="0"/>
                </a:moveTo>
                <a:lnTo>
                  <a:pt x="2963828" y="0"/>
                </a:lnTo>
                <a:lnTo>
                  <a:pt x="2963828" y="11623"/>
                </a:lnTo>
                <a:lnTo>
                  <a:pt x="2952205" y="11623"/>
                </a:lnTo>
                <a:moveTo>
                  <a:pt x="2975451" y="0"/>
                </a:moveTo>
                <a:lnTo>
                  <a:pt x="2987074" y="0"/>
                </a:lnTo>
                <a:lnTo>
                  <a:pt x="2987074" y="11623"/>
                </a:lnTo>
                <a:lnTo>
                  <a:pt x="2975451" y="11623"/>
                </a:lnTo>
                <a:moveTo>
                  <a:pt x="2998697" y="0"/>
                </a:moveTo>
                <a:lnTo>
                  <a:pt x="3010320" y="0"/>
                </a:lnTo>
                <a:lnTo>
                  <a:pt x="3010320" y="11623"/>
                </a:lnTo>
                <a:lnTo>
                  <a:pt x="2998697" y="11623"/>
                </a:lnTo>
                <a:moveTo>
                  <a:pt x="3021942" y="0"/>
                </a:moveTo>
                <a:lnTo>
                  <a:pt x="3033565" y="0"/>
                </a:lnTo>
                <a:lnTo>
                  <a:pt x="3033565" y="11623"/>
                </a:lnTo>
                <a:lnTo>
                  <a:pt x="3021942" y="11623"/>
                </a:lnTo>
                <a:moveTo>
                  <a:pt x="3045188" y="0"/>
                </a:moveTo>
                <a:lnTo>
                  <a:pt x="3056811" y="0"/>
                </a:lnTo>
                <a:lnTo>
                  <a:pt x="3056811" y="11623"/>
                </a:lnTo>
                <a:lnTo>
                  <a:pt x="3045188" y="11623"/>
                </a:lnTo>
                <a:moveTo>
                  <a:pt x="3068434" y="0"/>
                </a:moveTo>
                <a:lnTo>
                  <a:pt x="3080057" y="0"/>
                </a:lnTo>
                <a:lnTo>
                  <a:pt x="3080057" y="11623"/>
                </a:lnTo>
                <a:lnTo>
                  <a:pt x="3068434" y="11623"/>
                </a:lnTo>
                <a:moveTo>
                  <a:pt x="3091680" y="0"/>
                </a:moveTo>
                <a:lnTo>
                  <a:pt x="3103302" y="0"/>
                </a:lnTo>
                <a:lnTo>
                  <a:pt x="3103302" y="11623"/>
                </a:lnTo>
                <a:lnTo>
                  <a:pt x="3091680" y="11623"/>
                </a:lnTo>
                <a:moveTo>
                  <a:pt x="3114925" y="0"/>
                </a:moveTo>
                <a:lnTo>
                  <a:pt x="3126548" y="0"/>
                </a:lnTo>
                <a:lnTo>
                  <a:pt x="3126548" y="11623"/>
                </a:lnTo>
                <a:lnTo>
                  <a:pt x="3114925" y="11623"/>
                </a:lnTo>
                <a:moveTo>
                  <a:pt x="3138171" y="0"/>
                </a:moveTo>
                <a:lnTo>
                  <a:pt x="3149794" y="0"/>
                </a:lnTo>
                <a:lnTo>
                  <a:pt x="3149794" y="11623"/>
                </a:lnTo>
                <a:lnTo>
                  <a:pt x="3138171" y="11623"/>
                </a:lnTo>
                <a:moveTo>
                  <a:pt x="3161417" y="0"/>
                </a:moveTo>
                <a:lnTo>
                  <a:pt x="3173040" y="0"/>
                </a:lnTo>
                <a:lnTo>
                  <a:pt x="3173040" y="11623"/>
                </a:lnTo>
                <a:lnTo>
                  <a:pt x="3161417" y="11623"/>
                </a:lnTo>
                <a:moveTo>
                  <a:pt x="3184662" y="0"/>
                </a:moveTo>
                <a:lnTo>
                  <a:pt x="3196285" y="0"/>
                </a:lnTo>
                <a:lnTo>
                  <a:pt x="3196285" y="11623"/>
                </a:lnTo>
                <a:lnTo>
                  <a:pt x="3184662" y="11623"/>
                </a:lnTo>
                <a:moveTo>
                  <a:pt x="3207908" y="0"/>
                </a:moveTo>
                <a:lnTo>
                  <a:pt x="3219531" y="0"/>
                </a:lnTo>
                <a:lnTo>
                  <a:pt x="3219531" y="11623"/>
                </a:lnTo>
                <a:lnTo>
                  <a:pt x="3207908" y="11623"/>
                </a:lnTo>
                <a:moveTo>
                  <a:pt x="3231154" y="0"/>
                </a:moveTo>
                <a:lnTo>
                  <a:pt x="3242777" y="0"/>
                </a:lnTo>
                <a:lnTo>
                  <a:pt x="3242777" y="11623"/>
                </a:lnTo>
                <a:lnTo>
                  <a:pt x="3231154" y="11623"/>
                </a:lnTo>
                <a:moveTo>
                  <a:pt x="3254400" y="0"/>
                </a:moveTo>
                <a:lnTo>
                  <a:pt x="3266022" y="0"/>
                </a:lnTo>
                <a:lnTo>
                  <a:pt x="3266022" y="11623"/>
                </a:lnTo>
                <a:lnTo>
                  <a:pt x="3254400" y="11623"/>
                </a:lnTo>
                <a:moveTo>
                  <a:pt x="3277645" y="0"/>
                </a:moveTo>
                <a:lnTo>
                  <a:pt x="3289268" y="0"/>
                </a:lnTo>
                <a:lnTo>
                  <a:pt x="3289268" y="11623"/>
                </a:lnTo>
                <a:lnTo>
                  <a:pt x="3277645" y="11623"/>
                </a:lnTo>
                <a:moveTo>
                  <a:pt x="3300891" y="0"/>
                </a:moveTo>
                <a:lnTo>
                  <a:pt x="3312514" y="0"/>
                </a:lnTo>
                <a:lnTo>
                  <a:pt x="3312514" y="11623"/>
                </a:lnTo>
                <a:lnTo>
                  <a:pt x="3300891" y="11623"/>
                </a:lnTo>
                <a:moveTo>
                  <a:pt x="3324137" y="0"/>
                </a:moveTo>
                <a:lnTo>
                  <a:pt x="3335760" y="0"/>
                </a:lnTo>
                <a:lnTo>
                  <a:pt x="3335760" y="11623"/>
                </a:lnTo>
                <a:lnTo>
                  <a:pt x="3324137" y="11623"/>
                </a:lnTo>
                <a:moveTo>
                  <a:pt x="3347382" y="0"/>
                </a:moveTo>
                <a:lnTo>
                  <a:pt x="3359005" y="0"/>
                </a:lnTo>
                <a:lnTo>
                  <a:pt x="3359005" y="11623"/>
                </a:lnTo>
                <a:lnTo>
                  <a:pt x="3347382" y="11623"/>
                </a:lnTo>
                <a:moveTo>
                  <a:pt x="3370628" y="0"/>
                </a:moveTo>
                <a:lnTo>
                  <a:pt x="3382251" y="0"/>
                </a:lnTo>
                <a:lnTo>
                  <a:pt x="3382251" y="11623"/>
                </a:lnTo>
                <a:lnTo>
                  <a:pt x="3370628" y="11623"/>
                </a:lnTo>
                <a:moveTo>
                  <a:pt x="3393874" y="0"/>
                </a:moveTo>
                <a:lnTo>
                  <a:pt x="3405497" y="0"/>
                </a:lnTo>
                <a:lnTo>
                  <a:pt x="3405497" y="11623"/>
                </a:lnTo>
                <a:lnTo>
                  <a:pt x="3393874" y="11623"/>
                </a:lnTo>
                <a:moveTo>
                  <a:pt x="3417120" y="0"/>
                </a:moveTo>
                <a:lnTo>
                  <a:pt x="3428742" y="0"/>
                </a:lnTo>
                <a:lnTo>
                  <a:pt x="3428742" y="11623"/>
                </a:lnTo>
                <a:lnTo>
                  <a:pt x="3417120" y="11623"/>
                </a:lnTo>
                <a:moveTo>
                  <a:pt x="3440365" y="0"/>
                </a:moveTo>
                <a:lnTo>
                  <a:pt x="3451988" y="0"/>
                </a:lnTo>
                <a:lnTo>
                  <a:pt x="3451988" y="11623"/>
                </a:lnTo>
                <a:lnTo>
                  <a:pt x="3440365" y="11623"/>
                </a:lnTo>
                <a:moveTo>
                  <a:pt x="3463611" y="0"/>
                </a:moveTo>
                <a:lnTo>
                  <a:pt x="3475234" y="0"/>
                </a:lnTo>
                <a:lnTo>
                  <a:pt x="3475234" y="11623"/>
                </a:lnTo>
                <a:lnTo>
                  <a:pt x="3463611" y="11623"/>
                </a:lnTo>
                <a:moveTo>
                  <a:pt x="3486857" y="0"/>
                </a:moveTo>
                <a:lnTo>
                  <a:pt x="3498480" y="0"/>
                </a:lnTo>
                <a:lnTo>
                  <a:pt x="3498480" y="11623"/>
                </a:lnTo>
                <a:lnTo>
                  <a:pt x="3486857" y="11623"/>
                </a:lnTo>
                <a:moveTo>
                  <a:pt x="3510102" y="0"/>
                </a:moveTo>
                <a:lnTo>
                  <a:pt x="3521725" y="0"/>
                </a:lnTo>
                <a:lnTo>
                  <a:pt x="3521725" y="11623"/>
                </a:lnTo>
                <a:lnTo>
                  <a:pt x="3510102" y="11623"/>
                </a:lnTo>
                <a:moveTo>
                  <a:pt x="3533348" y="0"/>
                </a:moveTo>
                <a:lnTo>
                  <a:pt x="3544971" y="0"/>
                </a:lnTo>
                <a:lnTo>
                  <a:pt x="3544971" y="11623"/>
                </a:lnTo>
                <a:lnTo>
                  <a:pt x="3533348" y="11623"/>
                </a:lnTo>
                <a:moveTo>
                  <a:pt x="3556594" y="0"/>
                </a:moveTo>
                <a:lnTo>
                  <a:pt x="3568217" y="0"/>
                </a:lnTo>
                <a:lnTo>
                  <a:pt x="3568217" y="11623"/>
                </a:lnTo>
                <a:lnTo>
                  <a:pt x="3556594" y="11623"/>
                </a:lnTo>
                <a:moveTo>
                  <a:pt x="3579840" y="0"/>
                </a:moveTo>
                <a:lnTo>
                  <a:pt x="3591462" y="0"/>
                </a:lnTo>
                <a:lnTo>
                  <a:pt x="3591462" y="11623"/>
                </a:lnTo>
                <a:lnTo>
                  <a:pt x="3579840" y="11623"/>
                </a:lnTo>
                <a:moveTo>
                  <a:pt x="3603085" y="0"/>
                </a:moveTo>
                <a:lnTo>
                  <a:pt x="3614708" y="0"/>
                </a:lnTo>
                <a:lnTo>
                  <a:pt x="3614708" y="11623"/>
                </a:lnTo>
                <a:lnTo>
                  <a:pt x="3603085" y="11623"/>
                </a:lnTo>
                <a:moveTo>
                  <a:pt x="3626331" y="0"/>
                </a:moveTo>
                <a:lnTo>
                  <a:pt x="3637954" y="0"/>
                </a:lnTo>
                <a:lnTo>
                  <a:pt x="3637954" y="11623"/>
                </a:lnTo>
                <a:lnTo>
                  <a:pt x="3626331" y="11623"/>
                </a:lnTo>
                <a:moveTo>
                  <a:pt x="3649577" y="0"/>
                </a:moveTo>
                <a:lnTo>
                  <a:pt x="3661199" y="0"/>
                </a:lnTo>
                <a:lnTo>
                  <a:pt x="3661199" y="11623"/>
                </a:lnTo>
                <a:lnTo>
                  <a:pt x="3649577" y="11623"/>
                </a:lnTo>
                <a:moveTo>
                  <a:pt x="3672822" y="0"/>
                </a:moveTo>
                <a:lnTo>
                  <a:pt x="3684445" y="0"/>
                </a:lnTo>
                <a:lnTo>
                  <a:pt x="3684445" y="11623"/>
                </a:lnTo>
                <a:lnTo>
                  <a:pt x="3672822" y="11623"/>
                </a:lnTo>
                <a:moveTo>
                  <a:pt x="3696068" y="0"/>
                </a:moveTo>
                <a:lnTo>
                  <a:pt x="3707691" y="0"/>
                </a:lnTo>
                <a:lnTo>
                  <a:pt x="3707691" y="11623"/>
                </a:lnTo>
                <a:lnTo>
                  <a:pt x="3696068" y="11623"/>
                </a:lnTo>
                <a:moveTo>
                  <a:pt x="3719314" y="0"/>
                </a:moveTo>
                <a:lnTo>
                  <a:pt x="3730937" y="0"/>
                </a:lnTo>
                <a:lnTo>
                  <a:pt x="3730937" y="11623"/>
                </a:lnTo>
                <a:lnTo>
                  <a:pt x="3719314" y="11623"/>
                </a:lnTo>
                <a:moveTo>
                  <a:pt x="3742559" y="0"/>
                </a:moveTo>
                <a:lnTo>
                  <a:pt x="3754182" y="0"/>
                </a:lnTo>
                <a:lnTo>
                  <a:pt x="3754182" y="11623"/>
                </a:lnTo>
                <a:lnTo>
                  <a:pt x="3742559" y="11623"/>
                </a:lnTo>
                <a:moveTo>
                  <a:pt x="3765805" y="0"/>
                </a:moveTo>
                <a:lnTo>
                  <a:pt x="3777428" y="0"/>
                </a:lnTo>
                <a:lnTo>
                  <a:pt x="3777428" y="11623"/>
                </a:lnTo>
                <a:lnTo>
                  <a:pt x="3765805" y="11623"/>
                </a:lnTo>
                <a:moveTo>
                  <a:pt x="3789051" y="0"/>
                </a:moveTo>
                <a:lnTo>
                  <a:pt x="3800674" y="0"/>
                </a:lnTo>
                <a:lnTo>
                  <a:pt x="3800674" y="11623"/>
                </a:lnTo>
                <a:lnTo>
                  <a:pt x="3789051" y="11623"/>
                </a:lnTo>
                <a:moveTo>
                  <a:pt x="3812297" y="0"/>
                </a:moveTo>
                <a:lnTo>
                  <a:pt x="3823919" y="0"/>
                </a:lnTo>
                <a:lnTo>
                  <a:pt x="3823919" y="11623"/>
                </a:lnTo>
                <a:lnTo>
                  <a:pt x="3812297" y="11623"/>
                </a:lnTo>
                <a:moveTo>
                  <a:pt x="3835542" y="0"/>
                </a:moveTo>
                <a:lnTo>
                  <a:pt x="3847165" y="0"/>
                </a:lnTo>
                <a:lnTo>
                  <a:pt x="3847165" y="11623"/>
                </a:lnTo>
                <a:lnTo>
                  <a:pt x="3835542" y="11623"/>
                </a:lnTo>
                <a:moveTo>
                  <a:pt x="3858788" y="0"/>
                </a:moveTo>
                <a:lnTo>
                  <a:pt x="3870411" y="0"/>
                </a:lnTo>
                <a:lnTo>
                  <a:pt x="3870411" y="11623"/>
                </a:lnTo>
                <a:lnTo>
                  <a:pt x="3858788" y="11623"/>
                </a:lnTo>
                <a:moveTo>
                  <a:pt x="3882034" y="0"/>
                </a:moveTo>
                <a:lnTo>
                  <a:pt x="3893657" y="0"/>
                </a:lnTo>
                <a:lnTo>
                  <a:pt x="3893657" y="11623"/>
                </a:lnTo>
                <a:lnTo>
                  <a:pt x="3882034" y="11623"/>
                </a:lnTo>
                <a:moveTo>
                  <a:pt x="3905279" y="0"/>
                </a:moveTo>
                <a:lnTo>
                  <a:pt x="3916902" y="0"/>
                </a:lnTo>
                <a:lnTo>
                  <a:pt x="3916902" y="11623"/>
                </a:lnTo>
                <a:lnTo>
                  <a:pt x="3905279" y="11623"/>
                </a:lnTo>
                <a:moveTo>
                  <a:pt x="3928525" y="0"/>
                </a:moveTo>
                <a:lnTo>
                  <a:pt x="3940148" y="0"/>
                </a:lnTo>
                <a:lnTo>
                  <a:pt x="3940148" y="11623"/>
                </a:lnTo>
                <a:lnTo>
                  <a:pt x="3928525" y="11623"/>
                </a:lnTo>
                <a:moveTo>
                  <a:pt x="3951771" y="0"/>
                </a:moveTo>
                <a:lnTo>
                  <a:pt x="3963394" y="0"/>
                </a:lnTo>
                <a:lnTo>
                  <a:pt x="3963394" y="11623"/>
                </a:lnTo>
                <a:lnTo>
                  <a:pt x="3951771" y="11623"/>
                </a:lnTo>
                <a:moveTo>
                  <a:pt x="3975017" y="0"/>
                </a:moveTo>
                <a:lnTo>
                  <a:pt x="3986639" y="0"/>
                </a:lnTo>
                <a:lnTo>
                  <a:pt x="3986639" y="11623"/>
                </a:lnTo>
                <a:lnTo>
                  <a:pt x="3975017" y="11623"/>
                </a:lnTo>
                <a:moveTo>
                  <a:pt x="3998262" y="0"/>
                </a:moveTo>
                <a:lnTo>
                  <a:pt x="4009885" y="0"/>
                </a:lnTo>
                <a:lnTo>
                  <a:pt x="4009885" y="11623"/>
                </a:lnTo>
                <a:lnTo>
                  <a:pt x="3998262" y="11623"/>
                </a:lnTo>
                <a:moveTo>
                  <a:pt x="4021508" y="0"/>
                </a:moveTo>
                <a:lnTo>
                  <a:pt x="4033131" y="0"/>
                </a:lnTo>
                <a:lnTo>
                  <a:pt x="4033131" y="11623"/>
                </a:lnTo>
                <a:lnTo>
                  <a:pt x="4021508" y="11623"/>
                </a:lnTo>
                <a:moveTo>
                  <a:pt x="4044754" y="0"/>
                </a:moveTo>
                <a:lnTo>
                  <a:pt x="4056377" y="0"/>
                </a:lnTo>
                <a:lnTo>
                  <a:pt x="4056377" y="11623"/>
                </a:lnTo>
                <a:lnTo>
                  <a:pt x="4044754" y="11623"/>
                </a:lnTo>
                <a:moveTo>
                  <a:pt x="4067999" y="0"/>
                </a:moveTo>
                <a:lnTo>
                  <a:pt x="4079622" y="0"/>
                </a:lnTo>
                <a:lnTo>
                  <a:pt x="4079622" y="11623"/>
                </a:lnTo>
                <a:lnTo>
                  <a:pt x="4067999" y="11623"/>
                </a:lnTo>
                <a:moveTo>
                  <a:pt x="4091245" y="0"/>
                </a:moveTo>
                <a:lnTo>
                  <a:pt x="4102868" y="0"/>
                </a:lnTo>
                <a:lnTo>
                  <a:pt x="4102868" y="11623"/>
                </a:lnTo>
                <a:lnTo>
                  <a:pt x="4091245" y="11623"/>
                </a:lnTo>
                <a:moveTo>
                  <a:pt x="4114491" y="0"/>
                </a:moveTo>
                <a:lnTo>
                  <a:pt x="4126114" y="0"/>
                </a:lnTo>
                <a:lnTo>
                  <a:pt x="4126114" y="11623"/>
                </a:lnTo>
                <a:lnTo>
                  <a:pt x="4114491" y="11623"/>
                </a:lnTo>
                <a:moveTo>
                  <a:pt x="4137737" y="0"/>
                </a:moveTo>
                <a:lnTo>
                  <a:pt x="4149359" y="0"/>
                </a:lnTo>
                <a:lnTo>
                  <a:pt x="4149359" y="11623"/>
                </a:lnTo>
                <a:lnTo>
                  <a:pt x="4137737" y="11623"/>
                </a:lnTo>
                <a:moveTo>
                  <a:pt x="4160982" y="0"/>
                </a:moveTo>
                <a:lnTo>
                  <a:pt x="4172605" y="0"/>
                </a:lnTo>
                <a:lnTo>
                  <a:pt x="4172605" y="11623"/>
                </a:lnTo>
                <a:lnTo>
                  <a:pt x="4160982" y="11623"/>
                </a:lnTo>
                <a:moveTo>
                  <a:pt x="4184228" y="0"/>
                </a:moveTo>
                <a:lnTo>
                  <a:pt x="4195851" y="0"/>
                </a:lnTo>
                <a:lnTo>
                  <a:pt x="4195851" y="11623"/>
                </a:lnTo>
                <a:lnTo>
                  <a:pt x="4184228" y="11623"/>
                </a:lnTo>
                <a:moveTo>
                  <a:pt x="4207474" y="0"/>
                </a:moveTo>
                <a:lnTo>
                  <a:pt x="4219097" y="0"/>
                </a:lnTo>
                <a:lnTo>
                  <a:pt x="4219097" y="11623"/>
                </a:lnTo>
                <a:lnTo>
                  <a:pt x="4207474" y="11623"/>
                </a:lnTo>
                <a:moveTo>
                  <a:pt x="4230719" y="0"/>
                </a:moveTo>
                <a:lnTo>
                  <a:pt x="4242342" y="0"/>
                </a:lnTo>
                <a:lnTo>
                  <a:pt x="4242342" y="11623"/>
                </a:lnTo>
                <a:lnTo>
                  <a:pt x="4230719" y="11623"/>
                </a:lnTo>
                <a:moveTo>
                  <a:pt x="4253965" y="0"/>
                </a:moveTo>
                <a:lnTo>
                  <a:pt x="4265588" y="0"/>
                </a:lnTo>
                <a:lnTo>
                  <a:pt x="4265588" y="11623"/>
                </a:lnTo>
                <a:lnTo>
                  <a:pt x="4253965" y="11623"/>
                </a:lnTo>
                <a:moveTo>
                  <a:pt x="4277211" y="0"/>
                </a:moveTo>
                <a:lnTo>
                  <a:pt x="4288834" y="0"/>
                </a:lnTo>
                <a:lnTo>
                  <a:pt x="4288834" y="11623"/>
                </a:lnTo>
                <a:lnTo>
                  <a:pt x="4277211" y="11623"/>
                </a:lnTo>
                <a:moveTo>
                  <a:pt x="4300457" y="0"/>
                </a:moveTo>
                <a:lnTo>
                  <a:pt x="4312079" y="0"/>
                </a:lnTo>
                <a:lnTo>
                  <a:pt x="4312079" y="11623"/>
                </a:lnTo>
                <a:lnTo>
                  <a:pt x="4300457" y="11623"/>
                </a:lnTo>
                <a:moveTo>
                  <a:pt x="4323702" y="0"/>
                </a:moveTo>
                <a:lnTo>
                  <a:pt x="4335325" y="0"/>
                </a:lnTo>
                <a:lnTo>
                  <a:pt x="4335325" y="11623"/>
                </a:lnTo>
                <a:lnTo>
                  <a:pt x="4323702" y="11623"/>
                </a:lnTo>
                <a:moveTo>
                  <a:pt x="4346948" y="0"/>
                </a:moveTo>
                <a:lnTo>
                  <a:pt x="4358571" y="0"/>
                </a:lnTo>
                <a:lnTo>
                  <a:pt x="4358571" y="11623"/>
                </a:lnTo>
                <a:lnTo>
                  <a:pt x="4346948" y="11623"/>
                </a:lnTo>
                <a:moveTo>
                  <a:pt x="4370194" y="0"/>
                </a:moveTo>
                <a:lnTo>
                  <a:pt x="4381817" y="0"/>
                </a:lnTo>
                <a:lnTo>
                  <a:pt x="4381817" y="11623"/>
                </a:lnTo>
                <a:lnTo>
                  <a:pt x="4370194" y="11623"/>
                </a:lnTo>
                <a:moveTo>
                  <a:pt x="4393439" y="0"/>
                </a:moveTo>
                <a:lnTo>
                  <a:pt x="4405062" y="0"/>
                </a:lnTo>
                <a:lnTo>
                  <a:pt x="4405062" y="11623"/>
                </a:lnTo>
                <a:lnTo>
                  <a:pt x="4393439" y="11623"/>
                </a:lnTo>
                <a:moveTo>
                  <a:pt x="4416685" y="0"/>
                </a:moveTo>
                <a:lnTo>
                  <a:pt x="4428308" y="0"/>
                </a:lnTo>
                <a:lnTo>
                  <a:pt x="4428308" y="11623"/>
                </a:lnTo>
                <a:lnTo>
                  <a:pt x="4416685" y="11623"/>
                </a:lnTo>
                <a:moveTo>
                  <a:pt x="4439931" y="0"/>
                </a:moveTo>
                <a:lnTo>
                  <a:pt x="4451554" y="0"/>
                </a:lnTo>
                <a:lnTo>
                  <a:pt x="4451554" y="11623"/>
                </a:lnTo>
                <a:lnTo>
                  <a:pt x="4439931" y="11623"/>
                </a:lnTo>
                <a:moveTo>
                  <a:pt x="4463177" y="0"/>
                </a:moveTo>
                <a:lnTo>
                  <a:pt x="4474799" y="0"/>
                </a:lnTo>
                <a:lnTo>
                  <a:pt x="4474799" y="11623"/>
                </a:lnTo>
                <a:lnTo>
                  <a:pt x="4463177" y="11623"/>
                </a:lnTo>
                <a:moveTo>
                  <a:pt x="4486422" y="0"/>
                </a:moveTo>
                <a:lnTo>
                  <a:pt x="4498045" y="0"/>
                </a:lnTo>
                <a:lnTo>
                  <a:pt x="4498045" y="11623"/>
                </a:lnTo>
                <a:lnTo>
                  <a:pt x="4486422" y="11623"/>
                </a:lnTo>
                <a:moveTo>
                  <a:pt x="4509668" y="0"/>
                </a:moveTo>
                <a:lnTo>
                  <a:pt x="4521291" y="0"/>
                </a:lnTo>
                <a:lnTo>
                  <a:pt x="4521291" y="11623"/>
                </a:lnTo>
                <a:lnTo>
                  <a:pt x="4509668" y="11623"/>
                </a:lnTo>
                <a:moveTo>
                  <a:pt x="4532914" y="0"/>
                </a:moveTo>
                <a:lnTo>
                  <a:pt x="4544537" y="0"/>
                </a:lnTo>
                <a:lnTo>
                  <a:pt x="4544537" y="11623"/>
                </a:lnTo>
                <a:lnTo>
                  <a:pt x="4532914" y="11623"/>
                </a:lnTo>
                <a:moveTo>
                  <a:pt x="4556159" y="0"/>
                </a:moveTo>
                <a:lnTo>
                  <a:pt x="4567782" y="0"/>
                </a:lnTo>
                <a:lnTo>
                  <a:pt x="4567782" y="11623"/>
                </a:lnTo>
                <a:lnTo>
                  <a:pt x="4556159" y="11623"/>
                </a:lnTo>
                <a:moveTo>
                  <a:pt x="4579405" y="0"/>
                </a:moveTo>
                <a:lnTo>
                  <a:pt x="4591028" y="0"/>
                </a:lnTo>
                <a:lnTo>
                  <a:pt x="4591028" y="11623"/>
                </a:lnTo>
                <a:lnTo>
                  <a:pt x="4579405" y="11623"/>
                </a:lnTo>
                <a:moveTo>
                  <a:pt x="4602651" y="0"/>
                </a:moveTo>
                <a:lnTo>
                  <a:pt x="4614274" y="0"/>
                </a:lnTo>
                <a:lnTo>
                  <a:pt x="4614274" y="11623"/>
                </a:lnTo>
                <a:lnTo>
                  <a:pt x="4602651" y="11623"/>
                </a:lnTo>
                <a:moveTo>
                  <a:pt x="4625897" y="0"/>
                </a:moveTo>
                <a:lnTo>
                  <a:pt x="4637519" y="0"/>
                </a:lnTo>
                <a:lnTo>
                  <a:pt x="4637519" y="11623"/>
                </a:lnTo>
                <a:lnTo>
                  <a:pt x="4625897" y="11623"/>
                </a:lnTo>
                <a:moveTo>
                  <a:pt x="4649142" y="0"/>
                </a:moveTo>
                <a:lnTo>
                  <a:pt x="4660765" y="0"/>
                </a:lnTo>
                <a:lnTo>
                  <a:pt x="4660765" y="11623"/>
                </a:lnTo>
                <a:lnTo>
                  <a:pt x="4649142" y="11623"/>
                </a:lnTo>
                <a:moveTo>
                  <a:pt x="4672388" y="0"/>
                </a:moveTo>
                <a:lnTo>
                  <a:pt x="4684011" y="0"/>
                </a:lnTo>
                <a:lnTo>
                  <a:pt x="4684011" y="11623"/>
                </a:lnTo>
                <a:lnTo>
                  <a:pt x="4672388" y="11623"/>
                </a:lnTo>
                <a:moveTo>
                  <a:pt x="4695634" y="0"/>
                </a:moveTo>
                <a:lnTo>
                  <a:pt x="4707256" y="0"/>
                </a:lnTo>
                <a:lnTo>
                  <a:pt x="4707256" y="11623"/>
                </a:lnTo>
                <a:lnTo>
                  <a:pt x="4695634" y="11623"/>
                </a:lnTo>
                <a:moveTo>
                  <a:pt x="4718879" y="0"/>
                </a:moveTo>
                <a:lnTo>
                  <a:pt x="4730502" y="0"/>
                </a:lnTo>
                <a:lnTo>
                  <a:pt x="4730502" y="11623"/>
                </a:lnTo>
                <a:lnTo>
                  <a:pt x="4718879" y="11623"/>
                </a:lnTo>
                <a:moveTo>
                  <a:pt x="4742125" y="0"/>
                </a:moveTo>
                <a:lnTo>
                  <a:pt x="4753748" y="0"/>
                </a:lnTo>
                <a:lnTo>
                  <a:pt x="4753748" y="11623"/>
                </a:lnTo>
                <a:lnTo>
                  <a:pt x="4742125" y="11623"/>
                </a:lnTo>
                <a:moveTo>
                  <a:pt x="4765371" y="0"/>
                </a:moveTo>
                <a:lnTo>
                  <a:pt x="4776994" y="0"/>
                </a:lnTo>
                <a:lnTo>
                  <a:pt x="4776994" y="11623"/>
                </a:lnTo>
                <a:lnTo>
                  <a:pt x="4765371" y="11623"/>
                </a:lnTo>
                <a:moveTo>
                  <a:pt x="4788616" y="0"/>
                </a:moveTo>
                <a:lnTo>
                  <a:pt x="4800239" y="0"/>
                </a:lnTo>
                <a:lnTo>
                  <a:pt x="4800239" y="11623"/>
                </a:lnTo>
                <a:lnTo>
                  <a:pt x="4788616" y="11623"/>
                </a:lnTo>
                <a:moveTo>
                  <a:pt x="4811862" y="0"/>
                </a:moveTo>
                <a:lnTo>
                  <a:pt x="4823485" y="0"/>
                </a:lnTo>
                <a:lnTo>
                  <a:pt x="4823485" y="11623"/>
                </a:lnTo>
                <a:lnTo>
                  <a:pt x="4811862" y="11623"/>
                </a:lnTo>
                <a:moveTo>
                  <a:pt x="4835108" y="0"/>
                </a:moveTo>
                <a:lnTo>
                  <a:pt x="4846731" y="0"/>
                </a:lnTo>
                <a:lnTo>
                  <a:pt x="4846731" y="11623"/>
                </a:lnTo>
                <a:lnTo>
                  <a:pt x="4835108" y="11623"/>
                </a:lnTo>
                <a:moveTo>
                  <a:pt x="4858354" y="0"/>
                </a:moveTo>
                <a:lnTo>
                  <a:pt x="4869976" y="0"/>
                </a:lnTo>
                <a:lnTo>
                  <a:pt x="4869976" y="11623"/>
                </a:lnTo>
                <a:lnTo>
                  <a:pt x="4858354" y="11623"/>
                </a:lnTo>
                <a:moveTo>
                  <a:pt x="4881599" y="0"/>
                </a:moveTo>
                <a:lnTo>
                  <a:pt x="4893222" y="0"/>
                </a:lnTo>
                <a:lnTo>
                  <a:pt x="4893222" y="11623"/>
                </a:lnTo>
                <a:lnTo>
                  <a:pt x="4881599" y="11623"/>
                </a:lnTo>
                <a:moveTo>
                  <a:pt x="4904845" y="0"/>
                </a:moveTo>
                <a:lnTo>
                  <a:pt x="4916468" y="0"/>
                </a:lnTo>
                <a:lnTo>
                  <a:pt x="4916468" y="11623"/>
                </a:lnTo>
                <a:lnTo>
                  <a:pt x="4904845" y="11623"/>
                </a:lnTo>
                <a:moveTo>
                  <a:pt x="4928091" y="0"/>
                </a:moveTo>
                <a:lnTo>
                  <a:pt x="4939714" y="0"/>
                </a:lnTo>
                <a:lnTo>
                  <a:pt x="4939714" y="11623"/>
                </a:lnTo>
                <a:lnTo>
                  <a:pt x="4928091" y="11623"/>
                </a:lnTo>
                <a:moveTo>
                  <a:pt x="4951336" y="0"/>
                </a:moveTo>
                <a:lnTo>
                  <a:pt x="4962959" y="0"/>
                </a:lnTo>
                <a:lnTo>
                  <a:pt x="4962959" y="11623"/>
                </a:lnTo>
                <a:lnTo>
                  <a:pt x="4951336" y="11623"/>
                </a:lnTo>
                <a:moveTo>
                  <a:pt x="4974582" y="0"/>
                </a:moveTo>
                <a:lnTo>
                  <a:pt x="4986205" y="0"/>
                </a:lnTo>
                <a:lnTo>
                  <a:pt x="4986205" y="11623"/>
                </a:lnTo>
                <a:lnTo>
                  <a:pt x="4974582" y="11623"/>
                </a:lnTo>
                <a:moveTo>
                  <a:pt x="4997828" y="0"/>
                </a:moveTo>
                <a:lnTo>
                  <a:pt x="5009451" y="0"/>
                </a:lnTo>
                <a:lnTo>
                  <a:pt x="5009451" y="11623"/>
                </a:lnTo>
                <a:lnTo>
                  <a:pt x="4997828" y="11623"/>
                </a:lnTo>
                <a:moveTo>
                  <a:pt x="5021074" y="0"/>
                </a:moveTo>
                <a:lnTo>
                  <a:pt x="5032696" y="0"/>
                </a:lnTo>
                <a:lnTo>
                  <a:pt x="5032696" y="11623"/>
                </a:lnTo>
                <a:lnTo>
                  <a:pt x="5021074" y="11623"/>
                </a:lnTo>
                <a:moveTo>
                  <a:pt x="5044319" y="0"/>
                </a:moveTo>
                <a:lnTo>
                  <a:pt x="5055942" y="0"/>
                </a:lnTo>
                <a:lnTo>
                  <a:pt x="5055942" y="11623"/>
                </a:lnTo>
                <a:lnTo>
                  <a:pt x="5044319" y="11623"/>
                </a:lnTo>
                <a:moveTo>
                  <a:pt x="5067565" y="0"/>
                </a:moveTo>
                <a:lnTo>
                  <a:pt x="5079188" y="0"/>
                </a:lnTo>
                <a:lnTo>
                  <a:pt x="5079188" y="11623"/>
                </a:lnTo>
                <a:lnTo>
                  <a:pt x="5067565" y="11623"/>
                </a:lnTo>
                <a:moveTo>
                  <a:pt x="5090811" y="0"/>
                </a:moveTo>
                <a:lnTo>
                  <a:pt x="5102434" y="0"/>
                </a:lnTo>
                <a:lnTo>
                  <a:pt x="5102434" y="11623"/>
                </a:lnTo>
                <a:lnTo>
                  <a:pt x="5090811" y="11623"/>
                </a:lnTo>
                <a:moveTo>
                  <a:pt x="5114056" y="0"/>
                </a:moveTo>
                <a:lnTo>
                  <a:pt x="5125679" y="0"/>
                </a:lnTo>
                <a:lnTo>
                  <a:pt x="5125679" y="11623"/>
                </a:lnTo>
                <a:lnTo>
                  <a:pt x="5114056" y="11623"/>
                </a:lnTo>
                <a:moveTo>
                  <a:pt x="5137302" y="0"/>
                </a:moveTo>
                <a:lnTo>
                  <a:pt x="5148925" y="0"/>
                </a:lnTo>
                <a:lnTo>
                  <a:pt x="5148925" y="11623"/>
                </a:lnTo>
                <a:lnTo>
                  <a:pt x="5137302" y="11623"/>
                </a:lnTo>
                <a:moveTo>
                  <a:pt x="5160548" y="0"/>
                </a:moveTo>
                <a:lnTo>
                  <a:pt x="5172171" y="0"/>
                </a:lnTo>
                <a:lnTo>
                  <a:pt x="5172171" y="11623"/>
                </a:lnTo>
                <a:lnTo>
                  <a:pt x="5160548" y="11623"/>
                </a:lnTo>
                <a:moveTo>
                  <a:pt x="5183794" y="0"/>
                </a:moveTo>
                <a:lnTo>
                  <a:pt x="5195416" y="0"/>
                </a:lnTo>
                <a:lnTo>
                  <a:pt x="5195416" y="11623"/>
                </a:lnTo>
                <a:lnTo>
                  <a:pt x="5183794" y="11623"/>
                </a:lnTo>
                <a:moveTo>
                  <a:pt x="5207039" y="0"/>
                </a:moveTo>
                <a:lnTo>
                  <a:pt x="5218662" y="0"/>
                </a:lnTo>
                <a:lnTo>
                  <a:pt x="5218662" y="11623"/>
                </a:lnTo>
                <a:lnTo>
                  <a:pt x="5207039" y="11623"/>
                </a:lnTo>
                <a:moveTo>
                  <a:pt x="5230285" y="0"/>
                </a:moveTo>
                <a:lnTo>
                  <a:pt x="5241908" y="0"/>
                </a:lnTo>
                <a:lnTo>
                  <a:pt x="5241908" y="11623"/>
                </a:lnTo>
                <a:lnTo>
                  <a:pt x="5230285" y="11623"/>
                </a:lnTo>
                <a:moveTo>
                  <a:pt x="5253531" y="0"/>
                </a:moveTo>
                <a:lnTo>
                  <a:pt x="5265154" y="0"/>
                </a:lnTo>
                <a:lnTo>
                  <a:pt x="5265154" y="11623"/>
                </a:lnTo>
                <a:lnTo>
                  <a:pt x="5253531" y="11623"/>
                </a:lnTo>
                <a:moveTo>
                  <a:pt x="5276776" y="0"/>
                </a:moveTo>
                <a:lnTo>
                  <a:pt x="5288399" y="0"/>
                </a:lnTo>
                <a:lnTo>
                  <a:pt x="5288399" y="11623"/>
                </a:lnTo>
                <a:lnTo>
                  <a:pt x="5276776" y="11623"/>
                </a:lnTo>
                <a:moveTo>
                  <a:pt x="5300022" y="0"/>
                </a:moveTo>
                <a:lnTo>
                  <a:pt x="5311645" y="0"/>
                </a:lnTo>
                <a:lnTo>
                  <a:pt x="5311645" y="11623"/>
                </a:lnTo>
                <a:lnTo>
                  <a:pt x="5300022" y="11623"/>
                </a:lnTo>
                <a:moveTo>
                  <a:pt x="5323268" y="0"/>
                </a:moveTo>
                <a:lnTo>
                  <a:pt x="5334891" y="0"/>
                </a:lnTo>
                <a:lnTo>
                  <a:pt x="5334891" y="11623"/>
                </a:lnTo>
                <a:lnTo>
                  <a:pt x="5323268" y="11623"/>
                </a:lnTo>
                <a:moveTo>
                  <a:pt x="5346514" y="0"/>
                </a:moveTo>
                <a:lnTo>
                  <a:pt x="5358136" y="0"/>
                </a:lnTo>
                <a:lnTo>
                  <a:pt x="5358136" y="11623"/>
                </a:lnTo>
                <a:lnTo>
                  <a:pt x="5346514" y="11623"/>
                </a:lnTo>
                <a:moveTo>
                  <a:pt x="5369759" y="0"/>
                </a:moveTo>
                <a:lnTo>
                  <a:pt x="5381382" y="0"/>
                </a:lnTo>
                <a:lnTo>
                  <a:pt x="5381382" y="11623"/>
                </a:lnTo>
                <a:lnTo>
                  <a:pt x="5369759" y="11623"/>
                </a:lnTo>
                <a:moveTo>
                  <a:pt x="5393005" y="0"/>
                </a:moveTo>
                <a:lnTo>
                  <a:pt x="5404628" y="0"/>
                </a:lnTo>
                <a:lnTo>
                  <a:pt x="5404628" y="11623"/>
                </a:lnTo>
                <a:lnTo>
                  <a:pt x="5393005" y="11623"/>
                </a:lnTo>
                <a:moveTo>
                  <a:pt x="5416251" y="0"/>
                </a:moveTo>
                <a:lnTo>
                  <a:pt x="5427874" y="0"/>
                </a:lnTo>
                <a:lnTo>
                  <a:pt x="5427874" y="11623"/>
                </a:lnTo>
                <a:lnTo>
                  <a:pt x="5416251" y="11623"/>
                </a:lnTo>
                <a:moveTo>
                  <a:pt x="5439496" y="0"/>
                </a:moveTo>
                <a:lnTo>
                  <a:pt x="5451119" y="0"/>
                </a:lnTo>
                <a:lnTo>
                  <a:pt x="5451119" y="11623"/>
                </a:lnTo>
                <a:lnTo>
                  <a:pt x="5439496" y="11623"/>
                </a:lnTo>
                <a:moveTo>
                  <a:pt x="5462742" y="0"/>
                </a:moveTo>
                <a:lnTo>
                  <a:pt x="5474365" y="0"/>
                </a:lnTo>
                <a:lnTo>
                  <a:pt x="5474365" y="11623"/>
                </a:lnTo>
                <a:lnTo>
                  <a:pt x="5462742" y="11623"/>
                </a:lnTo>
                <a:moveTo>
                  <a:pt x="5485988" y="0"/>
                </a:moveTo>
                <a:lnTo>
                  <a:pt x="5497611" y="0"/>
                </a:lnTo>
                <a:lnTo>
                  <a:pt x="5497611" y="11623"/>
                </a:lnTo>
                <a:lnTo>
                  <a:pt x="5485988" y="11623"/>
                </a:lnTo>
                <a:moveTo>
                  <a:pt x="5509234" y="0"/>
                </a:moveTo>
                <a:lnTo>
                  <a:pt x="5520856" y="0"/>
                </a:lnTo>
                <a:lnTo>
                  <a:pt x="5520856" y="11623"/>
                </a:lnTo>
                <a:lnTo>
                  <a:pt x="5509234" y="11623"/>
                </a:lnTo>
                <a:moveTo>
                  <a:pt x="5532479" y="0"/>
                </a:moveTo>
                <a:lnTo>
                  <a:pt x="5544102" y="0"/>
                </a:lnTo>
                <a:lnTo>
                  <a:pt x="5544102" y="11623"/>
                </a:lnTo>
                <a:lnTo>
                  <a:pt x="5532479" y="11623"/>
                </a:lnTo>
                <a:moveTo>
                  <a:pt x="5555725" y="0"/>
                </a:moveTo>
                <a:lnTo>
                  <a:pt x="5567348" y="0"/>
                </a:lnTo>
                <a:lnTo>
                  <a:pt x="5567348" y="11623"/>
                </a:lnTo>
                <a:lnTo>
                  <a:pt x="5555725" y="11623"/>
                </a:lnTo>
                <a:moveTo>
                  <a:pt x="5578971" y="0"/>
                </a:moveTo>
                <a:lnTo>
                  <a:pt x="5590594" y="0"/>
                </a:lnTo>
                <a:lnTo>
                  <a:pt x="5590594" y="11623"/>
                </a:lnTo>
                <a:lnTo>
                  <a:pt x="5578971" y="11623"/>
                </a:lnTo>
                <a:moveTo>
                  <a:pt x="5602216" y="0"/>
                </a:moveTo>
                <a:lnTo>
                  <a:pt x="5613839" y="0"/>
                </a:lnTo>
                <a:lnTo>
                  <a:pt x="5613839" y="11623"/>
                </a:lnTo>
                <a:lnTo>
                  <a:pt x="5602216" y="11623"/>
                </a:lnTo>
                <a:moveTo>
                  <a:pt x="5625462" y="0"/>
                </a:moveTo>
                <a:lnTo>
                  <a:pt x="5637085" y="0"/>
                </a:lnTo>
                <a:lnTo>
                  <a:pt x="5637085" y="11623"/>
                </a:lnTo>
                <a:lnTo>
                  <a:pt x="5625462" y="11623"/>
                </a:lnTo>
                <a:moveTo>
                  <a:pt x="5648708" y="0"/>
                </a:moveTo>
                <a:lnTo>
                  <a:pt x="5660331" y="0"/>
                </a:lnTo>
                <a:lnTo>
                  <a:pt x="5660331" y="11623"/>
                </a:lnTo>
                <a:lnTo>
                  <a:pt x="5648708" y="11623"/>
                </a:lnTo>
                <a:moveTo>
                  <a:pt x="5671953" y="0"/>
                </a:moveTo>
                <a:lnTo>
                  <a:pt x="5683576" y="0"/>
                </a:lnTo>
                <a:lnTo>
                  <a:pt x="5683576" y="11623"/>
                </a:lnTo>
                <a:lnTo>
                  <a:pt x="5671953" y="11623"/>
                </a:lnTo>
                <a:moveTo>
                  <a:pt x="5695199" y="0"/>
                </a:moveTo>
                <a:lnTo>
                  <a:pt x="5706822" y="0"/>
                </a:lnTo>
                <a:lnTo>
                  <a:pt x="5706822" y="11623"/>
                </a:lnTo>
                <a:lnTo>
                  <a:pt x="5695199" y="11623"/>
                </a:lnTo>
                <a:moveTo>
                  <a:pt x="5718445" y="0"/>
                </a:moveTo>
                <a:lnTo>
                  <a:pt x="5730068" y="0"/>
                </a:lnTo>
                <a:lnTo>
                  <a:pt x="5730068" y="11623"/>
                </a:lnTo>
                <a:lnTo>
                  <a:pt x="5718445" y="11623"/>
                </a:lnTo>
                <a:moveTo>
                  <a:pt x="5741691" y="0"/>
                </a:moveTo>
                <a:lnTo>
                  <a:pt x="5753313" y="0"/>
                </a:lnTo>
                <a:lnTo>
                  <a:pt x="5753313" y="11623"/>
                </a:lnTo>
                <a:lnTo>
                  <a:pt x="5741691" y="11623"/>
                </a:lnTo>
                <a:moveTo>
                  <a:pt x="5764936" y="0"/>
                </a:moveTo>
                <a:lnTo>
                  <a:pt x="5776559" y="0"/>
                </a:lnTo>
                <a:lnTo>
                  <a:pt x="5776559" y="11623"/>
                </a:lnTo>
                <a:lnTo>
                  <a:pt x="5764936" y="11623"/>
                </a:lnTo>
                <a:moveTo>
                  <a:pt x="5788182" y="0"/>
                </a:moveTo>
                <a:lnTo>
                  <a:pt x="5799805" y="0"/>
                </a:lnTo>
                <a:lnTo>
                  <a:pt x="5799805" y="11623"/>
                </a:lnTo>
                <a:lnTo>
                  <a:pt x="5788182" y="11623"/>
                </a:lnTo>
                <a:moveTo>
                  <a:pt x="5811428" y="0"/>
                </a:moveTo>
                <a:lnTo>
                  <a:pt x="5823051" y="0"/>
                </a:lnTo>
                <a:lnTo>
                  <a:pt x="5823051" y="11623"/>
                </a:lnTo>
                <a:lnTo>
                  <a:pt x="5811428" y="11623"/>
                </a:lnTo>
                <a:moveTo>
                  <a:pt x="5834673" y="0"/>
                </a:moveTo>
                <a:lnTo>
                  <a:pt x="5846296" y="0"/>
                </a:lnTo>
                <a:lnTo>
                  <a:pt x="5846296" y="11623"/>
                </a:lnTo>
                <a:lnTo>
                  <a:pt x="5834673" y="11623"/>
                </a:lnTo>
                <a:moveTo>
                  <a:pt x="5857919" y="0"/>
                </a:moveTo>
                <a:lnTo>
                  <a:pt x="5869542" y="0"/>
                </a:lnTo>
                <a:lnTo>
                  <a:pt x="5869542" y="11623"/>
                </a:lnTo>
                <a:lnTo>
                  <a:pt x="5857919" y="11623"/>
                </a:lnTo>
                <a:moveTo>
                  <a:pt x="5881165" y="0"/>
                </a:moveTo>
                <a:lnTo>
                  <a:pt x="5892788" y="0"/>
                </a:lnTo>
                <a:lnTo>
                  <a:pt x="5892788" y="11623"/>
                </a:lnTo>
                <a:lnTo>
                  <a:pt x="5881165" y="11623"/>
                </a:lnTo>
                <a:moveTo>
                  <a:pt x="5904411" y="0"/>
                </a:moveTo>
                <a:lnTo>
                  <a:pt x="5916033" y="0"/>
                </a:lnTo>
                <a:lnTo>
                  <a:pt x="5916033" y="11623"/>
                </a:lnTo>
                <a:lnTo>
                  <a:pt x="5904411" y="11623"/>
                </a:lnTo>
                <a:moveTo>
                  <a:pt x="5927656" y="0"/>
                </a:moveTo>
                <a:lnTo>
                  <a:pt x="5939279" y="0"/>
                </a:lnTo>
                <a:lnTo>
                  <a:pt x="5939279" y="11623"/>
                </a:lnTo>
                <a:lnTo>
                  <a:pt x="5927656" y="11623"/>
                </a:lnTo>
                <a:moveTo>
                  <a:pt x="5950902" y="0"/>
                </a:moveTo>
                <a:lnTo>
                  <a:pt x="5962525" y="0"/>
                </a:lnTo>
                <a:lnTo>
                  <a:pt x="5962525" y="11623"/>
                </a:lnTo>
                <a:lnTo>
                  <a:pt x="5950902" y="11623"/>
                </a:lnTo>
                <a:moveTo>
                  <a:pt x="5974148" y="0"/>
                </a:moveTo>
                <a:lnTo>
                  <a:pt x="5985771" y="0"/>
                </a:lnTo>
                <a:lnTo>
                  <a:pt x="5985771" y="11623"/>
                </a:lnTo>
                <a:lnTo>
                  <a:pt x="5974148" y="11623"/>
                </a:lnTo>
                <a:moveTo>
                  <a:pt x="5997393" y="0"/>
                </a:moveTo>
                <a:lnTo>
                  <a:pt x="6009016" y="0"/>
                </a:lnTo>
                <a:lnTo>
                  <a:pt x="6009016" y="11623"/>
                </a:lnTo>
                <a:lnTo>
                  <a:pt x="5997393" y="11623"/>
                </a:lnTo>
                <a:moveTo>
                  <a:pt x="6020639" y="0"/>
                </a:moveTo>
                <a:lnTo>
                  <a:pt x="6032262" y="0"/>
                </a:lnTo>
                <a:lnTo>
                  <a:pt x="6032262" y="11623"/>
                </a:lnTo>
                <a:lnTo>
                  <a:pt x="6020639" y="11623"/>
                </a:lnTo>
                <a:moveTo>
                  <a:pt x="6043885" y="0"/>
                </a:moveTo>
                <a:lnTo>
                  <a:pt x="6055508" y="0"/>
                </a:lnTo>
                <a:lnTo>
                  <a:pt x="6055508" y="11623"/>
                </a:lnTo>
                <a:lnTo>
                  <a:pt x="6043885" y="11623"/>
                </a:lnTo>
                <a:moveTo>
                  <a:pt x="6067131" y="0"/>
                </a:moveTo>
                <a:lnTo>
                  <a:pt x="6078753" y="0"/>
                </a:lnTo>
                <a:lnTo>
                  <a:pt x="6078753" y="11623"/>
                </a:lnTo>
                <a:lnTo>
                  <a:pt x="6067131" y="11623"/>
                </a:lnTo>
                <a:moveTo>
                  <a:pt x="6090376" y="0"/>
                </a:moveTo>
                <a:lnTo>
                  <a:pt x="6101999" y="0"/>
                </a:lnTo>
                <a:lnTo>
                  <a:pt x="6101999" y="11623"/>
                </a:lnTo>
                <a:lnTo>
                  <a:pt x="6090376" y="11623"/>
                </a:lnTo>
                <a:moveTo>
                  <a:pt x="6113622" y="0"/>
                </a:moveTo>
                <a:lnTo>
                  <a:pt x="6125245" y="0"/>
                </a:lnTo>
                <a:lnTo>
                  <a:pt x="6125245" y="11623"/>
                </a:lnTo>
                <a:lnTo>
                  <a:pt x="6113622" y="11623"/>
                </a:lnTo>
                <a:moveTo>
                  <a:pt x="6136868" y="0"/>
                </a:moveTo>
                <a:lnTo>
                  <a:pt x="6148491" y="0"/>
                </a:lnTo>
                <a:lnTo>
                  <a:pt x="6148491" y="11623"/>
                </a:lnTo>
                <a:lnTo>
                  <a:pt x="6136868" y="11623"/>
                </a:lnTo>
                <a:moveTo>
                  <a:pt x="6160113" y="0"/>
                </a:moveTo>
                <a:lnTo>
                  <a:pt x="6171736" y="0"/>
                </a:lnTo>
                <a:lnTo>
                  <a:pt x="6171736" y="11623"/>
                </a:lnTo>
                <a:lnTo>
                  <a:pt x="6160113" y="11623"/>
                </a:lnTo>
                <a:moveTo>
                  <a:pt x="6183359" y="0"/>
                </a:moveTo>
                <a:lnTo>
                  <a:pt x="6194982" y="0"/>
                </a:lnTo>
                <a:lnTo>
                  <a:pt x="6194982" y="11623"/>
                </a:lnTo>
                <a:lnTo>
                  <a:pt x="6183359" y="11623"/>
                </a:lnTo>
                <a:moveTo>
                  <a:pt x="6206605" y="0"/>
                </a:moveTo>
                <a:lnTo>
                  <a:pt x="6218228" y="0"/>
                </a:lnTo>
                <a:lnTo>
                  <a:pt x="6218228" y="11623"/>
                </a:lnTo>
                <a:lnTo>
                  <a:pt x="6206605" y="11623"/>
                </a:lnTo>
                <a:moveTo>
                  <a:pt x="6229851" y="0"/>
                </a:moveTo>
                <a:lnTo>
                  <a:pt x="6241473" y="0"/>
                </a:lnTo>
                <a:lnTo>
                  <a:pt x="6241473" y="11623"/>
                </a:lnTo>
                <a:lnTo>
                  <a:pt x="6229851" y="11623"/>
                </a:lnTo>
                <a:moveTo>
                  <a:pt x="6253096" y="0"/>
                </a:moveTo>
                <a:lnTo>
                  <a:pt x="6264719" y="0"/>
                </a:lnTo>
                <a:lnTo>
                  <a:pt x="6264719" y="11623"/>
                </a:lnTo>
                <a:lnTo>
                  <a:pt x="6253096" y="11623"/>
                </a:lnTo>
                <a:moveTo>
                  <a:pt x="6276342" y="0"/>
                </a:moveTo>
                <a:lnTo>
                  <a:pt x="6287965" y="0"/>
                </a:lnTo>
                <a:lnTo>
                  <a:pt x="6287965" y="11623"/>
                </a:lnTo>
                <a:lnTo>
                  <a:pt x="6276342" y="11623"/>
                </a:lnTo>
                <a:moveTo>
                  <a:pt x="6299588" y="0"/>
                </a:moveTo>
                <a:lnTo>
                  <a:pt x="6311211" y="0"/>
                </a:lnTo>
                <a:lnTo>
                  <a:pt x="6311211" y="11623"/>
                </a:lnTo>
                <a:lnTo>
                  <a:pt x="6299588" y="11623"/>
                </a:lnTo>
                <a:moveTo>
                  <a:pt x="6322833" y="0"/>
                </a:moveTo>
                <a:lnTo>
                  <a:pt x="6334456" y="0"/>
                </a:lnTo>
                <a:lnTo>
                  <a:pt x="6334456" y="11623"/>
                </a:lnTo>
                <a:lnTo>
                  <a:pt x="6322833" y="11623"/>
                </a:lnTo>
                <a:moveTo>
                  <a:pt x="6346079" y="0"/>
                </a:moveTo>
                <a:lnTo>
                  <a:pt x="6357702" y="0"/>
                </a:lnTo>
                <a:lnTo>
                  <a:pt x="6357702" y="11623"/>
                </a:lnTo>
                <a:lnTo>
                  <a:pt x="6346079" y="11623"/>
                </a:lnTo>
                <a:moveTo>
                  <a:pt x="6369325" y="0"/>
                </a:moveTo>
                <a:lnTo>
                  <a:pt x="6380948" y="0"/>
                </a:lnTo>
                <a:lnTo>
                  <a:pt x="6380948" y="11623"/>
                </a:lnTo>
                <a:lnTo>
                  <a:pt x="6369325" y="11623"/>
                </a:lnTo>
                <a:moveTo>
                  <a:pt x="6392571" y="0"/>
                </a:moveTo>
                <a:lnTo>
                  <a:pt x="6404193" y="0"/>
                </a:lnTo>
                <a:lnTo>
                  <a:pt x="6404193" y="11623"/>
                </a:lnTo>
                <a:lnTo>
                  <a:pt x="6392571" y="11623"/>
                </a:lnTo>
                <a:moveTo>
                  <a:pt x="6415816" y="0"/>
                </a:moveTo>
                <a:lnTo>
                  <a:pt x="6427439" y="0"/>
                </a:lnTo>
                <a:lnTo>
                  <a:pt x="6427439" y="11623"/>
                </a:lnTo>
                <a:lnTo>
                  <a:pt x="6415816" y="11623"/>
                </a:lnTo>
                <a:moveTo>
                  <a:pt x="6439062" y="0"/>
                </a:moveTo>
                <a:lnTo>
                  <a:pt x="6450685" y="0"/>
                </a:lnTo>
                <a:lnTo>
                  <a:pt x="6450685" y="11623"/>
                </a:lnTo>
                <a:lnTo>
                  <a:pt x="6439062" y="11623"/>
                </a:lnTo>
                <a:moveTo>
                  <a:pt x="6462308" y="0"/>
                </a:moveTo>
                <a:lnTo>
                  <a:pt x="6473931" y="0"/>
                </a:lnTo>
                <a:lnTo>
                  <a:pt x="6473931" y="11623"/>
                </a:lnTo>
                <a:lnTo>
                  <a:pt x="6462308" y="11623"/>
                </a:lnTo>
                <a:moveTo>
                  <a:pt x="6485553" y="0"/>
                </a:moveTo>
                <a:lnTo>
                  <a:pt x="6497176" y="0"/>
                </a:lnTo>
                <a:lnTo>
                  <a:pt x="6497176" y="11623"/>
                </a:lnTo>
                <a:lnTo>
                  <a:pt x="6485553" y="11623"/>
                </a:lnTo>
                <a:moveTo>
                  <a:pt x="6508799" y="0"/>
                </a:moveTo>
                <a:lnTo>
                  <a:pt x="6520422" y="0"/>
                </a:lnTo>
                <a:lnTo>
                  <a:pt x="6520422" y="11623"/>
                </a:lnTo>
                <a:lnTo>
                  <a:pt x="6508799" y="11623"/>
                </a:lnTo>
                <a:moveTo>
                  <a:pt x="6532045" y="0"/>
                </a:moveTo>
                <a:lnTo>
                  <a:pt x="6543668" y="0"/>
                </a:lnTo>
                <a:lnTo>
                  <a:pt x="6543668" y="11623"/>
                </a:lnTo>
                <a:lnTo>
                  <a:pt x="6532045" y="11623"/>
                </a:lnTo>
                <a:moveTo>
                  <a:pt x="6555291" y="0"/>
                </a:moveTo>
                <a:lnTo>
                  <a:pt x="6566913" y="0"/>
                </a:lnTo>
                <a:lnTo>
                  <a:pt x="6566913" y="11623"/>
                </a:lnTo>
                <a:lnTo>
                  <a:pt x="6555291" y="11623"/>
                </a:lnTo>
                <a:moveTo>
                  <a:pt x="6578536" y="0"/>
                </a:moveTo>
                <a:lnTo>
                  <a:pt x="6590159" y="0"/>
                </a:lnTo>
                <a:lnTo>
                  <a:pt x="6590159" y="11623"/>
                </a:lnTo>
                <a:lnTo>
                  <a:pt x="6578536" y="11623"/>
                </a:lnTo>
                <a:moveTo>
                  <a:pt x="6601782" y="0"/>
                </a:moveTo>
                <a:lnTo>
                  <a:pt x="6613405" y="0"/>
                </a:lnTo>
                <a:lnTo>
                  <a:pt x="6613405" y="11623"/>
                </a:lnTo>
                <a:lnTo>
                  <a:pt x="6601782" y="11623"/>
                </a:lnTo>
                <a:moveTo>
                  <a:pt x="6625028" y="0"/>
                </a:moveTo>
                <a:lnTo>
                  <a:pt x="6636651" y="0"/>
                </a:lnTo>
                <a:lnTo>
                  <a:pt x="6636651" y="11623"/>
                </a:lnTo>
                <a:lnTo>
                  <a:pt x="6625028" y="11623"/>
                </a:lnTo>
                <a:moveTo>
                  <a:pt x="6648273" y="0"/>
                </a:moveTo>
                <a:lnTo>
                  <a:pt x="6659896" y="0"/>
                </a:lnTo>
                <a:lnTo>
                  <a:pt x="6659896" y="11623"/>
                </a:lnTo>
                <a:lnTo>
                  <a:pt x="6648273" y="11623"/>
                </a:lnTo>
                <a:moveTo>
                  <a:pt x="6671519" y="0"/>
                </a:moveTo>
                <a:lnTo>
                  <a:pt x="6683142" y="0"/>
                </a:lnTo>
                <a:lnTo>
                  <a:pt x="6683142" y="11623"/>
                </a:lnTo>
                <a:lnTo>
                  <a:pt x="6671519" y="11623"/>
                </a:lnTo>
                <a:moveTo>
                  <a:pt x="6694765" y="0"/>
                </a:moveTo>
                <a:lnTo>
                  <a:pt x="6706388" y="0"/>
                </a:lnTo>
                <a:lnTo>
                  <a:pt x="6706388" y="11623"/>
                </a:lnTo>
                <a:lnTo>
                  <a:pt x="6694765" y="11623"/>
                </a:lnTo>
                <a:moveTo>
                  <a:pt x="6718010" y="0"/>
                </a:moveTo>
                <a:lnTo>
                  <a:pt x="6729633" y="0"/>
                </a:lnTo>
                <a:lnTo>
                  <a:pt x="6729633" y="11623"/>
                </a:lnTo>
                <a:lnTo>
                  <a:pt x="6718010" y="11623"/>
                </a:lnTo>
                <a:moveTo>
                  <a:pt x="6741256" y="0"/>
                </a:moveTo>
                <a:lnTo>
                  <a:pt x="6752879" y="0"/>
                </a:lnTo>
                <a:lnTo>
                  <a:pt x="6752879" y="11623"/>
                </a:lnTo>
                <a:lnTo>
                  <a:pt x="6741256" y="11623"/>
                </a:lnTo>
                <a:moveTo>
                  <a:pt x="6764502" y="0"/>
                </a:moveTo>
                <a:lnTo>
                  <a:pt x="6776125" y="0"/>
                </a:lnTo>
                <a:lnTo>
                  <a:pt x="6776125" y="11623"/>
                </a:lnTo>
                <a:lnTo>
                  <a:pt x="6764502" y="11623"/>
                </a:lnTo>
                <a:moveTo>
                  <a:pt x="6787748" y="0"/>
                </a:moveTo>
                <a:lnTo>
                  <a:pt x="6799370" y="0"/>
                </a:lnTo>
                <a:lnTo>
                  <a:pt x="6799370" y="11623"/>
                </a:lnTo>
                <a:lnTo>
                  <a:pt x="6787748" y="11623"/>
                </a:lnTo>
                <a:moveTo>
                  <a:pt x="6810993" y="0"/>
                </a:moveTo>
                <a:lnTo>
                  <a:pt x="6822616" y="0"/>
                </a:lnTo>
                <a:lnTo>
                  <a:pt x="6822616" y="11623"/>
                </a:lnTo>
                <a:lnTo>
                  <a:pt x="6810993" y="11623"/>
                </a:lnTo>
                <a:moveTo>
                  <a:pt x="6834239" y="0"/>
                </a:moveTo>
                <a:lnTo>
                  <a:pt x="6845862" y="0"/>
                </a:lnTo>
                <a:lnTo>
                  <a:pt x="6845862" y="11623"/>
                </a:lnTo>
                <a:lnTo>
                  <a:pt x="6834239" y="11623"/>
                </a:lnTo>
                <a:moveTo>
                  <a:pt x="6857485" y="0"/>
                </a:moveTo>
                <a:lnTo>
                  <a:pt x="6869108" y="0"/>
                </a:lnTo>
                <a:lnTo>
                  <a:pt x="6869108" y="11623"/>
                </a:lnTo>
                <a:lnTo>
                  <a:pt x="6857485" y="11623"/>
                </a:lnTo>
                <a:moveTo>
                  <a:pt x="6880730" y="0"/>
                </a:moveTo>
                <a:lnTo>
                  <a:pt x="6892353" y="0"/>
                </a:lnTo>
                <a:lnTo>
                  <a:pt x="6892353" y="11623"/>
                </a:lnTo>
                <a:lnTo>
                  <a:pt x="6880730" y="11623"/>
                </a:lnTo>
                <a:moveTo>
                  <a:pt x="6903976" y="0"/>
                </a:moveTo>
                <a:lnTo>
                  <a:pt x="6915599" y="0"/>
                </a:lnTo>
                <a:lnTo>
                  <a:pt x="6915599" y="11623"/>
                </a:lnTo>
                <a:lnTo>
                  <a:pt x="6903976" y="11623"/>
                </a:lnTo>
                <a:moveTo>
                  <a:pt x="6927222" y="0"/>
                </a:moveTo>
                <a:lnTo>
                  <a:pt x="6938845" y="0"/>
                </a:lnTo>
                <a:lnTo>
                  <a:pt x="6938845" y="11623"/>
                </a:lnTo>
                <a:lnTo>
                  <a:pt x="6927222" y="11623"/>
                </a:lnTo>
                <a:moveTo>
                  <a:pt x="6950468" y="0"/>
                </a:moveTo>
                <a:lnTo>
                  <a:pt x="6962090" y="0"/>
                </a:lnTo>
                <a:lnTo>
                  <a:pt x="6962090" y="11623"/>
                </a:lnTo>
                <a:lnTo>
                  <a:pt x="6950468" y="11623"/>
                </a:lnTo>
                <a:moveTo>
                  <a:pt x="6973713" y="0"/>
                </a:moveTo>
                <a:lnTo>
                  <a:pt x="6985336" y="0"/>
                </a:lnTo>
                <a:lnTo>
                  <a:pt x="6985336" y="11623"/>
                </a:lnTo>
                <a:lnTo>
                  <a:pt x="6973713" y="11623"/>
                </a:lnTo>
                <a:moveTo>
                  <a:pt x="6996959" y="0"/>
                </a:moveTo>
                <a:lnTo>
                  <a:pt x="7008582" y="0"/>
                </a:lnTo>
                <a:lnTo>
                  <a:pt x="7008582" y="11623"/>
                </a:lnTo>
                <a:lnTo>
                  <a:pt x="6996959" y="11623"/>
                </a:lnTo>
                <a:moveTo>
                  <a:pt x="7020205" y="0"/>
                </a:moveTo>
                <a:lnTo>
                  <a:pt x="7031828" y="0"/>
                </a:lnTo>
                <a:lnTo>
                  <a:pt x="7031828" y="11623"/>
                </a:lnTo>
                <a:lnTo>
                  <a:pt x="7020205" y="11623"/>
                </a:lnTo>
                <a:moveTo>
                  <a:pt x="7043450" y="0"/>
                </a:moveTo>
                <a:lnTo>
                  <a:pt x="7055073" y="0"/>
                </a:lnTo>
                <a:lnTo>
                  <a:pt x="7055073" y="11623"/>
                </a:lnTo>
                <a:lnTo>
                  <a:pt x="7043450" y="11623"/>
                </a:lnTo>
                <a:moveTo>
                  <a:pt x="7066696" y="0"/>
                </a:moveTo>
                <a:lnTo>
                  <a:pt x="7078319" y="0"/>
                </a:lnTo>
                <a:lnTo>
                  <a:pt x="7078319" y="11623"/>
                </a:lnTo>
                <a:lnTo>
                  <a:pt x="7066696" y="11623"/>
                </a:lnTo>
                <a:moveTo>
                  <a:pt x="7089942" y="0"/>
                </a:moveTo>
                <a:lnTo>
                  <a:pt x="7101565" y="0"/>
                </a:lnTo>
                <a:lnTo>
                  <a:pt x="7101565" y="11623"/>
                </a:lnTo>
                <a:lnTo>
                  <a:pt x="7089942" y="11623"/>
                </a:lnTo>
                <a:moveTo>
                  <a:pt x="7113188" y="0"/>
                </a:moveTo>
                <a:lnTo>
                  <a:pt x="7124810" y="0"/>
                </a:lnTo>
                <a:lnTo>
                  <a:pt x="7124810" y="11623"/>
                </a:lnTo>
                <a:lnTo>
                  <a:pt x="7113188" y="11623"/>
                </a:lnTo>
                <a:moveTo>
                  <a:pt x="7136433" y="0"/>
                </a:moveTo>
                <a:lnTo>
                  <a:pt x="7148056" y="0"/>
                </a:lnTo>
                <a:lnTo>
                  <a:pt x="7148056" y="11623"/>
                </a:lnTo>
                <a:lnTo>
                  <a:pt x="7136433" y="11623"/>
                </a:lnTo>
                <a:moveTo>
                  <a:pt x="7159679" y="0"/>
                </a:moveTo>
                <a:lnTo>
                  <a:pt x="7171302" y="0"/>
                </a:lnTo>
                <a:lnTo>
                  <a:pt x="7171302" y="11623"/>
                </a:lnTo>
                <a:lnTo>
                  <a:pt x="7159679" y="11623"/>
                </a:lnTo>
                <a:moveTo>
                  <a:pt x="7182925" y="0"/>
                </a:moveTo>
                <a:lnTo>
                  <a:pt x="7194548" y="0"/>
                </a:lnTo>
                <a:lnTo>
                  <a:pt x="7194548" y="11623"/>
                </a:lnTo>
                <a:lnTo>
                  <a:pt x="7182925" y="11623"/>
                </a:lnTo>
                <a:moveTo>
                  <a:pt x="7206170" y="0"/>
                </a:moveTo>
                <a:lnTo>
                  <a:pt x="7217793" y="0"/>
                </a:lnTo>
                <a:lnTo>
                  <a:pt x="7217793" y="11623"/>
                </a:lnTo>
                <a:lnTo>
                  <a:pt x="7206170" y="11623"/>
                </a:lnTo>
                <a:moveTo>
                  <a:pt x="7229416" y="0"/>
                </a:moveTo>
                <a:lnTo>
                  <a:pt x="7241039" y="0"/>
                </a:lnTo>
                <a:lnTo>
                  <a:pt x="7241039" y="11623"/>
                </a:lnTo>
                <a:lnTo>
                  <a:pt x="7229416" y="11623"/>
                </a:lnTo>
                <a:moveTo>
                  <a:pt x="7252662" y="0"/>
                </a:moveTo>
                <a:lnTo>
                  <a:pt x="7264285" y="0"/>
                </a:lnTo>
                <a:lnTo>
                  <a:pt x="7264285" y="11623"/>
                </a:lnTo>
                <a:lnTo>
                  <a:pt x="7252662" y="11623"/>
                </a:lnTo>
                <a:moveTo>
                  <a:pt x="7275908" y="0"/>
                </a:moveTo>
                <a:lnTo>
                  <a:pt x="7287530" y="0"/>
                </a:lnTo>
                <a:lnTo>
                  <a:pt x="7287530" y="11623"/>
                </a:lnTo>
                <a:lnTo>
                  <a:pt x="7275908" y="11623"/>
                </a:lnTo>
                <a:moveTo>
                  <a:pt x="7299153" y="0"/>
                </a:moveTo>
                <a:lnTo>
                  <a:pt x="7310776" y="0"/>
                </a:lnTo>
                <a:lnTo>
                  <a:pt x="7310776" y="11623"/>
                </a:lnTo>
                <a:lnTo>
                  <a:pt x="7299153" y="11623"/>
                </a:lnTo>
                <a:moveTo>
                  <a:pt x="7322399" y="0"/>
                </a:moveTo>
                <a:lnTo>
                  <a:pt x="7334022" y="0"/>
                </a:lnTo>
                <a:lnTo>
                  <a:pt x="7334022" y="11623"/>
                </a:lnTo>
                <a:lnTo>
                  <a:pt x="7322399" y="11623"/>
                </a:lnTo>
                <a:moveTo>
                  <a:pt x="7345645" y="0"/>
                </a:moveTo>
                <a:lnTo>
                  <a:pt x="7357268" y="0"/>
                </a:lnTo>
                <a:lnTo>
                  <a:pt x="7357268" y="11623"/>
                </a:lnTo>
                <a:lnTo>
                  <a:pt x="7345645" y="11623"/>
                </a:lnTo>
                <a:moveTo>
                  <a:pt x="7368890" y="0"/>
                </a:moveTo>
                <a:lnTo>
                  <a:pt x="7380513" y="0"/>
                </a:lnTo>
                <a:lnTo>
                  <a:pt x="7380513" y="11623"/>
                </a:lnTo>
                <a:lnTo>
                  <a:pt x="7368890" y="11623"/>
                </a:lnTo>
                <a:moveTo>
                  <a:pt x="7392136" y="0"/>
                </a:moveTo>
                <a:lnTo>
                  <a:pt x="7403759" y="0"/>
                </a:lnTo>
                <a:lnTo>
                  <a:pt x="7403759" y="11623"/>
                </a:lnTo>
                <a:lnTo>
                  <a:pt x="7392136" y="11623"/>
                </a:lnTo>
                <a:moveTo>
                  <a:pt x="7415382" y="0"/>
                </a:moveTo>
                <a:lnTo>
                  <a:pt x="7427005" y="0"/>
                </a:lnTo>
                <a:lnTo>
                  <a:pt x="7427005" y="11623"/>
                </a:lnTo>
                <a:lnTo>
                  <a:pt x="7415382" y="11623"/>
                </a:lnTo>
                <a:moveTo>
                  <a:pt x="7438628" y="0"/>
                </a:moveTo>
                <a:lnTo>
                  <a:pt x="7450250" y="0"/>
                </a:lnTo>
                <a:lnTo>
                  <a:pt x="7450250" y="11623"/>
                </a:lnTo>
                <a:lnTo>
                  <a:pt x="7438628" y="11623"/>
                </a:lnTo>
                <a:moveTo>
                  <a:pt x="7461873" y="0"/>
                </a:moveTo>
                <a:lnTo>
                  <a:pt x="7473496" y="0"/>
                </a:lnTo>
                <a:lnTo>
                  <a:pt x="7473496" y="11623"/>
                </a:lnTo>
                <a:lnTo>
                  <a:pt x="7461873" y="11623"/>
                </a:lnTo>
                <a:moveTo>
                  <a:pt x="7485119" y="0"/>
                </a:moveTo>
                <a:lnTo>
                  <a:pt x="7496742" y="0"/>
                </a:lnTo>
                <a:lnTo>
                  <a:pt x="7496742" y="11623"/>
                </a:lnTo>
                <a:lnTo>
                  <a:pt x="7485119" y="11623"/>
                </a:lnTo>
                <a:moveTo>
                  <a:pt x="7508365" y="0"/>
                </a:moveTo>
                <a:lnTo>
                  <a:pt x="7519988" y="0"/>
                </a:lnTo>
                <a:lnTo>
                  <a:pt x="7519988" y="11623"/>
                </a:lnTo>
                <a:lnTo>
                  <a:pt x="7508365" y="11623"/>
                </a:lnTo>
                <a:moveTo>
                  <a:pt x="7531610" y="0"/>
                </a:moveTo>
                <a:lnTo>
                  <a:pt x="7543233" y="0"/>
                </a:lnTo>
                <a:lnTo>
                  <a:pt x="7543233" y="11623"/>
                </a:lnTo>
                <a:lnTo>
                  <a:pt x="7531610" y="11623"/>
                </a:lnTo>
                <a:moveTo>
                  <a:pt x="7554856" y="0"/>
                </a:moveTo>
                <a:lnTo>
                  <a:pt x="7566479" y="0"/>
                </a:lnTo>
                <a:lnTo>
                  <a:pt x="7566479" y="11623"/>
                </a:lnTo>
                <a:lnTo>
                  <a:pt x="7554856" y="11623"/>
                </a:lnTo>
                <a:moveTo>
                  <a:pt x="7578102" y="0"/>
                </a:moveTo>
                <a:lnTo>
                  <a:pt x="7589725" y="0"/>
                </a:lnTo>
                <a:lnTo>
                  <a:pt x="7589725" y="11623"/>
                </a:lnTo>
                <a:lnTo>
                  <a:pt x="7578102" y="11623"/>
                </a:lnTo>
                <a:moveTo>
                  <a:pt x="7601348" y="0"/>
                </a:moveTo>
                <a:lnTo>
                  <a:pt x="7612970" y="0"/>
                </a:lnTo>
                <a:lnTo>
                  <a:pt x="7612970" y="11623"/>
                </a:lnTo>
                <a:lnTo>
                  <a:pt x="7601348" y="11623"/>
                </a:lnTo>
                <a:moveTo>
                  <a:pt x="7624593" y="0"/>
                </a:moveTo>
                <a:lnTo>
                  <a:pt x="7636216" y="0"/>
                </a:lnTo>
                <a:lnTo>
                  <a:pt x="7636216" y="11623"/>
                </a:lnTo>
                <a:lnTo>
                  <a:pt x="7624593" y="11623"/>
                </a:lnTo>
                <a:moveTo>
                  <a:pt x="7647839" y="0"/>
                </a:moveTo>
                <a:lnTo>
                  <a:pt x="7659462" y="0"/>
                </a:lnTo>
                <a:lnTo>
                  <a:pt x="7659462" y="11623"/>
                </a:lnTo>
                <a:lnTo>
                  <a:pt x="7647839" y="11623"/>
                </a:lnTo>
                <a:moveTo>
                  <a:pt x="7671085" y="0"/>
                </a:moveTo>
                <a:lnTo>
                  <a:pt x="7682708" y="0"/>
                </a:lnTo>
                <a:lnTo>
                  <a:pt x="7682708" y="11623"/>
                </a:lnTo>
                <a:lnTo>
                  <a:pt x="7671085" y="11623"/>
                </a:lnTo>
                <a:moveTo>
                  <a:pt x="7694330" y="0"/>
                </a:moveTo>
                <a:lnTo>
                  <a:pt x="7705953" y="0"/>
                </a:lnTo>
                <a:lnTo>
                  <a:pt x="7705953" y="11623"/>
                </a:lnTo>
                <a:lnTo>
                  <a:pt x="7694330" y="11623"/>
                </a:lnTo>
                <a:moveTo>
                  <a:pt x="7717576" y="0"/>
                </a:moveTo>
                <a:lnTo>
                  <a:pt x="7729199" y="0"/>
                </a:lnTo>
                <a:lnTo>
                  <a:pt x="7729199" y="11623"/>
                </a:lnTo>
                <a:lnTo>
                  <a:pt x="7717576" y="11623"/>
                </a:lnTo>
                <a:moveTo>
                  <a:pt x="7740822" y="0"/>
                </a:moveTo>
                <a:lnTo>
                  <a:pt x="7752445" y="0"/>
                </a:lnTo>
                <a:lnTo>
                  <a:pt x="7752445" y="11623"/>
                </a:lnTo>
                <a:lnTo>
                  <a:pt x="7740822" y="11623"/>
                </a:lnTo>
                <a:moveTo>
                  <a:pt x="7764067" y="0"/>
                </a:moveTo>
                <a:lnTo>
                  <a:pt x="7775690" y="0"/>
                </a:lnTo>
                <a:lnTo>
                  <a:pt x="7775690" y="11623"/>
                </a:lnTo>
                <a:lnTo>
                  <a:pt x="7764067" y="11623"/>
                </a:lnTo>
                <a:moveTo>
                  <a:pt x="7787313" y="0"/>
                </a:moveTo>
                <a:lnTo>
                  <a:pt x="7798936" y="0"/>
                </a:lnTo>
                <a:lnTo>
                  <a:pt x="7798936" y="11623"/>
                </a:lnTo>
                <a:lnTo>
                  <a:pt x="7787313" y="11623"/>
                </a:lnTo>
                <a:moveTo>
                  <a:pt x="7810559" y="0"/>
                </a:moveTo>
                <a:lnTo>
                  <a:pt x="7822182" y="0"/>
                </a:lnTo>
                <a:lnTo>
                  <a:pt x="7822182" y="11623"/>
                </a:lnTo>
                <a:lnTo>
                  <a:pt x="7810559" y="11623"/>
                </a:lnTo>
                <a:moveTo>
                  <a:pt x="7833805" y="0"/>
                </a:moveTo>
                <a:lnTo>
                  <a:pt x="7845427" y="0"/>
                </a:lnTo>
                <a:lnTo>
                  <a:pt x="7845427" y="11623"/>
                </a:lnTo>
                <a:lnTo>
                  <a:pt x="7833805" y="11623"/>
                </a:lnTo>
                <a:moveTo>
                  <a:pt x="7857050" y="0"/>
                </a:moveTo>
                <a:lnTo>
                  <a:pt x="7868673" y="0"/>
                </a:lnTo>
                <a:lnTo>
                  <a:pt x="7868673" y="11623"/>
                </a:lnTo>
                <a:lnTo>
                  <a:pt x="7857050" y="11623"/>
                </a:lnTo>
                <a:moveTo>
                  <a:pt x="7880296" y="0"/>
                </a:moveTo>
                <a:lnTo>
                  <a:pt x="7891919" y="0"/>
                </a:lnTo>
                <a:lnTo>
                  <a:pt x="7891919" y="11623"/>
                </a:lnTo>
                <a:lnTo>
                  <a:pt x="7880296" y="11623"/>
                </a:lnTo>
                <a:moveTo>
                  <a:pt x="7903542" y="0"/>
                </a:moveTo>
                <a:lnTo>
                  <a:pt x="7915165" y="0"/>
                </a:lnTo>
                <a:lnTo>
                  <a:pt x="7915165" y="11623"/>
                </a:lnTo>
                <a:lnTo>
                  <a:pt x="7903542" y="11623"/>
                </a:lnTo>
                <a:moveTo>
                  <a:pt x="7926787" y="0"/>
                </a:moveTo>
                <a:lnTo>
                  <a:pt x="7938410" y="0"/>
                </a:lnTo>
                <a:lnTo>
                  <a:pt x="7938410" y="11623"/>
                </a:lnTo>
                <a:lnTo>
                  <a:pt x="7926787" y="11623"/>
                </a:lnTo>
                <a:moveTo>
                  <a:pt x="7950033" y="0"/>
                </a:moveTo>
                <a:lnTo>
                  <a:pt x="7961656" y="0"/>
                </a:lnTo>
                <a:lnTo>
                  <a:pt x="7961656" y="11623"/>
                </a:lnTo>
                <a:lnTo>
                  <a:pt x="7950033" y="11623"/>
                </a:lnTo>
                <a:moveTo>
                  <a:pt x="7973279" y="0"/>
                </a:moveTo>
                <a:lnTo>
                  <a:pt x="7984902" y="0"/>
                </a:lnTo>
                <a:lnTo>
                  <a:pt x="7984902" y="11623"/>
                </a:lnTo>
                <a:lnTo>
                  <a:pt x="7973279" y="11623"/>
                </a:lnTo>
                <a:moveTo>
                  <a:pt x="7996525" y="0"/>
                </a:moveTo>
                <a:lnTo>
                  <a:pt x="8008147" y="0"/>
                </a:lnTo>
                <a:lnTo>
                  <a:pt x="8008147" y="11623"/>
                </a:lnTo>
                <a:lnTo>
                  <a:pt x="7996525" y="11623"/>
                </a:lnTo>
                <a:moveTo>
                  <a:pt x="8019770" y="0"/>
                </a:moveTo>
                <a:lnTo>
                  <a:pt x="8031393" y="0"/>
                </a:lnTo>
                <a:lnTo>
                  <a:pt x="8031393" y="11623"/>
                </a:lnTo>
                <a:lnTo>
                  <a:pt x="8019770" y="11623"/>
                </a:lnTo>
                <a:moveTo>
                  <a:pt x="8043016" y="0"/>
                </a:moveTo>
                <a:lnTo>
                  <a:pt x="8054639" y="0"/>
                </a:lnTo>
                <a:lnTo>
                  <a:pt x="8054639" y="11623"/>
                </a:lnTo>
                <a:lnTo>
                  <a:pt x="8043016" y="11623"/>
                </a:lnTo>
                <a:moveTo>
                  <a:pt x="8066262" y="0"/>
                </a:moveTo>
                <a:lnTo>
                  <a:pt x="8077885" y="0"/>
                </a:lnTo>
                <a:lnTo>
                  <a:pt x="8077885" y="11623"/>
                </a:lnTo>
                <a:lnTo>
                  <a:pt x="8066262" y="11623"/>
                </a:lnTo>
                <a:moveTo>
                  <a:pt x="8089507" y="0"/>
                </a:moveTo>
                <a:lnTo>
                  <a:pt x="8101130" y="0"/>
                </a:lnTo>
                <a:lnTo>
                  <a:pt x="8101130" y="11623"/>
                </a:lnTo>
                <a:lnTo>
                  <a:pt x="8089507" y="11623"/>
                </a:lnTo>
                <a:moveTo>
                  <a:pt x="8112753" y="0"/>
                </a:moveTo>
                <a:lnTo>
                  <a:pt x="8124376" y="0"/>
                </a:lnTo>
                <a:lnTo>
                  <a:pt x="8124376" y="11623"/>
                </a:lnTo>
                <a:lnTo>
                  <a:pt x="8112753" y="11623"/>
                </a:lnTo>
                <a:moveTo>
                  <a:pt x="8135999" y="0"/>
                </a:moveTo>
                <a:lnTo>
                  <a:pt x="8147622" y="0"/>
                </a:lnTo>
                <a:lnTo>
                  <a:pt x="8147622" y="11623"/>
                </a:lnTo>
                <a:lnTo>
                  <a:pt x="8135999" y="11623"/>
                </a:lnTo>
                <a:moveTo>
                  <a:pt x="8159245" y="0"/>
                </a:moveTo>
                <a:lnTo>
                  <a:pt x="8170867" y="0"/>
                </a:lnTo>
                <a:lnTo>
                  <a:pt x="8170867" y="11623"/>
                </a:lnTo>
                <a:lnTo>
                  <a:pt x="8159245" y="11623"/>
                </a:lnTo>
                <a:moveTo>
                  <a:pt x="8182490" y="0"/>
                </a:moveTo>
                <a:lnTo>
                  <a:pt x="8194113" y="0"/>
                </a:lnTo>
                <a:lnTo>
                  <a:pt x="8194113" y="11623"/>
                </a:lnTo>
                <a:lnTo>
                  <a:pt x="8182490" y="11623"/>
                </a:lnTo>
                <a:moveTo>
                  <a:pt x="8205736" y="0"/>
                </a:moveTo>
                <a:lnTo>
                  <a:pt x="8217359" y="0"/>
                </a:lnTo>
                <a:lnTo>
                  <a:pt x="8217359" y="11623"/>
                </a:lnTo>
                <a:lnTo>
                  <a:pt x="8205736" y="11623"/>
                </a:lnTo>
                <a:moveTo>
                  <a:pt x="8228982" y="0"/>
                </a:moveTo>
                <a:lnTo>
                  <a:pt x="8240605" y="0"/>
                </a:lnTo>
                <a:lnTo>
                  <a:pt x="8240605" y="11623"/>
                </a:lnTo>
                <a:lnTo>
                  <a:pt x="8228982" y="11623"/>
                </a:lnTo>
                <a:moveTo>
                  <a:pt x="8252227" y="0"/>
                </a:moveTo>
                <a:lnTo>
                  <a:pt x="8263850" y="0"/>
                </a:lnTo>
                <a:lnTo>
                  <a:pt x="8263850" y="11623"/>
                </a:lnTo>
                <a:lnTo>
                  <a:pt x="8252227" y="11623"/>
                </a:lnTo>
                <a:moveTo>
                  <a:pt x="8275473" y="0"/>
                </a:moveTo>
                <a:lnTo>
                  <a:pt x="8287096" y="0"/>
                </a:lnTo>
                <a:lnTo>
                  <a:pt x="8287096" y="11623"/>
                </a:lnTo>
                <a:lnTo>
                  <a:pt x="8275473" y="11623"/>
                </a:lnTo>
                <a:moveTo>
                  <a:pt x="8298719" y="0"/>
                </a:moveTo>
                <a:lnTo>
                  <a:pt x="8310342" y="0"/>
                </a:lnTo>
                <a:lnTo>
                  <a:pt x="8310342" y="11623"/>
                </a:lnTo>
                <a:lnTo>
                  <a:pt x="8298719" y="11623"/>
                </a:lnTo>
                <a:moveTo>
                  <a:pt x="8321965" y="0"/>
                </a:moveTo>
                <a:lnTo>
                  <a:pt x="8333587" y="0"/>
                </a:lnTo>
                <a:lnTo>
                  <a:pt x="8333587" y="11623"/>
                </a:lnTo>
                <a:lnTo>
                  <a:pt x="8321965" y="11623"/>
                </a:lnTo>
                <a:moveTo>
                  <a:pt x="8345210" y="0"/>
                </a:moveTo>
                <a:lnTo>
                  <a:pt x="8356833" y="0"/>
                </a:lnTo>
                <a:lnTo>
                  <a:pt x="8356833" y="11623"/>
                </a:lnTo>
                <a:lnTo>
                  <a:pt x="8345210" y="11623"/>
                </a:lnTo>
                <a:moveTo>
                  <a:pt x="8368456" y="0"/>
                </a:moveTo>
                <a:lnTo>
                  <a:pt x="8380079" y="0"/>
                </a:lnTo>
                <a:lnTo>
                  <a:pt x="8380079" y="11623"/>
                </a:lnTo>
                <a:lnTo>
                  <a:pt x="8368456" y="11623"/>
                </a:lnTo>
                <a:moveTo>
                  <a:pt x="8391702" y="0"/>
                </a:moveTo>
                <a:lnTo>
                  <a:pt x="8403325" y="0"/>
                </a:lnTo>
                <a:lnTo>
                  <a:pt x="8403325" y="11623"/>
                </a:lnTo>
                <a:lnTo>
                  <a:pt x="8391702" y="11623"/>
                </a:lnTo>
                <a:moveTo>
                  <a:pt x="8414947" y="0"/>
                </a:moveTo>
                <a:lnTo>
                  <a:pt x="8426570" y="0"/>
                </a:lnTo>
                <a:lnTo>
                  <a:pt x="8426570" y="11623"/>
                </a:lnTo>
                <a:lnTo>
                  <a:pt x="8414947" y="11623"/>
                </a:lnTo>
                <a:moveTo>
                  <a:pt x="8438193" y="0"/>
                </a:moveTo>
                <a:lnTo>
                  <a:pt x="8449816" y="0"/>
                </a:lnTo>
                <a:lnTo>
                  <a:pt x="8449816" y="11623"/>
                </a:lnTo>
                <a:lnTo>
                  <a:pt x="8438193" y="11623"/>
                </a:lnTo>
                <a:moveTo>
                  <a:pt x="8461439" y="0"/>
                </a:moveTo>
                <a:lnTo>
                  <a:pt x="8473062" y="0"/>
                </a:lnTo>
                <a:lnTo>
                  <a:pt x="8473062" y="11623"/>
                </a:lnTo>
                <a:lnTo>
                  <a:pt x="8461439" y="11623"/>
                </a:lnTo>
                <a:moveTo>
                  <a:pt x="8484685" y="0"/>
                </a:moveTo>
                <a:lnTo>
                  <a:pt x="8496307" y="0"/>
                </a:lnTo>
                <a:lnTo>
                  <a:pt x="8496307" y="11623"/>
                </a:lnTo>
                <a:lnTo>
                  <a:pt x="8484685" y="11623"/>
                </a:lnTo>
                <a:moveTo>
                  <a:pt x="8507930" y="0"/>
                </a:moveTo>
                <a:lnTo>
                  <a:pt x="8519553" y="0"/>
                </a:lnTo>
                <a:lnTo>
                  <a:pt x="8519553" y="11623"/>
                </a:lnTo>
                <a:lnTo>
                  <a:pt x="8507930" y="11623"/>
                </a:lnTo>
                <a:moveTo>
                  <a:pt x="8531176" y="0"/>
                </a:moveTo>
                <a:lnTo>
                  <a:pt x="8542799" y="0"/>
                </a:lnTo>
                <a:lnTo>
                  <a:pt x="8542799" y="11623"/>
                </a:lnTo>
                <a:lnTo>
                  <a:pt x="8531176" y="11623"/>
                </a:lnTo>
                <a:moveTo>
                  <a:pt x="8554422" y="0"/>
                </a:moveTo>
                <a:lnTo>
                  <a:pt x="8566045" y="0"/>
                </a:lnTo>
                <a:lnTo>
                  <a:pt x="8566045" y="11623"/>
                </a:lnTo>
                <a:lnTo>
                  <a:pt x="8554422" y="11623"/>
                </a:lnTo>
                <a:moveTo>
                  <a:pt x="8577667" y="0"/>
                </a:moveTo>
                <a:lnTo>
                  <a:pt x="8589290" y="0"/>
                </a:lnTo>
                <a:lnTo>
                  <a:pt x="8589290" y="11623"/>
                </a:lnTo>
                <a:lnTo>
                  <a:pt x="8577667" y="11623"/>
                </a:lnTo>
                <a:moveTo>
                  <a:pt x="8600913" y="0"/>
                </a:moveTo>
                <a:lnTo>
                  <a:pt x="8612536" y="0"/>
                </a:lnTo>
                <a:lnTo>
                  <a:pt x="8612536" y="11623"/>
                </a:lnTo>
                <a:lnTo>
                  <a:pt x="8600913" y="11623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346203-72F0-49CA-892A-7CC00A16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4318" y="327141"/>
            <a:ext cx="313817" cy="11623"/>
          </a:xfrm>
          <a:custGeom xmlns:a="http://schemas.openxmlformats.org/drawingml/2006/main">
            <a:pathLst>
              <a:path w="313817" h="11623">
                <a:moveTo>
                  <a:pt x="0" y="0"/>
                </a:moveTo>
                <a:lnTo>
                  <a:pt x="11623" y="0"/>
                </a:lnTo>
                <a:lnTo>
                  <a:pt x="11623" y="11623"/>
                </a:lnTo>
                <a:lnTo>
                  <a:pt x="0" y="11623"/>
                </a:lnTo>
                <a:moveTo>
                  <a:pt x="23246" y="0"/>
                </a:moveTo>
                <a:lnTo>
                  <a:pt x="34869" y="0"/>
                </a:lnTo>
                <a:lnTo>
                  <a:pt x="34869" y="11623"/>
                </a:lnTo>
                <a:lnTo>
                  <a:pt x="23246" y="11623"/>
                </a:lnTo>
                <a:moveTo>
                  <a:pt x="46491" y="0"/>
                </a:moveTo>
                <a:lnTo>
                  <a:pt x="58114" y="0"/>
                </a:lnTo>
                <a:lnTo>
                  <a:pt x="58114" y="11623"/>
                </a:lnTo>
                <a:lnTo>
                  <a:pt x="46491" y="11623"/>
                </a:lnTo>
                <a:moveTo>
                  <a:pt x="69737" y="0"/>
                </a:moveTo>
                <a:lnTo>
                  <a:pt x="81360" y="0"/>
                </a:lnTo>
                <a:lnTo>
                  <a:pt x="81360" y="11623"/>
                </a:lnTo>
                <a:lnTo>
                  <a:pt x="69737" y="11623"/>
                </a:lnTo>
                <a:moveTo>
                  <a:pt x="92983" y="0"/>
                </a:moveTo>
                <a:lnTo>
                  <a:pt x="104606" y="0"/>
                </a:lnTo>
                <a:lnTo>
                  <a:pt x="104606" y="11623"/>
                </a:lnTo>
                <a:lnTo>
                  <a:pt x="92983" y="11623"/>
                </a:lnTo>
                <a:moveTo>
                  <a:pt x="116229" y="0"/>
                </a:moveTo>
                <a:lnTo>
                  <a:pt x="127851" y="0"/>
                </a:lnTo>
                <a:lnTo>
                  <a:pt x="127851" y="11623"/>
                </a:lnTo>
                <a:lnTo>
                  <a:pt x="116229" y="11623"/>
                </a:lnTo>
                <a:moveTo>
                  <a:pt x="139474" y="0"/>
                </a:moveTo>
                <a:lnTo>
                  <a:pt x="151097" y="0"/>
                </a:lnTo>
                <a:lnTo>
                  <a:pt x="151097" y="11623"/>
                </a:lnTo>
                <a:lnTo>
                  <a:pt x="139474" y="11623"/>
                </a:lnTo>
                <a:moveTo>
                  <a:pt x="162720" y="0"/>
                </a:moveTo>
                <a:lnTo>
                  <a:pt x="174343" y="0"/>
                </a:lnTo>
                <a:lnTo>
                  <a:pt x="174343" y="11623"/>
                </a:lnTo>
                <a:lnTo>
                  <a:pt x="162720" y="11623"/>
                </a:lnTo>
                <a:moveTo>
                  <a:pt x="185966" y="0"/>
                </a:moveTo>
                <a:lnTo>
                  <a:pt x="197589" y="0"/>
                </a:lnTo>
                <a:lnTo>
                  <a:pt x="197589" y="11623"/>
                </a:lnTo>
                <a:lnTo>
                  <a:pt x="185966" y="11623"/>
                </a:lnTo>
                <a:moveTo>
                  <a:pt x="209211" y="0"/>
                </a:moveTo>
                <a:lnTo>
                  <a:pt x="220834" y="0"/>
                </a:lnTo>
                <a:lnTo>
                  <a:pt x="220834" y="11623"/>
                </a:lnTo>
                <a:lnTo>
                  <a:pt x="209211" y="11623"/>
                </a:lnTo>
                <a:moveTo>
                  <a:pt x="232457" y="0"/>
                </a:moveTo>
                <a:lnTo>
                  <a:pt x="244080" y="0"/>
                </a:lnTo>
                <a:lnTo>
                  <a:pt x="244080" y="11623"/>
                </a:lnTo>
                <a:lnTo>
                  <a:pt x="232457" y="11623"/>
                </a:lnTo>
                <a:moveTo>
                  <a:pt x="255703" y="0"/>
                </a:moveTo>
                <a:lnTo>
                  <a:pt x="267326" y="0"/>
                </a:lnTo>
                <a:lnTo>
                  <a:pt x="267326" y="11623"/>
                </a:lnTo>
                <a:lnTo>
                  <a:pt x="255703" y="11623"/>
                </a:lnTo>
                <a:moveTo>
                  <a:pt x="278949" y="0"/>
                </a:moveTo>
                <a:lnTo>
                  <a:pt x="290571" y="0"/>
                </a:lnTo>
                <a:lnTo>
                  <a:pt x="290571" y="11623"/>
                </a:lnTo>
                <a:lnTo>
                  <a:pt x="278949" y="11623"/>
                </a:lnTo>
                <a:moveTo>
                  <a:pt x="302194" y="0"/>
                </a:moveTo>
                <a:lnTo>
                  <a:pt x="313817" y="0"/>
                </a:lnTo>
                <a:lnTo>
                  <a:pt x="313817" y="11623"/>
                </a:lnTo>
                <a:lnTo>
                  <a:pt x="302194" y="11623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E9CC2D-514E-42DD-9A31-162DA6B1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215" y="3647446"/>
            <a:ext cx="108352" cy="104002"/>
          </a:xfrm>
          <a:custGeom xmlns:a="http://schemas.openxmlformats.org/drawingml/2006/main">
            <a:pathLst>
              <a:path w="108352" h="104002">
                <a:moveTo>
                  <a:pt x="0" y="54112"/>
                </a:moveTo>
                <a:cubicBezTo>
                  <a:pt x="0" y="54112"/>
                  <a:pt x="0" y="53435"/>
                  <a:pt x="0" y="52079"/>
                </a:cubicBezTo>
                <a:cubicBezTo>
                  <a:pt x="0" y="50724"/>
                  <a:pt x="759" y="49681"/>
                  <a:pt x="2278" y="48951"/>
                </a:cubicBezTo>
                <a:lnTo>
                  <a:pt x="50922" y="48951"/>
                </a:lnTo>
                <a:lnTo>
                  <a:pt x="50922" y="25492"/>
                </a:lnTo>
                <a:lnTo>
                  <a:pt x="51085" y="2033"/>
                </a:lnTo>
                <a:cubicBezTo>
                  <a:pt x="52169" y="678"/>
                  <a:pt x="53200" y="0"/>
                  <a:pt x="54176" y="0"/>
                </a:cubicBezTo>
                <a:cubicBezTo>
                  <a:pt x="55586" y="0"/>
                  <a:pt x="56670" y="782"/>
                  <a:pt x="57430" y="2346"/>
                </a:cubicBezTo>
                <a:lnTo>
                  <a:pt x="57430" y="48951"/>
                </a:lnTo>
                <a:lnTo>
                  <a:pt x="105911" y="48951"/>
                </a:lnTo>
                <a:cubicBezTo>
                  <a:pt x="107538" y="49786"/>
                  <a:pt x="108352" y="50828"/>
                  <a:pt x="108352" y="52079"/>
                </a:cubicBezTo>
                <a:cubicBezTo>
                  <a:pt x="108352" y="53331"/>
                  <a:pt x="107538" y="54373"/>
                  <a:pt x="105911" y="55207"/>
                </a:cubicBezTo>
                <a:lnTo>
                  <a:pt x="57430" y="55207"/>
                </a:lnTo>
                <a:lnTo>
                  <a:pt x="57430" y="101813"/>
                </a:lnTo>
                <a:cubicBezTo>
                  <a:pt x="56562" y="103272"/>
                  <a:pt x="55586" y="104002"/>
                  <a:pt x="54501" y="104002"/>
                </a:cubicBezTo>
                <a:lnTo>
                  <a:pt x="54176" y="104002"/>
                </a:lnTo>
                <a:lnTo>
                  <a:pt x="53850" y="104002"/>
                </a:lnTo>
                <a:cubicBezTo>
                  <a:pt x="52549" y="104002"/>
                  <a:pt x="51573" y="103272"/>
                  <a:pt x="50922" y="101813"/>
                </a:cubicBezTo>
                <a:lnTo>
                  <a:pt x="50922" y="55207"/>
                </a:lnTo>
                <a:lnTo>
                  <a:pt x="2278" y="55207"/>
                </a:lnTo>
                <a:cubicBezTo>
                  <a:pt x="759" y="54477"/>
                  <a:pt x="0" y="53435"/>
                  <a:pt x="0" y="52079"/>
                </a:cubicBezTo>
                <a:lnTo>
                  <a:pt x="0" y="54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343503-D612-40A1-9609-B96C2A10C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0215" y="3647446"/>
            <a:ext cx="108352" cy="104002"/>
          </a:xfrm>
          <a:custGeom xmlns:a="http://schemas.openxmlformats.org/drawingml/2006/main">
            <a:pathLst>
              <a:path w="108352" h="104002" fill="none">
                <a:moveTo>
                  <a:pt x="0" y="54112"/>
                </a:moveTo>
                <a:cubicBezTo>
                  <a:pt x="0" y="54112"/>
                  <a:pt x="0" y="53435"/>
                  <a:pt x="0" y="52079"/>
                </a:cubicBezTo>
                <a:cubicBezTo>
                  <a:pt x="0" y="50724"/>
                  <a:pt x="759" y="49681"/>
                  <a:pt x="2278" y="48951"/>
                </a:cubicBezTo>
                <a:lnTo>
                  <a:pt x="50922" y="48951"/>
                </a:lnTo>
                <a:lnTo>
                  <a:pt x="50922" y="25492"/>
                </a:lnTo>
                <a:lnTo>
                  <a:pt x="51085" y="2033"/>
                </a:lnTo>
                <a:cubicBezTo>
                  <a:pt x="52169" y="678"/>
                  <a:pt x="53200" y="0"/>
                  <a:pt x="54176" y="0"/>
                </a:cubicBezTo>
                <a:cubicBezTo>
                  <a:pt x="55586" y="0"/>
                  <a:pt x="56670" y="782"/>
                  <a:pt x="57430" y="2346"/>
                </a:cubicBezTo>
                <a:lnTo>
                  <a:pt x="57430" y="48951"/>
                </a:lnTo>
                <a:lnTo>
                  <a:pt x="105911" y="48951"/>
                </a:lnTo>
                <a:cubicBezTo>
                  <a:pt x="107538" y="49786"/>
                  <a:pt x="108352" y="50828"/>
                  <a:pt x="108352" y="52079"/>
                </a:cubicBezTo>
                <a:cubicBezTo>
                  <a:pt x="108352" y="53331"/>
                  <a:pt x="107538" y="54373"/>
                  <a:pt x="105911" y="55207"/>
                </a:cubicBezTo>
                <a:lnTo>
                  <a:pt x="57430" y="55207"/>
                </a:lnTo>
                <a:lnTo>
                  <a:pt x="57430" y="101813"/>
                </a:lnTo>
                <a:cubicBezTo>
                  <a:pt x="56562" y="103272"/>
                  <a:pt x="55586" y="104002"/>
                  <a:pt x="54501" y="104002"/>
                </a:cubicBezTo>
                <a:lnTo>
                  <a:pt x="54176" y="104002"/>
                </a:lnTo>
                <a:lnTo>
                  <a:pt x="53850" y="104002"/>
                </a:lnTo>
                <a:cubicBezTo>
                  <a:pt x="52549" y="104002"/>
                  <a:pt x="51573" y="103272"/>
                  <a:pt x="50922" y="101813"/>
                </a:cubicBezTo>
                <a:lnTo>
                  <a:pt x="50922" y="55207"/>
                </a:lnTo>
                <a:lnTo>
                  <a:pt x="2278" y="55207"/>
                </a:lnTo>
                <a:cubicBezTo>
                  <a:pt x="759" y="54477"/>
                  <a:pt x="0" y="53435"/>
                  <a:pt x="0" y="52079"/>
                </a:cubicBezTo>
                <a:lnTo>
                  <a:pt x="0" y="541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" cap="flat">
            <a:solidFill>
              <a:srgbClr val="000000">
                <a:alpha val="12330"/>
              </a:srgbClr>
            </a:solidFill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A0488F-02D8-460C-9A82-024014B8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12" y="3634465"/>
            <a:ext cx="64913" cy="104159"/>
          </a:xfrm>
          <a:custGeom xmlns:a="http://schemas.openxmlformats.org/drawingml/2006/main">
            <a:pathLst>
              <a:path w="64913" h="104159">
                <a:moveTo>
                  <a:pt x="9599" y="37065"/>
                </a:moveTo>
                <a:cubicBezTo>
                  <a:pt x="6670" y="37065"/>
                  <a:pt x="4338" y="36127"/>
                  <a:pt x="2603" y="34250"/>
                </a:cubicBezTo>
                <a:cubicBezTo>
                  <a:pt x="868" y="32374"/>
                  <a:pt x="0" y="30080"/>
                  <a:pt x="0" y="27369"/>
                </a:cubicBezTo>
                <a:cubicBezTo>
                  <a:pt x="0" y="19966"/>
                  <a:pt x="2874" y="13554"/>
                  <a:pt x="8623" y="8133"/>
                </a:cubicBezTo>
                <a:cubicBezTo>
                  <a:pt x="14371" y="2711"/>
                  <a:pt x="21529" y="0"/>
                  <a:pt x="30098" y="0"/>
                </a:cubicBezTo>
                <a:cubicBezTo>
                  <a:pt x="39968" y="0"/>
                  <a:pt x="48211" y="2919"/>
                  <a:pt x="54827" y="8758"/>
                </a:cubicBezTo>
                <a:cubicBezTo>
                  <a:pt x="61443" y="14597"/>
                  <a:pt x="64805" y="22156"/>
                  <a:pt x="64913" y="31435"/>
                </a:cubicBezTo>
                <a:cubicBezTo>
                  <a:pt x="64913" y="35919"/>
                  <a:pt x="63829" y="40193"/>
                  <a:pt x="61660" y="44260"/>
                </a:cubicBezTo>
                <a:cubicBezTo>
                  <a:pt x="59490" y="48326"/>
                  <a:pt x="56887" y="51871"/>
                  <a:pt x="53850" y="54894"/>
                </a:cubicBezTo>
                <a:cubicBezTo>
                  <a:pt x="50814" y="57918"/>
                  <a:pt x="46475" y="61776"/>
                  <a:pt x="40835" y="66468"/>
                </a:cubicBezTo>
                <a:cubicBezTo>
                  <a:pt x="36931" y="69700"/>
                  <a:pt x="31508" y="74496"/>
                  <a:pt x="24566" y="80856"/>
                </a:cubicBezTo>
                <a:lnTo>
                  <a:pt x="14967" y="89614"/>
                </a:lnTo>
                <a:lnTo>
                  <a:pt x="27332" y="89770"/>
                </a:lnTo>
                <a:cubicBezTo>
                  <a:pt x="44360" y="89770"/>
                  <a:pt x="53417" y="89510"/>
                  <a:pt x="54501" y="88988"/>
                </a:cubicBezTo>
                <a:cubicBezTo>
                  <a:pt x="55260" y="88780"/>
                  <a:pt x="56562" y="84140"/>
                  <a:pt x="58406" y="75069"/>
                </a:cubicBezTo>
                <a:lnTo>
                  <a:pt x="58406" y="74600"/>
                </a:lnTo>
                <a:lnTo>
                  <a:pt x="64913" y="74600"/>
                </a:lnTo>
                <a:lnTo>
                  <a:pt x="64913" y="75069"/>
                </a:lnTo>
                <a:cubicBezTo>
                  <a:pt x="64805" y="75382"/>
                  <a:pt x="64100" y="80126"/>
                  <a:pt x="62798" y="89301"/>
                </a:cubicBezTo>
                <a:cubicBezTo>
                  <a:pt x="61497" y="98476"/>
                  <a:pt x="60683" y="103272"/>
                  <a:pt x="60358" y="103690"/>
                </a:cubicBezTo>
                <a:lnTo>
                  <a:pt x="60358" y="104159"/>
                </a:lnTo>
                <a:lnTo>
                  <a:pt x="0" y="104159"/>
                </a:lnTo>
                <a:lnTo>
                  <a:pt x="0" y="101187"/>
                </a:lnTo>
                <a:lnTo>
                  <a:pt x="0" y="99311"/>
                </a:lnTo>
                <a:cubicBezTo>
                  <a:pt x="0" y="98581"/>
                  <a:pt x="325" y="97799"/>
                  <a:pt x="976" y="96965"/>
                </a:cubicBezTo>
                <a:cubicBezTo>
                  <a:pt x="1627" y="96130"/>
                  <a:pt x="3254" y="94306"/>
                  <a:pt x="5857" y="91491"/>
                </a:cubicBezTo>
                <a:cubicBezTo>
                  <a:pt x="9002" y="88154"/>
                  <a:pt x="11714" y="85235"/>
                  <a:pt x="13991" y="82733"/>
                </a:cubicBezTo>
                <a:cubicBezTo>
                  <a:pt x="14967" y="81690"/>
                  <a:pt x="16811" y="79761"/>
                  <a:pt x="19523" y="76946"/>
                </a:cubicBezTo>
                <a:cubicBezTo>
                  <a:pt x="22234" y="74131"/>
                  <a:pt x="24078" y="72202"/>
                  <a:pt x="25054" y="71159"/>
                </a:cubicBezTo>
                <a:cubicBezTo>
                  <a:pt x="26030" y="70117"/>
                  <a:pt x="27603" y="68397"/>
                  <a:pt x="29772" y="65998"/>
                </a:cubicBezTo>
                <a:cubicBezTo>
                  <a:pt x="31942" y="63600"/>
                  <a:pt x="33460" y="61828"/>
                  <a:pt x="34328" y="60681"/>
                </a:cubicBezTo>
                <a:cubicBezTo>
                  <a:pt x="35195" y="59534"/>
                  <a:pt x="36443" y="57970"/>
                  <a:pt x="38069" y="55989"/>
                </a:cubicBezTo>
                <a:cubicBezTo>
                  <a:pt x="39696" y="54008"/>
                  <a:pt x="40835" y="52340"/>
                  <a:pt x="41486" y="50985"/>
                </a:cubicBezTo>
                <a:cubicBezTo>
                  <a:pt x="42137" y="49629"/>
                  <a:pt x="42950" y="48117"/>
                  <a:pt x="43926" y="46449"/>
                </a:cubicBezTo>
                <a:cubicBezTo>
                  <a:pt x="44902" y="44781"/>
                  <a:pt x="45607" y="43113"/>
                  <a:pt x="46041" y="41445"/>
                </a:cubicBezTo>
                <a:cubicBezTo>
                  <a:pt x="46475" y="39776"/>
                  <a:pt x="46855" y="38212"/>
                  <a:pt x="47180" y="36753"/>
                </a:cubicBezTo>
                <a:cubicBezTo>
                  <a:pt x="47506" y="35293"/>
                  <a:pt x="47668" y="33573"/>
                  <a:pt x="47668" y="31592"/>
                </a:cubicBezTo>
                <a:cubicBezTo>
                  <a:pt x="47668" y="25023"/>
                  <a:pt x="45824" y="19341"/>
                  <a:pt x="42137" y="14545"/>
                </a:cubicBezTo>
                <a:cubicBezTo>
                  <a:pt x="38449" y="9749"/>
                  <a:pt x="33189" y="7351"/>
                  <a:pt x="26356" y="7351"/>
                </a:cubicBezTo>
                <a:cubicBezTo>
                  <a:pt x="22777" y="7351"/>
                  <a:pt x="19631" y="8237"/>
                  <a:pt x="16920" y="10009"/>
                </a:cubicBezTo>
                <a:cubicBezTo>
                  <a:pt x="14208" y="11782"/>
                  <a:pt x="12310" y="13502"/>
                  <a:pt x="11226" y="15170"/>
                </a:cubicBezTo>
                <a:cubicBezTo>
                  <a:pt x="10141" y="16838"/>
                  <a:pt x="9599" y="17829"/>
                  <a:pt x="9599" y="18142"/>
                </a:cubicBezTo>
                <a:cubicBezTo>
                  <a:pt x="9599" y="18246"/>
                  <a:pt x="9870" y="18298"/>
                  <a:pt x="10412" y="18298"/>
                </a:cubicBezTo>
                <a:cubicBezTo>
                  <a:pt x="12364" y="18298"/>
                  <a:pt x="14371" y="19028"/>
                  <a:pt x="16432" y="20488"/>
                </a:cubicBezTo>
                <a:cubicBezTo>
                  <a:pt x="18492" y="21947"/>
                  <a:pt x="19523" y="24345"/>
                  <a:pt x="19523" y="27682"/>
                </a:cubicBezTo>
                <a:cubicBezTo>
                  <a:pt x="19523" y="30288"/>
                  <a:pt x="18655" y="32478"/>
                  <a:pt x="16920" y="34250"/>
                </a:cubicBezTo>
                <a:cubicBezTo>
                  <a:pt x="15184" y="36023"/>
                  <a:pt x="12744" y="36961"/>
                  <a:pt x="9599" y="37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41F6D-F515-4B60-A2E5-B2A315AF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12" y="3634465"/>
            <a:ext cx="64913" cy="104159"/>
          </a:xfrm>
          <a:custGeom xmlns:a="http://schemas.openxmlformats.org/drawingml/2006/main">
            <a:pathLst>
              <a:path w="64913" h="104159" fill="none">
                <a:moveTo>
                  <a:pt x="9599" y="37065"/>
                </a:moveTo>
                <a:cubicBezTo>
                  <a:pt x="6670" y="37065"/>
                  <a:pt x="4338" y="36127"/>
                  <a:pt x="2603" y="34250"/>
                </a:cubicBezTo>
                <a:cubicBezTo>
                  <a:pt x="868" y="32374"/>
                  <a:pt x="0" y="30080"/>
                  <a:pt x="0" y="27369"/>
                </a:cubicBezTo>
                <a:cubicBezTo>
                  <a:pt x="0" y="19966"/>
                  <a:pt x="2874" y="13554"/>
                  <a:pt x="8623" y="8133"/>
                </a:cubicBezTo>
                <a:cubicBezTo>
                  <a:pt x="14371" y="2711"/>
                  <a:pt x="21529" y="0"/>
                  <a:pt x="30098" y="0"/>
                </a:cubicBezTo>
                <a:cubicBezTo>
                  <a:pt x="39968" y="0"/>
                  <a:pt x="48211" y="2919"/>
                  <a:pt x="54827" y="8758"/>
                </a:cubicBezTo>
                <a:cubicBezTo>
                  <a:pt x="61443" y="14597"/>
                  <a:pt x="64805" y="22156"/>
                  <a:pt x="64913" y="31435"/>
                </a:cubicBezTo>
                <a:cubicBezTo>
                  <a:pt x="64913" y="35919"/>
                  <a:pt x="63829" y="40193"/>
                  <a:pt x="61660" y="44260"/>
                </a:cubicBezTo>
                <a:cubicBezTo>
                  <a:pt x="59490" y="48326"/>
                  <a:pt x="56887" y="51871"/>
                  <a:pt x="53850" y="54894"/>
                </a:cubicBezTo>
                <a:cubicBezTo>
                  <a:pt x="50814" y="57918"/>
                  <a:pt x="46475" y="61776"/>
                  <a:pt x="40835" y="66468"/>
                </a:cubicBezTo>
                <a:cubicBezTo>
                  <a:pt x="36931" y="69700"/>
                  <a:pt x="31508" y="74496"/>
                  <a:pt x="24566" y="80856"/>
                </a:cubicBezTo>
                <a:lnTo>
                  <a:pt x="14967" y="89614"/>
                </a:lnTo>
                <a:lnTo>
                  <a:pt x="27332" y="89770"/>
                </a:lnTo>
                <a:cubicBezTo>
                  <a:pt x="44360" y="89770"/>
                  <a:pt x="53417" y="89510"/>
                  <a:pt x="54501" y="88988"/>
                </a:cubicBezTo>
                <a:cubicBezTo>
                  <a:pt x="55260" y="88780"/>
                  <a:pt x="56562" y="84140"/>
                  <a:pt x="58406" y="75069"/>
                </a:cubicBezTo>
                <a:lnTo>
                  <a:pt x="58406" y="74600"/>
                </a:lnTo>
                <a:lnTo>
                  <a:pt x="64913" y="74600"/>
                </a:lnTo>
                <a:lnTo>
                  <a:pt x="64913" y="75069"/>
                </a:lnTo>
                <a:cubicBezTo>
                  <a:pt x="64805" y="75382"/>
                  <a:pt x="64100" y="80126"/>
                  <a:pt x="62798" y="89301"/>
                </a:cubicBezTo>
                <a:cubicBezTo>
                  <a:pt x="61497" y="98476"/>
                  <a:pt x="60683" y="103272"/>
                  <a:pt x="60358" y="103690"/>
                </a:cubicBezTo>
                <a:lnTo>
                  <a:pt x="60358" y="104159"/>
                </a:lnTo>
                <a:lnTo>
                  <a:pt x="0" y="104159"/>
                </a:lnTo>
                <a:lnTo>
                  <a:pt x="0" y="101187"/>
                </a:lnTo>
                <a:lnTo>
                  <a:pt x="0" y="99311"/>
                </a:lnTo>
                <a:cubicBezTo>
                  <a:pt x="0" y="98581"/>
                  <a:pt x="325" y="97799"/>
                  <a:pt x="976" y="96965"/>
                </a:cubicBezTo>
                <a:cubicBezTo>
                  <a:pt x="1627" y="96130"/>
                  <a:pt x="3254" y="94306"/>
                  <a:pt x="5857" y="91491"/>
                </a:cubicBezTo>
                <a:cubicBezTo>
                  <a:pt x="9002" y="88154"/>
                  <a:pt x="11714" y="85235"/>
                  <a:pt x="13991" y="82733"/>
                </a:cubicBezTo>
                <a:cubicBezTo>
                  <a:pt x="14967" y="81690"/>
                  <a:pt x="16811" y="79761"/>
                  <a:pt x="19523" y="76946"/>
                </a:cubicBezTo>
                <a:cubicBezTo>
                  <a:pt x="22234" y="74131"/>
                  <a:pt x="24078" y="72202"/>
                  <a:pt x="25054" y="71159"/>
                </a:cubicBezTo>
                <a:cubicBezTo>
                  <a:pt x="26030" y="70117"/>
                  <a:pt x="27603" y="68397"/>
                  <a:pt x="29772" y="65998"/>
                </a:cubicBezTo>
                <a:cubicBezTo>
                  <a:pt x="31942" y="63600"/>
                  <a:pt x="33460" y="61828"/>
                  <a:pt x="34328" y="60681"/>
                </a:cubicBezTo>
                <a:cubicBezTo>
                  <a:pt x="35195" y="59534"/>
                  <a:pt x="36443" y="57970"/>
                  <a:pt x="38069" y="55989"/>
                </a:cubicBezTo>
                <a:cubicBezTo>
                  <a:pt x="39696" y="54008"/>
                  <a:pt x="40835" y="52340"/>
                  <a:pt x="41486" y="50985"/>
                </a:cubicBezTo>
                <a:cubicBezTo>
                  <a:pt x="42137" y="49629"/>
                  <a:pt x="42950" y="48117"/>
                  <a:pt x="43926" y="46449"/>
                </a:cubicBezTo>
                <a:cubicBezTo>
                  <a:pt x="44902" y="44781"/>
                  <a:pt x="45607" y="43113"/>
                  <a:pt x="46041" y="41445"/>
                </a:cubicBezTo>
                <a:cubicBezTo>
                  <a:pt x="46475" y="39776"/>
                  <a:pt x="46855" y="38212"/>
                  <a:pt x="47180" y="36753"/>
                </a:cubicBezTo>
                <a:cubicBezTo>
                  <a:pt x="47506" y="35293"/>
                  <a:pt x="47668" y="33573"/>
                  <a:pt x="47668" y="31592"/>
                </a:cubicBezTo>
                <a:cubicBezTo>
                  <a:pt x="47668" y="25023"/>
                  <a:pt x="45824" y="19341"/>
                  <a:pt x="42137" y="14545"/>
                </a:cubicBezTo>
                <a:cubicBezTo>
                  <a:pt x="38449" y="9749"/>
                  <a:pt x="33189" y="7351"/>
                  <a:pt x="26356" y="7351"/>
                </a:cubicBezTo>
                <a:cubicBezTo>
                  <a:pt x="22777" y="7351"/>
                  <a:pt x="19631" y="8237"/>
                  <a:pt x="16920" y="10009"/>
                </a:cubicBezTo>
                <a:cubicBezTo>
                  <a:pt x="14208" y="11782"/>
                  <a:pt x="12310" y="13502"/>
                  <a:pt x="11226" y="15170"/>
                </a:cubicBezTo>
                <a:cubicBezTo>
                  <a:pt x="10141" y="16838"/>
                  <a:pt x="9599" y="17829"/>
                  <a:pt x="9599" y="18142"/>
                </a:cubicBezTo>
                <a:cubicBezTo>
                  <a:pt x="9599" y="18246"/>
                  <a:pt x="9870" y="18298"/>
                  <a:pt x="10412" y="18298"/>
                </a:cubicBezTo>
                <a:cubicBezTo>
                  <a:pt x="12364" y="18298"/>
                  <a:pt x="14371" y="19028"/>
                  <a:pt x="16432" y="20488"/>
                </a:cubicBezTo>
                <a:cubicBezTo>
                  <a:pt x="18492" y="21947"/>
                  <a:pt x="19523" y="24345"/>
                  <a:pt x="19523" y="27682"/>
                </a:cubicBezTo>
                <a:cubicBezTo>
                  <a:pt x="19523" y="30288"/>
                  <a:pt x="18655" y="32478"/>
                  <a:pt x="16920" y="34250"/>
                </a:cubicBezTo>
                <a:cubicBezTo>
                  <a:pt x="15184" y="36023"/>
                  <a:pt x="12744" y="36961"/>
                  <a:pt x="9599" y="370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" cap="flat">
            <a:solidFill>
              <a:srgbClr val="000000">
                <a:alpha val="12330"/>
              </a:srgbClr>
            </a:solidFill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6C054-D6AC-4A2A-A200-C9A90671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877" y="3600393"/>
            <a:ext cx="48424" cy="76073"/>
          </a:xfrm>
          <a:custGeom xmlns:a="http://schemas.openxmlformats.org/drawingml/2006/main">
            <a:pathLst>
              <a:path w="48424" h="76073">
                <a:moveTo>
                  <a:pt x="6556" y="8956"/>
                </a:moveTo>
                <a:cubicBezTo>
                  <a:pt x="10850" y="2985"/>
                  <a:pt x="16717" y="0"/>
                  <a:pt x="24155" y="0"/>
                </a:cubicBezTo>
                <a:cubicBezTo>
                  <a:pt x="27835" y="0"/>
                  <a:pt x="31516" y="958"/>
                  <a:pt x="35197" y="2875"/>
                </a:cubicBezTo>
                <a:cubicBezTo>
                  <a:pt x="38877" y="4791"/>
                  <a:pt x="41868" y="8182"/>
                  <a:pt x="44168" y="13047"/>
                </a:cubicBezTo>
                <a:cubicBezTo>
                  <a:pt x="47006" y="19166"/>
                  <a:pt x="48424" y="27569"/>
                  <a:pt x="48424" y="38258"/>
                </a:cubicBezTo>
                <a:cubicBezTo>
                  <a:pt x="48424" y="49683"/>
                  <a:pt x="46776" y="58418"/>
                  <a:pt x="43478" y="64463"/>
                </a:cubicBezTo>
                <a:cubicBezTo>
                  <a:pt x="41945" y="67559"/>
                  <a:pt x="39836" y="70028"/>
                  <a:pt x="37152" y="71871"/>
                </a:cubicBezTo>
                <a:cubicBezTo>
                  <a:pt x="34468" y="73714"/>
                  <a:pt x="32129" y="74856"/>
                  <a:pt x="30136" y="75299"/>
                </a:cubicBezTo>
                <a:cubicBezTo>
                  <a:pt x="28142" y="75741"/>
                  <a:pt x="26187" y="75999"/>
                  <a:pt x="24270" y="76073"/>
                </a:cubicBezTo>
                <a:cubicBezTo>
                  <a:pt x="22276" y="76073"/>
                  <a:pt x="20282" y="75852"/>
                  <a:pt x="18288" y="75409"/>
                </a:cubicBezTo>
                <a:cubicBezTo>
                  <a:pt x="16295" y="74967"/>
                  <a:pt x="13956" y="73788"/>
                  <a:pt x="11272" y="71871"/>
                </a:cubicBezTo>
                <a:cubicBezTo>
                  <a:pt x="8588" y="69955"/>
                  <a:pt x="6480" y="67485"/>
                  <a:pt x="4946" y="64463"/>
                </a:cubicBezTo>
                <a:cubicBezTo>
                  <a:pt x="1649" y="58418"/>
                  <a:pt x="0" y="49683"/>
                  <a:pt x="0" y="38258"/>
                </a:cubicBezTo>
                <a:cubicBezTo>
                  <a:pt x="0" y="25431"/>
                  <a:pt x="2185" y="15664"/>
                  <a:pt x="6556" y="8956"/>
                </a:cubicBezTo>
                <a:close/>
                <a:moveTo>
                  <a:pt x="32436" y="7629"/>
                </a:moveTo>
                <a:cubicBezTo>
                  <a:pt x="30136" y="5271"/>
                  <a:pt x="27414" y="4091"/>
                  <a:pt x="24270" y="4091"/>
                </a:cubicBezTo>
                <a:cubicBezTo>
                  <a:pt x="21049" y="4091"/>
                  <a:pt x="18288" y="5271"/>
                  <a:pt x="15988" y="7629"/>
                </a:cubicBezTo>
                <a:cubicBezTo>
                  <a:pt x="14071" y="9546"/>
                  <a:pt x="12806" y="12200"/>
                  <a:pt x="12192" y="15590"/>
                </a:cubicBezTo>
                <a:cubicBezTo>
                  <a:pt x="11579" y="18981"/>
                  <a:pt x="11272" y="26058"/>
                  <a:pt x="11272" y="36820"/>
                </a:cubicBezTo>
                <a:cubicBezTo>
                  <a:pt x="11272" y="48467"/>
                  <a:pt x="11579" y="56133"/>
                  <a:pt x="12192" y="59819"/>
                </a:cubicBezTo>
                <a:cubicBezTo>
                  <a:pt x="12806" y="63505"/>
                  <a:pt x="14186" y="66416"/>
                  <a:pt x="16333" y="68554"/>
                </a:cubicBezTo>
                <a:cubicBezTo>
                  <a:pt x="18480" y="70765"/>
                  <a:pt x="21126" y="71871"/>
                  <a:pt x="24270" y="71871"/>
                </a:cubicBezTo>
                <a:cubicBezTo>
                  <a:pt x="27337" y="71871"/>
                  <a:pt x="29944" y="70765"/>
                  <a:pt x="32091" y="68554"/>
                </a:cubicBezTo>
                <a:cubicBezTo>
                  <a:pt x="34315" y="66343"/>
                  <a:pt x="35695" y="63247"/>
                  <a:pt x="36232" y="59266"/>
                </a:cubicBezTo>
                <a:cubicBezTo>
                  <a:pt x="36769" y="55285"/>
                  <a:pt x="37075" y="47803"/>
                  <a:pt x="37152" y="36820"/>
                </a:cubicBezTo>
                <a:cubicBezTo>
                  <a:pt x="37152" y="26132"/>
                  <a:pt x="36845" y="19092"/>
                  <a:pt x="36232" y="15701"/>
                </a:cubicBezTo>
                <a:cubicBezTo>
                  <a:pt x="35618" y="12310"/>
                  <a:pt x="34353" y="9620"/>
                  <a:pt x="32436" y="7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D6339-F8DE-4753-BE7C-1AF2CC8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877" y="3600393"/>
            <a:ext cx="48424" cy="76073"/>
          </a:xfrm>
          <a:custGeom xmlns:a="http://schemas.openxmlformats.org/drawingml/2006/main">
            <a:pathLst>
              <a:path w="48424" h="76073" fill="none">
                <a:moveTo>
                  <a:pt x="6556" y="8956"/>
                </a:moveTo>
                <a:cubicBezTo>
                  <a:pt x="10850" y="2985"/>
                  <a:pt x="16717" y="0"/>
                  <a:pt x="24155" y="0"/>
                </a:cubicBezTo>
                <a:cubicBezTo>
                  <a:pt x="27835" y="0"/>
                  <a:pt x="31516" y="958"/>
                  <a:pt x="35197" y="2875"/>
                </a:cubicBezTo>
                <a:cubicBezTo>
                  <a:pt x="38877" y="4791"/>
                  <a:pt x="41868" y="8182"/>
                  <a:pt x="44168" y="13047"/>
                </a:cubicBezTo>
                <a:cubicBezTo>
                  <a:pt x="47006" y="19166"/>
                  <a:pt x="48424" y="27569"/>
                  <a:pt x="48424" y="38258"/>
                </a:cubicBezTo>
                <a:cubicBezTo>
                  <a:pt x="48424" y="49683"/>
                  <a:pt x="46776" y="58418"/>
                  <a:pt x="43478" y="64463"/>
                </a:cubicBezTo>
                <a:cubicBezTo>
                  <a:pt x="41945" y="67559"/>
                  <a:pt x="39836" y="70028"/>
                  <a:pt x="37152" y="71871"/>
                </a:cubicBezTo>
                <a:cubicBezTo>
                  <a:pt x="34468" y="73714"/>
                  <a:pt x="32129" y="74856"/>
                  <a:pt x="30136" y="75299"/>
                </a:cubicBezTo>
                <a:cubicBezTo>
                  <a:pt x="28142" y="75741"/>
                  <a:pt x="26187" y="75999"/>
                  <a:pt x="24270" y="76073"/>
                </a:cubicBezTo>
                <a:cubicBezTo>
                  <a:pt x="22276" y="76073"/>
                  <a:pt x="20282" y="75852"/>
                  <a:pt x="18288" y="75409"/>
                </a:cubicBezTo>
                <a:cubicBezTo>
                  <a:pt x="16295" y="74967"/>
                  <a:pt x="13956" y="73788"/>
                  <a:pt x="11272" y="71871"/>
                </a:cubicBezTo>
                <a:cubicBezTo>
                  <a:pt x="8588" y="69955"/>
                  <a:pt x="6480" y="67485"/>
                  <a:pt x="4946" y="64463"/>
                </a:cubicBezTo>
                <a:cubicBezTo>
                  <a:pt x="1649" y="58418"/>
                  <a:pt x="0" y="49683"/>
                  <a:pt x="0" y="38258"/>
                </a:cubicBezTo>
                <a:cubicBezTo>
                  <a:pt x="0" y="25431"/>
                  <a:pt x="2185" y="15664"/>
                  <a:pt x="6556" y="8956"/>
                </a:cubicBezTo>
                <a:close/>
                <a:moveTo>
                  <a:pt x="32436" y="7629"/>
                </a:moveTo>
                <a:cubicBezTo>
                  <a:pt x="30136" y="5271"/>
                  <a:pt x="27414" y="4091"/>
                  <a:pt x="24270" y="4091"/>
                </a:cubicBezTo>
                <a:cubicBezTo>
                  <a:pt x="21049" y="4091"/>
                  <a:pt x="18288" y="5271"/>
                  <a:pt x="15988" y="7629"/>
                </a:cubicBezTo>
                <a:cubicBezTo>
                  <a:pt x="14071" y="9546"/>
                  <a:pt x="12806" y="12200"/>
                  <a:pt x="12192" y="15590"/>
                </a:cubicBezTo>
                <a:cubicBezTo>
                  <a:pt x="11579" y="18981"/>
                  <a:pt x="11272" y="26058"/>
                  <a:pt x="11272" y="36820"/>
                </a:cubicBezTo>
                <a:cubicBezTo>
                  <a:pt x="11272" y="48467"/>
                  <a:pt x="11579" y="56133"/>
                  <a:pt x="12192" y="59819"/>
                </a:cubicBezTo>
                <a:cubicBezTo>
                  <a:pt x="12806" y="63505"/>
                  <a:pt x="14186" y="66416"/>
                  <a:pt x="16333" y="68554"/>
                </a:cubicBezTo>
                <a:cubicBezTo>
                  <a:pt x="18480" y="70765"/>
                  <a:pt x="21126" y="71871"/>
                  <a:pt x="24270" y="71871"/>
                </a:cubicBezTo>
                <a:cubicBezTo>
                  <a:pt x="27337" y="71871"/>
                  <a:pt x="29944" y="70765"/>
                  <a:pt x="32091" y="68554"/>
                </a:cubicBezTo>
                <a:cubicBezTo>
                  <a:pt x="34315" y="66343"/>
                  <a:pt x="35695" y="63247"/>
                  <a:pt x="36232" y="59266"/>
                </a:cubicBezTo>
                <a:cubicBezTo>
                  <a:pt x="36769" y="55285"/>
                  <a:pt x="37075" y="47803"/>
                  <a:pt x="37152" y="36820"/>
                </a:cubicBezTo>
                <a:cubicBezTo>
                  <a:pt x="37152" y="26132"/>
                  <a:pt x="36845" y="19092"/>
                  <a:pt x="36232" y="15701"/>
                </a:cubicBezTo>
                <a:cubicBezTo>
                  <a:pt x="35618" y="12310"/>
                  <a:pt x="34353" y="9620"/>
                  <a:pt x="32436" y="762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" cap="flat">
            <a:solidFill>
              <a:srgbClr val="000000">
                <a:alpha val="8720"/>
              </a:srgbClr>
            </a:solidFill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28C79-0FCD-4AC1-815E-0C3134F6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46" y="3659069"/>
            <a:ext cx="108352" cy="104002"/>
          </a:xfrm>
          <a:custGeom xmlns:a="http://schemas.openxmlformats.org/drawingml/2006/main">
            <a:pathLst>
              <a:path w="108352" h="104002">
                <a:moveTo>
                  <a:pt x="0" y="54112"/>
                </a:moveTo>
                <a:cubicBezTo>
                  <a:pt x="0" y="54112"/>
                  <a:pt x="0" y="53435"/>
                  <a:pt x="0" y="52079"/>
                </a:cubicBezTo>
                <a:cubicBezTo>
                  <a:pt x="0" y="50724"/>
                  <a:pt x="759" y="49681"/>
                  <a:pt x="2278" y="48951"/>
                </a:cubicBezTo>
                <a:lnTo>
                  <a:pt x="50922" y="48951"/>
                </a:lnTo>
                <a:lnTo>
                  <a:pt x="50922" y="25492"/>
                </a:lnTo>
                <a:lnTo>
                  <a:pt x="51085" y="2033"/>
                </a:lnTo>
                <a:cubicBezTo>
                  <a:pt x="52169" y="678"/>
                  <a:pt x="53200" y="0"/>
                  <a:pt x="54176" y="0"/>
                </a:cubicBezTo>
                <a:cubicBezTo>
                  <a:pt x="55586" y="0"/>
                  <a:pt x="56670" y="782"/>
                  <a:pt x="57430" y="2346"/>
                </a:cubicBezTo>
                <a:lnTo>
                  <a:pt x="57430" y="48951"/>
                </a:lnTo>
                <a:lnTo>
                  <a:pt x="105911" y="48951"/>
                </a:lnTo>
                <a:cubicBezTo>
                  <a:pt x="107538" y="49786"/>
                  <a:pt x="108352" y="50828"/>
                  <a:pt x="108352" y="52079"/>
                </a:cubicBezTo>
                <a:cubicBezTo>
                  <a:pt x="108352" y="53331"/>
                  <a:pt x="107538" y="54373"/>
                  <a:pt x="105911" y="55207"/>
                </a:cubicBezTo>
                <a:lnTo>
                  <a:pt x="57430" y="55207"/>
                </a:lnTo>
                <a:lnTo>
                  <a:pt x="57430" y="101813"/>
                </a:lnTo>
                <a:cubicBezTo>
                  <a:pt x="56562" y="103272"/>
                  <a:pt x="55586" y="104002"/>
                  <a:pt x="54501" y="104002"/>
                </a:cubicBezTo>
                <a:lnTo>
                  <a:pt x="54176" y="104002"/>
                </a:lnTo>
                <a:lnTo>
                  <a:pt x="53850" y="104002"/>
                </a:lnTo>
                <a:cubicBezTo>
                  <a:pt x="52549" y="104002"/>
                  <a:pt x="51573" y="103272"/>
                  <a:pt x="50922" y="101813"/>
                </a:cubicBezTo>
                <a:lnTo>
                  <a:pt x="50922" y="55207"/>
                </a:lnTo>
                <a:lnTo>
                  <a:pt x="2278" y="55207"/>
                </a:lnTo>
                <a:cubicBezTo>
                  <a:pt x="759" y="54477"/>
                  <a:pt x="0" y="53435"/>
                  <a:pt x="0" y="52079"/>
                </a:cubicBezTo>
                <a:lnTo>
                  <a:pt x="0" y="54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EE706A-5633-41AF-B2ED-36A7C41D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46" y="3659069"/>
            <a:ext cx="108352" cy="104002"/>
          </a:xfrm>
          <a:custGeom xmlns:a="http://schemas.openxmlformats.org/drawingml/2006/main">
            <a:pathLst>
              <a:path w="108352" h="104002" fill="none">
                <a:moveTo>
                  <a:pt x="0" y="54112"/>
                </a:moveTo>
                <a:cubicBezTo>
                  <a:pt x="0" y="54112"/>
                  <a:pt x="0" y="53435"/>
                  <a:pt x="0" y="52079"/>
                </a:cubicBezTo>
                <a:cubicBezTo>
                  <a:pt x="0" y="50724"/>
                  <a:pt x="759" y="49681"/>
                  <a:pt x="2278" y="48951"/>
                </a:cubicBezTo>
                <a:lnTo>
                  <a:pt x="50922" y="48951"/>
                </a:lnTo>
                <a:lnTo>
                  <a:pt x="50922" y="25492"/>
                </a:lnTo>
                <a:lnTo>
                  <a:pt x="51085" y="2033"/>
                </a:lnTo>
                <a:cubicBezTo>
                  <a:pt x="52169" y="678"/>
                  <a:pt x="53200" y="0"/>
                  <a:pt x="54176" y="0"/>
                </a:cubicBezTo>
                <a:cubicBezTo>
                  <a:pt x="55586" y="0"/>
                  <a:pt x="56670" y="782"/>
                  <a:pt x="57430" y="2346"/>
                </a:cubicBezTo>
                <a:lnTo>
                  <a:pt x="57430" y="48951"/>
                </a:lnTo>
                <a:lnTo>
                  <a:pt x="105911" y="48951"/>
                </a:lnTo>
                <a:cubicBezTo>
                  <a:pt x="107538" y="49786"/>
                  <a:pt x="108352" y="50828"/>
                  <a:pt x="108352" y="52079"/>
                </a:cubicBezTo>
                <a:cubicBezTo>
                  <a:pt x="108352" y="53331"/>
                  <a:pt x="107538" y="54373"/>
                  <a:pt x="105911" y="55207"/>
                </a:cubicBezTo>
                <a:lnTo>
                  <a:pt x="57430" y="55207"/>
                </a:lnTo>
                <a:lnTo>
                  <a:pt x="57430" y="101813"/>
                </a:lnTo>
                <a:cubicBezTo>
                  <a:pt x="56562" y="103272"/>
                  <a:pt x="55586" y="104002"/>
                  <a:pt x="54501" y="104002"/>
                </a:cubicBezTo>
                <a:lnTo>
                  <a:pt x="54176" y="104002"/>
                </a:lnTo>
                <a:lnTo>
                  <a:pt x="53850" y="104002"/>
                </a:lnTo>
                <a:cubicBezTo>
                  <a:pt x="52549" y="104002"/>
                  <a:pt x="51573" y="103272"/>
                  <a:pt x="50922" y="101813"/>
                </a:cubicBezTo>
                <a:lnTo>
                  <a:pt x="50922" y="55207"/>
                </a:lnTo>
                <a:lnTo>
                  <a:pt x="2278" y="55207"/>
                </a:lnTo>
                <a:cubicBezTo>
                  <a:pt x="759" y="54477"/>
                  <a:pt x="0" y="53435"/>
                  <a:pt x="0" y="52079"/>
                </a:cubicBezTo>
                <a:lnTo>
                  <a:pt x="0" y="541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" cap="flat">
            <a:solidFill>
              <a:srgbClr val="000000">
                <a:alpha val="12330"/>
              </a:srgbClr>
            </a:solidFill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E2BE38-97EC-4AD7-9DEC-E4108FBA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143" y="3646088"/>
            <a:ext cx="64913" cy="104159"/>
          </a:xfrm>
          <a:custGeom xmlns:a="http://schemas.openxmlformats.org/drawingml/2006/main">
            <a:pathLst>
              <a:path w="64913" h="104159">
                <a:moveTo>
                  <a:pt x="9599" y="37065"/>
                </a:moveTo>
                <a:cubicBezTo>
                  <a:pt x="6670" y="37065"/>
                  <a:pt x="4338" y="36127"/>
                  <a:pt x="2603" y="34250"/>
                </a:cubicBezTo>
                <a:cubicBezTo>
                  <a:pt x="868" y="32374"/>
                  <a:pt x="0" y="30080"/>
                  <a:pt x="0" y="27369"/>
                </a:cubicBezTo>
                <a:cubicBezTo>
                  <a:pt x="0" y="19966"/>
                  <a:pt x="2874" y="13554"/>
                  <a:pt x="8623" y="8133"/>
                </a:cubicBezTo>
                <a:cubicBezTo>
                  <a:pt x="14371" y="2711"/>
                  <a:pt x="21529" y="0"/>
                  <a:pt x="30098" y="0"/>
                </a:cubicBezTo>
                <a:cubicBezTo>
                  <a:pt x="39968" y="0"/>
                  <a:pt x="48211" y="2919"/>
                  <a:pt x="54827" y="8758"/>
                </a:cubicBezTo>
                <a:cubicBezTo>
                  <a:pt x="61443" y="14597"/>
                  <a:pt x="64805" y="22156"/>
                  <a:pt x="64913" y="31435"/>
                </a:cubicBezTo>
                <a:cubicBezTo>
                  <a:pt x="64913" y="35919"/>
                  <a:pt x="63829" y="40193"/>
                  <a:pt x="61660" y="44260"/>
                </a:cubicBezTo>
                <a:cubicBezTo>
                  <a:pt x="59490" y="48326"/>
                  <a:pt x="56887" y="51871"/>
                  <a:pt x="53850" y="54894"/>
                </a:cubicBezTo>
                <a:cubicBezTo>
                  <a:pt x="50814" y="57918"/>
                  <a:pt x="46475" y="61776"/>
                  <a:pt x="40835" y="66468"/>
                </a:cubicBezTo>
                <a:cubicBezTo>
                  <a:pt x="36931" y="69700"/>
                  <a:pt x="31508" y="74496"/>
                  <a:pt x="24566" y="80856"/>
                </a:cubicBezTo>
                <a:lnTo>
                  <a:pt x="14967" y="89614"/>
                </a:lnTo>
                <a:lnTo>
                  <a:pt x="27332" y="89770"/>
                </a:lnTo>
                <a:cubicBezTo>
                  <a:pt x="44360" y="89770"/>
                  <a:pt x="53417" y="89510"/>
                  <a:pt x="54501" y="88988"/>
                </a:cubicBezTo>
                <a:cubicBezTo>
                  <a:pt x="55260" y="88780"/>
                  <a:pt x="56562" y="84140"/>
                  <a:pt x="58406" y="75069"/>
                </a:cubicBezTo>
                <a:lnTo>
                  <a:pt x="58406" y="74600"/>
                </a:lnTo>
                <a:lnTo>
                  <a:pt x="64913" y="74600"/>
                </a:lnTo>
                <a:lnTo>
                  <a:pt x="64913" y="75069"/>
                </a:lnTo>
                <a:cubicBezTo>
                  <a:pt x="64805" y="75382"/>
                  <a:pt x="64100" y="80126"/>
                  <a:pt x="62798" y="89301"/>
                </a:cubicBezTo>
                <a:cubicBezTo>
                  <a:pt x="61497" y="98476"/>
                  <a:pt x="60683" y="103272"/>
                  <a:pt x="60358" y="103690"/>
                </a:cubicBezTo>
                <a:lnTo>
                  <a:pt x="60358" y="104159"/>
                </a:lnTo>
                <a:lnTo>
                  <a:pt x="0" y="104159"/>
                </a:lnTo>
                <a:lnTo>
                  <a:pt x="0" y="101187"/>
                </a:lnTo>
                <a:lnTo>
                  <a:pt x="0" y="99311"/>
                </a:lnTo>
                <a:cubicBezTo>
                  <a:pt x="0" y="98581"/>
                  <a:pt x="325" y="97799"/>
                  <a:pt x="976" y="96965"/>
                </a:cubicBezTo>
                <a:cubicBezTo>
                  <a:pt x="1627" y="96130"/>
                  <a:pt x="3254" y="94306"/>
                  <a:pt x="5857" y="91491"/>
                </a:cubicBezTo>
                <a:cubicBezTo>
                  <a:pt x="9002" y="88154"/>
                  <a:pt x="11714" y="85235"/>
                  <a:pt x="13991" y="82733"/>
                </a:cubicBezTo>
                <a:cubicBezTo>
                  <a:pt x="14967" y="81690"/>
                  <a:pt x="16811" y="79761"/>
                  <a:pt x="19523" y="76946"/>
                </a:cubicBezTo>
                <a:cubicBezTo>
                  <a:pt x="22234" y="74131"/>
                  <a:pt x="24078" y="72202"/>
                  <a:pt x="25054" y="71159"/>
                </a:cubicBezTo>
                <a:cubicBezTo>
                  <a:pt x="26030" y="70117"/>
                  <a:pt x="27603" y="68397"/>
                  <a:pt x="29772" y="65998"/>
                </a:cubicBezTo>
                <a:cubicBezTo>
                  <a:pt x="31942" y="63600"/>
                  <a:pt x="33460" y="61828"/>
                  <a:pt x="34328" y="60681"/>
                </a:cubicBezTo>
                <a:cubicBezTo>
                  <a:pt x="35195" y="59534"/>
                  <a:pt x="36443" y="57970"/>
                  <a:pt x="38069" y="55989"/>
                </a:cubicBezTo>
                <a:cubicBezTo>
                  <a:pt x="39696" y="54008"/>
                  <a:pt x="40835" y="52340"/>
                  <a:pt x="41486" y="50985"/>
                </a:cubicBezTo>
                <a:cubicBezTo>
                  <a:pt x="42137" y="49629"/>
                  <a:pt x="42950" y="48117"/>
                  <a:pt x="43926" y="46449"/>
                </a:cubicBezTo>
                <a:cubicBezTo>
                  <a:pt x="44902" y="44781"/>
                  <a:pt x="45607" y="43113"/>
                  <a:pt x="46041" y="41445"/>
                </a:cubicBezTo>
                <a:cubicBezTo>
                  <a:pt x="46475" y="39776"/>
                  <a:pt x="46855" y="38212"/>
                  <a:pt x="47180" y="36753"/>
                </a:cubicBezTo>
                <a:cubicBezTo>
                  <a:pt x="47506" y="35293"/>
                  <a:pt x="47668" y="33573"/>
                  <a:pt x="47668" y="31592"/>
                </a:cubicBezTo>
                <a:cubicBezTo>
                  <a:pt x="47668" y="25023"/>
                  <a:pt x="45824" y="19341"/>
                  <a:pt x="42137" y="14545"/>
                </a:cubicBezTo>
                <a:cubicBezTo>
                  <a:pt x="38449" y="9749"/>
                  <a:pt x="33189" y="7351"/>
                  <a:pt x="26356" y="7351"/>
                </a:cubicBezTo>
                <a:cubicBezTo>
                  <a:pt x="22777" y="7351"/>
                  <a:pt x="19631" y="8237"/>
                  <a:pt x="16920" y="10009"/>
                </a:cubicBezTo>
                <a:cubicBezTo>
                  <a:pt x="14208" y="11782"/>
                  <a:pt x="12310" y="13502"/>
                  <a:pt x="11226" y="15170"/>
                </a:cubicBezTo>
                <a:cubicBezTo>
                  <a:pt x="10141" y="16838"/>
                  <a:pt x="9599" y="17829"/>
                  <a:pt x="9599" y="18142"/>
                </a:cubicBezTo>
                <a:cubicBezTo>
                  <a:pt x="9599" y="18246"/>
                  <a:pt x="9870" y="18298"/>
                  <a:pt x="10412" y="18298"/>
                </a:cubicBezTo>
                <a:cubicBezTo>
                  <a:pt x="12364" y="18298"/>
                  <a:pt x="14371" y="19028"/>
                  <a:pt x="16432" y="20488"/>
                </a:cubicBezTo>
                <a:cubicBezTo>
                  <a:pt x="18492" y="21947"/>
                  <a:pt x="19523" y="24345"/>
                  <a:pt x="19523" y="27682"/>
                </a:cubicBezTo>
                <a:cubicBezTo>
                  <a:pt x="19523" y="30288"/>
                  <a:pt x="18655" y="32478"/>
                  <a:pt x="16920" y="34250"/>
                </a:cubicBezTo>
                <a:cubicBezTo>
                  <a:pt x="15184" y="36023"/>
                  <a:pt x="12744" y="36961"/>
                  <a:pt x="9599" y="37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EDA66-4AD9-4A1E-81D5-C3133711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2143" y="3646088"/>
            <a:ext cx="64913" cy="104159"/>
          </a:xfrm>
          <a:custGeom xmlns:a="http://schemas.openxmlformats.org/drawingml/2006/main">
            <a:pathLst>
              <a:path w="64913" h="104159" fill="none">
                <a:moveTo>
                  <a:pt x="9599" y="37065"/>
                </a:moveTo>
                <a:cubicBezTo>
                  <a:pt x="6670" y="37065"/>
                  <a:pt x="4338" y="36127"/>
                  <a:pt x="2603" y="34250"/>
                </a:cubicBezTo>
                <a:cubicBezTo>
                  <a:pt x="868" y="32374"/>
                  <a:pt x="0" y="30080"/>
                  <a:pt x="0" y="27369"/>
                </a:cubicBezTo>
                <a:cubicBezTo>
                  <a:pt x="0" y="19966"/>
                  <a:pt x="2874" y="13554"/>
                  <a:pt x="8623" y="8133"/>
                </a:cubicBezTo>
                <a:cubicBezTo>
                  <a:pt x="14371" y="2711"/>
                  <a:pt x="21529" y="0"/>
                  <a:pt x="30098" y="0"/>
                </a:cubicBezTo>
                <a:cubicBezTo>
                  <a:pt x="39968" y="0"/>
                  <a:pt x="48211" y="2919"/>
                  <a:pt x="54827" y="8758"/>
                </a:cubicBezTo>
                <a:cubicBezTo>
                  <a:pt x="61443" y="14597"/>
                  <a:pt x="64805" y="22156"/>
                  <a:pt x="64913" y="31435"/>
                </a:cubicBezTo>
                <a:cubicBezTo>
                  <a:pt x="64913" y="35919"/>
                  <a:pt x="63829" y="40193"/>
                  <a:pt x="61660" y="44260"/>
                </a:cubicBezTo>
                <a:cubicBezTo>
                  <a:pt x="59490" y="48326"/>
                  <a:pt x="56887" y="51871"/>
                  <a:pt x="53850" y="54894"/>
                </a:cubicBezTo>
                <a:cubicBezTo>
                  <a:pt x="50814" y="57918"/>
                  <a:pt x="46475" y="61776"/>
                  <a:pt x="40835" y="66468"/>
                </a:cubicBezTo>
                <a:cubicBezTo>
                  <a:pt x="36931" y="69700"/>
                  <a:pt x="31508" y="74496"/>
                  <a:pt x="24566" y="80856"/>
                </a:cubicBezTo>
                <a:lnTo>
                  <a:pt x="14967" y="89614"/>
                </a:lnTo>
                <a:lnTo>
                  <a:pt x="27332" y="89770"/>
                </a:lnTo>
                <a:cubicBezTo>
                  <a:pt x="44360" y="89770"/>
                  <a:pt x="53417" y="89510"/>
                  <a:pt x="54501" y="88988"/>
                </a:cubicBezTo>
                <a:cubicBezTo>
                  <a:pt x="55260" y="88780"/>
                  <a:pt x="56562" y="84140"/>
                  <a:pt x="58406" y="75069"/>
                </a:cubicBezTo>
                <a:lnTo>
                  <a:pt x="58406" y="74600"/>
                </a:lnTo>
                <a:lnTo>
                  <a:pt x="64913" y="74600"/>
                </a:lnTo>
                <a:lnTo>
                  <a:pt x="64913" y="75069"/>
                </a:lnTo>
                <a:cubicBezTo>
                  <a:pt x="64805" y="75382"/>
                  <a:pt x="64100" y="80126"/>
                  <a:pt x="62798" y="89301"/>
                </a:cubicBezTo>
                <a:cubicBezTo>
                  <a:pt x="61497" y="98476"/>
                  <a:pt x="60683" y="103272"/>
                  <a:pt x="60358" y="103690"/>
                </a:cubicBezTo>
                <a:lnTo>
                  <a:pt x="60358" y="104159"/>
                </a:lnTo>
                <a:lnTo>
                  <a:pt x="0" y="104159"/>
                </a:lnTo>
                <a:lnTo>
                  <a:pt x="0" y="101187"/>
                </a:lnTo>
                <a:lnTo>
                  <a:pt x="0" y="99311"/>
                </a:lnTo>
                <a:cubicBezTo>
                  <a:pt x="0" y="98581"/>
                  <a:pt x="325" y="97799"/>
                  <a:pt x="976" y="96965"/>
                </a:cubicBezTo>
                <a:cubicBezTo>
                  <a:pt x="1627" y="96130"/>
                  <a:pt x="3254" y="94306"/>
                  <a:pt x="5857" y="91491"/>
                </a:cubicBezTo>
                <a:cubicBezTo>
                  <a:pt x="9002" y="88154"/>
                  <a:pt x="11714" y="85235"/>
                  <a:pt x="13991" y="82733"/>
                </a:cubicBezTo>
                <a:cubicBezTo>
                  <a:pt x="14967" y="81690"/>
                  <a:pt x="16811" y="79761"/>
                  <a:pt x="19523" y="76946"/>
                </a:cubicBezTo>
                <a:cubicBezTo>
                  <a:pt x="22234" y="74131"/>
                  <a:pt x="24078" y="72202"/>
                  <a:pt x="25054" y="71159"/>
                </a:cubicBezTo>
                <a:cubicBezTo>
                  <a:pt x="26030" y="70117"/>
                  <a:pt x="27603" y="68397"/>
                  <a:pt x="29772" y="65998"/>
                </a:cubicBezTo>
                <a:cubicBezTo>
                  <a:pt x="31942" y="63600"/>
                  <a:pt x="33460" y="61828"/>
                  <a:pt x="34328" y="60681"/>
                </a:cubicBezTo>
                <a:cubicBezTo>
                  <a:pt x="35195" y="59534"/>
                  <a:pt x="36443" y="57970"/>
                  <a:pt x="38069" y="55989"/>
                </a:cubicBezTo>
                <a:cubicBezTo>
                  <a:pt x="39696" y="54008"/>
                  <a:pt x="40835" y="52340"/>
                  <a:pt x="41486" y="50985"/>
                </a:cubicBezTo>
                <a:cubicBezTo>
                  <a:pt x="42137" y="49629"/>
                  <a:pt x="42950" y="48117"/>
                  <a:pt x="43926" y="46449"/>
                </a:cubicBezTo>
                <a:cubicBezTo>
                  <a:pt x="44902" y="44781"/>
                  <a:pt x="45607" y="43113"/>
                  <a:pt x="46041" y="41445"/>
                </a:cubicBezTo>
                <a:cubicBezTo>
                  <a:pt x="46475" y="39776"/>
                  <a:pt x="46855" y="38212"/>
                  <a:pt x="47180" y="36753"/>
                </a:cubicBezTo>
                <a:cubicBezTo>
                  <a:pt x="47506" y="35293"/>
                  <a:pt x="47668" y="33573"/>
                  <a:pt x="47668" y="31592"/>
                </a:cubicBezTo>
                <a:cubicBezTo>
                  <a:pt x="47668" y="25023"/>
                  <a:pt x="45824" y="19341"/>
                  <a:pt x="42137" y="14545"/>
                </a:cubicBezTo>
                <a:cubicBezTo>
                  <a:pt x="38449" y="9749"/>
                  <a:pt x="33189" y="7351"/>
                  <a:pt x="26356" y="7351"/>
                </a:cubicBezTo>
                <a:cubicBezTo>
                  <a:pt x="22777" y="7351"/>
                  <a:pt x="19631" y="8237"/>
                  <a:pt x="16920" y="10009"/>
                </a:cubicBezTo>
                <a:cubicBezTo>
                  <a:pt x="14208" y="11782"/>
                  <a:pt x="12310" y="13502"/>
                  <a:pt x="11226" y="15170"/>
                </a:cubicBezTo>
                <a:cubicBezTo>
                  <a:pt x="10141" y="16838"/>
                  <a:pt x="9599" y="17829"/>
                  <a:pt x="9599" y="18142"/>
                </a:cubicBezTo>
                <a:cubicBezTo>
                  <a:pt x="9599" y="18246"/>
                  <a:pt x="9870" y="18298"/>
                  <a:pt x="10412" y="18298"/>
                </a:cubicBezTo>
                <a:cubicBezTo>
                  <a:pt x="12364" y="18298"/>
                  <a:pt x="14371" y="19028"/>
                  <a:pt x="16432" y="20488"/>
                </a:cubicBezTo>
                <a:cubicBezTo>
                  <a:pt x="18492" y="21947"/>
                  <a:pt x="19523" y="24345"/>
                  <a:pt x="19523" y="27682"/>
                </a:cubicBezTo>
                <a:cubicBezTo>
                  <a:pt x="19523" y="30288"/>
                  <a:pt x="18655" y="32478"/>
                  <a:pt x="16920" y="34250"/>
                </a:cubicBezTo>
                <a:cubicBezTo>
                  <a:pt x="15184" y="36023"/>
                  <a:pt x="12744" y="36961"/>
                  <a:pt x="9599" y="370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" cap="flat">
            <a:solidFill>
              <a:srgbClr val="000000">
                <a:alpha val="12330"/>
              </a:srgbClr>
            </a:solidFill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D902E-A875-410E-857F-22249749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269" y="3612016"/>
            <a:ext cx="39568" cy="73640"/>
          </a:xfrm>
          <a:custGeom xmlns:a="http://schemas.openxmlformats.org/drawingml/2006/main">
            <a:pathLst>
              <a:path w="39568" h="73640">
                <a:moveTo>
                  <a:pt x="14953" y="9730"/>
                </a:moveTo>
                <a:lnTo>
                  <a:pt x="13458" y="10283"/>
                </a:lnTo>
                <a:cubicBezTo>
                  <a:pt x="12384" y="10652"/>
                  <a:pt x="10850" y="11020"/>
                  <a:pt x="8857" y="11389"/>
                </a:cubicBezTo>
                <a:cubicBezTo>
                  <a:pt x="6863" y="11757"/>
                  <a:pt x="4639" y="12015"/>
                  <a:pt x="2185" y="12163"/>
                </a:cubicBezTo>
                <a:lnTo>
                  <a:pt x="0" y="12163"/>
                </a:lnTo>
                <a:lnTo>
                  <a:pt x="0" y="7077"/>
                </a:lnTo>
                <a:lnTo>
                  <a:pt x="2185" y="7077"/>
                </a:lnTo>
                <a:cubicBezTo>
                  <a:pt x="5789" y="6929"/>
                  <a:pt x="9125" y="6376"/>
                  <a:pt x="12192" y="5418"/>
                </a:cubicBezTo>
                <a:cubicBezTo>
                  <a:pt x="15260" y="4460"/>
                  <a:pt x="17407" y="3575"/>
                  <a:pt x="18634" y="2764"/>
                </a:cubicBezTo>
                <a:cubicBezTo>
                  <a:pt x="19860" y="1953"/>
                  <a:pt x="20934" y="1143"/>
                  <a:pt x="21854" y="332"/>
                </a:cubicBezTo>
                <a:cubicBezTo>
                  <a:pt x="22008" y="111"/>
                  <a:pt x="22468" y="0"/>
                  <a:pt x="23234" y="0"/>
                </a:cubicBezTo>
                <a:cubicBezTo>
                  <a:pt x="23925" y="0"/>
                  <a:pt x="24576" y="221"/>
                  <a:pt x="25190" y="663"/>
                </a:cubicBezTo>
                <a:lnTo>
                  <a:pt x="25190" y="33724"/>
                </a:lnTo>
                <a:lnTo>
                  <a:pt x="25305" y="66895"/>
                </a:lnTo>
                <a:cubicBezTo>
                  <a:pt x="25842" y="67411"/>
                  <a:pt x="26302" y="67743"/>
                  <a:pt x="26685" y="67891"/>
                </a:cubicBezTo>
                <a:cubicBezTo>
                  <a:pt x="27068" y="68038"/>
                  <a:pt x="27989" y="68185"/>
                  <a:pt x="29446" y="68333"/>
                </a:cubicBezTo>
                <a:cubicBezTo>
                  <a:pt x="30903" y="68480"/>
                  <a:pt x="33280" y="68554"/>
                  <a:pt x="36577" y="68554"/>
                </a:cubicBezTo>
                <a:lnTo>
                  <a:pt x="39568" y="68554"/>
                </a:lnTo>
                <a:lnTo>
                  <a:pt x="39568" y="73640"/>
                </a:lnTo>
                <a:lnTo>
                  <a:pt x="38302" y="73640"/>
                </a:lnTo>
                <a:cubicBezTo>
                  <a:pt x="36692" y="73419"/>
                  <a:pt x="30596" y="73309"/>
                  <a:pt x="20014" y="73309"/>
                </a:cubicBezTo>
                <a:cubicBezTo>
                  <a:pt x="9585" y="73309"/>
                  <a:pt x="3566" y="73419"/>
                  <a:pt x="1955" y="73640"/>
                </a:cubicBezTo>
                <a:lnTo>
                  <a:pt x="575" y="73640"/>
                </a:lnTo>
                <a:lnTo>
                  <a:pt x="575" y="68554"/>
                </a:lnTo>
                <a:lnTo>
                  <a:pt x="3566" y="68554"/>
                </a:lnTo>
                <a:cubicBezTo>
                  <a:pt x="5253" y="68554"/>
                  <a:pt x="6710" y="68554"/>
                  <a:pt x="7937" y="68554"/>
                </a:cubicBezTo>
                <a:cubicBezTo>
                  <a:pt x="9163" y="68554"/>
                  <a:pt x="10122" y="68517"/>
                  <a:pt x="10812" y="68443"/>
                </a:cubicBezTo>
                <a:cubicBezTo>
                  <a:pt x="11502" y="68370"/>
                  <a:pt x="12116" y="68259"/>
                  <a:pt x="12652" y="68112"/>
                </a:cubicBezTo>
                <a:cubicBezTo>
                  <a:pt x="13189" y="67964"/>
                  <a:pt x="13496" y="67891"/>
                  <a:pt x="13573" y="67891"/>
                </a:cubicBezTo>
                <a:cubicBezTo>
                  <a:pt x="13649" y="67891"/>
                  <a:pt x="13879" y="67706"/>
                  <a:pt x="14263" y="67338"/>
                </a:cubicBezTo>
                <a:cubicBezTo>
                  <a:pt x="14646" y="66969"/>
                  <a:pt x="14876" y="66822"/>
                  <a:pt x="14953" y="66895"/>
                </a:cubicBezTo>
                <a:lnTo>
                  <a:pt x="14953" y="97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93602-E23F-4B35-B320-D1432E03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269" y="3612016"/>
            <a:ext cx="39568" cy="73640"/>
          </a:xfrm>
          <a:custGeom xmlns:a="http://schemas.openxmlformats.org/drawingml/2006/main">
            <a:pathLst>
              <a:path w="39568" h="73640" fill="none">
                <a:moveTo>
                  <a:pt x="14953" y="9730"/>
                </a:moveTo>
                <a:lnTo>
                  <a:pt x="13458" y="10283"/>
                </a:lnTo>
                <a:cubicBezTo>
                  <a:pt x="12384" y="10652"/>
                  <a:pt x="10850" y="11020"/>
                  <a:pt x="8857" y="11389"/>
                </a:cubicBezTo>
                <a:cubicBezTo>
                  <a:pt x="6863" y="11757"/>
                  <a:pt x="4639" y="12015"/>
                  <a:pt x="2185" y="12163"/>
                </a:cubicBezTo>
                <a:lnTo>
                  <a:pt x="0" y="12163"/>
                </a:lnTo>
                <a:lnTo>
                  <a:pt x="0" y="7077"/>
                </a:lnTo>
                <a:lnTo>
                  <a:pt x="2185" y="7077"/>
                </a:lnTo>
                <a:cubicBezTo>
                  <a:pt x="5789" y="6929"/>
                  <a:pt x="9125" y="6376"/>
                  <a:pt x="12192" y="5418"/>
                </a:cubicBezTo>
                <a:cubicBezTo>
                  <a:pt x="15260" y="4460"/>
                  <a:pt x="17407" y="3575"/>
                  <a:pt x="18634" y="2764"/>
                </a:cubicBezTo>
                <a:cubicBezTo>
                  <a:pt x="19860" y="1953"/>
                  <a:pt x="20934" y="1143"/>
                  <a:pt x="21854" y="332"/>
                </a:cubicBezTo>
                <a:cubicBezTo>
                  <a:pt x="22008" y="111"/>
                  <a:pt x="22468" y="0"/>
                  <a:pt x="23234" y="0"/>
                </a:cubicBezTo>
                <a:cubicBezTo>
                  <a:pt x="23925" y="0"/>
                  <a:pt x="24576" y="221"/>
                  <a:pt x="25190" y="663"/>
                </a:cubicBezTo>
                <a:lnTo>
                  <a:pt x="25190" y="33724"/>
                </a:lnTo>
                <a:lnTo>
                  <a:pt x="25305" y="66895"/>
                </a:lnTo>
                <a:cubicBezTo>
                  <a:pt x="25842" y="67411"/>
                  <a:pt x="26302" y="67743"/>
                  <a:pt x="26685" y="67891"/>
                </a:cubicBezTo>
                <a:cubicBezTo>
                  <a:pt x="27068" y="68038"/>
                  <a:pt x="27989" y="68185"/>
                  <a:pt x="29446" y="68333"/>
                </a:cubicBezTo>
                <a:cubicBezTo>
                  <a:pt x="30903" y="68480"/>
                  <a:pt x="33280" y="68554"/>
                  <a:pt x="36577" y="68554"/>
                </a:cubicBezTo>
                <a:lnTo>
                  <a:pt x="39568" y="68554"/>
                </a:lnTo>
                <a:lnTo>
                  <a:pt x="39568" y="73640"/>
                </a:lnTo>
                <a:lnTo>
                  <a:pt x="38302" y="73640"/>
                </a:lnTo>
                <a:cubicBezTo>
                  <a:pt x="36692" y="73419"/>
                  <a:pt x="30596" y="73309"/>
                  <a:pt x="20014" y="73309"/>
                </a:cubicBezTo>
                <a:cubicBezTo>
                  <a:pt x="9585" y="73309"/>
                  <a:pt x="3566" y="73419"/>
                  <a:pt x="1955" y="73640"/>
                </a:cubicBezTo>
                <a:lnTo>
                  <a:pt x="575" y="73640"/>
                </a:lnTo>
                <a:lnTo>
                  <a:pt x="575" y="68554"/>
                </a:lnTo>
                <a:lnTo>
                  <a:pt x="3566" y="68554"/>
                </a:lnTo>
                <a:cubicBezTo>
                  <a:pt x="5253" y="68554"/>
                  <a:pt x="6710" y="68554"/>
                  <a:pt x="7937" y="68554"/>
                </a:cubicBezTo>
                <a:cubicBezTo>
                  <a:pt x="9163" y="68554"/>
                  <a:pt x="10122" y="68517"/>
                  <a:pt x="10812" y="68443"/>
                </a:cubicBezTo>
                <a:cubicBezTo>
                  <a:pt x="11502" y="68370"/>
                  <a:pt x="12116" y="68259"/>
                  <a:pt x="12652" y="68112"/>
                </a:cubicBezTo>
                <a:cubicBezTo>
                  <a:pt x="13189" y="67964"/>
                  <a:pt x="13496" y="67891"/>
                  <a:pt x="13573" y="67891"/>
                </a:cubicBezTo>
                <a:cubicBezTo>
                  <a:pt x="13649" y="67891"/>
                  <a:pt x="13879" y="67706"/>
                  <a:pt x="14263" y="67338"/>
                </a:cubicBezTo>
                <a:cubicBezTo>
                  <a:pt x="14646" y="66969"/>
                  <a:pt x="14876" y="66822"/>
                  <a:pt x="14953" y="66895"/>
                </a:cubicBezTo>
                <a:lnTo>
                  <a:pt x="14953" y="973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" cap="flat">
            <a:solidFill>
              <a:srgbClr val="000000">
                <a:alpha val="8720"/>
              </a:srgbClr>
            </a:solidFill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FCC93-8062-49FA-85EF-FBEC335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396" y="3647446"/>
            <a:ext cx="108352" cy="104002"/>
          </a:xfrm>
          <a:custGeom xmlns:a="http://schemas.openxmlformats.org/drawingml/2006/main">
            <a:pathLst>
              <a:path w="108352" h="104002">
                <a:moveTo>
                  <a:pt x="0" y="54112"/>
                </a:moveTo>
                <a:cubicBezTo>
                  <a:pt x="0" y="54112"/>
                  <a:pt x="0" y="53435"/>
                  <a:pt x="0" y="52079"/>
                </a:cubicBezTo>
                <a:cubicBezTo>
                  <a:pt x="0" y="50724"/>
                  <a:pt x="759" y="49681"/>
                  <a:pt x="2278" y="48951"/>
                </a:cubicBezTo>
                <a:lnTo>
                  <a:pt x="50922" y="48951"/>
                </a:lnTo>
                <a:lnTo>
                  <a:pt x="50922" y="25492"/>
                </a:lnTo>
                <a:lnTo>
                  <a:pt x="51085" y="2033"/>
                </a:lnTo>
                <a:cubicBezTo>
                  <a:pt x="52169" y="678"/>
                  <a:pt x="53200" y="0"/>
                  <a:pt x="54176" y="0"/>
                </a:cubicBezTo>
                <a:cubicBezTo>
                  <a:pt x="55586" y="0"/>
                  <a:pt x="56670" y="782"/>
                  <a:pt x="57430" y="2346"/>
                </a:cubicBezTo>
                <a:lnTo>
                  <a:pt x="57430" y="48951"/>
                </a:lnTo>
                <a:lnTo>
                  <a:pt x="105911" y="48951"/>
                </a:lnTo>
                <a:cubicBezTo>
                  <a:pt x="107538" y="49786"/>
                  <a:pt x="108352" y="50828"/>
                  <a:pt x="108352" y="52079"/>
                </a:cubicBezTo>
                <a:cubicBezTo>
                  <a:pt x="108352" y="53331"/>
                  <a:pt x="107538" y="54373"/>
                  <a:pt x="105911" y="55207"/>
                </a:cubicBezTo>
                <a:lnTo>
                  <a:pt x="57430" y="55207"/>
                </a:lnTo>
                <a:lnTo>
                  <a:pt x="57430" y="101813"/>
                </a:lnTo>
                <a:cubicBezTo>
                  <a:pt x="56562" y="103272"/>
                  <a:pt x="55586" y="104002"/>
                  <a:pt x="54501" y="104002"/>
                </a:cubicBezTo>
                <a:lnTo>
                  <a:pt x="54176" y="104002"/>
                </a:lnTo>
                <a:lnTo>
                  <a:pt x="53850" y="104002"/>
                </a:lnTo>
                <a:cubicBezTo>
                  <a:pt x="52549" y="104002"/>
                  <a:pt x="51573" y="103272"/>
                  <a:pt x="50922" y="101813"/>
                </a:cubicBezTo>
                <a:lnTo>
                  <a:pt x="50922" y="55207"/>
                </a:lnTo>
                <a:lnTo>
                  <a:pt x="2278" y="55207"/>
                </a:lnTo>
                <a:cubicBezTo>
                  <a:pt x="759" y="54477"/>
                  <a:pt x="0" y="53435"/>
                  <a:pt x="0" y="52079"/>
                </a:cubicBezTo>
                <a:lnTo>
                  <a:pt x="0" y="541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2F8D7D-C31B-48E9-971D-8F8EAD62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2396" y="3647446"/>
            <a:ext cx="108352" cy="104002"/>
          </a:xfrm>
          <a:custGeom xmlns:a="http://schemas.openxmlformats.org/drawingml/2006/main">
            <a:pathLst>
              <a:path w="108352" h="104002" fill="none">
                <a:moveTo>
                  <a:pt x="0" y="54112"/>
                </a:moveTo>
                <a:cubicBezTo>
                  <a:pt x="0" y="54112"/>
                  <a:pt x="0" y="53435"/>
                  <a:pt x="0" y="52079"/>
                </a:cubicBezTo>
                <a:cubicBezTo>
                  <a:pt x="0" y="50724"/>
                  <a:pt x="759" y="49681"/>
                  <a:pt x="2278" y="48951"/>
                </a:cubicBezTo>
                <a:lnTo>
                  <a:pt x="50922" y="48951"/>
                </a:lnTo>
                <a:lnTo>
                  <a:pt x="50922" y="25492"/>
                </a:lnTo>
                <a:lnTo>
                  <a:pt x="51085" y="2033"/>
                </a:lnTo>
                <a:cubicBezTo>
                  <a:pt x="52169" y="678"/>
                  <a:pt x="53200" y="0"/>
                  <a:pt x="54176" y="0"/>
                </a:cubicBezTo>
                <a:cubicBezTo>
                  <a:pt x="55586" y="0"/>
                  <a:pt x="56670" y="782"/>
                  <a:pt x="57430" y="2346"/>
                </a:cubicBezTo>
                <a:lnTo>
                  <a:pt x="57430" y="48951"/>
                </a:lnTo>
                <a:lnTo>
                  <a:pt x="105911" y="48951"/>
                </a:lnTo>
                <a:cubicBezTo>
                  <a:pt x="107538" y="49786"/>
                  <a:pt x="108352" y="50828"/>
                  <a:pt x="108352" y="52079"/>
                </a:cubicBezTo>
                <a:cubicBezTo>
                  <a:pt x="108352" y="53331"/>
                  <a:pt x="107538" y="54373"/>
                  <a:pt x="105911" y="55207"/>
                </a:cubicBezTo>
                <a:lnTo>
                  <a:pt x="57430" y="55207"/>
                </a:lnTo>
                <a:lnTo>
                  <a:pt x="57430" y="101813"/>
                </a:lnTo>
                <a:cubicBezTo>
                  <a:pt x="56562" y="103272"/>
                  <a:pt x="55586" y="104002"/>
                  <a:pt x="54501" y="104002"/>
                </a:cubicBezTo>
                <a:lnTo>
                  <a:pt x="54176" y="104002"/>
                </a:lnTo>
                <a:lnTo>
                  <a:pt x="53850" y="104002"/>
                </a:lnTo>
                <a:cubicBezTo>
                  <a:pt x="52549" y="104002"/>
                  <a:pt x="51573" y="103272"/>
                  <a:pt x="50922" y="101813"/>
                </a:cubicBezTo>
                <a:lnTo>
                  <a:pt x="50922" y="55207"/>
                </a:lnTo>
                <a:lnTo>
                  <a:pt x="2278" y="55207"/>
                </a:lnTo>
                <a:cubicBezTo>
                  <a:pt x="759" y="54477"/>
                  <a:pt x="0" y="53435"/>
                  <a:pt x="0" y="52079"/>
                </a:cubicBezTo>
                <a:lnTo>
                  <a:pt x="0" y="5411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0" cap="flat">
            <a:solidFill>
              <a:srgbClr val="000000">
                <a:alpha val="12330"/>
              </a:srgbClr>
            </a:solidFill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3AADE5-2B99-4DF3-BE93-36B4E5AF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994" y="3634465"/>
            <a:ext cx="64913" cy="104159"/>
          </a:xfrm>
          <a:custGeom xmlns:a="http://schemas.openxmlformats.org/drawingml/2006/main">
            <a:pathLst>
              <a:path w="64913" h="104159">
                <a:moveTo>
                  <a:pt x="9599" y="37065"/>
                </a:moveTo>
                <a:cubicBezTo>
                  <a:pt x="6670" y="37065"/>
                  <a:pt x="4338" y="36127"/>
                  <a:pt x="2603" y="34250"/>
                </a:cubicBezTo>
                <a:cubicBezTo>
                  <a:pt x="868" y="32374"/>
                  <a:pt x="0" y="30080"/>
                  <a:pt x="0" y="27369"/>
                </a:cubicBezTo>
                <a:cubicBezTo>
                  <a:pt x="0" y="19966"/>
                  <a:pt x="2874" y="13554"/>
                  <a:pt x="8623" y="8133"/>
                </a:cubicBezTo>
                <a:cubicBezTo>
                  <a:pt x="14371" y="2711"/>
                  <a:pt x="21529" y="0"/>
                  <a:pt x="30098" y="0"/>
                </a:cubicBezTo>
                <a:cubicBezTo>
                  <a:pt x="39968" y="0"/>
                  <a:pt x="48211" y="2919"/>
                  <a:pt x="54827" y="8758"/>
                </a:cubicBezTo>
                <a:cubicBezTo>
                  <a:pt x="61443" y="14597"/>
                  <a:pt x="64805" y="22156"/>
                  <a:pt x="64913" y="31435"/>
                </a:cubicBezTo>
                <a:cubicBezTo>
                  <a:pt x="64913" y="35919"/>
                  <a:pt x="63829" y="40193"/>
                  <a:pt x="61660" y="44260"/>
                </a:cubicBezTo>
                <a:cubicBezTo>
                  <a:pt x="59490" y="48326"/>
                  <a:pt x="56887" y="51871"/>
                  <a:pt x="53850" y="54894"/>
                </a:cubicBezTo>
                <a:cubicBezTo>
                  <a:pt x="50814" y="57918"/>
                  <a:pt x="46475" y="61776"/>
                  <a:pt x="40835" y="66468"/>
                </a:cubicBezTo>
                <a:cubicBezTo>
                  <a:pt x="36931" y="69700"/>
                  <a:pt x="31508" y="74496"/>
                  <a:pt x="24566" y="80856"/>
                </a:cubicBezTo>
                <a:lnTo>
                  <a:pt x="14967" y="89614"/>
                </a:lnTo>
                <a:lnTo>
                  <a:pt x="27332" y="89770"/>
                </a:lnTo>
                <a:cubicBezTo>
                  <a:pt x="44360" y="89770"/>
                  <a:pt x="53417" y="89510"/>
                  <a:pt x="54501" y="88988"/>
                </a:cubicBezTo>
                <a:cubicBezTo>
                  <a:pt x="55260" y="88780"/>
                  <a:pt x="56562" y="84140"/>
                  <a:pt x="58406" y="75069"/>
                </a:cubicBezTo>
                <a:lnTo>
                  <a:pt x="58406" y="74600"/>
                </a:lnTo>
                <a:lnTo>
                  <a:pt x="64913" y="74600"/>
                </a:lnTo>
                <a:lnTo>
                  <a:pt x="64913" y="75069"/>
                </a:lnTo>
                <a:cubicBezTo>
                  <a:pt x="64805" y="75382"/>
                  <a:pt x="64100" y="80126"/>
                  <a:pt x="62798" y="89301"/>
                </a:cubicBezTo>
                <a:cubicBezTo>
                  <a:pt x="61497" y="98476"/>
                  <a:pt x="60683" y="103272"/>
                  <a:pt x="60358" y="103690"/>
                </a:cubicBezTo>
                <a:lnTo>
                  <a:pt x="60358" y="104159"/>
                </a:lnTo>
                <a:lnTo>
                  <a:pt x="0" y="104159"/>
                </a:lnTo>
                <a:lnTo>
                  <a:pt x="0" y="101187"/>
                </a:lnTo>
                <a:lnTo>
                  <a:pt x="0" y="99311"/>
                </a:lnTo>
                <a:cubicBezTo>
                  <a:pt x="0" y="98581"/>
                  <a:pt x="325" y="97799"/>
                  <a:pt x="976" y="96965"/>
                </a:cubicBezTo>
                <a:cubicBezTo>
                  <a:pt x="1627" y="96130"/>
                  <a:pt x="3254" y="94306"/>
                  <a:pt x="5857" y="91491"/>
                </a:cubicBezTo>
                <a:cubicBezTo>
                  <a:pt x="9002" y="88154"/>
                  <a:pt x="11714" y="85235"/>
                  <a:pt x="13991" y="82733"/>
                </a:cubicBezTo>
                <a:cubicBezTo>
                  <a:pt x="14967" y="81690"/>
                  <a:pt x="16811" y="79761"/>
                  <a:pt x="19523" y="76946"/>
                </a:cubicBezTo>
                <a:cubicBezTo>
                  <a:pt x="22234" y="74131"/>
                  <a:pt x="24078" y="72202"/>
                  <a:pt x="25054" y="71159"/>
                </a:cubicBezTo>
                <a:cubicBezTo>
                  <a:pt x="26030" y="70117"/>
                  <a:pt x="27603" y="68397"/>
                  <a:pt x="29772" y="65998"/>
                </a:cubicBezTo>
                <a:cubicBezTo>
                  <a:pt x="31942" y="63600"/>
                  <a:pt x="33460" y="61828"/>
                  <a:pt x="34328" y="60681"/>
                </a:cubicBezTo>
                <a:cubicBezTo>
                  <a:pt x="35195" y="59534"/>
                  <a:pt x="36443" y="57970"/>
                  <a:pt x="38069" y="55989"/>
                </a:cubicBezTo>
                <a:cubicBezTo>
                  <a:pt x="39696" y="54008"/>
                  <a:pt x="40835" y="52340"/>
                  <a:pt x="41486" y="50985"/>
                </a:cubicBezTo>
                <a:cubicBezTo>
                  <a:pt x="42137" y="49629"/>
                  <a:pt x="42950" y="48117"/>
                  <a:pt x="43926" y="46449"/>
                </a:cubicBezTo>
                <a:cubicBezTo>
                  <a:pt x="44902" y="44781"/>
                  <a:pt x="45607" y="43113"/>
                  <a:pt x="46041" y="41445"/>
                </a:cubicBezTo>
                <a:cubicBezTo>
                  <a:pt x="46475" y="39776"/>
                  <a:pt x="46855" y="38212"/>
                  <a:pt x="47180" y="36753"/>
                </a:cubicBezTo>
                <a:cubicBezTo>
                  <a:pt x="47506" y="35293"/>
                  <a:pt x="47668" y="33573"/>
                  <a:pt x="47668" y="31592"/>
                </a:cubicBezTo>
                <a:cubicBezTo>
                  <a:pt x="47668" y="25023"/>
                  <a:pt x="45824" y="19341"/>
                  <a:pt x="42137" y="14545"/>
                </a:cubicBezTo>
                <a:cubicBezTo>
                  <a:pt x="38449" y="9749"/>
                  <a:pt x="33189" y="7351"/>
                  <a:pt x="26356" y="7351"/>
                </a:cubicBezTo>
                <a:cubicBezTo>
                  <a:pt x="22777" y="7351"/>
                  <a:pt x="19631" y="8237"/>
                  <a:pt x="16920" y="10009"/>
                </a:cubicBezTo>
                <a:cubicBezTo>
                  <a:pt x="14208" y="11782"/>
                  <a:pt x="12310" y="13502"/>
                  <a:pt x="11226" y="15170"/>
                </a:cubicBezTo>
                <a:cubicBezTo>
                  <a:pt x="10141" y="16838"/>
                  <a:pt x="9599" y="17829"/>
                  <a:pt x="9599" y="18142"/>
                </a:cubicBezTo>
                <a:cubicBezTo>
                  <a:pt x="9599" y="18246"/>
                  <a:pt x="9870" y="18298"/>
                  <a:pt x="10412" y="18298"/>
                </a:cubicBezTo>
                <a:cubicBezTo>
                  <a:pt x="12364" y="18298"/>
                  <a:pt x="14371" y="19028"/>
                  <a:pt x="16432" y="20488"/>
                </a:cubicBezTo>
                <a:cubicBezTo>
                  <a:pt x="18492" y="21947"/>
                  <a:pt x="19523" y="24345"/>
                  <a:pt x="19523" y="27682"/>
                </a:cubicBezTo>
                <a:cubicBezTo>
                  <a:pt x="19523" y="30288"/>
                  <a:pt x="18655" y="32478"/>
                  <a:pt x="16920" y="34250"/>
                </a:cubicBezTo>
                <a:cubicBezTo>
                  <a:pt x="15184" y="36023"/>
                  <a:pt x="12744" y="36961"/>
                  <a:pt x="9599" y="370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B09A80-A883-4FAB-AD49-D8EC4EB9E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7994" y="3634465"/>
            <a:ext cx="64913" cy="104159"/>
          </a:xfrm>
          <a:custGeom xmlns:a="http://schemas.openxmlformats.org/drawingml/2006/main">
            <a:pathLst>
              <a:path w="64913" h="104159" fill="none">
                <a:moveTo>
                  <a:pt x="9599" y="37065"/>
                </a:moveTo>
                <a:cubicBezTo>
                  <a:pt x="6670" y="37065"/>
                  <a:pt x="4338" y="36127"/>
                  <a:pt x="2603" y="34250"/>
                </a:cubicBezTo>
                <a:cubicBezTo>
                  <a:pt x="868" y="32374"/>
                  <a:pt x="0" y="30080"/>
                  <a:pt x="0" y="27369"/>
                </a:cubicBezTo>
                <a:cubicBezTo>
                  <a:pt x="0" y="19966"/>
                  <a:pt x="2874" y="13554"/>
                  <a:pt x="8623" y="8133"/>
                </a:cubicBezTo>
                <a:cubicBezTo>
                  <a:pt x="14371" y="2711"/>
                  <a:pt x="21529" y="0"/>
                  <a:pt x="30098" y="0"/>
                </a:cubicBezTo>
                <a:cubicBezTo>
                  <a:pt x="39968" y="0"/>
                  <a:pt x="48211" y="2919"/>
                  <a:pt x="54827" y="8758"/>
                </a:cubicBezTo>
                <a:cubicBezTo>
                  <a:pt x="61443" y="14597"/>
                  <a:pt x="64805" y="22156"/>
                  <a:pt x="64913" y="31435"/>
                </a:cubicBezTo>
                <a:cubicBezTo>
                  <a:pt x="64913" y="35919"/>
                  <a:pt x="63829" y="40193"/>
                  <a:pt x="61660" y="44260"/>
                </a:cubicBezTo>
                <a:cubicBezTo>
                  <a:pt x="59490" y="48326"/>
                  <a:pt x="56887" y="51871"/>
                  <a:pt x="53850" y="54894"/>
                </a:cubicBezTo>
                <a:cubicBezTo>
                  <a:pt x="50814" y="57918"/>
                  <a:pt x="46475" y="61776"/>
                  <a:pt x="40835" y="66468"/>
                </a:cubicBezTo>
                <a:cubicBezTo>
                  <a:pt x="36931" y="69700"/>
                  <a:pt x="31508" y="74496"/>
                  <a:pt x="24566" y="80856"/>
                </a:cubicBezTo>
                <a:lnTo>
                  <a:pt x="14967" y="89614"/>
                </a:lnTo>
                <a:lnTo>
                  <a:pt x="27332" y="89770"/>
                </a:lnTo>
                <a:cubicBezTo>
                  <a:pt x="44360" y="89770"/>
                  <a:pt x="53417" y="89510"/>
                  <a:pt x="54501" y="88988"/>
                </a:cubicBezTo>
                <a:cubicBezTo>
                  <a:pt x="55260" y="88780"/>
                  <a:pt x="56562" y="84140"/>
                  <a:pt x="58406" y="75069"/>
                </a:cubicBezTo>
                <a:lnTo>
                  <a:pt x="58406" y="74600"/>
                </a:lnTo>
                <a:lnTo>
                  <a:pt x="64913" y="74600"/>
                </a:lnTo>
                <a:lnTo>
                  <a:pt x="64913" y="75069"/>
                </a:lnTo>
                <a:cubicBezTo>
                  <a:pt x="64805" y="75382"/>
                  <a:pt x="64100" y="80126"/>
                  <a:pt x="62798" y="89301"/>
                </a:cubicBezTo>
                <a:cubicBezTo>
                  <a:pt x="61497" y="98476"/>
                  <a:pt x="60683" y="103272"/>
                  <a:pt x="60358" y="103690"/>
                </a:cubicBezTo>
                <a:lnTo>
                  <a:pt x="60358" y="104159"/>
                </a:lnTo>
                <a:lnTo>
                  <a:pt x="0" y="104159"/>
                </a:lnTo>
                <a:lnTo>
                  <a:pt x="0" y="101187"/>
                </a:lnTo>
                <a:lnTo>
                  <a:pt x="0" y="99311"/>
                </a:lnTo>
                <a:cubicBezTo>
                  <a:pt x="0" y="98581"/>
                  <a:pt x="325" y="97799"/>
                  <a:pt x="976" y="96965"/>
                </a:cubicBezTo>
                <a:cubicBezTo>
                  <a:pt x="1627" y="96130"/>
                  <a:pt x="3254" y="94306"/>
                  <a:pt x="5857" y="91491"/>
                </a:cubicBezTo>
                <a:cubicBezTo>
                  <a:pt x="9002" y="88154"/>
                  <a:pt x="11714" y="85235"/>
                  <a:pt x="13991" y="82733"/>
                </a:cubicBezTo>
                <a:cubicBezTo>
                  <a:pt x="14967" y="81690"/>
                  <a:pt x="16811" y="79761"/>
                  <a:pt x="19523" y="76946"/>
                </a:cubicBezTo>
                <a:cubicBezTo>
                  <a:pt x="22234" y="74131"/>
                  <a:pt x="24078" y="72202"/>
                  <a:pt x="25054" y="71159"/>
                </a:cubicBezTo>
                <a:cubicBezTo>
                  <a:pt x="26030" y="70117"/>
                  <a:pt x="27603" y="68397"/>
                  <a:pt x="29772" y="65998"/>
                </a:cubicBezTo>
                <a:cubicBezTo>
                  <a:pt x="31942" y="63600"/>
                  <a:pt x="33460" y="61828"/>
                  <a:pt x="34328" y="60681"/>
                </a:cubicBezTo>
                <a:cubicBezTo>
                  <a:pt x="35195" y="59534"/>
                  <a:pt x="36443" y="57970"/>
                  <a:pt x="38069" y="55989"/>
                </a:cubicBezTo>
                <a:cubicBezTo>
                  <a:pt x="39696" y="54008"/>
                  <a:pt x="40835" y="52340"/>
                  <a:pt x="41486" y="50985"/>
                </a:cubicBezTo>
                <a:cubicBezTo>
                  <a:pt x="42137" y="49629"/>
                  <a:pt x="42950" y="48117"/>
                  <a:pt x="43926" y="46449"/>
                </a:cubicBezTo>
                <a:cubicBezTo>
                  <a:pt x="44902" y="44781"/>
                  <a:pt x="45607" y="43113"/>
                  <a:pt x="46041" y="41445"/>
                </a:cubicBezTo>
                <a:cubicBezTo>
                  <a:pt x="46475" y="39776"/>
                  <a:pt x="46855" y="38212"/>
                  <a:pt x="47180" y="36753"/>
                </a:cubicBezTo>
                <a:cubicBezTo>
                  <a:pt x="47506" y="35293"/>
                  <a:pt x="47668" y="33573"/>
                  <a:pt x="47668" y="31592"/>
                </a:cubicBezTo>
                <a:cubicBezTo>
                  <a:pt x="47668" y="25023"/>
                  <a:pt x="45824" y="19341"/>
                  <a:pt x="42137" y="14545"/>
                </a:cubicBezTo>
                <a:cubicBezTo>
                  <a:pt x="38449" y="9749"/>
                  <a:pt x="33189" y="7351"/>
                  <a:pt x="26356" y="7351"/>
                </a:cubicBezTo>
                <a:cubicBezTo>
                  <a:pt x="22777" y="7351"/>
                  <a:pt x="19631" y="8237"/>
                  <a:pt x="16920" y="10009"/>
                </a:cubicBezTo>
                <a:cubicBezTo>
                  <a:pt x="14208" y="11782"/>
                  <a:pt x="12310" y="13502"/>
                  <a:pt x="11226" y="15170"/>
                </a:cubicBezTo>
                <a:cubicBezTo>
                  <a:pt x="10141" y="16838"/>
                  <a:pt x="9599" y="17829"/>
                  <a:pt x="9599" y="18142"/>
                </a:cubicBezTo>
                <a:cubicBezTo>
                  <a:pt x="9599" y="18246"/>
                  <a:pt x="9870" y="18298"/>
                  <a:pt x="10412" y="18298"/>
                </a:cubicBezTo>
                <a:cubicBezTo>
                  <a:pt x="12364" y="18298"/>
                  <a:pt x="14371" y="19028"/>
                  <a:pt x="16432" y="20488"/>
                </a:cubicBezTo>
                <a:cubicBezTo>
                  <a:pt x="18492" y="21947"/>
                  <a:pt x="19523" y="24345"/>
                  <a:pt x="19523" y="27682"/>
                </a:cubicBezTo>
                <a:cubicBezTo>
                  <a:pt x="19523" y="30288"/>
                  <a:pt x="18655" y="32478"/>
                  <a:pt x="16920" y="34250"/>
                </a:cubicBezTo>
                <a:cubicBezTo>
                  <a:pt x="15184" y="36023"/>
                  <a:pt x="12744" y="36961"/>
                  <a:pt x="9599" y="3706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60" cap="flat">
            <a:solidFill>
              <a:srgbClr val="000000">
                <a:alpha val="12330"/>
              </a:srgbClr>
            </a:solidFill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B2EF6-7184-413B-B9F7-0C7BF44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324" y="3600393"/>
            <a:ext cx="45894" cy="73640"/>
          </a:xfrm>
          <a:custGeom xmlns:a="http://schemas.openxmlformats.org/drawingml/2006/main">
            <a:pathLst>
              <a:path w="45894" h="73640">
                <a:moveTo>
                  <a:pt x="6786" y="26205"/>
                </a:moveTo>
                <a:cubicBezTo>
                  <a:pt x="4716" y="26205"/>
                  <a:pt x="3067" y="25542"/>
                  <a:pt x="1840" y="24215"/>
                </a:cubicBezTo>
                <a:cubicBezTo>
                  <a:pt x="613" y="22888"/>
                  <a:pt x="0" y="21266"/>
                  <a:pt x="0" y="19350"/>
                </a:cubicBezTo>
                <a:cubicBezTo>
                  <a:pt x="0" y="14116"/>
                  <a:pt x="2032" y="9583"/>
                  <a:pt x="6096" y="5750"/>
                </a:cubicBezTo>
                <a:cubicBezTo>
                  <a:pt x="10160" y="1917"/>
                  <a:pt x="15221" y="0"/>
                  <a:pt x="21279" y="0"/>
                </a:cubicBezTo>
                <a:cubicBezTo>
                  <a:pt x="28257" y="0"/>
                  <a:pt x="34085" y="2064"/>
                  <a:pt x="38762" y="6192"/>
                </a:cubicBezTo>
                <a:cubicBezTo>
                  <a:pt x="43440" y="10320"/>
                  <a:pt x="45817" y="15664"/>
                  <a:pt x="45894" y="22225"/>
                </a:cubicBezTo>
                <a:cubicBezTo>
                  <a:pt x="45894" y="25394"/>
                  <a:pt x="45127" y="28417"/>
                  <a:pt x="43593" y="31292"/>
                </a:cubicBezTo>
                <a:cubicBezTo>
                  <a:pt x="42060" y="34166"/>
                  <a:pt x="40219" y="36673"/>
                  <a:pt x="38072" y="38810"/>
                </a:cubicBezTo>
                <a:cubicBezTo>
                  <a:pt x="35925" y="40948"/>
                  <a:pt x="32858" y="43676"/>
                  <a:pt x="28871" y="46993"/>
                </a:cubicBezTo>
                <a:cubicBezTo>
                  <a:pt x="26110" y="49278"/>
                  <a:pt x="22276" y="52669"/>
                  <a:pt x="17368" y="57165"/>
                </a:cubicBezTo>
                <a:lnTo>
                  <a:pt x="10582" y="63357"/>
                </a:lnTo>
                <a:lnTo>
                  <a:pt x="19324" y="63468"/>
                </a:lnTo>
                <a:cubicBezTo>
                  <a:pt x="31363" y="63468"/>
                  <a:pt x="37766" y="63283"/>
                  <a:pt x="38532" y="62915"/>
                </a:cubicBezTo>
                <a:cubicBezTo>
                  <a:pt x="39069" y="62767"/>
                  <a:pt x="39989" y="59487"/>
                  <a:pt x="41293" y="53074"/>
                </a:cubicBezTo>
                <a:lnTo>
                  <a:pt x="41293" y="52742"/>
                </a:lnTo>
                <a:lnTo>
                  <a:pt x="45894" y="52742"/>
                </a:lnTo>
                <a:lnTo>
                  <a:pt x="45894" y="53074"/>
                </a:lnTo>
                <a:cubicBezTo>
                  <a:pt x="45817" y="53295"/>
                  <a:pt x="45319" y="56649"/>
                  <a:pt x="44398" y="63136"/>
                </a:cubicBezTo>
                <a:cubicBezTo>
                  <a:pt x="43478" y="69623"/>
                  <a:pt x="42903" y="73014"/>
                  <a:pt x="42673" y="73309"/>
                </a:cubicBezTo>
                <a:lnTo>
                  <a:pt x="42673" y="73640"/>
                </a:lnTo>
                <a:lnTo>
                  <a:pt x="0" y="73640"/>
                </a:lnTo>
                <a:lnTo>
                  <a:pt x="0" y="71539"/>
                </a:lnTo>
                <a:lnTo>
                  <a:pt x="0" y="70213"/>
                </a:lnTo>
                <a:cubicBezTo>
                  <a:pt x="0" y="69697"/>
                  <a:pt x="230" y="69144"/>
                  <a:pt x="690" y="68554"/>
                </a:cubicBezTo>
                <a:cubicBezTo>
                  <a:pt x="1150" y="67964"/>
                  <a:pt x="2300" y="66674"/>
                  <a:pt x="4141" y="64684"/>
                </a:cubicBezTo>
                <a:cubicBezTo>
                  <a:pt x="6365" y="62325"/>
                  <a:pt x="8282" y="60261"/>
                  <a:pt x="9892" y="58492"/>
                </a:cubicBezTo>
                <a:cubicBezTo>
                  <a:pt x="10582" y="57755"/>
                  <a:pt x="11886" y="56391"/>
                  <a:pt x="13803" y="54401"/>
                </a:cubicBezTo>
                <a:cubicBezTo>
                  <a:pt x="15720" y="52411"/>
                  <a:pt x="17023" y="51047"/>
                  <a:pt x="17713" y="50310"/>
                </a:cubicBezTo>
                <a:cubicBezTo>
                  <a:pt x="18404" y="49573"/>
                  <a:pt x="19515" y="48356"/>
                  <a:pt x="21049" y="46661"/>
                </a:cubicBezTo>
                <a:cubicBezTo>
                  <a:pt x="22583" y="44965"/>
                  <a:pt x="23656" y="43712"/>
                  <a:pt x="24270" y="42902"/>
                </a:cubicBezTo>
                <a:cubicBezTo>
                  <a:pt x="24883" y="42091"/>
                  <a:pt x="25765" y="40985"/>
                  <a:pt x="26915" y="39584"/>
                </a:cubicBezTo>
                <a:cubicBezTo>
                  <a:pt x="28065" y="38184"/>
                  <a:pt x="28871" y="37004"/>
                  <a:pt x="29331" y="36046"/>
                </a:cubicBezTo>
                <a:cubicBezTo>
                  <a:pt x="29791" y="35088"/>
                  <a:pt x="30366" y="34019"/>
                  <a:pt x="31056" y="32840"/>
                </a:cubicBezTo>
                <a:cubicBezTo>
                  <a:pt x="31746" y="31660"/>
                  <a:pt x="32244" y="30481"/>
                  <a:pt x="32551" y="29301"/>
                </a:cubicBezTo>
                <a:cubicBezTo>
                  <a:pt x="32858" y="28122"/>
                  <a:pt x="33126" y="27016"/>
                  <a:pt x="33356" y="25984"/>
                </a:cubicBezTo>
                <a:cubicBezTo>
                  <a:pt x="33586" y="24952"/>
                  <a:pt x="33701" y="23736"/>
                  <a:pt x="33701" y="22335"/>
                </a:cubicBezTo>
                <a:cubicBezTo>
                  <a:pt x="33701" y="17691"/>
                  <a:pt x="32398" y="13674"/>
                  <a:pt x="29791" y="10283"/>
                </a:cubicBezTo>
                <a:cubicBezTo>
                  <a:pt x="27184" y="6892"/>
                  <a:pt x="23464" y="5197"/>
                  <a:pt x="18634" y="5197"/>
                </a:cubicBezTo>
                <a:cubicBezTo>
                  <a:pt x="16103" y="5197"/>
                  <a:pt x="13879" y="5823"/>
                  <a:pt x="11962" y="7077"/>
                </a:cubicBezTo>
                <a:cubicBezTo>
                  <a:pt x="10045" y="8330"/>
                  <a:pt x="8703" y="9546"/>
                  <a:pt x="7937" y="10725"/>
                </a:cubicBezTo>
                <a:cubicBezTo>
                  <a:pt x="7170" y="11905"/>
                  <a:pt x="6786" y="12605"/>
                  <a:pt x="6786" y="12826"/>
                </a:cubicBezTo>
                <a:cubicBezTo>
                  <a:pt x="6786" y="12900"/>
                  <a:pt x="6978" y="12937"/>
                  <a:pt x="7361" y="12937"/>
                </a:cubicBezTo>
                <a:cubicBezTo>
                  <a:pt x="8742" y="12937"/>
                  <a:pt x="10160" y="13453"/>
                  <a:pt x="11617" y="14485"/>
                </a:cubicBezTo>
                <a:cubicBezTo>
                  <a:pt x="13074" y="15517"/>
                  <a:pt x="13803" y="17212"/>
                  <a:pt x="13803" y="19571"/>
                </a:cubicBezTo>
                <a:cubicBezTo>
                  <a:pt x="13803" y="21414"/>
                  <a:pt x="13189" y="22962"/>
                  <a:pt x="11962" y="24215"/>
                </a:cubicBezTo>
                <a:cubicBezTo>
                  <a:pt x="10735" y="25468"/>
                  <a:pt x="9010" y="26132"/>
                  <a:pt x="6786" y="262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B3F60-DD35-423F-A29F-03F69CFF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324" y="3600393"/>
            <a:ext cx="45894" cy="73640"/>
          </a:xfrm>
          <a:custGeom xmlns:a="http://schemas.openxmlformats.org/drawingml/2006/main">
            <a:pathLst>
              <a:path w="45894" h="73640" fill="none">
                <a:moveTo>
                  <a:pt x="6786" y="26205"/>
                </a:moveTo>
                <a:cubicBezTo>
                  <a:pt x="4716" y="26205"/>
                  <a:pt x="3067" y="25542"/>
                  <a:pt x="1840" y="24215"/>
                </a:cubicBezTo>
                <a:cubicBezTo>
                  <a:pt x="613" y="22888"/>
                  <a:pt x="0" y="21266"/>
                  <a:pt x="0" y="19350"/>
                </a:cubicBezTo>
                <a:cubicBezTo>
                  <a:pt x="0" y="14116"/>
                  <a:pt x="2032" y="9583"/>
                  <a:pt x="6096" y="5750"/>
                </a:cubicBezTo>
                <a:cubicBezTo>
                  <a:pt x="10160" y="1917"/>
                  <a:pt x="15221" y="0"/>
                  <a:pt x="21279" y="0"/>
                </a:cubicBezTo>
                <a:cubicBezTo>
                  <a:pt x="28257" y="0"/>
                  <a:pt x="34085" y="2064"/>
                  <a:pt x="38762" y="6192"/>
                </a:cubicBezTo>
                <a:cubicBezTo>
                  <a:pt x="43440" y="10320"/>
                  <a:pt x="45817" y="15664"/>
                  <a:pt x="45894" y="22225"/>
                </a:cubicBezTo>
                <a:cubicBezTo>
                  <a:pt x="45894" y="25394"/>
                  <a:pt x="45127" y="28417"/>
                  <a:pt x="43593" y="31292"/>
                </a:cubicBezTo>
                <a:cubicBezTo>
                  <a:pt x="42060" y="34166"/>
                  <a:pt x="40219" y="36673"/>
                  <a:pt x="38072" y="38810"/>
                </a:cubicBezTo>
                <a:cubicBezTo>
                  <a:pt x="35925" y="40948"/>
                  <a:pt x="32858" y="43676"/>
                  <a:pt x="28871" y="46993"/>
                </a:cubicBezTo>
                <a:cubicBezTo>
                  <a:pt x="26110" y="49278"/>
                  <a:pt x="22276" y="52669"/>
                  <a:pt x="17368" y="57165"/>
                </a:cubicBezTo>
                <a:lnTo>
                  <a:pt x="10582" y="63357"/>
                </a:lnTo>
                <a:lnTo>
                  <a:pt x="19324" y="63468"/>
                </a:lnTo>
                <a:cubicBezTo>
                  <a:pt x="31363" y="63468"/>
                  <a:pt x="37766" y="63283"/>
                  <a:pt x="38532" y="62915"/>
                </a:cubicBezTo>
                <a:cubicBezTo>
                  <a:pt x="39069" y="62767"/>
                  <a:pt x="39989" y="59487"/>
                  <a:pt x="41293" y="53074"/>
                </a:cubicBezTo>
                <a:lnTo>
                  <a:pt x="41293" y="52742"/>
                </a:lnTo>
                <a:lnTo>
                  <a:pt x="45894" y="52742"/>
                </a:lnTo>
                <a:lnTo>
                  <a:pt x="45894" y="53074"/>
                </a:lnTo>
                <a:cubicBezTo>
                  <a:pt x="45817" y="53295"/>
                  <a:pt x="45319" y="56649"/>
                  <a:pt x="44398" y="63136"/>
                </a:cubicBezTo>
                <a:cubicBezTo>
                  <a:pt x="43478" y="69623"/>
                  <a:pt x="42903" y="73014"/>
                  <a:pt x="42673" y="73309"/>
                </a:cubicBezTo>
                <a:lnTo>
                  <a:pt x="42673" y="73640"/>
                </a:lnTo>
                <a:lnTo>
                  <a:pt x="0" y="73640"/>
                </a:lnTo>
                <a:lnTo>
                  <a:pt x="0" y="71539"/>
                </a:lnTo>
                <a:lnTo>
                  <a:pt x="0" y="70213"/>
                </a:lnTo>
                <a:cubicBezTo>
                  <a:pt x="0" y="69697"/>
                  <a:pt x="230" y="69144"/>
                  <a:pt x="690" y="68554"/>
                </a:cubicBezTo>
                <a:cubicBezTo>
                  <a:pt x="1150" y="67964"/>
                  <a:pt x="2300" y="66674"/>
                  <a:pt x="4141" y="64684"/>
                </a:cubicBezTo>
                <a:cubicBezTo>
                  <a:pt x="6365" y="62325"/>
                  <a:pt x="8282" y="60261"/>
                  <a:pt x="9892" y="58492"/>
                </a:cubicBezTo>
                <a:cubicBezTo>
                  <a:pt x="10582" y="57755"/>
                  <a:pt x="11886" y="56391"/>
                  <a:pt x="13803" y="54401"/>
                </a:cubicBezTo>
                <a:cubicBezTo>
                  <a:pt x="15720" y="52411"/>
                  <a:pt x="17023" y="51047"/>
                  <a:pt x="17713" y="50310"/>
                </a:cubicBezTo>
                <a:cubicBezTo>
                  <a:pt x="18404" y="49573"/>
                  <a:pt x="19515" y="48356"/>
                  <a:pt x="21049" y="46661"/>
                </a:cubicBezTo>
                <a:cubicBezTo>
                  <a:pt x="22583" y="44965"/>
                  <a:pt x="23656" y="43712"/>
                  <a:pt x="24270" y="42902"/>
                </a:cubicBezTo>
                <a:cubicBezTo>
                  <a:pt x="24883" y="42091"/>
                  <a:pt x="25765" y="40985"/>
                  <a:pt x="26915" y="39584"/>
                </a:cubicBezTo>
                <a:cubicBezTo>
                  <a:pt x="28065" y="38184"/>
                  <a:pt x="28871" y="37004"/>
                  <a:pt x="29331" y="36046"/>
                </a:cubicBezTo>
                <a:cubicBezTo>
                  <a:pt x="29791" y="35088"/>
                  <a:pt x="30366" y="34019"/>
                  <a:pt x="31056" y="32840"/>
                </a:cubicBezTo>
                <a:cubicBezTo>
                  <a:pt x="31746" y="31660"/>
                  <a:pt x="32244" y="30481"/>
                  <a:pt x="32551" y="29301"/>
                </a:cubicBezTo>
                <a:cubicBezTo>
                  <a:pt x="32858" y="28122"/>
                  <a:pt x="33126" y="27016"/>
                  <a:pt x="33356" y="25984"/>
                </a:cubicBezTo>
                <a:cubicBezTo>
                  <a:pt x="33586" y="24952"/>
                  <a:pt x="33701" y="23736"/>
                  <a:pt x="33701" y="22335"/>
                </a:cubicBezTo>
                <a:cubicBezTo>
                  <a:pt x="33701" y="17691"/>
                  <a:pt x="32398" y="13674"/>
                  <a:pt x="29791" y="10283"/>
                </a:cubicBezTo>
                <a:cubicBezTo>
                  <a:pt x="27184" y="6892"/>
                  <a:pt x="23464" y="5197"/>
                  <a:pt x="18634" y="5197"/>
                </a:cubicBezTo>
                <a:cubicBezTo>
                  <a:pt x="16103" y="5197"/>
                  <a:pt x="13879" y="5823"/>
                  <a:pt x="11962" y="7077"/>
                </a:cubicBezTo>
                <a:cubicBezTo>
                  <a:pt x="10045" y="8330"/>
                  <a:pt x="8703" y="9546"/>
                  <a:pt x="7937" y="10725"/>
                </a:cubicBezTo>
                <a:cubicBezTo>
                  <a:pt x="7170" y="11905"/>
                  <a:pt x="6786" y="12605"/>
                  <a:pt x="6786" y="12826"/>
                </a:cubicBezTo>
                <a:cubicBezTo>
                  <a:pt x="6786" y="12900"/>
                  <a:pt x="6978" y="12937"/>
                  <a:pt x="7361" y="12937"/>
                </a:cubicBezTo>
                <a:cubicBezTo>
                  <a:pt x="8742" y="12937"/>
                  <a:pt x="10160" y="13453"/>
                  <a:pt x="11617" y="14485"/>
                </a:cubicBezTo>
                <a:cubicBezTo>
                  <a:pt x="13074" y="15517"/>
                  <a:pt x="13803" y="17212"/>
                  <a:pt x="13803" y="19571"/>
                </a:cubicBezTo>
                <a:cubicBezTo>
                  <a:pt x="13803" y="21414"/>
                  <a:pt x="13189" y="22962"/>
                  <a:pt x="11962" y="24215"/>
                </a:cubicBezTo>
                <a:cubicBezTo>
                  <a:pt x="10735" y="25468"/>
                  <a:pt x="9010" y="26132"/>
                  <a:pt x="6786" y="26205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" cap="flat">
            <a:solidFill>
              <a:srgbClr val="000000">
                <a:alpha val="8720"/>
              </a:srgbClr>
            </a:solidFill>
            <a:miter/>
          </a:ln>
        </p:spPr>
      </p:sp>
      <p:sp>
        <p:nvSpPr>
          <p:cNvPr id="45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C31BA57-6B3F-4B39-925C-270E256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252" y="0"/>
            <a:ext cx="23246" cy="3809581"/>
          </a:xfrm>
          <a:custGeom xmlns:a="http://schemas.openxmlformats.org/drawingml/2006/main">
            <a:pathLst>
              <a:path w="23246" h="3809581">
                <a:moveTo>
                  <a:pt x="0" y="3809581"/>
                </a:moveTo>
                <a:lnTo>
                  <a:pt x="0" y="0"/>
                </a:lnTo>
                <a:lnTo>
                  <a:pt x="23246" y="0"/>
                </a:lnTo>
                <a:lnTo>
                  <a:pt x="23246" y="3809581"/>
                </a:lnTo>
                <a:lnTo>
                  <a:pt x="0" y="3809581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232E089-F31F-42FD-9754-7AE39FF6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9972" y="0"/>
            <a:ext cx="23246" cy="3809581"/>
          </a:xfrm>
          <a:custGeom xmlns:a="http://schemas.openxmlformats.org/drawingml/2006/main">
            <a:pathLst>
              <a:path w="23246" h="3809581">
                <a:moveTo>
                  <a:pt x="0" y="3809581"/>
                </a:moveTo>
                <a:lnTo>
                  <a:pt x="0" y="0"/>
                </a:lnTo>
                <a:lnTo>
                  <a:pt x="23246" y="0"/>
                </a:lnTo>
                <a:lnTo>
                  <a:pt x="23246" y="3809581"/>
                </a:lnTo>
                <a:lnTo>
                  <a:pt x="0" y="3809581"/>
                </a:lnTo>
                <a:close/>
              </a:path>
            </a:pathLst>
          </a:custGeom>
          <a:solidFill xmlns:a="http://schemas.openxmlformats.org/drawingml/2006/main">
            <a:srgbClr val="99999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Text Note:Thisexamplestoresupdates">
            <a:extLst xmlns:a="http://schemas.openxmlformats.org/drawingml/2006/main">
              <a:ext uri="{FF2B5EF4-FFF2-40B4-BE49-F238E27FC236}">
                <a16:creationId xmlns:a16="http://schemas.microsoft.com/office/drawing/2014/main" id="{D8318250-07F1-42A1-A17B-5403EAE4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78" y="4095672"/>
            <a:ext cx="2728847" cy="185849"/>
          </a:xfrm>
          <a:custGeom xmlns:a="http://schemas.openxmlformats.org/drawingml/2006/main">
            <a:pathLst>
              <a:path w="2728847" h="185849">
                <a:moveTo>
                  <a:pt x="106935" y="37036"/>
                </a:moveTo>
                <a:lnTo>
                  <a:pt x="106935" y="102247"/>
                </a:lnTo>
                <a:cubicBezTo>
                  <a:pt x="106935" y="106036"/>
                  <a:pt x="106935" y="108231"/>
                  <a:pt x="105566" y="108231"/>
                </a:cubicBezTo>
                <a:cubicBezTo>
                  <a:pt x="104785" y="108231"/>
                  <a:pt x="101853" y="104640"/>
                  <a:pt x="96182" y="97260"/>
                </a:cubicBezTo>
                <a:lnTo>
                  <a:pt x="29128" y="10521"/>
                </a:lnTo>
                <a:lnTo>
                  <a:pt x="2738" y="10119"/>
                </a:lnTo>
                <a:cubicBezTo>
                  <a:pt x="1566" y="11318"/>
                  <a:pt x="1566" y="15502"/>
                  <a:pt x="2738" y="16697"/>
                </a:cubicBezTo>
                <a:cubicBezTo>
                  <a:pt x="11144" y="17296"/>
                  <a:pt x="17009" y="24274"/>
                  <a:pt x="18181" y="29458"/>
                </a:cubicBezTo>
                <a:lnTo>
                  <a:pt x="18181" y="112616"/>
                </a:lnTo>
                <a:cubicBezTo>
                  <a:pt x="18181" y="130365"/>
                  <a:pt x="14858" y="131563"/>
                  <a:pt x="1175" y="132958"/>
                </a:cubicBezTo>
                <a:cubicBezTo>
                  <a:pt x="0" y="134153"/>
                  <a:pt x="0" y="138337"/>
                  <a:pt x="1175" y="139532"/>
                </a:cubicBezTo>
                <a:cubicBezTo>
                  <a:pt x="9581" y="139335"/>
                  <a:pt x="18378" y="139134"/>
                  <a:pt x="23070" y="139134"/>
                </a:cubicBezTo>
                <a:cubicBezTo>
                  <a:pt x="27565" y="139134"/>
                  <a:pt x="36559" y="139335"/>
                  <a:pt x="44768" y="139532"/>
                </a:cubicBezTo>
                <a:cubicBezTo>
                  <a:pt x="45940" y="138337"/>
                  <a:pt x="45940" y="134153"/>
                  <a:pt x="44768" y="132958"/>
                </a:cubicBezTo>
                <a:cubicBezTo>
                  <a:pt x="31085" y="131563"/>
                  <a:pt x="27759" y="130763"/>
                  <a:pt x="27759" y="112616"/>
                </a:cubicBezTo>
                <a:lnTo>
                  <a:pt x="27759" y="51595"/>
                </a:lnTo>
                <a:cubicBezTo>
                  <a:pt x="27759" y="44814"/>
                  <a:pt x="27759" y="41822"/>
                  <a:pt x="29325" y="41822"/>
                </a:cubicBezTo>
                <a:cubicBezTo>
                  <a:pt x="30498" y="41822"/>
                  <a:pt x="32648" y="44017"/>
                  <a:pt x="35971" y="48405"/>
                </a:cubicBezTo>
                <a:lnTo>
                  <a:pt x="104197" y="136346"/>
                </a:lnTo>
                <a:cubicBezTo>
                  <a:pt x="106348" y="139295"/>
                  <a:pt x="108889" y="141089"/>
                  <a:pt x="112018" y="141089"/>
                </a:cubicBezTo>
                <a:cubicBezTo>
                  <a:pt x="114754" y="141089"/>
                  <a:pt x="116514" y="138699"/>
                  <a:pt x="116514" y="134910"/>
                </a:cubicBezTo>
                <a:lnTo>
                  <a:pt x="116514" y="37030"/>
                </a:lnTo>
                <a:cubicBezTo>
                  <a:pt x="116514" y="19290"/>
                  <a:pt x="119837" y="18092"/>
                  <a:pt x="133522" y="16697"/>
                </a:cubicBezTo>
                <a:cubicBezTo>
                  <a:pt x="134695" y="15502"/>
                  <a:pt x="134695" y="11318"/>
                  <a:pt x="133522" y="10119"/>
                </a:cubicBezTo>
                <a:cubicBezTo>
                  <a:pt x="125507" y="10320"/>
                  <a:pt x="116317" y="10521"/>
                  <a:pt x="111625" y="10521"/>
                </a:cubicBezTo>
                <a:cubicBezTo>
                  <a:pt x="107520" y="10521"/>
                  <a:pt x="98530" y="10320"/>
                  <a:pt x="89927" y="10119"/>
                </a:cubicBezTo>
                <a:cubicBezTo>
                  <a:pt x="88754" y="11318"/>
                  <a:pt x="88754" y="15502"/>
                  <a:pt x="89927" y="16697"/>
                </a:cubicBezTo>
                <a:cubicBezTo>
                  <a:pt x="103610" y="18092"/>
                  <a:pt x="106935" y="18889"/>
                  <a:pt x="106935" y="37036"/>
                </a:cubicBezTo>
                <a:close/>
                <a:moveTo>
                  <a:pt x="142903" y="98224"/>
                </a:moveTo>
                <a:cubicBezTo>
                  <a:pt x="142903" y="118564"/>
                  <a:pt x="156198" y="141089"/>
                  <a:pt x="183957" y="141089"/>
                </a:cubicBezTo>
                <a:cubicBezTo>
                  <a:pt x="196467" y="141089"/>
                  <a:pt x="206049" y="136507"/>
                  <a:pt x="212695" y="129930"/>
                </a:cubicBezTo>
                <a:cubicBezTo>
                  <a:pt x="221491" y="121154"/>
                  <a:pt x="225402" y="108593"/>
                  <a:pt x="225402" y="96430"/>
                </a:cubicBezTo>
                <a:cubicBezTo>
                  <a:pt x="225402" y="75693"/>
                  <a:pt x="214258" y="51571"/>
                  <a:pt x="184348" y="51571"/>
                </a:cubicBezTo>
                <a:cubicBezTo>
                  <a:pt x="171447" y="51571"/>
                  <a:pt x="160890" y="56953"/>
                  <a:pt x="153656" y="65524"/>
                </a:cubicBezTo>
                <a:cubicBezTo>
                  <a:pt x="146620" y="74099"/>
                  <a:pt x="142903" y="85663"/>
                  <a:pt x="142903" y="98224"/>
                </a:cubicBezTo>
                <a:moveTo>
                  <a:pt x="181416" y="58546"/>
                </a:moveTo>
                <a:cubicBezTo>
                  <a:pt x="198227" y="58546"/>
                  <a:pt x="208590" y="74099"/>
                  <a:pt x="208590" y="102813"/>
                </a:cubicBezTo>
                <a:cubicBezTo>
                  <a:pt x="208590" y="127935"/>
                  <a:pt x="195883" y="134117"/>
                  <a:pt x="186695" y="134117"/>
                </a:cubicBezTo>
                <a:cubicBezTo>
                  <a:pt x="166364" y="134117"/>
                  <a:pt x="159718" y="108991"/>
                  <a:pt x="159718" y="93639"/>
                </a:cubicBezTo>
                <a:cubicBezTo>
                  <a:pt x="159718" y="76292"/>
                  <a:pt x="163822" y="58546"/>
                  <a:pt x="181416" y="58546"/>
                </a:cubicBezTo>
                <a:close/>
                <a:moveTo>
                  <a:pt x="241823" y="53711"/>
                </a:moveTo>
                <a:cubicBezTo>
                  <a:pt x="239085" y="53711"/>
                  <a:pt x="238304" y="56104"/>
                  <a:pt x="238304" y="57698"/>
                </a:cubicBezTo>
                <a:lnTo>
                  <a:pt x="238304" y="60288"/>
                </a:lnTo>
                <a:cubicBezTo>
                  <a:pt x="238304" y="61286"/>
                  <a:pt x="238498" y="61483"/>
                  <a:pt x="239282" y="61483"/>
                </a:cubicBezTo>
                <a:lnTo>
                  <a:pt x="250814" y="61483"/>
                </a:lnTo>
                <a:lnTo>
                  <a:pt x="250814" y="121376"/>
                </a:lnTo>
                <a:cubicBezTo>
                  <a:pt x="250814" y="135509"/>
                  <a:pt x="256875" y="141089"/>
                  <a:pt x="265866" y="141089"/>
                </a:cubicBezTo>
                <a:cubicBezTo>
                  <a:pt x="274860" y="141089"/>
                  <a:pt x="284635" y="136708"/>
                  <a:pt x="292259" y="127941"/>
                </a:cubicBezTo>
                <a:cubicBezTo>
                  <a:pt x="291868" y="125953"/>
                  <a:pt x="290696" y="124758"/>
                  <a:pt x="288739" y="124560"/>
                </a:cubicBezTo>
                <a:cubicBezTo>
                  <a:pt x="283656" y="128540"/>
                  <a:pt x="277792" y="130130"/>
                  <a:pt x="272709" y="130130"/>
                </a:cubicBezTo>
                <a:cubicBezTo>
                  <a:pt x="267432" y="130130"/>
                  <a:pt x="266260" y="124162"/>
                  <a:pt x="266260" y="111825"/>
                </a:cubicBezTo>
                <a:lnTo>
                  <a:pt x="266260" y="61483"/>
                </a:lnTo>
                <a:lnTo>
                  <a:pt x="286589" y="61483"/>
                </a:lnTo>
                <a:cubicBezTo>
                  <a:pt x="288545" y="61483"/>
                  <a:pt x="291281" y="60687"/>
                  <a:pt x="291281" y="58893"/>
                </a:cubicBezTo>
                <a:lnTo>
                  <a:pt x="291281" y="54909"/>
                </a:lnTo>
                <a:cubicBezTo>
                  <a:pt x="291281" y="54113"/>
                  <a:pt x="290696" y="53711"/>
                  <a:pt x="289718" y="53711"/>
                </a:cubicBezTo>
                <a:lnTo>
                  <a:pt x="266260" y="53711"/>
                </a:lnTo>
                <a:lnTo>
                  <a:pt x="266260" y="45942"/>
                </a:lnTo>
                <a:cubicBezTo>
                  <a:pt x="266260" y="32989"/>
                  <a:pt x="267041" y="25016"/>
                  <a:pt x="267041" y="25016"/>
                </a:cubicBezTo>
                <a:cubicBezTo>
                  <a:pt x="267041" y="23821"/>
                  <a:pt x="266454" y="23222"/>
                  <a:pt x="265475" y="23222"/>
                </a:cubicBezTo>
                <a:cubicBezTo>
                  <a:pt x="264694" y="23222"/>
                  <a:pt x="262934" y="24022"/>
                  <a:pt x="261177" y="25016"/>
                </a:cubicBezTo>
                <a:cubicBezTo>
                  <a:pt x="259026" y="26214"/>
                  <a:pt x="257069" y="27208"/>
                  <a:pt x="254528" y="27807"/>
                </a:cubicBezTo>
                <a:cubicBezTo>
                  <a:pt x="252183" y="28604"/>
                  <a:pt x="250229" y="29203"/>
                  <a:pt x="250229" y="30596"/>
                </a:cubicBezTo>
                <a:cubicBezTo>
                  <a:pt x="250229" y="32989"/>
                  <a:pt x="250814" y="31593"/>
                  <a:pt x="250814" y="53711"/>
                </a:cubicBezTo>
                <a:lnTo>
                  <a:pt x="241823" y="53711"/>
                </a:lnTo>
                <a:close/>
                <a:moveTo>
                  <a:pt x="319432" y="82939"/>
                </a:moveTo>
                <a:cubicBezTo>
                  <a:pt x="323146" y="60516"/>
                  <a:pt x="336831" y="58731"/>
                  <a:pt x="341523" y="58731"/>
                </a:cubicBezTo>
                <a:cubicBezTo>
                  <a:pt x="348951" y="58731"/>
                  <a:pt x="357748" y="62900"/>
                  <a:pt x="357748" y="79566"/>
                </a:cubicBezTo>
                <a:cubicBezTo>
                  <a:pt x="357748" y="81351"/>
                  <a:pt x="356966" y="82346"/>
                  <a:pt x="354815" y="82346"/>
                </a:cubicBezTo>
                <a:lnTo>
                  <a:pt x="319432" y="82939"/>
                </a:lnTo>
                <a:moveTo>
                  <a:pt x="370649" y="120573"/>
                </a:moveTo>
                <a:cubicBezTo>
                  <a:pt x="363418" y="128142"/>
                  <a:pt x="357748" y="131325"/>
                  <a:pt x="346410" y="131325"/>
                </a:cubicBezTo>
                <a:cubicBezTo>
                  <a:pt x="339373" y="131325"/>
                  <a:pt x="331161" y="127144"/>
                  <a:pt x="325102" y="116992"/>
                </a:cubicBezTo>
                <a:cubicBezTo>
                  <a:pt x="321192" y="110421"/>
                  <a:pt x="318844" y="101262"/>
                  <a:pt x="318844" y="89713"/>
                </a:cubicBezTo>
                <a:lnTo>
                  <a:pt x="370846" y="90112"/>
                </a:lnTo>
                <a:cubicBezTo>
                  <a:pt x="373190" y="90112"/>
                  <a:pt x="374560" y="88917"/>
                  <a:pt x="374560" y="86724"/>
                </a:cubicBezTo>
                <a:cubicBezTo>
                  <a:pt x="374560" y="70043"/>
                  <a:pt x="368695" y="52154"/>
                  <a:pt x="341523" y="52154"/>
                </a:cubicBezTo>
                <a:cubicBezTo>
                  <a:pt x="324515" y="52154"/>
                  <a:pt x="302423" y="68653"/>
                  <a:pt x="302423" y="98872"/>
                </a:cubicBezTo>
                <a:cubicBezTo>
                  <a:pt x="302423" y="110022"/>
                  <a:pt x="305161" y="120774"/>
                  <a:pt x="311614" y="128339"/>
                </a:cubicBezTo>
                <a:cubicBezTo>
                  <a:pt x="318260" y="136309"/>
                  <a:pt x="327447" y="141089"/>
                  <a:pt x="341523" y="141089"/>
                </a:cubicBezTo>
                <a:cubicBezTo>
                  <a:pt x="356379" y="141089"/>
                  <a:pt x="366935" y="134117"/>
                  <a:pt x="374756" y="123760"/>
                </a:cubicBezTo>
                <a:cubicBezTo>
                  <a:pt x="374169" y="121768"/>
                  <a:pt x="372997" y="120774"/>
                  <a:pt x="370649" y="120573"/>
                </a:cubicBezTo>
                <a:close/>
                <a:moveTo>
                  <a:pt x="396259" y="68361"/>
                </a:moveTo>
                <a:cubicBezTo>
                  <a:pt x="396259" y="74139"/>
                  <a:pt x="400951" y="78922"/>
                  <a:pt x="406619" y="78922"/>
                </a:cubicBezTo>
                <a:cubicBezTo>
                  <a:pt x="412290" y="78922"/>
                  <a:pt x="416982" y="74139"/>
                  <a:pt x="416982" y="68361"/>
                </a:cubicBezTo>
                <a:cubicBezTo>
                  <a:pt x="416982" y="62581"/>
                  <a:pt x="412290" y="57798"/>
                  <a:pt x="406619" y="57798"/>
                </a:cubicBezTo>
                <a:cubicBezTo>
                  <a:pt x="400951" y="57798"/>
                  <a:pt x="396259" y="62581"/>
                  <a:pt x="396259" y="68361"/>
                </a:cubicBezTo>
                <a:moveTo>
                  <a:pt x="396259" y="124797"/>
                </a:moveTo>
                <a:cubicBezTo>
                  <a:pt x="396259" y="130574"/>
                  <a:pt x="400951" y="135357"/>
                  <a:pt x="406619" y="135357"/>
                </a:cubicBezTo>
                <a:cubicBezTo>
                  <a:pt x="412290" y="135357"/>
                  <a:pt x="416982" y="130574"/>
                  <a:pt x="416982" y="124797"/>
                </a:cubicBezTo>
                <a:cubicBezTo>
                  <a:pt x="416982" y="119017"/>
                  <a:pt x="412290" y="114234"/>
                  <a:pt x="406619" y="114234"/>
                </a:cubicBezTo>
                <a:cubicBezTo>
                  <a:pt x="400951" y="114234"/>
                  <a:pt x="396259" y="119017"/>
                  <a:pt x="396259" y="124797"/>
                </a:cubicBezTo>
                <a:close/>
                <a:moveTo>
                  <a:pt x="546982" y="114839"/>
                </a:moveTo>
                <a:lnTo>
                  <a:pt x="546982" y="38784"/>
                </a:lnTo>
                <a:cubicBezTo>
                  <a:pt x="546982" y="26041"/>
                  <a:pt x="548939" y="18475"/>
                  <a:pt x="555975" y="18475"/>
                </a:cubicBezTo>
                <a:lnTo>
                  <a:pt x="560277" y="18475"/>
                </a:lnTo>
                <a:cubicBezTo>
                  <a:pt x="574938" y="18475"/>
                  <a:pt x="584125" y="23654"/>
                  <a:pt x="587448" y="38982"/>
                </a:cubicBezTo>
                <a:cubicBezTo>
                  <a:pt x="589599" y="38982"/>
                  <a:pt x="592338" y="38784"/>
                  <a:pt x="594094" y="37988"/>
                </a:cubicBezTo>
                <a:cubicBezTo>
                  <a:pt x="592728" y="28829"/>
                  <a:pt x="591750" y="18676"/>
                  <a:pt x="591553" y="9709"/>
                </a:cubicBezTo>
                <a:cubicBezTo>
                  <a:pt x="591553" y="9508"/>
                  <a:pt x="591162" y="9110"/>
                  <a:pt x="590968" y="9110"/>
                </a:cubicBezTo>
                <a:cubicBezTo>
                  <a:pt x="584322" y="9709"/>
                  <a:pt x="562621" y="10703"/>
                  <a:pt x="547179" y="10703"/>
                </a:cubicBezTo>
                <a:lnTo>
                  <a:pt x="530367" y="10703"/>
                </a:lnTo>
                <a:cubicBezTo>
                  <a:pt x="515312" y="10703"/>
                  <a:pt x="492245" y="9709"/>
                  <a:pt x="484817" y="9110"/>
                </a:cubicBezTo>
                <a:cubicBezTo>
                  <a:pt x="484427" y="9110"/>
                  <a:pt x="484036" y="9508"/>
                  <a:pt x="484036" y="9709"/>
                </a:cubicBezTo>
                <a:cubicBezTo>
                  <a:pt x="483251" y="18676"/>
                  <a:pt x="481298" y="29030"/>
                  <a:pt x="479147" y="38584"/>
                </a:cubicBezTo>
                <a:cubicBezTo>
                  <a:pt x="481101" y="39380"/>
                  <a:pt x="483448" y="39581"/>
                  <a:pt x="485793" y="39581"/>
                </a:cubicBezTo>
                <a:cubicBezTo>
                  <a:pt x="489703" y="23654"/>
                  <a:pt x="498697" y="18475"/>
                  <a:pt x="511598" y="18475"/>
                </a:cubicBezTo>
                <a:lnTo>
                  <a:pt x="521176" y="18475"/>
                </a:lnTo>
                <a:cubicBezTo>
                  <a:pt x="528410" y="18475"/>
                  <a:pt x="530367" y="26041"/>
                  <a:pt x="530367" y="38185"/>
                </a:cubicBezTo>
                <a:lnTo>
                  <a:pt x="530367" y="114839"/>
                </a:lnTo>
                <a:cubicBezTo>
                  <a:pt x="530367" y="131365"/>
                  <a:pt x="527041" y="132359"/>
                  <a:pt x="511404" y="132958"/>
                </a:cubicBezTo>
                <a:cubicBezTo>
                  <a:pt x="510229" y="134153"/>
                  <a:pt x="510229" y="138337"/>
                  <a:pt x="511404" y="139532"/>
                </a:cubicBezTo>
                <a:cubicBezTo>
                  <a:pt x="520983" y="139335"/>
                  <a:pt x="530952" y="139134"/>
                  <a:pt x="538773" y="139134"/>
                </a:cubicBezTo>
                <a:cubicBezTo>
                  <a:pt x="546200" y="139134"/>
                  <a:pt x="556169" y="139335"/>
                  <a:pt x="565944" y="139532"/>
                </a:cubicBezTo>
                <a:cubicBezTo>
                  <a:pt x="567117" y="138337"/>
                  <a:pt x="567117" y="134153"/>
                  <a:pt x="565944" y="132958"/>
                </a:cubicBezTo>
                <a:cubicBezTo>
                  <a:pt x="550305" y="132359"/>
                  <a:pt x="546982" y="131365"/>
                  <a:pt x="546982" y="114839"/>
                </a:cubicBezTo>
                <a:close/>
                <a:moveTo>
                  <a:pt x="627915" y="82084"/>
                </a:moveTo>
                <a:cubicBezTo>
                  <a:pt x="627915" y="77894"/>
                  <a:pt x="629675" y="75501"/>
                  <a:pt x="631238" y="73707"/>
                </a:cubicBezTo>
                <a:cubicBezTo>
                  <a:pt x="638668" y="66324"/>
                  <a:pt x="648637" y="61933"/>
                  <a:pt x="656262" y="61933"/>
                </a:cubicBezTo>
                <a:cubicBezTo>
                  <a:pt x="660169" y="61933"/>
                  <a:pt x="664277" y="64527"/>
                  <a:pt x="666622" y="69115"/>
                </a:cubicBezTo>
                <a:cubicBezTo>
                  <a:pt x="668578" y="73108"/>
                  <a:pt x="668969" y="78493"/>
                  <a:pt x="668969" y="84477"/>
                </a:cubicBezTo>
                <a:lnTo>
                  <a:pt x="668969" y="114802"/>
                </a:lnTo>
                <a:cubicBezTo>
                  <a:pt x="668969" y="131161"/>
                  <a:pt x="667012" y="131961"/>
                  <a:pt x="656846" y="132958"/>
                </a:cubicBezTo>
                <a:cubicBezTo>
                  <a:pt x="655871" y="134153"/>
                  <a:pt x="655871" y="138337"/>
                  <a:pt x="656846" y="139532"/>
                </a:cubicBezTo>
                <a:cubicBezTo>
                  <a:pt x="662320" y="139335"/>
                  <a:pt x="668969" y="139134"/>
                  <a:pt x="676787" y="139134"/>
                </a:cubicBezTo>
                <a:cubicBezTo>
                  <a:pt x="684609" y="139134"/>
                  <a:pt x="691058" y="139335"/>
                  <a:pt x="697510" y="139532"/>
                </a:cubicBezTo>
                <a:cubicBezTo>
                  <a:pt x="698488" y="138337"/>
                  <a:pt x="698488" y="134153"/>
                  <a:pt x="697510" y="132958"/>
                </a:cubicBezTo>
                <a:cubicBezTo>
                  <a:pt x="686563" y="131961"/>
                  <a:pt x="684412" y="131161"/>
                  <a:pt x="684412" y="114802"/>
                </a:cubicBezTo>
                <a:lnTo>
                  <a:pt x="684412" y="85076"/>
                </a:lnTo>
                <a:cubicBezTo>
                  <a:pt x="684412" y="74105"/>
                  <a:pt x="683630" y="64329"/>
                  <a:pt x="679135" y="58348"/>
                </a:cubicBezTo>
                <a:cubicBezTo>
                  <a:pt x="675809" y="53964"/>
                  <a:pt x="669751" y="51571"/>
                  <a:pt x="662908" y="51571"/>
                </a:cubicBezTo>
                <a:cubicBezTo>
                  <a:pt x="653330" y="51571"/>
                  <a:pt x="641601" y="54161"/>
                  <a:pt x="629675" y="67720"/>
                </a:cubicBezTo>
                <a:cubicBezTo>
                  <a:pt x="629087" y="68519"/>
                  <a:pt x="627718" y="70514"/>
                  <a:pt x="627718" y="67720"/>
                </a:cubicBezTo>
                <a:lnTo>
                  <a:pt x="627915" y="22854"/>
                </a:lnTo>
                <a:cubicBezTo>
                  <a:pt x="627915" y="9894"/>
                  <a:pt x="628696" y="1967"/>
                  <a:pt x="628696" y="1967"/>
                </a:cubicBezTo>
                <a:cubicBezTo>
                  <a:pt x="628696" y="593"/>
                  <a:pt x="627915" y="0"/>
                  <a:pt x="626155" y="0"/>
                </a:cubicBezTo>
                <a:cubicBezTo>
                  <a:pt x="621269" y="1967"/>
                  <a:pt x="606608" y="4719"/>
                  <a:pt x="598787" y="5309"/>
                </a:cubicBezTo>
                <a:cubicBezTo>
                  <a:pt x="598396" y="6905"/>
                  <a:pt x="598787" y="10092"/>
                  <a:pt x="599959" y="11287"/>
                </a:cubicBezTo>
                <a:cubicBezTo>
                  <a:pt x="610125" y="11886"/>
                  <a:pt x="612472" y="10889"/>
                  <a:pt x="612472" y="27640"/>
                </a:cubicBezTo>
                <a:lnTo>
                  <a:pt x="612472" y="114802"/>
                </a:lnTo>
                <a:cubicBezTo>
                  <a:pt x="612472" y="131362"/>
                  <a:pt x="610125" y="132159"/>
                  <a:pt x="598787" y="132958"/>
                </a:cubicBezTo>
                <a:cubicBezTo>
                  <a:pt x="597614" y="134153"/>
                  <a:pt x="597614" y="138337"/>
                  <a:pt x="598787" y="139532"/>
                </a:cubicBezTo>
                <a:cubicBezTo>
                  <a:pt x="605239" y="139335"/>
                  <a:pt x="612472" y="139134"/>
                  <a:pt x="620291" y="139134"/>
                </a:cubicBezTo>
                <a:cubicBezTo>
                  <a:pt x="627718" y="139134"/>
                  <a:pt x="634170" y="139335"/>
                  <a:pt x="639644" y="139532"/>
                </a:cubicBezTo>
                <a:cubicBezTo>
                  <a:pt x="640816" y="138337"/>
                  <a:pt x="640816" y="134153"/>
                  <a:pt x="639644" y="132958"/>
                </a:cubicBezTo>
                <a:cubicBezTo>
                  <a:pt x="629675" y="132159"/>
                  <a:pt x="627915" y="131362"/>
                  <a:pt x="627915" y="114802"/>
                </a:cubicBezTo>
                <a:lnTo>
                  <a:pt x="627915" y="82084"/>
                </a:lnTo>
                <a:close/>
                <a:moveTo>
                  <a:pt x="718037" y="19686"/>
                </a:moveTo>
                <a:cubicBezTo>
                  <a:pt x="718037" y="24867"/>
                  <a:pt x="722729" y="30048"/>
                  <a:pt x="727418" y="30048"/>
                </a:cubicBezTo>
                <a:cubicBezTo>
                  <a:pt x="732892" y="30048"/>
                  <a:pt x="737584" y="24669"/>
                  <a:pt x="737584" y="20482"/>
                </a:cubicBezTo>
                <a:cubicBezTo>
                  <a:pt x="737584" y="15702"/>
                  <a:pt x="733479" y="10119"/>
                  <a:pt x="728203" y="10119"/>
                </a:cubicBezTo>
                <a:cubicBezTo>
                  <a:pt x="723510" y="10119"/>
                  <a:pt x="718037" y="14903"/>
                  <a:pt x="718037" y="19686"/>
                </a:cubicBezTo>
                <a:moveTo>
                  <a:pt x="735827" y="114820"/>
                </a:moveTo>
                <a:lnTo>
                  <a:pt x="735827" y="75160"/>
                </a:lnTo>
                <a:cubicBezTo>
                  <a:pt x="735827" y="65196"/>
                  <a:pt x="736608" y="52398"/>
                  <a:pt x="736608" y="52398"/>
                </a:cubicBezTo>
                <a:cubicBezTo>
                  <a:pt x="736608" y="51592"/>
                  <a:pt x="735630" y="50987"/>
                  <a:pt x="734067" y="50987"/>
                </a:cubicBezTo>
                <a:cubicBezTo>
                  <a:pt x="728593" y="53203"/>
                  <a:pt x="720772" y="55016"/>
                  <a:pt x="707283" y="56825"/>
                </a:cubicBezTo>
                <a:cubicBezTo>
                  <a:pt x="706892" y="58023"/>
                  <a:pt x="707283" y="61210"/>
                  <a:pt x="707674" y="62408"/>
                </a:cubicBezTo>
                <a:cubicBezTo>
                  <a:pt x="718427" y="63402"/>
                  <a:pt x="720381" y="64600"/>
                  <a:pt x="720381" y="75960"/>
                </a:cubicBezTo>
                <a:lnTo>
                  <a:pt x="720381" y="114820"/>
                </a:lnTo>
                <a:cubicBezTo>
                  <a:pt x="720381" y="131362"/>
                  <a:pt x="718231" y="131961"/>
                  <a:pt x="706308" y="132958"/>
                </a:cubicBezTo>
                <a:cubicBezTo>
                  <a:pt x="705132" y="134153"/>
                  <a:pt x="705132" y="138337"/>
                  <a:pt x="706308" y="139532"/>
                </a:cubicBezTo>
                <a:cubicBezTo>
                  <a:pt x="712757" y="139335"/>
                  <a:pt x="720381" y="139134"/>
                  <a:pt x="728203" y="139134"/>
                </a:cubicBezTo>
                <a:cubicBezTo>
                  <a:pt x="736021" y="139134"/>
                  <a:pt x="743448" y="139335"/>
                  <a:pt x="749900" y="139532"/>
                </a:cubicBezTo>
                <a:cubicBezTo>
                  <a:pt x="751073" y="138337"/>
                  <a:pt x="751073" y="134153"/>
                  <a:pt x="749900" y="132958"/>
                </a:cubicBezTo>
                <a:cubicBezTo>
                  <a:pt x="737975" y="132162"/>
                  <a:pt x="735827" y="131362"/>
                  <a:pt x="735827" y="114820"/>
                </a:cubicBezTo>
                <a:close/>
                <a:moveTo>
                  <a:pt x="762802" y="111585"/>
                </a:moveTo>
                <a:cubicBezTo>
                  <a:pt x="763584" y="121355"/>
                  <a:pt x="764172" y="130726"/>
                  <a:pt x="764172" y="139098"/>
                </a:cubicBezTo>
                <a:cubicBezTo>
                  <a:pt x="766125" y="138699"/>
                  <a:pt x="768082" y="138502"/>
                  <a:pt x="769058" y="138502"/>
                </a:cubicBezTo>
                <a:cubicBezTo>
                  <a:pt x="770427" y="138502"/>
                  <a:pt x="771599" y="138502"/>
                  <a:pt x="772968" y="138900"/>
                </a:cubicBezTo>
                <a:cubicBezTo>
                  <a:pt x="778248" y="140293"/>
                  <a:pt x="783525" y="141089"/>
                  <a:pt x="790758" y="141089"/>
                </a:cubicBezTo>
                <a:cubicBezTo>
                  <a:pt x="801706" y="141089"/>
                  <a:pt x="821841" y="135710"/>
                  <a:pt x="821841" y="115970"/>
                </a:cubicBezTo>
                <a:cubicBezTo>
                  <a:pt x="821841" y="102414"/>
                  <a:pt x="812263" y="94439"/>
                  <a:pt x="798968" y="89452"/>
                </a:cubicBezTo>
                <a:cubicBezTo>
                  <a:pt x="787239" y="84866"/>
                  <a:pt x="779420" y="81874"/>
                  <a:pt x="779420" y="70909"/>
                </a:cubicBezTo>
                <a:cubicBezTo>
                  <a:pt x="779420" y="62733"/>
                  <a:pt x="786457" y="58148"/>
                  <a:pt x="793103" y="58148"/>
                </a:cubicBezTo>
                <a:cubicBezTo>
                  <a:pt x="797404" y="58148"/>
                  <a:pt x="808743" y="59744"/>
                  <a:pt x="811284" y="76693"/>
                </a:cubicBezTo>
                <a:cubicBezTo>
                  <a:pt x="812456" y="77888"/>
                  <a:pt x="816367" y="77687"/>
                  <a:pt x="817539" y="76492"/>
                </a:cubicBezTo>
                <a:cubicBezTo>
                  <a:pt x="818127" y="69313"/>
                  <a:pt x="818518" y="61936"/>
                  <a:pt x="818715" y="55359"/>
                </a:cubicBezTo>
                <a:cubicBezTo>
                  <a:pt x="812653" y="54362"/>
                  <a:pt x="803269" y="51571"/>
                  <a:pt x="793103" y="51571"/>
                </a:cubicBezTo>
                <a:cubicBezTo>
                  <a:pt x="778639" y="51571"/>
                  <a:pt x="765541" y="61140"/>
                  <a:pt x="765541" y="73902"/>
                </a:cubicBezTo>
                <a:cubicBezTo>
                  <a:pt x="765541" y="88454"/>
                  <a:pt x="771990" y="94636"/>
                  <a:pt x="787045" y="101019"/>
                </a:cubicBezTo>
                <a:cubicBezTo>
                  <a:pt x="803269" y="107796"/>
                  <a:pt x="806983" y="111983"/>
                  <a:pt x="806983" y="120558"/>
                </a:cubicBezTo>
                <a:cubicBezTo>
                  <a:pt x="806983" y="130328"/>
                  <a:pt x="797601" y="134515"/>
                  <a:pt x="790368" y="134515"/>
                </a:cubicBezTo>
                <a:cubicBezTo>
                  <a:pt x="782743" y="134515"/>
                  <a:pt x="778442" y="131921"/>
                  <a:pt x="776488" y="129729"/>
                </a:cubicBezTo>
                <a:cubicBezTo>
                  <a:pt x="772187" y="125144"/>
                  <a:pt x="770036" y="116371"/>
                  <a:pt x="768864" y="111384"/>
                </a:cubicBezTo>
                <a:cubicBezTo>
                  <a:pt x="767691" y="110189"/>
                  <a:pt x="763975" y="110387"/>
                  <a:pt x="762802" y="111585"/>
                </a:cubicBezTo>
                <a:close/>
                <a:moveTo>
                  <a:pt x="903556" y="82939"/>
                </a:moveTo>
                <a:cubicBezTo>
                  <a:pt x="907270" y="60516"/>
                  <a:pt x="920955" y="58731"/>
                  <a:pt x="925648" y="58731"/>
                </a:cubicBezTo>
                <a:cubicBezTo>
                  <a:pt x="933075" y="58731"/>
                  <a:pt x="941872" y="62900"/>
                  <a:pt x="941872" y="79566"/>
                </a:cubicBezTo>
                <a:cubicBezTo>
                  <a:pt x="941872" y="81351"/>
                  <a:pt x="941090" y="82346"/>
                  <a:pt x="938940" y="82346"/>
                </a:cubicBezTo>
                <a:lnTo>
                  <a:pt x="903556" y="82939"/>
                </a:lnTo>
                <a:moveTo>
                  <a:pt x="954773" y="120573"/>
                </a:moveTo>
                <a:cubicBezTo>
                  <a:pt x="947542" y="128142"/>
                  <a:pt x="941872" y="131325"/>
                  <a:pt x="930534" y="131325"/>
                </a:cubicBezTo>
                <a:cubicBezTo>
                  <a:pt x="923497" y="131325"/>
                  <a:pt x="915285" y="127144"/>
                  <a:pt x="909227" y="116992"/>
                </a:cubicBezTo>
                <a:cubicBezTo>
                  <a:pt x="905316" y="110421"/>
                  <a:pt x="902968" y="101262"/>
                  <a:pt x="902968" y="89713"/>
                </a:cubicBezTo>
                <a:lnTo>
                  <a:pt x="954970" y="90112"/>
                </a:lnTo>
                <a:cubicBezTo>
                  <a:pt x="957315" y="90112"/>
                  <a:pt x="958684" y="88917"/>
                  <a:pt x="958684" y="86724"/>
                </a:cubicBezTo>
                <a:cubicBezTo>
                  <a:pt x="958684" y="70043"/>
                  <a:pt x="952819" y="52154"/>
                  <a:pt x="925648" y="52154"/>
                </a:cubicBezTo>
                <a:cubicBezTo>
                  <a:pt x="908639" y="52154"/>
                  <a:pt x="886547" y="68653"/>
                  <a:pt x="886547" y="98872"/>
                </a:cubicBezTo>
                <a:cubicBezTo>
                  <a:pt x="886547" y="110022"/>
                  <a:pt x="889286" y="120774"/>
                  <a:pt x="895738" y="128339"/>
                </a:cubicBezTo>
                <a:cubicBezTo>
                  <a:pt x="902384" y="136309"/>
                  <a:pt x="911571" y="141089"/>
                  <a:pt x="925648" y="141089"/>
                </a:cubicBezTo>
                <a:cubicBezTo>
                  <a:pt x="940503" y="141089"/>
                  <a:pt x="951059" y="134117"/>
                  <a:pt x="958881" y="123760"/>
                </a:cubicBezTo>
                <a:cubicBezTo>
                  <a:pt x="958293" y="121768"/>
                  <a:pt x="957121" y="120774"/>
                  <a:pt x="954773" y="120573"/>
                </a:cubicBezTo>
                <a:close/>
                <a:moveTo>
                  <a:pt x="1000910" y="67863"/>
                </a:moveTo>
                <a:cubicBezTo>
                  <a:pt x="996414" y="61094"/>
                  <a:pt x="997781" y="60893"/>
                  <a:pt x="1006580" y="59899"/>
                </a:cubicBezTo>
                <a:cubicBezTo>
                  <a:pt x="1007753" y="58704"/>
                  <a:pt x="1007753" y="54520"/>
                  <a:pt x="1006580" y="53322"/>
                </a:cubicBezTo>
                <a:cubicBezTo>
                  <a:pt x="1001300" y="53523"/>
                  <a:pt x="992701" y="53723"/>
                  <a:pt x="986833" y="53723"/>
                </a:cubicBezTo>
                <a:cubicBezTo>
                  <a:pt x="980969" y="53723"/>
                  <a:pt x="975104" y="53523"/>
                  <a:pt x="970021" y="53322"/>
                </a:cubicBezTo>
                <a:cubicBezTo>
                  <a:pt x="968849" y="54520"/>
                  <a:pt x="968849" y="58704"/>
                  <a:pt x="970021" y="59899"/>
                </a:cubicBezTo>
                <a:cubicBezTo>
                  <a:pt x="976670" y="60498"/>
                  <a:pt x="982144" y="63879"/>
                  <a:pt x="987618" y="72044"/>
                </a:cubicBezTo>
                <a:lnTo>
                  <a:pt x="1004623" y="97324"/>
                </a:lnTo>
                <a:cubicBezTo>
                  <a:pt x="1005602" y="98717"/>
                  <a:pt x="1005602" y="99316"/>
                  <a:pt x="1004820" y="100310"/>
                </a:cubicBezTo>
                <a:lnTo>
                  <a:pt x="988399" y="121811"/>
                </a:lnTo>
                <a:cubicBezTo>
                  <a:pt x="980578" y="131961"/>
                  <a:pt x="976280" y="132560"/>
                  <a:pt x="969437" y="132958"/>
                </a:cubicBezTo>
                <a:cubicBezTo>
                  <a:pt x="968264" y="134153"/>
                  <a:pt x="968264" y="138337"/>
                  <a:pt x="969437" y="139532"/>
                </a:cubicBezTo>
                <a:cubicBezTo>
                  <a:pt x="973344" y="139335"/>
                  <a:pt x="977646" y="139134"/>
                  <a:pt x="983510" y="139134"/>
                </a:cubicBezTo>
                <a:cubicBezTo>
                  <a:pt x="989375" y="139134"/>
                  <a:pt x="994848" y="139335"/>
                  <a:pt x="999931" y="139532"/>
                </a:cubicBezTo>
                <a:cubicBezTo>
                  <a:pt x="1001107" y="138337"/>
                  <a:pt x="1001107" y="134153"/>
                  <a:pt x="999931" y="132958"/>
                </a:cubicBezTo>
                <a:cubicBezTo>
                  <a:pt x="992895" y="132162"/>
                  <a:pt x="991331" y="131365"/>
                  <a:pt x="995633" y="124995"/>
                </a:cubicBezTo>
                <a:lnTo>
                  <a:pt x="1007946" y="106881"/>
                </a:lnTo>
                <a:cubicBezTo>
                  <a:pt x="1009513" y="104491"/>
                  <a:pt x="1010294" y="104689"/>
                  <a:pt x="1011466" y="106483"/>
                </a:cubicBezTo>
                <a:lnTo>
                  <a:pt x="1022805" y="122407"/>
                </a:lnTo>
                <a:cubicBezTo>
                  <a:pt x="1029647" y="131961"/>
                  <a:pt x="1026518" y="132359"/>
                  <a:pt x="1020263" y="132958"/>
                </a:cubicBezTo>
                <a:cubicBezTo>
                  <a:pt x="1019091" y="134153"/>
                  <a:pt x="1019091" y="138337"/>
                  <a:pt x="1020263" y="139532"/>
                </a:cubicBezTo>
                <a:cubicBezTo>
                  <a:pt x="1026127" y="139335"/>
                  <a:pt x="1032580" y="139134"/>
                  <a:pt x="1039616" y="139134"/>
                </a:cubicBezTo>
                <a:cubicBezTo>
                  <a:pt x="1047047" y="139134"/>
                  <a:pt x="1052324" y="139335"/>
                  <a:pt x="1057016" y="139532"/>
                </a:cubicBezTo>
                <a:cubicBezTo>
                  <a:pt x="1058188" y="138337"/>
                  <a:pt x="1058188" y="134153"/>
                  <a:pt x="1057016" y="132958"/>
                </a:cubicBezTo>
                <a:cubicBezTo>
                  <a:pt x="1048219" y="132359"/>
                  <a:pt x="1045287" y="131763"/>
                  <a:pt x="1037466" y="120415"/>
                </a:cubicBezTo>
                <a:lnTo>
                  <a:pt x="1019872" y="95135"/>
                </a:lnTo>
                <a:cubicBezTo>
                  <a:pt x="1019091" y="93940"/>
                  <a:pt x="1018894" y="93344"/>
                  <a:pt x="1019872" y="92149"/>
                </a:cubicBezTo>
                <a:lnTo>
                  <a:pt x="1036293" y="70849"/>
                </a:lnTo>
                <a:cubicBezTo>
                  <a:pt x="1043527" y="61492"/>
                  <a:pt x="1048219" y="60498"/>
                  <a:pt x="1055256" y="59899"/>
                </a:cubicBezTo>
                <a:cubicBezTo>
                  <a:pt x="1056428" y="58704"/>
                  <a:pt x="1056428" y="54520"/>
                  <a:pt x="1055256" y="53322"/>
                </a:cubicBezTo>
                <a:cubicBezTo>
                  <a:pt x="1051345" y="53523"/>
                  <a:pt x="1046850" y="53723"/>
                  <a:pt x="1040986" y="53723"/>
                </a:cubicBezTo>
                <a:cubicBezTo>
                  <a:pt x="1035121" y="53723"/>
                  <a:pt x="1029647" y="53523"/>
                  <a:pt x="1024564" y="53322"/>
                </a:cubicBezTo>
                <a:cubicBezTo>
                  <a:pt x="1023392" y="54520"/>
                  <a:pt x="1023392" y="58704"/>
                  <a:pt x="1024564" y="59899"/>
                </a:cubicBezTo>
                <a:cubicBezTo>
                  <a:pt x="1031798" y="60696"/>
                  <a:pt x="1033949" y="61292"/>
                  <a:pt x="1029257" y="68060"/>
                </a:cubicBezTo>
                <a:lnTo>
                  <a:pt x="1016549" y="86177"/>
                </a:lnTo>
                <a:cubicBezTo>
                  <a:pt x="1015180" y="88169"/>
                  <a:pt x="1014399" y="87968"/>
                  <a:pt x="1012836" y="85779"/>
                </a:cubicBezTo>
                <a:lnTo>
                  <a:pt x="1000910" y="67863"/>
                </a:lnTo>
                <a:close/>
                <a:moveTo>
                  <a:pt x="1118401" y="92645"/>
                </a:moveTo>
                <a:lnTo>
                  <a:pt x="1118401" y="118962"/>
                </a:lnTo>
                <a:cubicBezTo>
                  <a:pt x="1118401" y="121556"/>
                  <a:pt x="1117225" y="122951"/>
                  <a:pt x="1115662" y="124146"/>
                </a:cubicBezTo>
                <a:cubicBezTo>
                  <a:pt x="1110579" y="128333"/>
                  <a:pt x="1103933" y="132922"/>
                  <a:pt x="1098460" y="132922"/>
                </a:cubicBezTo>
                <a:cubicBezTo>
                  <a:pt x="1088685" y="132922"/>
                  <a:pt x="1084383" y="124946"/>
                  <a:pt x="1084383" y="118764"/>
                </a:cubicBezTo>
                <a:cubicBezTo>
                  <a:pt x="1084383" y="109791"/>
                  <a:pt x="1088491" y="100617"/>
                  <a:pt x="1102955" y="96832"/>
                </a:cubicBezTo>
                <a:lnTo>
                  <a:pt x="1118401" y="92645"/>
                </a:lnTo>
                <a:moveTo>
                  <a:pt x="1118401" y="129531"/>
                </a:moveTo>
                <a:cubicBezTo>
                  <a:pt x="1119573" y="135710"/>
                  <a:pt x="1121724" y="141089"/>
                  <a:pt x="1131499" y="141089"/>
                </a:cubicBezTo>
                <a:cubicBezTo>
                  <a:pt x="1138926" y="141089"/>
                  <a:pt x="1145963" y="137702"/>
                  <a:pt x="1150068" y="133719"/>
                </a:cubicBezTo>
                <a:cubicBezTo>
                  <a:pt x="1149677" y="131325"/>
                  <a:pt x="1148895" y="129531"/>
                  <a:pt x="1146745" y="128336"/>
                </a:cubicBezTo>
                <a:cubicBezTo>
                  <a:pt x="1145378" y="129531"/>
                  <a:pt x="1142052" y="131526"/>
                  <a:pt x="1139511" y="131526"/>
                </a:cubicBezTo>
                <a:cubicBezTo>
                  <a:pt x="1133843" y="131526"/>
                  <a:pt x="1133647" y="123748"/>
                  <a:pt x="1133647" y="114577"/>
                </a:cubicBezTo>
                <a:lnTo>
                  <a:pt x="1133647" y="85265"/>
                </a:lnTo>
                <a:cubicBezTo>
                  <a:pt x="1133647" y="56953"/>
                  <a:pt x="1118401" y="51571"/>
                  <a:pt x="1104127" y="51571"/>
                </a:cubicBezTo>
                <a:cubicBezTo>
                  <a:pt x="1088097" y="51571"/>
                  <a:pt x="1071873" y="62335"/>
                  <a:pt x="1071873" y="73701"/>
                </a:cubicBezTo>
                <a:cubicBezTo>
                  <a:pt x="1071873" y="78487"/>
                  <a:pt x="1074217" y="80880"/>
                  <a:pt x="1078716" y="80880"/>
                </a:cubicBezTo>
                <a:cubicBezTo>
                  <a:pt x="1084383" y="80880"/>
                  <a:pt x="1087903" y="76693"/>
                  <a:pt x="1087903" y="74099"/>
                </a:cubicBezTo>
                <a:cubicBezTo>
                  <a:pt x="1087903" y="72704"/>
                  <a:pt x="1087706" y="71308"/>
                  <a:pt x="1087315" y="70511"/>
                </a:cubicBezTo>
                <a:cubicBezTo>
                  <a:pt x="1087122" y="69912"/>
                  <a:pt x="1086925" y="68717"/>
                  <a:pt x="1086925" y="66522"/>
                </a:cubicBezTo>
                <a:cubicBezTo>
                  <a:pt x="1086925" y="60340"/>
                  <a:pt x="1095137" y="58148"/>
                  <a:pt x="1102564" y="58148"/>
                </a:cubicBezTo>
                <a:cubicBezTo>
                  <a:pt x="1109210" y="58148"/>
                  <a:pt x="1118401" y="61538"/>
                  <a:pt x="1118401" y="84070"/>
                </a:cubicBezTo>
                <a:cubicBezTo>
                  <a:pt x="1118401" y="85465"/>
                  <a:pt x="1117813" y="86262"/>
                  <a:pt x="1117225" y="86463"/>
                </a:cubicBezTo>
                <a:lnTo>
                  <a:pt x="1100414" y="90650"/>
                </a:lnTo>
                <a:cubicBezTo>
                  <a:pt x="1081648" y="95436"/>
                  <a:pt x="1068159" y="106002"/>
                  <a:pt x="1068159" y="119561"/>
                </a:cubicBezTo>
                <a:cubicBezTo>
                  <a:pt x="1068159" y="135911"/>
                  <a:pt x="1079106" y="141089"/>
                  <a:pt x="1092789" y="141089"/>
                </a:cubicBezTo>
                <a:cubicBezTo>
                  <a:pt x="1099632" y="141089"/>
                  <a:pt x="1105496" y="139496"/>
                  <a:pt x="1114099" y="132721"/>
                </a:cubicBezTo>
                <a:lnTo>
                  <a:pt x="1118010" y="129531"/>
                </a:lnTo>
                <a:lnTo>
                  <a:pt x="1118401" y="129531"/>
                </a:lnTo>
                <a:close/>
                <a:moveTo>
                  <a:pt x="1183694" y="67720"/>
                </a:moveTo>
                <a:cubicBezTo>
                  <a:pt x="1183497" y="61736"/>
                  <a:pt x="1183106" y="54563"/>
                  <a:pt x="1182128" y="52568"/>
                </a:cubicBezTo>
                <a:cubicBezTo>
                  <a:pt x="1181737" y="51571"/>
                  <a:pt x="1181347" y="50975"/>
                  <a:pt x="1179783" y="50975"/>
                </a:cubicBezTo>
                <a:cubicBezTo>
                  <a:pt x="1174310" y="53167"/>
                  <a:pt x="1169227" y="54961"/>
                  <a:pt x="1155738" y="56752"/>
                </a:cubicBezTo>
                <a:cubicBezTo>
                  <a:pt x="1155347" y="57950"/>
                  <a:pt x="1155738" y="61137"/>
                  <a:pt x="1156129" y="62335"/>
                </a:cubicBezTo>
                <a:cubicBezTo>
                  <a:pt x="1166685" y="63332"/>
                  <a:pt x="1168836" y="64329"/>
                  <a:pt x="1168836" y="75899"/>
                </a:cubicBezTo>
                <a:lnTo>
                  <a:pt x="1168836" y="114802"/>
                </a:lnTo>
                <a:cubicBezTo>
                  <a:pt x="1168836" y="131161"/>
                  <a:pt x="1166295" y="132159"/>
                  <a:pt x="1155541" y="132958"/>
                </a:cubicBezTo>
                <a:cubicBezTo>
                  <a:pt x="1154369" y="134153"/>
                  <a:pt x="1154369" y="138337"/>
                  <a:pt x="1155541" y="139532"/>
                </a:cubicBezTo>
                <a:cubicBezTo>
                  <a:pt x="1161409" y="139335"/>
                  <a:pt x="1168836" y="139134"/>
                  <a:pt x="1176654" y="139134"/>
                </a:cubicBezTo>
                <a:cubicBezTo>
                  <a:pt x="1184476" y="139134"/>
                  <a:pt x="1190534" y="139335"/>
                  <a:pt x="1196398" y="139532"/>
                </a:cubicBezTo>
                <a:cubicBezTo>
                  <a:pt x="1197574" y="138337"/>
                  <a:pt x="1197574" y="134153"/>
                  <a:pt x="1196398" y="132958"/>
                </a:cubicBezTo>
                <a:cubicBezTo>
                  <a:pt x="1186429" y="131961"/>
                  <a:pt x="1184279" y="131161"/>
                  <a:pt x="1184279" y="114802"/>
                </a:cubicBezTo>
                <a:lnTo>
                  <a:pt x="1184279" y="82084"/>
                </a:lnTo>
                <a:cubicBezTo>
                  <a:pt x="1184279" y="77894"/>
                  <a:pt x="1186039" y="75501"/>
                  <a:pt x="1187602" y="73707"/>
                </a:cubicBezTo>
                <a:cubicBezTo>
                  <a:pt x="1195423" y="65926"/>
                  <a:pt x="1202657" y="61933"/>
                  <a:pt x="1208715" y="61933"/>
                </a:cubicBezTo>
                <a:cubicBezTo>
                  <a:pt x="1216146" y="61933"/>
                  <a:pt x="1221619" y="66722"/>
                  <a:pt x="1221619" y="80089"/>
                </a:cubicBezTo>
                <a:lnTo>
                  <a:pt x="1221619" y="114802"/>
                </a:lnTo>
                <a:cubicBezTo>
                  <a:pt x="1221619" y="131161"/>
                  <a:pt x="1220053" y="132159"/>
                  <a:pt x="1209497" y="132958"/>
                </a:cubicBezTo>
                <a:cubicBezTo>
                  <a:pt x="1208521" y="134153"/>
                  <a:pt x="1208521" y="138337"/>
                  <a:pt x="1209497" y="139532"/>
                </a:cubicBezTo>
                <a:cubicBezTo>
                  <a:pt x="1214386" y="139335"/>
                  <a:pt x="1221619" y="139134"/>
                  <a:pt x="1229438" y="139134"/>
                </a:cubicBezTo>
                <a:cubicBezTo>
                  <a:pt x="1237259" y="139134"/>
                  <a:pt x="1243708" y="139335"/>
                  <a:pt x="1248597" y="139532"/>
                </a:cubicBezTo>
                <a:cubicBezTo>
                  <a:pt x="1249572" y="138337"/>
                  <a:pt x="1249572" y="134153"/>
                  <a:pt x="1248597" y="132958"/>
                </a:cubicBezTo>
                <a:cubicBezTo>
                  <a:pt x="1238822" y="132159"/>
                  <a:pt x="1237062" y="131161"/>
                  <a:pt x="1237062" y="114802"/>
                </a:cubicBezTo>
                <a:lnTo>
                  <a:pt x="1237062" y="83081"/>
                </a:lnTo>
                <a:cubicBezTo>
                  <a:pt x="1237062" y="80290"/>
                  <a:pt x="1237062" y="77496"/>
                  <a:pt x="1236865" y="75103"/>
                </a:cubicBezTo>
                <a:cubicBezTo>
                  <a:pt x="1246249" y="64527"/>
                  <a:pt x="1255046" y="61933"/>
                  <a:pt x="1262670" y="61933"/>
                </a:cubicBezTo>
                <a:cubicBezTo>
                  <a:pt x="1270101" y="61933"/>
                  <a:pt x="1274399" y="66324"/>
                  <a:pt x="1274399" y="79691"/>
                </a:cubicBezTo>
                <a:lnTo>
                  <a:pt x="1274399" y="114802"/>
                </a:lnTo>
                <a:cubicBezTo>
                  <a:pt x="1274399" y="131161"/>
                  <a:pt x="1272446" y="132159"/>
                  <a:pt x="1262280" y="132958"/>
                </a:cubicBezTo>
                <a:cubicBezTo>
                  <a:pt x="1261301" y="134153"/>
                  <a:pt x="1261301" y="138337"/>
                  <a:pt x="1262280" y="139532"/>
                </a:cubicBezTo>
                <a:cubicBezTo>
                  <a:pt x="1267169" y="139335"/>
                  <a:pt x="1274399" y="139134"/>
                  <a:pt x="1282221" y="139134"/>
                </a:cubicBezTo>
                <a:cubicBezTo>
                  <a:pt x="1290039" y="139134"/>
                  <a:pt x="1296882" y="139335"/>
                  <a:pt x="1302356" y="139532"/>
                </a:cubicBezTo>
                <a:cubicBezTo>
                  <a:pt x="1303334" y="138337"/>
                  <a:pt x="1303334" y="134153"/>
                  <a:pt x="1302356" y="132958"/>
                </a:cubicBezTo>
                <a:cubicBezTo>
                  <a:pt x="1291605" y="132159"/>
                  <a:pt x="1289845" y="131161"/>
                  <a:pt x="1289845" y="114802"/>
                </a:cubicBezTo>
                <a:lnTo>
                  <a:pt x="1289845" y="83282"/>
                </a:lnTo>
                <a:cubicBezTo>
                  <a:pt x="1289845" y="65527"/>
                  <a:pt x="1286913" y="51571"/>
                  <a:pt x="1269710" y="51571"/>
                </a:cubicBezTo>
                <a:cubicBezTo>
                  <a:pt x="1259738" y="51571"/>
                  <a:pt x="1247619" y="55359"/>
                  <a:pt x="1237453" y="66324"/>
                </a:cubicBezTo>
                <a:cubicBezTo>
                  <a:pt x="1236865" y="66923"/>
                  <a:pt x="1235693" y="67920"/>
                  <a:pt x="1235302" y="66123"/>
                </a:cubicBezTo>
                <a:cubicBezTo>
                  <a:pt x="1233542" y="57950"/>
                  <a:pt x="1225918" y="51571"/>
                  <a:pt x="1215755" y="51571"/>
                </a:cubicBezTo>
                <a:cubicBezTo>
                  <a:pt x="1204414" y="51571"/>
                  <a:pt x="1194251" y="58348"/>
                  <a:pt x="1186039" y="67720"/>
                </a:cubicBezTo>
                <a:cubicBezTo>
                  <a:pt x="1185060" y="68717"/>
                  <a:pt x="1183888" y="70116"/>
                  <a:pt x="1183694" y="67720"/>
                </a:cubicBezTo>
                <a:close/>
                <a:moveTo>
                  <a:pt x="1339107" y="73102"/>
                </a:moveTo>
                <a:cubicBezTo>
                  <a:pt x="1344190" y="66719"/>
                  <a:pt x="1353183" y="60738"/>
                  <a:pt x="1358851" y="60738"/>
                </a:cubicBezTo>
                <a:cubicBezTo>
                  <a:pt x="1371364" y="60738"/>
                  <a:pt x="1382115" y="75094"/>
                  <a:pt x="1382115" y="97625"/>
                </a:cubicBezTo>
                <a:cubicBezTo>
                  <a:pt x="1382115" y="113978"/>
                  <a:pt x="1376447" y="134314"/>
                  <a:pt x="1354552" y="134314"/>
                </a:cubicBezTo>
                <a:cubicBezTo>
                  <a:pt x="1351033" y="134314"/>
                  <a:pt x="1344190" y="133317"/>
                  <a:pt x="1340673" y="130127"/>
                </a:cubicBezTo>
                <a:cubicBezTo>
                  <a:pt x="1336762" y="126539"/>
                  <a:pt x="1335981" y="125341"/>
                  <a:pt x="1335981" y="118165"/>
                </a:cubicBezTo>
                <a:lnTo>
                  <a:pt x="1335981" y="81874"/>
                </a:lnTo>
                <a:cubicBezTo>
                  <a:pt x="1335981" y="77687"/>
                  <a:pt x="1336762" y="75893"/>
                  <a:pt x="1339107" y="73102"/>
                </a:cubicBezTo>
                <a:moveTo>
                  <a:pt x="1335393" y="65722"/>
                </a:moveTo>
                <a:cubicBezTo>
                  <a:pt x="1335199" y="59741"/>
                  <a:pt x="1334808" y="54563"/>
                  <a:pt x="1333830" y="52568"/>
                </a:cubicBezTo>
                <a:cubicBezTo>
                  <a:pt x="1333439" y="51571"/>
                  <a:pt x="1333048" y="50975"/>
                  <a:pt x="1331482" y="50975"/>
                </a:cubicBezTo>
                <a:cubicBezTo>
                  <a:pt x="1326009" y="53167"/>
                  <a:pt x="1320926" y="54961"/>
                  <a:pt x="1307437" y="56752"/>
                </a:cubicBezTo>
                <a:cubicBezTo>
                  <a:pt x="1307046" y="57950"/>
                  <a:pt x="1307437" y="61137"/>
                  <a:pt x="1307831" y="62335"/>
                </a:cubicBezTo>
                <a:cubicBezTo>
                  <a:pt x="1318384" y="63332"/>
                  <a:pt x="1320535" y="64326"/>
                  <a:pt x="1320535" y="75893"/>
                </a:cubicBezTo>
                <a:lnTo>
                  <a:pt x="1320535" y="161082"/>
                </a:lnTo>
                <a:cubicBezTo>
                  <a:pt x="1320535" y="177675"/>
                  <a:pt x="1318384" y="178675"/>
                  <a:pt x="1306461" y="179275"/>
                </a:cubicBezTo>
                <a:cubicBezTo>
                  <a:pt x="1305289" y="180470"/>
                  <a:pt x="1305289" y="184654"/>
                  <a:pt x="1306461" y="185849"/>
                </a:cubicBezTo>
                <a:cubicBezTo>
                  <a:pt x="1313304" y="185651"/>
                  <a:pt x="1320535" y="185450"/>
                  <a:pt x="1328356" y="185450"/>
                </a:cubicBezTo>
                <a:cubicBezTo>
                  <a:pt x="1336175" y="185450"/>
                  <a:pt x="1345559" y="185651"/>
                  <a:pt x="1352011" y="185849"/>
                </a:cubicBezTo>
                <a:cubicBezTo>
                  <a:pt x="1353183" y="184654"/>
                  <a:pt x="1353183" y="180470"/>
                  <a:pt x="1352011" y="179275"/>
                </a:cubicBezTo>
                <a:cubicBezTo>
                  <a:pt x="1338131" y="178475"/>
                  <a:pt x="1335981" y="177675"/>
                  <a:pt x="1335981" y="161082"/>
                </a:cubicBezTo>
                <a:lnTo>
                  <a:pt x="1335981" y="139496"/>
                </a:lnTo>
                <a:cubicBezTo>
                  <a:pt x="1335981" y="136905"/>
                  <a:pt x="1336762" y="137106"/>
                  <a:pt x="1338716" y="138100"/>
                </a:cubicBezTo>
                <a:cubicBezTo>
                  <a:pt x="1343605" y="139894"/>
                  <a:pt x="1349469" y="141089"/>
                  <a:pt x="1355725" y="141089"/>
                </a:cubicBezTo>
                <a:cubicBezTo>
                  <a:pt x="1366672" y="141089"/>
                  <a:pt x="1376447" y="137702"/>
                  <a:pt x="1384462" y="129930"/>
                </a:cubicBezTo>
                <a:cubicBezTo>
                  <a:pt x="1393650" y="120756"/>
                  <a:pt x="1398927" y="108392"/>
                  <a:pt x="1398927" y="92243"/>
                </a:cubicBezTo>
                <a:cubicBezTo>
                  <a:pt x="1398927" y="71107"/>
                  <a:pt x="1384266" y="51571"/>
                  <a:pt x="1364325" y="51571"/>
                </a:cubicBezTo>
                <a:cubicBezTo>
                  <a:pt x="1355334" y="51571"/>
                  <a:pt x="1345362" y="57749"/>
                  <a:pt x="1337544" y="66522"/>
                </a:cubicBezTo>
                <a:cubicBezTo>
                  <a:pt x="1336371" y="67717"/>
                  <a:pt x="1335590" y="67717"/>
                  <a:pt x="1335393" y="65722"/>
                </a:cubicBezTo>
                <a:close/>
                <a:moveTo>
                  <a:pt x="1424927" y="114827"/>
                </a:moveTo>
                <a:cubicBezTo>
                  <a:pt x="1424927" y="131365"/>
                  <a:pt x="1422779" y="132359"/>
                  <a:pt x="1410853" y="132958"/>
                </a:cubicBezTo>
                <a:cubicBezTo>
                  <a:pt x="1409681" y="134153"/>
                  <a:pt x="1409681" y="138337"/>
                  <a:pt x="1410853" y="139532"/>
                </a:cubicBezTo>
                <a:cubicBezTo>
                  <a:pt x="1417696" y="139335"/>
                  <a:pt x="1424927" y="139134"/>
                  <a:pt x="1432748" y="139134"/>
                </a:cubicBezTo>
                <a:cubicBezTo>
                  <a:pt x="1440566" y="139134"/>
                  <a:pt x="1447997" y="139335"/>
                  <a:pt x="1454446" y="139532"/>
                </a:cubicBezTo>
                <a:cubicBezTo>
                  <a:pt x="1455621" y="138337"/>
                  <a:pt x="1455621" y="134153"/>
                  <a:pt x="1454446" y="132958"/>
                </a:cubicBezTo>
                <a:cubicBezTo>
                  <a:pt x="1442523" y="132359"/>
                  <a:pt x="1440372" y="131365"/>
                  <a:pt x="1440372" y="114827"/>
                </a:cubicBezTo>
                <a:lnTo>
                  <a:pt x="1440372" y="22982"/>
                </a:lnTo>
                <a:cubicBezTo>
                  <a:pt x="1440372" y="10034"/>
                  <a:pt x="1441154" y="2019"/>
                  <a:pt x="1441154" y="2019"/>
                </a:cubicBezTo>
                <a:cubicBezTo>
                  <a:pt x="1441154" y="608"/>
                  <a:pt x="1440372" y="0"/>
                  <a:pt x="1438612" y="0"/>
                </a:cubicBezTo>
                <a:cubicBezTo>
                  <a:pt x="1433726" y="2019"/>
                  <a:pt x="1419062" y="4844"/>
                  <a:pt x="1411244" y="5449"/>
                </a:cubicBezTo>
                <a:cubicBezTo>
                  <a:pt x="1410853" y="7045"/>
                  <a:pt x="1411244" y="10232"/>
                  <a:pt x="1412416" y="11430"/>
                </a:cubicBezTo>
                <a:cubicBezTo>
                  <a:pt x="1423754" y="12224"/>
                  <a:pt x="1424927" y="12823"/>
                  <a:pt x="1424927" y="27765"/>
                </a:cubicBezTo>
                <a:lnTo>
                  <a:pt x="1424927" y="114827"/>
                </a:lnTo>
                <a:close/>
                <a:moveTo>
                  <a:pt x="1482207" y="82939"/>
                </a:moveTo>
                <a:cubicBezTo>
                  <a:pt x="1485920" y="60516"/>
                  <a:pt x="1499606" y="58731"/>
                  <a:pt x="1504298" y="58731"/>
                </a:cubicBezTo>
                <a:cubicBezTo>
                  <a:pt x="1511726" y="58731"/>
                  <a:pt x="1520523" y="62900"/>
                  <a:pt x="1520523" y="79566"/>
                </a:cubicBezTo>
                <a:cubicBezTo>
                  <a:pt x="1520523" y="81351"/>
                  <a:pt x="1519741" y="82346"/>
                  <a:pt x="1517590" y="82346"/>
                </a:cubicBezTo>
                <a:lnTo>
                  <a:pt x="1482207" y="82939"/>
                </a:lnTo>
                <a:moveTo>
                  <a:pt x="1533424" y="120573"/>
                </a:moveTo>
                <a:cubicBezTo>
                  <a:pt x="1526193" y="128142"/>
                  <a:pt x="1520523" y="131325"/>
                  <a:pt x="1509184" y="131325"/>
                </a:cubicBezTo>
                <a:cubicBezTo>
                  <a:pt x="1502148" y="131325"/>
                  <a:pt x="1493936" y="127144"/>
                  <a:pt x="1487877" y="116992"/>
                </a:cubicBezTo>
                <a:cubicBezTo>
                  <a:pt x="1483967" y="110421"/>
                  <a:pt x="1481619" y="101262"/>
                  <a:pt x="1481619" y="89713"/>
                </a:cubicBezTo>
                <a:lnTo>
                  <a:pt x="1533621" y="90112"/>
                </a:lnTo>
                <a:cubicBezTo>
                  <a:pt x="1535965" y="90112"/>
                  <a:pt x="1537334" y="88917"/>
                  <a:pt x="1537334" y="86724"/>
                </a:cubicBezTo>
                <a:cubicBezTo>
                  <a:pt x="1537334" y="70043"/>
                  <a:pt x="1531470" y="52154"/>
                  <a:pt x="1504298" y="52154"/>
                </a:cubicBezTo>
                <a:cubicBezTo>
                  <a:pt x="1487290" y="52154"/>
                  <a:pt x="1465198" y="68653"/>
                  <a:pt x="1465198" y="98872"/>
                </a:cubicBezTo>
                <a:cubicBezTo>
                  <a:pt x="1465198" y="110022"/>
                  <a:pt x="1467936" y="120774"/>
                  <a:pt x="1474388" y="128339"/>
                </a:cubicBezTo>
                <a:cubicBezTo>
                  <a:pt x="1481034" y="136309"/>
                  <a:pt x="1490222" y="141089"/>
                  <a:pt x="1504298" y="141089"/>
                </a:cubicBezTo>
                <a:cubicBezTo>
                  <a:pt x="1519153" y="141089"/>
                  <a:pt x="1529710" y="134117"/>
                  <a:pt x="1537531" y="123760"/>
                </a:cubicBezTo>
                <a:cubicBezTo>
                  <a:pt x="1536944" y="121768"/>
                  <a:pt x="1535771" y="120774"/>
                  <a:pt x="1533424" y="120573"/>
                </a:cubicBezTo>
                <a:close/>
                <a:moveTo>
                  <a:pt x="1604583" y="111585"/>
                </a:moveTo>
                <a:cubicBezTo>
                  <a:pt x="1605364" y="121355"/>
                  <a:pt x="1605952" y="130726"/>
                  <a:pt x="1605952" y="139098"/>
                </a:cubicBezTo>
                <a:cubicBezTo>
                  <a:pt x="1607906" y="138699"/>
                  <a:pt x="1609863" y="138502"/>
                  <a:pt x="1610838" y="138502"/>
                </a:cubicBezTo>
                <a:cubicBezTo>
                  <a:pt x="1612207" y="138502"/>
                  <a:pt x="1613380" y="138502"/>
                  <a:pt x="1614749" y="138900"/>
                </a:cubicBezTo>
                <a:cubicBezTo>
                  <a:pt x="1620029" y="140293"/>
                  <a:pt x="1625305" y="141089"/>
                  <a:pt x="1632539" y="141089"/>
                </a:cubicBezTo>
                <a:cubicBezTo>
                  <a:pt x="1643486" y="141089"/>
                  <a:pt x="1663621" y="135710"/>
                  <a:pt x="1663621" y="115970"/>
                </a:cubicBezTo>
                <a:cubicBezTo>
                  <a:pt x="1663621" y="102414"/>
                  <a:pt x="1654043" y="94439"/>
                  <a:pt x="1640748" y="89452"/>
                </a:cubicBezTo>
                <a:cubicBezTo>
                  <a:pt x="1629019" y="84866"/>
                  <a:pt x="1621201" y="81874"/>
                  <a:pt x="1621201" y="70909"/>
                </a:cubicBezTo>
                <a:cubicBezTo>
                  <a:pt x="1621201" y="62733"/>
                  <a:pt x="1628238" y="58148"/>
                  <a:pt x="1634884" y="58148"/>
                </a:cubicBezTo>
                <a:cubicBezTo>
                  <a:pt x="1639185" y="58148"/>
                  <a:pt x="1650523" y="59744"/>
                  <a:pt x="1653065" y="76693"/>
                </a:cubicBezTo>
                <a:cubicBezTo>
                  <a:pt x="1654237" y="77888"/>
                  <a:pt x="1658148" y="77687"/>
                  <a:pt x="1659320" y="76492"/>
                </a:cubicBezTo>
                <a:cubicBezTo>
                  <a:pt x="1659907" y="69313"/>
                  <a:pt x="1660298" y="61936"/>
                  <a:pt x="1660495" y="55359"/>
                </a:cubicBezTo>
                <a:cubicBezTo>
                  <a:pt x="1654434" y="54362"/>
                  <a:pt x="1645049" y="51571"/>
                  <a:pt x="1634884" y="51571"/>
                </a:cubicBezTo>
                <a:cubicBezTo>
                  <a:pt x="1620419" y="51571"/>
                  <a:pt x="1607321" y="61140"/>
                  <a:pt x="1607321" y="73902"/>
                </a:cubicBezTo>
                <a:cubicBezTo>
                  <a:pt x="1607321" y="88454"/>
                  <a:pt x="1613770" y="94636"/>
                  <a:pt x="1628825" y="101019"/>
                </a:cubicBezTo>
                <a:cubicBezTo>
                  <a:pt x="1645049" y="107796"/>
                  <a:pt x="1648763" y="111983"/>
                  <a:pt x="1648763" y="120558"/>
                </a:cubicBezTo>
                <a:cubicBezTo>
                  <a:pt x="1648763" y="130328"/>
                  <a:pt x="1639382" y="134515"/>
                  <a:pt x="1632148" y="134515"/>
                </a:cubicBezTo>
                <a:cubicBezTo>
                  <a:pt x="1624524" y="134515"/>
                  <a:pt x="1620222" y="131921"/>
                  <a:pt x="1618269" y="129729"/>
                </a:cubicBezTo>
                <a:cubicBezTo>
                  <a:pt x="1613967" y="125144"/>
                  <a:pt x="1611816" y="116371"/>
                  <a:pt x="1610644" y="111384"/>
                </a:cubicBezTo>
                <a:cubicBezTo>
                  <a:pt x="1609472" y="110189"/>
                  <a:pt x="1605755" y="110387"/>
                  <a:pt x="1604583" y="111585"/>
                </a:cubicBezTo>
                <a:close/>
                <a:moveTo>
                  <a:pt x="1679848" y="53711"/>
                </a:moveTo>
                <a:cubicBezTo>
                  <a:pt x="1677110" y="53711"/>
                  <a:pt x="1676329" y="56104"/>
                  <a:pt x="1676329" y="57698"/>
                </a:cubicBezTo>
                <a:lnTo>
                  <a:pt x="1676329" y="60288"/>
                </a:lnTo>
                <a:cubicBezTo>
                  <a:pt x="1676329" y="61286"/>
                  <a:pt x="1676523" y="61483"/>
                  <a:pt x="1677307" y="61483"/>
                </a:cubicBezTo>
                <a:lnTo>
                  <a:pt x="1688839" y="61483"/>
                </a:lnTo>
                <a:lnTo>
                  <a:pt x="1688839" y="121376"/>
                </a:lnTo>
                <a:cubicBezTo>
                  <a:pt x="1688839" y="135509"/>
                  <a:pt x="1694900" y="141089"/>
                  <a:pt x="1703891" y="141089"/>
                </a:cubicBezTo>
                <a:cubicBezTo>
                  <a:pt x="1712885" y="141089"/>
                  <a:pt x="1722660" y="136708"/>
                  <a:pt x="1730284" y="127941"/>
                </a:cubicBezTo>
                <a:cubicBezTo>
                  <a:pt x="1729893" y="125953"/>
                  <a:pt x="1728721" y="124758"/>
                  <a:pt x="1726764" y="124560"/>
                </a:cubicBezTo>
                <a:cubicBezTo>
                  <a:pt x="1721681" y="128540"/>
                  <a:pt x="1715817" y="130130"/>
                  <a:pt x="1710734" y="130130"/>
                </a:cubicBezTo>
                <a:cubicBezTo>
                  <a:pt x="1705457" y="130130"/>
                  <a:pt x="1704285" y="124162"/>
                  <a:pt x="1704285" y="111825"/>
                </a:cubicBezTo>
                <a:lnTo>
                  <a:pt x="1704285" y="61483"/>
                </a:lnTo>
                <a:lnTo>
                  <a:pt x="1724613" y="61483"/>
                </a:lnTo>
                <a:cubicBezTo>
                  <a:pt x="1726570" y="61483"/>
                  <a:pt x="1729306" y="60687"/>
                  <a:pt x="1729306" y="58893"/>
                </a:cubicBezTo>
                <a:lnTo>
                  <a:pt x="1729306" y="54909"/>
                </a:lnTo>
                <a:cubicBezTo>
                  <a:pt x="1729306" y="54113"/>
                  <a:pt x="1728721" y="53711"/>
                  <a:pt x="1727743" y="53711"/>
                </a:cubicBezTo>
                <a:lnTo>
                  <a:pt x="1704285" y="53711"/>
                </a:lnTo>
                <a:lnTo>
                  <a:pt x="1704285" y="45942"/>
                </a:lnTo>
                <a:cubicBezTo>
                  <a:pt x="1704285" y="32989"/>
                  <a:pt x="1705066" y="25016"/>
                  <a:pt x="1705066" y="25016"/>
                </a:cubicBezTo>
                <a:cubicBezTo>
                  <a:pt x="1705066" y="23821"/>
                  <a:pt x="1704479" y="23222"/>
                  <a:pt x="1703500" y="23222"/>
                </a:cubicBezTo>
                <a:cubicBezTo>
                  <a:pt x="1702719" y="23222"/>
                  <a:pt x="1700959" y="24022"/>
                  <a:pt x="1699202" y="25016"/>
                </a:cubicBezTo>
                <a:cubicBezTo>
                  <a:pt x="1697051" y="26214"/>
                  <a:pt x="1695094" y="27208"/>
                  <a:pt x="1692553" y="27807"/>
                </a:cubicBezTo>
                <a:cubicBezTo>
                  <a:pt x="1690208" y="28604"/>
                  <a:pt x="1688254" y="29203"/>
                  <a:pt x="1688254" y="30596"/>
                </a:cubicBezTo>
                <a:cubicBezTo>
                  <a:pt x="1688254" y="32989"/>
                  <a:pt x="1688839" y="31593"/>
                  <a:pt x="1688839" y="53711"/>
                </a:cubicBezTo>
                <a:lnTo>
                  <a:pt x="1679848" y="53711"/>
                </a:lnTo>
                <a:close/>
                <a:moveTo>
                  <a:pt x="1741230" y="98224"/>
                </a:moveTo>
                <a:cubicBezTo>
                  <a:pt x="1741230" y="118564"/>
                  <a:pt x="1754525" y="141089"/>
                  <a:pt x="1782284" y="141089"/>
                </a:cubicBezTo>
                <a:cubicBezTo>
                  <a:pt x="1794794" y="141089"/>
                  <a:pt x="1804375" y="136507"/>
                  <a:pt x="1811021" y="129930"/>
                </a:cubicBezTo>
                <a:cubicBezTo>
                  <a:pt x="1819818" y="121154"/>
                  <a:pt x="1823729" y="108593"/>
                  <a:pt x="1823729" y="96430"/>
                </a:cubicBezTo>
                <a:cubicBezTo>
                  <a:pt x="1823729" y="75693"/>
                  <a:pt x="1812585" y="51571"/>
                  <a:pt x="1782675" y="51571"/>
                </a:cubicBezTo>
                <a:cubicBezTo>
                  <a:pt x="1769773" y="51571"/>
                  <a:pt x="1759217" y="56953"/>
                  <a:pt x="1751983" y="65524"/>
                </a:cubicBezTo>
                <a:cubicBezTo>
                  <a:pt x="1744946" y="74099"/>
                  <a:pt x="1741230" y="85663"/>
                  <a:pt x="1741230" y="98224"/>
                </a:cubicBezTo>
                <a:moveTo>
                  <a:pt x="1779742" y="58546"/>
                </a:moveTo>
                <a:cubicBezTo>
                  <a:pt x="1796554" y="58546"/>
                  <a:pt x="1806917" y="74099"/>
                  <a:pt x="1806917" y="102813"/>
                </a:cubicBezTo>
                <a:cubicBezTo>
                  <a:pt x="1806917" y="127935"/>
                  <a:pt x="1794210" y="134117"/>
                  <a:pt x="1785022" y="134117"/>
                </a:cubicBezTo>
                <a:cubicBezTo>
                  <a:pt x="1764690" y="134117"/>
                  <a:pt x="1758044" y="108991"/>
                  <a:pt x="1758044" y="93639"/>
                </a:cubicBezTo>
                <a:cubicBezTo>
                  <a:pt x="1758044" y="76292"/>
                  <a:pt x="1762149" y="58546"/>
                  <a:pt x="1779742" y="58546"/>
                </a:cubicBezTo>
                <a:close/>
                <a:moveTo>
                  <a:pt x="1866150" y="67717"/>
                </a:moveTo>
                <a:cubicBezTo>
                  <a:pt x="1865759" y="59741"/>
                  <a:pt x="1865562" y="54563"/>
                  <a:pt x="1864587" y="52568"/>
                </a:cubicBezTo>
                <a:cubicBezTo>
                  <a:pt x="1864193" y="51571"/>
                  <a:pt x="1863802" y="50975"/>
                  <a:pt x="1862239" y="50975"/>
                </a:cubicBezTo>
                <a:cubicBezTo>
                  <a:pt x="1856765" y="53167"/>
                  <a:pt x="1851683" y="54961"/>
                  <a:pt x="1838194" y="56752"/>
                </a:cubicBezTo>
                <a:cubicBezTo>
                  <a:pt x="1837803" y="57950"/>
                  <a:pt x="1838194" y="61137"/>
                  <a:pt x="1838584" y="62332"/>
                </a:cubicBezTo>
                <a:cubicBezTo>
                  <a:pt x="1849141" y="63329"/>
                  <a:pt x="1851292" y="64326"/>
                  <a:pt x="1851292" y="75896"/>
                </a:cubicBezTo>
                <a:lnTo>
                  <a:pt x="1851292" y="114802"/>
                </a:lnTo>
                <a:cubicBezTo>
                  <a:pt x="1851292" y="131362"/>
                  <a:pt x="1848947" y="132159"/>
                  <a:pt x="1836824" y="132958"/>
                </a:cubicBezTo>
                <a:cubicBezTo>
                  <a:pt x="1835652" y="134153"/>
                  <a:pt x="1835652" y="138337"/>
                  <a:pt x="1836824" y="139532"/>
                </a:cubicBezTo>
                <a:cubicBezTo>
                  <a:pt x="1843667" y="139335"/>
                  <a:pt x="1851292" y="139134"/>
                  <a:pt x="1859113" y="139134"/>
                </a:cubicBezTo>
                <a:cubicBezTo>
                  <a:pt x="1866931" y="139134"/>
                  <a:pt x="1875925" y="139335"/>
                  <a:pt x="1882765" y="139532"/>
                </a:cubicBezTo>
                <a:cubicBezTo>
                  <a:pt x="1883940" y="138337"/>
                  <a:pt x="1883940" y="134153"/>
                  <a:pt x="1882765" y="132958"/>
                </a:cubicBezTo>
                <a:cubicBezTo>
                  <a:pt x="1869082" y="131961"/>
                  <a:pt x="1866734" y="131362"/>
                  <a:pt x="1866734" y="114802"/>
                </a:cubicBezTo>
                <a:lnTo>
                  <a:pt x="1866734" y="87071"/>
                </a:lnTo>
                <a:cubicBezTo>
                  <a:pt x="1866734" y="81883"/>
                  <a:pt x="1869082" y="77295"/>
                  <a:pt x="1871427" y="73704"/>
                </a:cubicBezTo>
                <a:cubicBezTo>
                  <a:pt x="1873577" y="70511"/>
                  <a:pt x="1878076" y="63928"/>
                  <a:pt x="1880420" y="63928"/>
                </a:cubicBezTo>
                <a:cubicBezTo>
                  <a:pt x="1882180" y="63928"/>
                  <a:pt x="1883940" y="64326"/>
                  <a:pt x="1885503" y="66522"/>
                </a:cubicBezTo>
                <a:cubicBezTo>
                  <a:pt x="1886872" y="68516"/>
                  <a:pt x="1889217" y="71110"/>
                  <a:pt x="1892540" y="71110"/>
                </a:cubicBezTo>
                <a:cubicBezTo>
                  <a:pt x="1897232" y="71110"/>
                  <a:pt x="1901727" y="66120"/>
                  <a:pt x="1901727" y="61137"/>
                </a:cubicBezTo>
                <a:cubicBezTo>
                  <a:pt x="1901727" y="57351"/>
                  <a:pt x="1898210" y="51571"/>
                  <a:pt x="1889998" y="51571"/>
                </a:cubicBezTo>
                <a:cubicBezTo>
                  <a:pt x="1880811" y="51571"/>
                  <a:pt x="1872796" y="60340"/>
                  <a:pt x="1868300" y="68115"/>
                </a:cubicBezTo>
                <a:cubicBezTo>
                  <a:pt x="1867128" y="70310"/>
                  <a:pt x="1866150" y="68714"/>
                  <a:pt x="1866150" y="67717"/>
                </a:cubicBezTo>
                <a:close/>
                <a:moveTo>
                  <a:pt x="1927142" y="82939"/>
                </a:moveTo>
                <a:cubicBezTo>
                  <a:pt x="1930856" y="60516"/>
                  <a:pt x="1944542" y="58731"/>
                  <a:pt x="1949234" y="58731"/>
                </a:cubicBezTo>
                <a:cubicBezTo>
                  <a:pt x="1956661" y="58731"/>
                  <a:pt x="1965458" y="62900"/>
                  <a:pt x="1965458" y="79566"/>
                </a:cubicBezTo>
                <a:cubicBezTo>
                  <a:pt x="1965458" y="81351"/>
                  <a:pt x="1964677" y="82346"/>
                  <a:pt x="1962526" y="82346"/>
                </a:cubicBezTo>
                <a:lnTo>
                  <a:pt x="1927142" y="82939"/>
                </a:lnTo>
                <a:moveTo>
                  <a:pt x="1978359" y="120573"/>
                </a:moveTo>
                <a:cubicBezTo>
                  <a:pt x="1971129" y="128142"/>
                  <a:pt x="1965458" y="131325"/>
                  <a:pt x="1954120" y="131325"/>
                </a:cubicBezTo>
                <a:cubicBezTo>
                  <a:pt x="1947083" y="131325"/>
                  <a:pt x="1938871" y="127144"/>
                  <a:pt x="1932813" y="116992"/>
                </a:cubicBezTo>
                <a:cubicBezTo>
                  <a:pt x="1928902" y="110421"/>
                  <a:pt x="1926555" y="101262"/>
                  <a:pt x="1926555" y="89713"/>
                </a:cubicBezTo>
                <a:lnTo>
                  <a:pt x="1978556" y="90112"/>
                </a:lnTo>
                <a:cubicBezTo>
                  <a:pt x="1980901" y="90112"/>
                  <a:pt x="1982270" y="88917"/>
                  <a:pt x="1982270" y="86724"/>
                </a:cubicBezTo>
                <a:cubicBezTo>
                  <a:pt x="1982270" y="70043"/>
                  <a:pt x="1976406" y="52154"/>
                  <a:pt x="1949234" y="52154"/>
                </a:cubicBezTo>
                <a:cubicBezTo>
                  <a:pt x="1932225" y="52154"/>
                  <a:pt x="1910134" y="68653"/>
                  <a:pt x="1910134" y="98872"/>
                </a:cubicBezTo>
                <a:cubicBezTo>
                  <a:pt x="1910134" y="110022"/>
                  <a:pt x="1912872" y="120774"/>
                  <a:pt x="1919324" y="128339"/>
                </a:cubicBezTo>
                <a:cubicBezTo>
                  <a:pt x="1925970" y="136309"/>
                  <a:pt x="1935157" y="141089"/>
                  <a:pt x="1949234" y="141089"/>
                </a:cubicBezTo>
                <a:cubicBezTo>
                  <a:pt x="1964089" y="141089"/>
                  <a:pt x="1974646" y="134117"/>
                  <a:pt x="1982467" y="123760"/>
                </a:cubicBezTo>
                <a:cubicBezTo>
                  <a:pt x="1981879" y="121768"/>
                  <a:pt x="1980707" y="120774"/>
                  <a:pt x="1978359" y="120573"/>
                </a:cubicBezTo>
                <a:close/>
                <a:moveTo>
                  <a:pt x="1999668" y="111585"/>
                </a:moveTo>
                <a:cubicBezTo>
                  <a:pt x="2000450" y="121355"/>
                  <a:pt x="2001037" y="130726"/>
                  <a:pt x="2001037" y="139098"/>
                </a:cubicBezTo>
                <a:cubicBezTo>
                  <a:pt x="2002991" y="138699"/>
                  <a:pt x="2004948" y="138502"/>
                  <a:pt x="2005924" y="138502"/>
                </a:cubicBezTo>
                <a:cubicBezTo>
                  <a:pt x="2007293" y="138502"/>
                  <a:pt x="2008465" y="138502"/>
                  <a:pt x="2009834" y="138900"/>
                </a:cubicBezTo>
                <a:cubicBezTo>
                  <a:pt x="2015114" y="140293"/>
                  <a:pt x="2020391" y="141089"/>
                  <a:pt x="2027624" y="141089"/>
                </a:cubicBezTo>
                <a:cubicBezTo>
                  <a:pt x="2038572" y="141089"/>
                  <a:pt x="2058707" y="135710"/>
                  <a:pt x="2058707" y="115970"/>
                </a:cubicBezTo>
                <a:cubicBezTo>
                  <a:pt x="2058707" y="102414"/>
                  <a:pt x="2049128" y="94439"/>
                  <a:pt x="2035834" y="89452"/>
                </a:cubicBezTo>
                <a:cubicBezTo>
                  <a:pt x="2024105" y="84866"/>
                  <a:pt x="2016286" y="81874"/>
                  <a:pt x="2016286" y="70909"/>
                </a:cubicBezTo>
                <a:cubicBezTo>
                  <a:pt x="2016286" y="62733"/>
                  <a:pt x="2023323" y="58148"/>
                  <a:pt x="2029969" y="58148"/>
                </a:cubicBezTo>
                <a:cubicBezTo>
                  <a:pt x="2034270" y="58148"/>
                  <a:pt x="2045609" y="59744"/>
                  <a:pt x="2048150" y="76693"/>
                </a:cubicBezTo>
                <a:cubicBezTo>
                  <a:pt x="2049322" y="77888"/>
                  <a:pt x="2053233" y="77687"/>
                  <a:pt x="2054405" y="76492"/>
                </a:cubicBezTo>
                <a:cubicBezTo>
                  <a:pt x="2054993" y="69313"/>
                  <a:pt x="2055384" y="61936"/>
                  <a:pt x="2055581" y="55359"/>
                </a:cubicBezTo>
                <a:cubicBezTo>
                  <a:pt x="2049519" y="54362"/>
                  <a:pt x="2040135" y="51571"/>
                  <a:pt x="2029969" y="51571"/>
                </a:cubicBezTo>
                <a:cubicBezTo>
                  <a:pt x="2015505" y="51571"/>
                  <a:pt x="2002407" y="61140"/>
                  <a:pt x="2002407" y="73902"/>
                </a:cubicBezTo>
                <a:cubicBezTo>
                  <a:pt x="2002407" y="88454"/>
                  <a:pt x="2008856" y="94636"/>
                  <a:pt x="2023911" y="101019"/>
                </a:cubicBezTo>
                <a:cubicBezTo>
                  <a:pt x="2040135" y="107796"/>
                  <a:pt x="2043849" y="111983"/>
                  <a:pt x="2043849" y="120558"/>
                </a:cubicBezTo>
                <a:cubicBezTo>
                  <a:pt x="2043849" y="130328"/>
                  <a:pt x="2034467" y="134515"/>
                  <a:pt x="2027234" y="134515"/>
                </a:cubicBezTo>
                <a:cubicBezTo>
                  <a:pt x="2019609" y="134515"/>
                  <a:pt x="2015308" y="131921"/>
                  <a:pt x="2013354" y="129729"/>
                </a:cubicBezTo>
                <a:cubicBezTo>
                  <a:pt x="2009053" y="125144"/>
                  <a:pt x="2006902" y="116371"/>
                  <a:pt x="2005730" y="111384"/>
                </a:cubicBezTo>
                <a:cubicBezTo>
                  <a:pt x="2004557" y="110189"/>
                  <a:pt x="2000841" y="110387"/>
                  <a:pt x="1999668" y="111585"/>
                </a:cubicBezTo>
                <a:close/>
                <a:moveTo>
                  <a:pt x="2158799" y="141089"/>
                </a:moveTo>
                <a:cubicBezTo>
                  <a:pt x="2166423" y="141089"/>
                  <a:pt x="2175610" y="137106"/>
                  <a:pt x="2185189" y="129139"/>
                </a:cubicBezTo>
                <a:cubicBezTo>
                  <a:pt x="2186167" y="128343"/>
                  <a:pt x="2187927" y="127944"/>
                  <a:pt x="2188121" y="129337"/>
                </a:cubicBezTo>
                <a:cubicBezTo>
                  <a:pt x="2188709" y="134314"/>
                  <a:pt x="2190272" y="141089"/>
                  <a:pt x="2190272" y="141089"/>
                </a:cubicBezTo>
                <a:cubicBezTo>
                  <a:pt x="2191835" y="141688"/>
                  <a:pt x="2192813" y="141491"/>
                  <a:pt x="2193985" y="141089"/>
                </a:cubicBezTo>
                <a:cubicBezTo>
                  <a:pt x="2198287" y="137504"/>
                  <a:pt x="2205130" y="134515"/>
                  <a:pt x="2217055" y="133119"/>
                </a:cubicBezTo>
                <a:cubicBezTo>
                  <a:pt x="2218228" y="131924"/>
                  <a:pt x="2218228" y="128939"/>
                  <a:pt x="2217055" y="127747"/>
                </a:cubicBezTo>
                <a:cubicBezTo>
                  <a:pt x="2204542" y="126749"/>
                  <a:pt x="2202782" y="122970"/>
                  <a:pt x="2202782" y="113221"/>
                </a:cubicBezTo>
                <a:lnTo>
                  <a:pt x="2202782" y="75021"/>
                </a:lnTo>
                <a:cubicBezTo>
                  <a:pt x="2202782" y="69052"/>
                  <a:pt x="2203567" y="54520"/>
                  <a:pt x="2203567" y="54520"/>
                </a:cubicBezTo>
                <a:cubicBezTo>
                  <a:pt x="2203567" y="53921"/>
                  <a:pt x="2202979" y="53322"/>
                  <a:pt x="2202001" y="53322"/>
                </a:cubicBezTo>
                <a:cubicBezTo>
                  <a:pt x="2201025" y="53523"/>
                  <a:pt x="2198093" y="53723"/>
                  <a:pt x="2195161" y="53723"/>
                </a:cubicBezTo>
                <a:cubicBezTo>
                  <a:pt x="2188902" y="53723"/>
                  <a:pt x="2181866" y="53523"/>
                  <a:pt x="2175220" y="53322"/>
                </a:cubicBezTo>
                <a:cubicBezTo>
                  <a:pt x="2174047" y="54520"/>
                  <a:pt x="2174047" y="58704"/>
                  <a:pt x="2175220" y="59899"/>
                </a:cubicBezTo>
                <a:cubicBezTo>
                  <a:pt x="2184798" y="60495"/>
                  <a:pt x="2187339" y="62885"/>
                  <a:pt x="2187339" y="76015"/>
                </a:cubicBezTo>
                <a:lnTo>
                  <a:pt x="2187339" y="114416"/>
                </a:lnTo>
                <a:cubicBezTo>
                  <a:pt x="2187339" y="118196"/>
                  <a:pt x="2186949" y="119786"/>
                  <a:pt x="2184213" y="122176"/>
                </a:cubicBezTo>
                <a:cubicBezTo>
                  <a:pt x="2176980" y="128540"/>
                  <a:pt x="2169549" y="131724"/>
                  <a:pt x="2164663" y="131724"/>
                </a:cubicBezTo>
                <a:cubicBezTo>
                  <a:pt x="2158799" y="131724"/>
                  <a:pt x="2149023" y="128939"/>
                  <a:pt x="2149023" y="111232"/>
                </a:cubicBezTo>
                <a:lnTo>
                  <a:pt x="2149023" y="75021"/>
                </a:lnTo>
                <a:cubicBezTo>
                  <a:pt x="2149023" y="69052"/>
                  <a:pt x="2149805" y="54520"/>
                  <a:pt x="2149805" y="54520"/>
                </a:cubicBezTo>
                <a:cubicBezTo>
                  <a:pt x="2149805" y="53921"/>
                  <a:pt x="2149220" y="53322"/>
                  <a:pt x="2148242" y="53322"/>
                </a:cubicBezTo>
                <a:cubicBezTo>
                  <a:pt x="2147264" y="53523"/>
                  <a:pt x="2144331" y="53723"/>
                  <a:pt x="2141399" y="53723"/>
                </a:cubicBezTo>
                <a:cubicBezTo>
                  <a:pt x="2135144" y="53723"/>
                  <a:pt x="2128107" y="53523"/>
                  <a:pt x="2121458" y="53322"/>
                </a:cubicBezTo>
                <a:cubicBezTo>
                  <a:pt x="2120286" y="54520"/>
                  <a:pt x="2120286" y="58704"/>
                  <a:pt x="2121458" y="59899"/>
                </a:cubicBezTo>
                <a:cubicBezTo>
                  <a:pt x="2130842" y="60696"/>
                  <a:pt x="2133581" y="62885"/>
                  <a:pt x="2133581" y="75817"/>
                </a:cubicBezTo>
                <a:lnTo>
                  <a:pt x="2133581" y="114018"/>
                </a:lnTo>
                <a:cubicBezTo>
                  <a:pt x="2133581" y="127747"/>
                  <a:pt x="2139445" y="141089"/>
                  <a:pt x="2158799" y="141089"/>
                </a:cubicBezTo>
                <a:close/>
                <a:moveTo>
                  <a:pt x="2254392" y="73102"/>
                </a:moveTo>
                <a:cubicBezTo>
                  <a:pt x="2259475" y="66719"/>
                  <a:pt x="2268469" y="60738"/>
                  <a:pt x="2274136" y="60738"/>
                </a:cubicBezTo>
                <a:cubicBezTo>
                  <a:pt x="2286650" y="60738"/>
                  <a:pt x="2297400" y="75094"/>
                  <a:pt x="2297400" y="97625"/>
                </a:cubicBezTo>
                <a:cubicBezTo>
                  <a:pt x="2297400" y="113978"/>
                  <a:pt x="2291733" y="134314"/>
                  <a:pt x="2269838" y="134314"/>
                </a:cubicBezTo>
                <a:cubicBezTo>
                  <a:pt x="2266318" y="134314"/>
                  <a:pt x="2259475" y="133317"/>
                  <a:pt x="2255958" y="130127"/>
                </a:cubicBezTo>
                <a:cubicBezTo>
                  <a:pt x="2252047" y="126539"/>
                  <a:pt x="2251266" y="125341"/>
                  <a:pt x="2251266" y="118165"/>
                </a:cubicBezTo>
                <a:lnTo>
                  <a:pt x="2251266" y="81874"/>
                </a:lnTo>
                <a:cubicBezTo>
                  <a:pt x="2251266" y="77687"/>
                  <a:pt x="2252047" y="75893"/>
                  <a:pt x="2254392" y="73102"/>
                </a:cubicBezTo>
                <a:moveTo>
                  <a:pt x="2250678" y="65722"/>
                </a:moveTo>
                <a:cubicBezTo>
                  <a:pt x="2250484" y="59741"/>
                  <a:pt x="2250094" y="54563"/>
                  <a:pt x="2249115" y="52568"/>
                </a:cubicBezTo>
                <a:cubicBezTo>
                  <a:pt x="2248724" y="51571"/>
                  <a:pt x="2248334" y="50975"/>
                  <a:pt x="2246768" y="50975"/>
                </a:cubicBezTo>
                <a:cubicBezTo>
                  <a:pt x="2241294" y="53167"/>
                  <a:pt x="2236211" y="54961"/>
                  <a:pt x="2222722" y="56752"/>
                </a:cubicBezTo>
                <a:cubicBezTo>
                  <a:pt x="2222331" y="57950"/>
                  <a:pt x="2222722" y="61137"/>
                  <a:pt x="2223116" y="62335"/>
                </a:cubicBezTo>
                <a:cubicBezTo>
                  <a:pt x="2233670" y="63332"/>
                  <a:pt x="2235820" y="64326"/>
                  <a:pt x="2235820" y="75893"/>
                </a:cubicBezTo>
                <a:lnTo>
                  <a:pt x="2235820" y="161082"/>
                </a:lnTo>
                <a:cubicBezTo>
                  <a:pt x="2235820" y="177675"/>
                  <a:pt x="2233670" y="178675"/>
                  <a:pt x="2221747" y="179275"/>
                </a:cubicBezTo>
                <a:cubicBezTo>
                  <a:pt x="2220574" y="180470"/>
                  <a:pt x="2220574" y="184654"/>
                  <a:pt x="2221747" y="185849"/>
                </a:cubicBezTo>
                <a:cubicBezTo>
                  <a:pt x="2228590" y="185651"/>
                  <a:pt x="2235820" y="185450"/>
                  <a:pt x="2243642" y="185450"/>
                </a:cubicBezTo>
                <a:cubicBezTo>
                  <a:pt x="2251460" y="185450"/>
                  <a:pt x="2260844" y="185651"/>
                  <a:pt x="2267296" y="185849"/>
                </a:cubicBezTo>
                <a:cubicBezTo>
                  <a:pt x="2268469" y="184654"/>
                  <a:pt x="2268469" y="180470"/>
                  <a:pt x="2267296" y="179275"/>
                </a:cubicBezTo>
                <a:cubicBezTo>
                  <a:pt x="2253417" y="178475"/>
                  <a:pt x="2251266" y="177675"/>
                  <a:pt x="2251266" y="161082"/>
                </a:cubicBezTo>
                <a:lnTo>
                  <a:pt x="2251266" y="139496"/>
                </a:lnTo>
                <a:cubicBezTo>
                  <a:pt x="2251266" y="136905"/>
                  <a:pt x="2252047" y="137106"/>
                  <a:pt x="2254001" y="138100"/>
                </a:cubicBezTo>
                <a:cubicBezTo>
                  <a:pt x="2258890" y="139894"/>
                  <a:pt x="2264755" y="141089"/>
                  <a:pt x="2271010" y="141089"/>
                </a:cubicBezTo>
                <a:cubicBezTo>
                  <a:pt x="2281957" y="141089"/>
                  <a:pt x="2291733" y="137702"/>
                  <a:pt x="2299748" y="129930"/>
                </a:cubicBezTo>
                <a:cubicBezTo>
                  <a:pt x="2308935" y="120756"/>
                  <a:pt x="2314212" y="108392"/>
                  <a:pt x="2314212" y="92243"/>
                </a:cubicBezTo>
                <a:cubicBezTo>
                  <a:pt x="2314212" y="71107"/>
                  <a:pt x="2299551" y="51571"/>
                  <a:pt x="2279610" y="51571"/>
                </a:cubicBezTo>
                <a:cubicBezTo>
                  <a:pt x="2270619" y="51571"/>
                  <a:pt x="2260647" y="57749"/>
                  <a:pt x="2252829" y="66522"/>
                </a:cubicBezTo>
                <a:cubicBezTo>
                  <a:pt x="2251657" y="67717"/>
                  <a:pt x="2250875" y="67717"/>
                  <a:pt x="2250678" y="65722"/>
                </a:cubicBezTo>
                <a:close/>
                <a:moveTo>
                  <a:pt x="2390452" y="114377"/>
                </a:moveTo>
                <a:cubicBezTo>
                  <a:pt x="2390452" y="118165"/>
                  <a:pt x="2390062" y="119762"/>
                  <a:pt x="2387326" y="122155"/>
                </a:cubicBezTo>
                <a:cubicBezTo>
                  <a:pt x="2380093" y="128534"/>
                  <a:pt x="2373837" y="131724"/>
                  <a:pt x="2368948" y="131724"/>
                </a:cubicBezTo>
                <a:cubicBezTo>
                  <a:pt x="2358395" y="131724"/>
                  <a:pt x="2347447" y="119959"/>
                  <a:pt x="2347447" y="95035"/>
                </a:cubicBezTo>
                <a:cubicBezTo>
                  <a:pt x="2347447" y="80679"/>
                  <a:pt x="2350183" y="72704"/>
                  <a:pt x="2353115" y="68516"/>
                </a:cubicBezTo>
                <a:cubicBezTo>
                  <a:pt x="2359176" y="59145"/>
                  <a:pt x="2367385" y="58546"/>
                  <a:pt x="2371296" y="58546"/>
                </a:cubicBezTo>
                <a:cubicBezTo>
                  <a:pt x="2378333" y="58546"/>
                  <a:pt x="2383222" y="61140"/>
                  <a:pt x="2387129" y="65725"/>
                </a:cubicBezTo>
                <a:cubicBezTo>
                  <a:pt x="2389868" y="68915"/>
                  <a:pt x="2390452" y="70310"/>
                  <a:pt x="2390452" y="76492"/>
                </a:cubicBezTo>
                <a:lnTo>
                  <a:pt x="2390452" y="114377"/>
                </a:lnTo>
                <a:moveTo>
                  <a:pt x="2388305" y="129133"/>
                </a:moveTo>
                <a:cubicBezTo>
                  <a:pt x="2389280" y="128336"/>
                  <a:pt x="2391040" y="127935"/>
                  <a:pt x="2391237" y="129331"/>
                </a:cubicBezTo>
                <a:cubicBezTo>
                  <a:pt x="2391822" y="134117"/>
                  <a:pt x="2393388" y="141089"/>
                  <a:pt x="2393388" y="141089"/>
                </a:cubicBezTo>
                <a:cubicBezTo>
                  <a:pt x="2394951" y="141688"/>
                  <a:pt x="2395926" y="141491"/>
                  <a:pt x="2397101" y="141089"/>
                </a:cubicBezTo>
                <a:cubicBezTo>
                  <a:pt x="2401400" y="137495"/>
                  <a:pt x="2408243" y="134506"/>
                  <a:pt x="2420169" y="133110"/>
                </a:cubicBezTo>
                <a:cubicBezTo>
                  <a:pt x="2421341" y="131915"/>
                  <a:pt x="2421341" y="128926"/>
                  <a:pt x="2420169" y="127731"/>
                </a:cubicBezTo>
                <a:cubicBezTo>
                  <a:pt x="2407658" y="126734"/>
                  <a:pt x="2405898" y="122945"/>
                  <a:pt x="2405898" y="113175"/>
                </a:cubicBezTo>
                <a:lnTo>
                  <a:pt x="2405898" y="22854"/>
                </a:lnTo>
                <a:cubicBezTo>
                  <a:pt x="2405898" y="9894"/>
                  <a:pt x="2406680" y="1967"/>
                  <a:pt x="2406680" y="1967"/>
                </a:cubicBezTo>
                <a:cubicBezTo>
                  <a:pt x="2406680" y="593"/>
                  <a:pt x="2405898" y="0"/>
                  <a:pt x="2404138" y="0"/>
                </a:cubicBezTo>
                <a:cubicBezTo>
                  <a:pt x="2399252" y="1967"/>
                  <a:pt x="2384588" y="4719"/>
                  <a:pt x="2376770" y="5309"/>
                </a:cubicBezTo>
                <a:cubicBezTo>
                  <a:pt x="2376379" y="6905"/>
                  <a:pt x="2376770" y="10092"/>
                  <a:pt x="2377942" y="11287"/>
                </a:cubicBezTo>
                <a:cubicBezTo>
                  <a:pt x="2388108" y="11886"/>
                  <a:pt x="2390452" y="10889"/>
                  <a:pt x="2390452" y="27640"/>
                </a:cubicBezTo>
                <a:lnTo>
                  <a:pt x="2390452" y="53167"/>
                </a:lnTo>
                <a:cubicBezTo>
                  <a:pt x="2390452" y="54563"/>
                  <a:pt x="2390062" y="54961"/>
                  <a:pt x="2388696" y="54961"/>
                </a:cubicBezTo>
                <a:cubicBezTo>
                  <a:pt x="2387911" y="54961"/>
                  <a:pt x="2379899" y="51571"/>
                  <a:pt x="2373447" y="51571"/>
                </a:cubicBezTo>
                <a:cubicBezTo>
                  <a:pt x="2360543" y="51571"/>
                  <a:pt x="2351943" y="55955"/>
                  <a:pt x="2344121" y="63530"/>
                </a:cubicBezTo>
                <a:cubicBezTo>
                  <a:pt x="2335715" y="72104"/>
                  <a:pt x="2330633" y="83869"/>
                  <a:pt x="2330633" y="98623"/>
                </a:cubicBezTo>
                <a:cubicBezTo>
                  <a:pt x="2330633" y="123152"/>
                  <a:pt x="2342755" y="141089"/>
                  <a:pt x="2363868" y="141089"/>
                </a:cubicBezTo>
                <a:cubicBezTo>
                  <a:pt x="2371490" y="141089"/>
                  <a:pt x="2378724" y="137106"/>
                  <a:pt x="2388305" y="129133"/>
                </a:cubicBezTo>
                <a:close/>
                <a:moveTo>
                  <a:pt x="2479208" y="92645"/>
                </a:moveTo>
                <a:lnTo>
                  <a:pt x="2479208" y="118962"/>
                </a:lnTo>
                <a:cubicBezTo>
                  <a:pt x="2479208" y="121556"/>
                  <a:pt x="2478032" y="122951"/>
                  <a:pt x="2476469" y="124146"/>
                </a:cubicBezTo>
                <a:cubicBezTo>
                  <a:pt x="2471386" y="128333"/>
                  <a:pt x="2464740" y="132922"/>
                  <a:pt x="2459267" y="132922"/>
                </a:cubicBezTo>
                <a:cubicBezTo>
                  <a:pt x="2449492" y="132922"/>
                  <a:pt x="2445190" y="124946"/>
                  <a:pt x="2445190" y="118764"/>
                </a:cubicBezTo>
                <a:cubicBezTo>
                  <a:pt x="2445190" y="109791"/>
                  <a:pt x="2449298" y="100617"/>
                  <a:pt x="2463762" y="96832"/>
                </a:cubicBezTo>
                <a:lnTo>
                  <a:pt x="2479208" y="92645"/>
                </a:lnTo>
                <a:moveTo>
                  <a:pt x="2479208" y="129531"/>
                </a:moveTo>
                <a:cubicBezTo>
                  <a:pt x="2480380" y="135710"/>
                  <a:pt x="2482531" y="141089"/>
                  <a:pt x="2492306" y="141089"/>
                </a:cubicBezTo>
                <a:cubicBezTo>
                  <a:pt x="2499733" y="141089"/>
                  <a:pt x="2506770" y="137702"/>
                  <a:pt x="2510875" y="133719"/>
                </a:cubicBezTo>
                <a:cubicBezTo>
                  <a:pt x="2510484" y="131325"/>
                  <a:pt x="2509702" y="129531"/>
                  <a:pt x="2507552" y="128336"/>
                </a:cubicBezTo>
                <a:cubicBezTo>
                  <a:pt x="2506185" y="129531"/>
                  <a:pt x="2502859" y="131526"/>
                  <a:pt x="2500318" y="131526"/>
                </a:cubicBezTo>
                <a:cubicBezTo>
                  <a:pt x="2494650" y="131526"/>
                  <a:pt x="2494453" y="123748"/>
                  <a:pt x="2494453" y="114577"/>
                </a:cubicBezTo>
                <a:lnTo>
                  <a:pt x="2494453" y="85265"/>
                </a:lnTo>
                <a:cubicBezTo>
                  <a:pt x="2494453" y="56953"/>
                  <a:pt x="2479208" y="51571"/>
                  <a:pt x="2464934" y="51571"/>
                </a:cubicBezTo>
                <a:cubicBezTo>
                  <a:pt x="2448904" y="51571"/>
                  <a:pt x="2432680" y="62335"/>
                  <a:pt x="2432680" y="73701"/>
                </a:cubicBezTo>
                <a:cubicBezTo>
                  <a:pt x="2432680" y="78487"/>
                  <a:pt x="2435024" y="80880"/>
                  <a:pt x="2439523" y="80880"/>
                </a:cubicBezTo>
                <a:cubicBezTo>
                  <a:pt x="2445190" y="80880"/>
                  <a:pt x="2448710" y="76693"/>
                  <a:pt x="2448710" y="74099"/>
                </a:cubicBezTo>
                <a:cubicBezTo>
                  <a:pt x="2448710" y="72704"/>
                  <a:pt x="2448513" y="71308"/>
                  <a:pt x="2448122" y="70511"/>
                </a:cubicBezTo>
                <a:cubicBezTo>
                  <a:pt x="2447929" y="69912"/>
                  <a:pt x="2447732" y="68717"/>
                  <a:pt x="2447732" y="66522"/>
                </a:cubicBezTo>
                <a:cubicBezTo>
                  <a:pt x="2447732" y="60340"/>
                  <a:pt x="2455944" y="58148"/>
                  <a:pt x="2463371" y="58148"/>
                </a:cubicBezTo>
                <a:cubicBezTo>
                  <a:pt x="2470017" y="58148"/>
                  <a:pt x="2479208" y="61538"/>
                  <a:pt x="2479208" y="84070"/>
                </a:cubicBezTo>
                <a:cubicBezTo>
                  <a:pt x="2479208" y="85465"/>
                  <a:pt x="2478620" y="86262"/>
                  <a:pt x="2478032" y="86463"/>
                </a:cubicBezTo>
                <a:lnTo>
                  <a:pt x="2461221" y="90650"/>
                </a:lnTo>
                <a:cubicBezTo>
                  <a:pt x="2442455" y="95436"/>
                  <a:pt x="2428966" y="106002"/>
                  <a:pt x="2428966" y="119561"/>
                </a:cubicBezTo>
                <a:cubicBezTo>
                  <a:pt x="2428966" y="135911"/>
                  <a:pt x="2439913" y="141089"/>
                  <a:pt x="2453596" y="141089"/>
                </a:cubicBezTo>
                <a:cubicBezTo>
                  <a:pt x="2460439" y="141089"/>
                  <a:pt x="2466303" y="139496"/>
                  <a:pt x="2474906" y="132721"/>
                </a:cubicBezTo>
                <a:lnTo>
                  <a:pt x="2478817" y="129531"/>
                </a:lnTo>
                <a:lnTo>
                  <a:pt x="2479208" y="129531"/>
                </a:lnTo>
                <a:close/>
                <a:moveTo>
                  <a:pt x="2519674" y="53711"/>
                </a:moveTo>
                <a:cubicBezTo>
                  <a:pt x="2516936" y="53711"/>
                  <a:pt x="2516154" y="56104"/>
                  <a:pt x="2516154" y="57698"/>
                </a:cubicBezTo>
                <a:lnTo>
                  <a:pt x="2516154" y="60288"/>
                </a:lnTo>
                <a:cubicBezTo>
                  <a:pt x="2516154" y="61286"/>
                  <a:pt x="2516348" y="61483"/>
                  <a:pt x="2517133" y="61483"/>
                </a:cubicBezTo>
                <a:lnTo>
                  <a:pt x="2528665" y="61483"/>
                </a:lnTo>
                <a:lnTo>
                  <a:pt x="2528665" y="121376"/>
                </a:lnTo>
                <a:cubicBezTo>
                  <a:pt x="2528665" y="135509"/>
                  <a:pt x="2534726" y="141089"/>
                  <a:pt x="2543717" y="141089"/>
                </a:cubicBezTo>
                <a:cubicBezTo>
                  <a:pt x="2552710" y="141089"/>
                  <a:pt x="2562485" y="136708"/>
                  <a:pt x="2570110" y="127941"/>
                </a:cubicBezTo>
                <a:cubicBezTo>
                  <a:pt x="2569719" y="125953"/>
                  <a:pt x="2568547" y="124758"/>
                  <a:pt x="2566590" y="124560"/>
                </a:cubicBezTo>
                <a:cubicBezTo>
                  <a:pt x="2561507" y="128540"/>
                  <a:pt x="2555643" y="130130"/>
                  <a:pt x="2550560" y="130130"/>
                </a:cubicBezTo>
                <a:cubicBezTo>
                  <a:pt x="2545283" y="130130"/>
                  <a:pt x="2544111" y="124162"/>
                  <a:pt x="2544111" y="111825"/>
                </a:cubicBezTo>
                <a:lnTo>
                  <a:pt x="2544111" y="61483"/>
                </a:lnTo>
                <a:lnTo>
                  <a:pt x="2564439" y="61483"/>
                </a:lnTo>
                <a:cubicBezTo>
                  <a:pt x="2566396" y="61483"/>
                  <a:pt x="2569131" y="60687"/>
                  <a:pt x="2569131" y="58893"/>
                </a:cubicBezTo>
                <a:lnTo>
                  <a:pt x="2569131" y="54909"/>
                </a:lnTo>
                <a:cubicBezTo>
                  <a:pt x="2569131" y="54113"/>
                  <a:pt x="2568547" y="53711"/>
                  <a:pt x="2567568" y="53711"/>
                </a:cubicBezTo>
                <a:lnTo>
                  <a:pt x="2544111" y="53711"/>
                </a:lnTo>
                <a:lnTo>
                  <a:pt x="2544111" y="45942"/>
                </a:lnTo>
                <a:cubicBezTo>
                  <a:pt x="2544111" y="32989"/>
                  <a:pt x="2544892" y="25016"/>
                  <a:pt x="2544892" y="25016"/>
                </a:cubicBezTo>
                <a:cubicBezTo>
                  <a:pt x="2544892" y="23821"/>
                  <a:pt x="2544304" y="23222"/>
                  <a:pt x="2543326" y="23222"/>
                </a:cubicBezTo>
                <a:cubicBezTo>
                  <a:pt x="2542545" y="23222"/>
                  <a:pt x="2540785" y="24022"/>
                  <a:pt x="2539028" y="25016"/>
                </a:cubicBezTo>
                <a:cubicBezTo>
                  <a:pt x="2536877" y="26214"/>
                  <a:pt x="2534920" y="27208"/>
                  <a:pt x="2532379" y="27807"/>
                </a:cubicBezTo>
                <a:cubicBezTo>
                  <a:pt x="2530034" y="28604"/>
                  <a:pt x="2528080" y="29203"/>
                  <a:pt x="2528080" y="30596"/>
                </a:cubicBezTo>
                <a:cubicBezTo>
                  <a:pt x="2528080" y="32989"/>
                  <a:pt x="2528665" y="31593"/>
                  <a:pt x="2528665" y="53711"/>
                </a:cubicBezTo>
                <a:lnTo>
                  <a:pt x="2519674" y="53711"/>
                </a:lnTo>
                <a:close/>
                <a:moveTo>
                  <a:pt x="2597283" y="82939"/>
                </a:moveTo>
                <a:cubicBezTo>
                  <a:pt x="2600996" y="60516"/>
                  <a:pt x="2614682" y="58731"/>
                  <a:pt x="2619374" y="58731"/>
                </a:cubicBezTo>
                <a:cubicBezTo>
                  <a:pt x="2626802" y="58731"/>
                  <a:pt x="2635599" y="62900"/>
                  <a:pt x="2635599" y="79566"/>
                </a:cubicBezTo>
                <a:cubicBezTo>
                  <a:pt x="2635599" y="81351"/>
                  <a:pt x="2634817" y="82346"/>
                  <a:pt x="2632666" y="82346"/>
                </a:cubicBezTo>
                <a:lnTo>
                  <a:pt x="2597283" y="82939"/>
                </a:lnTo>
                <a:moveTo>
                  <a:pt x="2648500" y="120573"/>
                </a:moveTo>
                <a:cubicBezTo>
                  <a:pt x="2641269" y="128142"/>
                  <a:pt x="2635599" y="131325"/>
                  <a:pt x="2624260" y="131325"/>
                </a:cubicBezTo>
                <a:cubicBezTo>
                  <a:pt x="2617224" y="131325"/>
                  <a:pt x="2609012" y="127144"/>
                  <a:pt x="2602953" y="116992"/>
                </a:cubicBezTo>
                <a:cubicBezTo>
                  <a:pt x="2599043" y="110421"/>
                  <a:pt x="2596695" y="101262"/>
                  <a:pt x="2596695" y="89713"/>
                </a:cubicBezTo>
                <a:lnTo>
                  <a:pt x="2648697" y="90112"/>
                </a:lnTo>
                <a:cubicBezTo>
                  <a:pt x="2651041" y="90112"/>
                  <a:pt x="2652410" y="88917"/>
                  <a:pt x="2652410" y="86724"/>
                </a:cubicBezTo>
                <a:cubicBezTo>
                  <a:pt x="2652410" y="70043"/>
                  <a:pt x="2646546" y="52154"/>
                  <a:pt x="2619374" y="52154"/>
                </a:cubicBezTo>
                <a:cubicBezTo>
                  <a:pt x="2602366" y="52154"/>
                  <a:pt x="2580274" y="68653"/>
                  <a:pt x="2580274" y="98872"/>
                </a:cubicBezTo>
                <a:cubicBezTo>
                  <a:pt x="2580274" y="110022"/>
                  <a:pt x="2583012" y="120774"/>
                  <a:pt x="2589464" y="128339"/>
                </a:cubicBezTo>
                <a:cubicBezTo>
                  <a:pt x="2596110" y="136309"/>
                  <a:pt x="2605298" y="141089"/>
                  <a:pt x="2619374" y="141089"/>
                </a:cubicBezTo>
                <a:cubicBezTo>
                  <a:pt x="2634229" y="141089"/>
                  <a:pt x="2644786" y="134117"/>
                  <a:pt x="2652607" y="123760"/>
                </a:cubicBezTo>
                <a:cubicBezTo>
                  <a:pt x="2652020" y="121768"/>
                  <a:pt x="2650847" y="120774"/>
                  <a:pt x="2648500" y="120573"/>
                </a:cubicBezTo>
                <a:close/>
                <a:moveTo>
                  <a:pt x="2669809" y="111585"/>
                </a:moveTo>
                <a:cubicBezTo>
                  <a:pt x="2670590" y="121355"/>
                  <a:pt x="2671178" y="130726"/>
                  <a:pt x="2671178" y="139098"/>
                </a:cubicBezTo>
                <a:cubicBezTo>
                  <a:pt x="2673132" y="138699"/>
                  <a:pt x="2675088" y="138502"/>
                  <a:pt x="2676064" y="138502"/>
                </a:cubicBezTo>
                <a:cubicBezTo>
                  <a:pt x="2677433" y="138502"/>
                  <a:pt x="2678605" y="138502"/>
                  <a:pt x="2679975" y="138900"/>
                </a:cubicBezTo>
                <a:cubicBezTo>
                  <a:pt x="2685254" y="140293"/>
                  <a:pt x="2690531" y="141089"/>
                  <a:pt x="2697765" y="141089"/>
                </a:cubicBezTo>
                <a:cubicBezTo>
                  <a:pt x="2708712" y="141089"/>
                  <a:pt x="2728847" y="135710"/>
                  <a:pt x="2728847" y="115970"/>
                </a:cubicBezTo>
                <a:cubicBezTo>
                  <a:pt x="2728847" y="102414"/>
                  <a:pt x="2719269" y="94439"/>
                  <a:pt x="2705974" y="89452"/>
                </a:cubicBezTo>
                <a:cubicBezTo>
                  <a:pt x="2694245" y="84866"/>
                  <a:pt x="2686427" y="81874"/>
                  <a:pt x="2686427" y="70909"/>
                </a:cubicBezTo>
                <a:cubicBezTo>
                  <a:pt x="2686427" y="62733"/>
                  <a:pt x="2693463" y="58148"/>
                  <a:pt x="2700109" y="58148"/>
                </a:cubicBezTo>
                <a:cubicBezTo>
                  <a:pt x="2704411" y="58148"/>
                  <a:pt x="2715749" y="59744"/>
                  <a:pt x="2718290" y="76693"/>
                </a:cubicBezTo>
                <a:cubicBezTo>
                  <a:pt x="2719463" y="77888"/>
                  <a:pt x="2723373" y="77687"/>
                  <a:pt x="2724546" y="76492"/>
                </a:cubicBezTo>
                <a:cubicBezTo>
                  <a:pt x="2725133" y="69313"/>
                  <a:pt x="2725524" y="61936"/>
                  <a:pt x="2725721" y="55359"/>
                </a:cubicBezTo>
                <a:cubicBezTo>
                  <a:pt x="2719660" y="54362"/>
                  <a:pt x="2710275" y="51571"/>
                  <a:pt x="2700109" y="51571"/>
                </a:cubicBezTo>
                <a:cubicBezTo>
                  <a:pt x="2685645" y="51571"/>
                  <a:pt x="2672547" y="61140"/>
                  <a:pt x="2672547" y="73902"/>
                </a:cubicBezTo>
                <a:cubicBezTo>
                  <a:pt x="2672547" y="88454"/>
                  <a:pt x="2678996" y="94636"/>
                  <a:pt x="2694051" y="101019"/>
                </a:cubicBezTo>
                <a:cubicBezTo>
                  <a:pt x="2710275" y="107796"/>
                  <a:pt x="2713989" y="111983"/>
                  <a:pt x="2713989" y="120558"/>
                </a:cubicBezTo>
                <a:cubicBezTo>
                  <a:pt x="2713989" y="130328"/>
                  <a:pt x="2704608" y="134515"/>
                  <a:pt x="2697374" y="134515"/>
                </a:cubicBezTo>
                <a:cubicBezTo>
                  <a:pt x="2689750" y="134515"/>
                  <a:pt x="2685448" y="131921"/>
                  <a:pt x="2683494" y="129729"/>
                </a:cubicBezTo>
                <a:cubicBezTo>
                  <a:pt x="2679193" y="125144"/>
                  <a:pt x="2677042" y="116371"/>
                  <a:pt x="2675870" y="111384"/>
                </a:cubicBezTo>
                <a:cubicBezTo>
                  <a:pt x="2674698" y="110189"/>
                  <a:pt x="2670981" y="110387"/>
                  <a:pt x="2669809" y="1115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Text 𝑢">
            <a:extLst xmlns:a="http://schemas.openxmlformats.org/drawingml/2006/main">
              <a:ext uri="{FF2B5EF4-FFF2-40B4-BE49-F238E27FC236}">
                <a16:creationId xmlns:a16="http://schemas.microsoft.com/office/drawing/2014/main" id="{7C4ED581-7618-483F-A926-1A29533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868" y="4143489"/>
            <a:ext cx="104740" cy="93355"/>
          </a:xfrm>
          <a:custGeom xmlns:a="http://schemas.openxmlformats.org/drawingml/2006/main">
            <a:pathLst>
              <a:path w="104740" h="93355">
                <a:moveTo>
                  <a:pt x="98090" y="18084"/>
                </a:moveTo>
                <a:cubicBezTo>
                  <a:pt x="98921" y="14343"/>
                  <a:pt x="100792" y="8105"/>
                  <a:pt x="100792" y="5613"/>
                </a:cubicBezTo>
                <a:cubicBezTo>
                  <a:pt x="100792" y="2080"/>
                  <a:pt x="98921" y="0"/>
                  <a:pt x="91646" y="0"/>
                </a:cubicBezTo>
                <a:cubicBezTo>
                  <a:pt x="83126" y="0"/>
                  <a:pt x="83750" y="9145"/>
                  <a:pt x="81464" y="17048"/>
                </a:cubicBezTo>
                <a:lnTo>
                  <a:pt x="75436" y="39920"/>
                </a:lnTo>
                <a:cubicBezTo>
                  <a:pt x="58189" y="66123"/>
                  <a:pt x="46551" y="80887"/>
                  <a:pt x="35119" y="80887"/>
                </a:cubicBezTo>
                <a:cubicBezTo>
                  <a:pt x="30962" y="80887"/>
                  <a:pt x="28260" y="78810"/>
                  <a:pt x="28260" y="73194"/>
                </a:cubicBezTo>
                <a:cubicBezTo>
                  <a:pt x="28260" y="69868"/>
                  <a:pt x="28679" y="65498"/>
                  <a:pt x="30131" y="59885"/>
                </a:cubicBezTo>
                <a:lnTo>
                  <a:pt x="38236" y="25987"/>
                </a:lnTo>
                <a:cubicBezTo>
                  <a:pt x="40107" y="19334"/>
                  <a:pt x="42809" y="10807"/>
                  <a:pt x="42809" y="6859"/>
                </a:cubicBezTo>
                <a:cubicBezTo>
                  <a:pt x="42809" y="2911"/>
                  <a:pt x="41563" y="0"/>
                  <a:pt x="34913" y="0"/>
                </a:cubicBezTo>
                <a:cubicBezTo>
                  <a:pt x="24312" y="0"/>
                  <a:pt x="10182" y="7068"/>
                  <a:pt x="0" y="19334"/>
                </a:cubicBezTo>
                <a:cubicBezTo>
                  <a:pt x="622" y="21205"/>
                  <a:pt x="1868" y="22870"/>
                  <a:pt x="4985" y="22870"/>
                </a:cubicBezTo>
                <a:cubicBezTo>
                  <a:pt x="11219" y="16629"/>
                  <a:pt x="18494" y="12472"/>
                  <a:pt x="20989" y="12472"/>
                </a:cubicBezTo>
                <a:cubicBezTo>
                  <a:pt x="22651" y="12472"/>
                  <a:pt x="23482" y="13512"/>
                  <a:pt x="23482" y="16007"/>
                </a:cubicBezTo>
                <a:cubicBezTo>
                  <a:pt x="23482" y="17878"/>
                  <a:pt x="21195" y="26821"/>
                  <a:pt x="19324" y="32227"/>
                </a:cubicBezTo>
                <a:lnTo>
                  <a:pt x="11428" y="62796"/>
                </a:lnTo>
                <a:cubicBezTo>
                  <a:pt x="10182" y="68203"/>
                  <a:pt x="9142" y="72779"/>
                  <a:pt x="9142" y="76730"/>
                </a:cubicBezTo>
                <a:cubicBezTo>
                  <a:pt x="9142" y="88577"/>
                  <a:pt x="16207" y="93355"/>
                  <a:pt x="24312" y="93355"/>
                </a:cubicBezTo>
                <a:cubicBezTo>
                  <a:pt x="42184" y="93355"/>
                  <a:pt x="53616" y="80472"/>
                  <a:pt x="69826" y="58845"/>
                </a:cubicBezTo>
                <a:lnTo>
                  <a:pt x="70448" y="59260"/>
                </a:lnTo>
                <a:lnTo>
                  <a:pt x="68162" y="67372"/>
                </a:lnTo>
                <a:cubicBezTo>
                  <a:pt x="65875" y="74025"/>
                  <a:pt x="64214" y="82552"/>
                  <a:pt x="64214" y="86500"/>
                </a:cubicBezTo>
                <a:cubicBezTo>
                  <a:pt x="64214" y="90448"/>
                  <a:pt x="65875" y="93355"/>
                  <a:pt x="72734" y="93355"/>
                </a:cubicBezTo>
                <a:cubicBezTo>
                  <a:pt x="83957" y="93355"/>
                  <a:pt x="94139" y="86290"/>
                  <a:pt x="104740" y="74025"/>
                </a:cubicBezTo>
                <a:cubicBezTo>
                  <a:pt x="104115" y="72154"/>
                  <a:pt x="102869" y="70489"/>
                  <a:pt x="99751" y="70489"/>
                </a:cubicBezTo>
                <a:cubicBezTo>
                  <a:pt x="93933" y="76730"/>
                  <a:pt x="87698" y="80887"/>
                  <a:pt x="85412" y="80887"/>
                </a:cubicBezTo>
                <a:cubicBezTo>
                  <a:pt x="83957" y="80887"/>
                  <a:pt x="83126" y="79847"/>
                  <a:pt x="83126" y="77351"/>
                </a:cubicBezTo>
                <a:cubicBezTo>
                  <a:pt x="83126" y="75480"/>
                  <a:pt x="84372" y="70908"/>
                  <a:pt x="85618" y="65498"/>
                </a:cubicBezTo>
                <a:lnTo>
                  <a:pt x="98090" y="180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Text inthevector">
            <a:extLst xmlns:a="http://schemas.openxmlformats.org/drawingml/2006/main">
              <a:ext uri="{FF2B5EF4-FFF2-40B4-BE49-F238E27FC236}">
                <a16:creationId xmlns:a16="http://schemas.microsoft.com/office/drawing/2014/main" id="{163F059F-18B5-4E08-86AD-7644A5C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352" y="4095672"/>
            <a:ext cx="1006382" cy="141478"/>
          </a:xfrm>
          <a:custGeom xmlns:a="http://schemas.openxmlformats.org/drawingml/2006/main">
            <a:pathLst>
              <a:path w="1006382" h="141478">
                <a:moveTo>
                  <a:pt x="12904" y="19686"/>
                </a:moveTo>
                <a:cubicBezTo>
                  <a:pt x="12904" y="24867"/>
                  <a:pt x="17596" y="30048"/>
                  <a:pt x="22286" y="30048"/>
                </a:cubicBezTo>
                <a:cubicBezTo>
                  <a:pt x="27759" y="30048"/>
                  <a:pt x="32451" y="24669"/>
                  <a:pt x="32451" y="20482"/>
                </a:cubicBezTo>
                <a:cubicBezTo>
                  <a:pt x="32451" y="15702"/>
                  <a:pt x="28347" y="10119"/>
                  <a:pt x="23070" y="10119"/>
                </a:cubicBezTo>
                <a:cubicBezTo>
                  <a:pt x="18378" y="10119"/>
                  <a:pt x="12904" y="14903"/>
                  <a:pt x="12904" y="19686"/>
                </a:cubicBezTo>
                <a:moveTo>
                  <a:pt x="30694" y="114820"/>
                </a:moveTo>
                <a:lnTo>
                  <a:pt x="30694" y="75160"/>
                </a:lnTo>
                <a:cubicBezTo>
                  <a:pt x="30694" y="65196"/>
                  <a:pt x="31476" y="52398"/>
                  <a:pt x="31476" y="52398"/>
                </a:cubicBezTo>
                <a:cubicBezTo>
                  <a:pt x="31476" y="51592"/>
                  <a:pt x="30498" y="50987"/>
                  <a:pt x="28935" y="50987"/>
                </a:cubicBezTo>
                <a:cubicBezTo>
                  <a:pt x="23461" y="53203"/>
                  <a:pt x="15640" y="55016"/>
                  <a:pt x="2151" y="56825"/>
                </a:cubicBezTo>
                <a:cubicBezTo>
                  <a:pt x="1760" y="58023"/>
                  <a:pt x="2151" y="61210"/>
                  <a:pt x="2541" y="62408"/>
                </a:cubicBezTo>
                <a:cubicBezTo>
                  <a:pt x="13295" y="63402"/>
                  <a:pt x="15249" y="64600"/>
                  <a:pt x="15249" y="75960"/>
                </a:cubicBezTo>
                <a:lnTo>
                  <a:pt x="15249" y="114820"/>
                </a:lnTo>
                <a:cubicBezTo>
                  <a:pt x="15249" y="131362"/>
                  <a:pt x="13098" y="131961"/>
                  <a:pt x="1175" y="132958"/>
                </a:cubicBezTo>
                <a:cubicBezTo>
                  <a:pt x="0" y="134153"/>
                  <a:pt x="0" y="138337"/>
                  <a:pt x="1175" y="139532"/>
                </a:cubicBezTo>
                <a:cubicBezTo>
                  <a:pt x="7624" y="139335"/>
                  <a:pt x="15249" y="139134"/>
                  <a:pt x="23070" y="139134"/>
                </a:cubicBezTo>
                <a:cubicBezTo>
                  <a:pt x="30888" y="139134"/>
                  <a:pt x="38316" y="139335"/>
                  <a:pt x="44768" y="139532"/>
                </a:cubicBezTo>
                <a:cubicBezTo>
                  <a:pt x="45940" y="138337"/>
                  <a:pt x="45940" y="134153"/>
                  <a:pt x="44768" y="132958"/>
                </a:cubicBezTo>
                <a:cubicBezTo>
                  <a:pt x="32842" y="132162"/>
                  <a:pt x="30694" y="131362"/>
                  <a:pt x="30694" y="114820"/>
                </a:cubicBezTo>
                <a:close/>
                <a:moveTo>
                  <a:pt x="84257" y="67720"/>
                </a:moveTo>
                <a:cubicBezTo>
                  <a:pt x="83085" y="69115"/>
                  <a:pt x="81912" y="69517"/>
                  <a:pt x="81912" y="67720"/>
                </a:cubicBezTo>
                <a:cubicBezTo>
                  <a:pt x="81715" y="62335"/>
                  <a:pt x="81325" y="54563"/>
                  <a:pt x="80346" y="52568"/>
                </a:cubicBezTo>
                <a:cubicBezTo>
                  <a:pt x="79955" y="51571"/>
                  <a:pt x="79565" y="50975"/>
                  <a:pt x="78002" y="50975"/>
                </a:cubicBezTo>
                <a:cubicBezTo>
                  <a:pt x="72528" y="53167"/>
                  <a:pt x="67445" y="54961"/>
                  <a:pt x="53956" y="56752"/>
                </a:cubicBezTo>
                <a:cubicBezTo>
                  <a:pt x="53565" y="57950"/>
                  <a:pt x="53956" y="61137"/>
                  <a:pt x="54347" y="62335"/>
                </a:cubicBezTo>
                <a:cubicBezTo>
                  <a:pt x="64904" y="63332"/>
                  <a:pt x="67054" y="64329"/>
                  <a:pt x="67054" y="75899"/>
                </a:cubicBezTo>
                <a:lnTo>
                  <a:pt x="67054" y="114802"/>
                </a:lnTo>
                <a:cubicBezTo>
                  <a:pt x="67054" y="131161"/>
                  <a:pt x="65100" y="131961"/>
                  <a:pt x="53369" y="132958"/>
                </a:cubicBezTo>
                <a:cubicBezTo>
                  <a:pt x="52196" y="134153"/>
                  <a:pt x="52196" y="138337"/>
                  <a:pt x="53369" y="139532"/>
                </a:cubicBezTo>
                <a:cubicBezTo>
                  <a:pt x="59236" y="139335"/>
                  <a:pt x="67054" y="139134"/>
                  <a:pt x="74873" y="139134"/>
                </a:cubicBezTo>
                <a:cubicBezTo>
                  <a:pt x="82694" y="139134"/>
                  <a:pt x="88558" y="139335"/>
                  <a:pt x="94423" y="139532"/>
                </a:cubicBezTo>
                <a:cubicBezTo>
                  <a:pt x="95595" y="138337"/>
                  <a:pt x="95595" y="134153"/>
                  <a:pt x="94423" y="132958"/>
                </a:cubicBezTo>
                <a:cubicBezTo>
                  <a:pt x="84454" y="131961"/>
                  <a:pt x="82497" y="131161"/>
                  <a:pt x="82497" y="114802"/>
                </a:cubicBezTo>
                <a:lnTo>
                  <a:pt x="82497" y="82084"/>
                </a:lnTo>
                <a:cubicBezTo>
                  <a:pt x="82497" y="77894"/>
                  <a:pt x="84257" y="75501"/>
                  <a:pt x="85820" y="73707"/>
                </a:cubicBezTo>
                <a:cubicBezTo>
                  <a:pt x="93250" y="66324"/>
                  <a:pt x="102047" y="61933"/>
                  <a:pt x="109672" y="61933"/>
                </a:cubicBezTo>
                <a:cubicBezTo>
                  <a:pt x="113582" y="61933"/>
                  <a:pt x="117687" y="64527"/>
                  <a:pt x="120031" y="69115"/>
                </a:cubicBezTo>
                <a:cubicBezTo>
                  <a:pt x="121988" y="73108"/>
                  <a:pt x="122379" y="78493"/>
                  <a:pt x="122379" y="84477"/>
                </a:cubicBezTo>
                <a:lnTo>
                  <a:pt x="122379" y="114802"/>
                </a:lnTo>
                <a:cubicBezTo>
                  <a:pt x="122379" y="131161"/>
                  <a:pt x="120422" y="131961"/>
                  <a:pt x="110256" y="132958"/>
                </a:cubicBezTo>
                <a:cubicBezTo>
                  <a:pt x="109281" y="134153"/>
                  <a:pt x="109281" y="138337"/>
                  <a:pt x="110256" y="139532"/>
                </a:cubicBezTo>
                <a:cubicBezTo>
                  <a:pt x="116124" y="139335"/>
                  <a:pt x="122379" y="139134"/>
                  <a:pt x="130197" y="139134"/>
                </a:cubicBezTo>
                <a:cubicBezTo>
                  <a:pt x="138018" y="139134"/>
                  <a:pt x="145055" y="139335"/>
                  <a:pt x="150920" y="139532"/>
                </a:cubicBezTo>
                <a:cubicBezTo>
                  <a:pt x="151898" y="138337"/>
                  <a:pt x="151898" y="134153"/>
                  <a:pt x="150920" y="132958"/>
                </a:cubicBezTo>
                <a:cubicBezTo>
                  <a:pt x="139972" y="131961"/>
                  <a:pt x="137822" y="131161"/>
                  <a:pt x="137822" y="114802"/>
                </a:cubicBezTo>
                <a:lnTo>
                  <a:pt x="137822" y="85076"/>
                </a:lnTo>
                <a:cubicBezTo>
                  <a:pt x="137822" y="74105"/>
                  <a:pt x="137040" y="64527"/>
                  <a:pt x="132545" y="58348"/>
                </a:cubicBezTo>
                <a:cubicBezTo>
                  <a:pt x="129219" y="53964"/>
                  <a:pt x="123160" y="51571"/>
                  <a:pt x="116318" y="51571"/>
                </a:cubicBezTo>
                <a:cubicBezTo>
                  <a:pt x="106739" y="51571"/>
                  <a:pt x="95792" y="54161"/>
                  <a:pt x="84257" y="67720"/>
                </a:cubicBezTo>
                <a:close/>
                <a:moveTo>
                  <a:pt x="212500" y="53711"/>
                </a:moveTo>
                <a:cubicBezTo>
                  <a:pt x="209762" y="53711"/>
                  <a:pt x="208980" y="56104"/>
                  <a:pt x="208980" y="57698"/>
                </a:cubicBezTo>
                <a:lnTo>
                  <a:pt x="208980" y="60288"/>
                </a:lnTo>
                <a:cubicBezTo>
                  <a:pt x="208980" y="61286"/>
                  <a:pt x="209174" y="61483"/>
                  <a:pt x="209959" y="61483"/>
                </a:cubicBezTo>
                <a:lnTo>
                  <a:pt x="221491" y="61483"/>
                </a:lnTo>
                <a:lnTo>
                  <a:pt x="221491" y="121376"/>
                </a:lnTo>
                <a:cubicBezTo>
                  <a:pt x="221491" y="135509"/>
                  <a:pt x="227552" y="141089"/>
                  <a:pt x="236542" y="141089"/>
                </a:cubicBezTo>
                <a:cubicBezTo>
                  <a:pt x="245536" y="141089"/>
                  <a:pt x="255311" y="136708"/>
                  <a:pt x="262936" y="127941"/>
                </a:cubicBezTo>
                <a:cubicBezTo>
                  <a:pt x="262545" y="125953"/>
                  <a:pt x="261373" y="124758"/>
                  <a:pt x="259416" y="124560"/>
                </a:cubicBezTo>
                <a:cubicBezTo>
                  <a:pt x="254333" y="128540"/>
                  <a:pt x="248468" y="130130"/>
                  <a:pt x="243385" y="130130"/>
                </a:cubicBezTo>
                <a:cubicBezTo>
                  <a:pt x="238109" y="130130"/>
                  <a:pt x="236936" y="124162"/>
                  <a:pt x="236936" y="111825"/>
                </a:cubicBezTo>
                <a:lnTo>
                  <a:pt x="236936" y="61483"/>
                </a:lnTo>
                <a:lnTo>
                  <a:pt x="257265" y="61483"/>
                </a:lnTo>
                <a:cubicBezTo>
                  <a:pt x="259222" y="61483"/>
                  <a:pt x="261957" y="60687"/>
                  <a:pt x="261957" y="58893"/>
                </a:cubicBezTo>
                <a:lnTo>
                  <a:pt x="261957" y="54909"/>
                </a:lnTo>
                <a:cubicBezTo>
                  <a:pt x="261957" y="54113"/>
                  <a:pt x="261373" y="53711"/>
                  <a:pt x="260394" y="53711"/>
                </a:cubicBezTo>
                <a:lnTo>
                  <a:pt x="236936" y="53711"/>
                </a:lnTo>
                <a:lnTo>
                  <a:pt x="236936" y="45942"/>
                </a:lnTo>
                <a:cubicBezTo>
                  <a:pt x="236936" y="32989"/>
                  <a:pt x="237718" y="25016"/>
                  <a:pt x="237718" y="25016"/>
                </a:cubicBezTo>
                <a:cubicBezTo>
                  <a:pt x="237718" y="23821"/>
                  <a:pt x="237130" y="23222"/>
                  <a:pt x="236152" y="23222"/>
                </a:cubicBezTo>
                <a:cubicBezTo>
                  <a:pt x="235370" y="23222"/>
                  <a:pt x="233610" y="24022"/>
                  <a:pt x="231853" y="25016"/>
                </a:cubicBezTo>
                <a:cubicBezTo>
                  <a:pt x="229703" y="26214"/>
                  <a:pt x="227746" y="27208"/>
                  <a:pt x="225204" y="27807"/>
                </a:cubicBezTo>
                <a:cubicBezTo>
                  <a:pt x="222860" y="28604"/>
                  <a:pt x="220906" y="29203"/>
                  <a:pt x="220906" y="30596"/>
                </a:cubicBezTo>
                <a:cubicBezTo>
                  <a:pt x="220906" y="32989"/>
                  <a:pt x="221491" y="31593"/>
                  <a:pt x="221491" y="53711"/>
                </a:cubicBezTo>
                <a:lnTo>
                  <a:pt x="212500" y="53711"/>
                </a:lnTo>
                <a:close/>
                <a:moveTo>
                  <a:pt x="298514" y="82084"/>
                </a:moveTo>
                <a:cubicBezTo>
                  <a:pt x="298514" y="77894"/>
                  <a:pt x="300274" y="75501"/>
                  <a:pt x="301837" y="73707"/>
                </a:cubicBezTo>
                <a:cubicBezTo>
                  <a:pt x="309268" y="66324"/>
                  <a:pt x="319237" y="61933"/>
                  <a:pt x="326861" y="61933"/>
                </a:cubicBezTo>
                <a:cubicBezTo>
                  <a:pt x="330769" y="61933"/>
                  <a:pt x="334876" y="64527"/>
                  <a:pt x="337221" y="69115"/>
                </a:cubicBezTo>
                <a:cubicBezTo>
                  <a:pt x="339178" y="73108"/>
                  <a:pt x="339568" y="78493"/>
                  <a:pt x="339568" y="84477"/>
                </a:cubicBezTo>
                <a:lnTo>
                  <a:pt x="339568" y="114802"/>
                </a:lnTo>
                <a:cubicBezTo>
                  <a:pt x="339568" y="131161"/>
                  <a:pt x="337612" y="131961"/>
                  <a:pt x="327446" y="132958"/>
                </a:cubicBezTo>
                <a:cubicBezTo>
                  <a:pt x="326470" y="134153"/>
                  <a:pt x="326470" y="138337"/>
                  <a:pt x="327446" y="139532"/>
                </a:cubicBezTo>
                <a:cubicBezTo>
                  <a:pt x="332919" y="139335"/>
                  <a:pt x="339568" y="139134"/>
                  <a:pt x="347387" y="139134"/>
                </a:cubicBezTo>
                <a:cubicBezTo>
                  <a:pt x="355208" y="139134"/>
                  <a:pt x="361657" y="139335"/>
                  <a:pt x="368109" y="139532"/>
                </a:cubicBezTo>
                <a:cubicBezTo>
                  <a:pt x="369088" y="138337"/>
                  <a:pt x="369088" y="134153"/>
                  <a:pt x="368109" y="132958"/>
                </a:cubicBezTo>
                <a:cubicBezTo>
                  <a:pt x="357162" y="131961"/>
                  <a:pt x="355011" y="131161"/>
                  <a:pt x="355011" y="114802"/>
                </a:cubicBezTo>
                <a:lnTo>
                  <a:pt x="355011" y="85076"/>
                </a:lnTo>
                <a:cubicBezTo>
                  <a:pt x="355011" y="74105"/>
                  <a:pt x="354230" y="64329"/>
                  <a:pt x="349734" y="58348"/>
                </a:cubicBezTo>
                <a:cubicBezTo>
                  <a:pt x="346408" y="53964"/>
                  <a:pt x="340350" y="51571"/>
                  <a:pt x="333507" y="51571"/>
                </a:cubicBezTo>
                <a:cubicBezTo>
                  <a:pt x="323929" y="51571"/>
                  <a:pt x="312200" y="54161"/>
                  <a:pt x="300274" y="67720"/>
                </a:cubicBezTo>
                <a:cubicBezTo>
                  <a:pt x="299687" y="68519"/>
                  <a:pt x="298317" y="70514"/>
                  <a:pt x="298317" y="67720"/>
                </a:cubicBezTo>
                <a:lnTo>
                  <a:pt x="298514" y="22854"/>
                </a:lnTo>
                <a:cubicBezTo>
                  <a:pt x="298514" y="9894"/>
                  <a:pt x="299296" y="1967"/>
                  <a:pt x="299296" y="1967"/>
                </a:cubicBezTo>
                <a:cubicBezTo>
                  <a:pt x="299296" y="593"/>
                  <a:pt x="298514" y="0"/>
                  <a:pt x="296754" y="0"/>
                </a:cubicBezTo>
                <a:cubicBezTo>
                  <a:pt x="291868" y="1967"/>
                  <a:pt x="277207" y="4719"/>
                  <a:pt x="269386" y="5309"/>
                </a:cubicBezTo>
                <a:cubicBezTo>
                  <a:pt x="268995" y="6905"/>
                  <a:pt x="269386" y="10092"/>
                  <a:pt x="270558" y="11287"/>
                </a:cubicBezTo>
                <a:cubicBezTo>
                  <a:pt x="280724" y="11886"/>
                  <a:pt x="283072" y="10889"/>
                  <a:pt x="283072" y="27640"/>
                </a:cubicBezTo>
                <a:lnTo>
                  <a:pt x="283072" y="114802"/>
                </a:lnTo>
                <a:cubicBezTo>
                  <a:pt x="283072" y="131362"/>
                  <a:pt x="280724" y="132159"/>
                  <a:pt x="269386" y="132958"/>
                </a:cubicBezTo>
                <a:cubicBezTo>
                  <a:pt x="268214" y="134153"/>
                  <a:pt x="268214" y="138337"/>
                  <a:pt x="269386" y="139532"/>
                </a:cubicBezTo>
                <a:cubicBezTo>
                  <a:pt x="275838" y="139335"/>
                  <a:pt x="283072" y="139134"/>
                  <a:pt x="290890" y="139134"/>
                </a:cubicBezTo>
                <a:cubicBezTo>
                  <a:pt x="298317" y="139134"/>
                  <a:pt x="304769" y="139335"/>
                  <a:pt x="310243" y="139532"/>
                </a:cubicBezTo>
                <a:cubicBezTo>
                  <a:pt x="311415" y="138337"/>
                  <a:pt x="311415" y="134153"/>
                  <a:pt x="310243" y="132958"/>
                </a:cubicBezTo>
                <a:cubicBezTo>
                  <a:pt x="300274" y="132159"/>
                  <a:pt x="298514" y="131362"/>
                  <a:pt x="298514" y="114802"/>
                </a:cubicBezTo>
                <a:lnTo>
                  <a:pt x="298514" y="82084"/>
                </a:lnTo>
                <a:close/>
                <a:moveTo>
                  <a:pt x="395282" y="82939"/>
                </a:moveTo>
                <a:cubicBezTo>
                  <a:pt x="398996" y="60516"/>
                  <a:pt x="412682" y="58731"/>
                  <a:pt x="417374" y="58731"/>
                </a:cubicBezTo>
                <a:cubicBezTo>
                  <a:pt x="424801" y="58731"/>
                  <a:pt x="433598" y="62900"/>
                  <a:pt x="433598" y="79566"/>
                </a:cubicBezTo>
                <a:cubicBezTo>
                  <a:pt x="433598" y="81351"/>
                  <a:pt x="432816" y="82346"/>
                  <a:pt x="430666" y="82346"/>
                </a:cubicBezTo>
                <a:lnTo>
                  <a:pt x="395282" y="82939"/>
                </a:lnTo>
                <a:moveTo>
                  <a:pt x="446499" y="120573"/>
                </a:moveTo>
                <a:cubicBezTo>
                  <a:pt x="439268" y="128142"/>
                  <a:pt x="433598" y="131325"/>
                  <a:pt x="422260" y="131325"/>
                </a:cubicBezTo>
                <a:cubicBezTo>
                  <a:pt x="415223" y="131325"/>
                  <a:pt x="407011" y="127144"/>
                  <a:pt x="400953" y="116992"/>
                </a:cubicBezTo>
                <a:cubicBezTo>
                  <a:pt x="397042" y="110421"/>
                  <a:pt x="394694" y="101262"/>
                  <a:pt x="394694" y="89713"/>
                </a:cubicBezTo>
                <a:lnTo>
                  <a:pt x="446696" y="90112"/>
                </a:lnTo>
                <a:cubicBezTo>
                  <a:pt x="449041" y="90112"/>
                  <a:pt x="450410" y="88917"/>
                  <a:pt x="450410" y="86724"/>
                </a:cubicBezTo>
                <a:cubicBezTo>
                  <a:pt x="450410" y="70043"/>
                  <a:pt x="444545" y="52154"/>
                  <a:pt x="417374" y="52154"/>
                </a:cubicBezTo>
                <a:cubicBezTo>
                  <a:pt x="400365" y="52154"/>
                  <a:pt x="378273" y="68653"/>
                  <a:pt x="378273" y="98872"/>
                </a:cubicBezTo>
                <a:cubicBezTo>
                  <a:pt x="378273" y="110022"/>
                  <a:pt x="381012" y="120774"/>
                  <a:pt x="387464" y="128339"/>
                </a:cubicBezTo>
                <a:cubicBezTo>
                  <a:pt x="394110" y="136309"/>
                  <a:pt x="403297" y="141089"/>
                  <a:pt x="417374" y="141089"/>
                </a:cubicBezTo>
                <a:cubicBezTo>
                  <a:pt x="432229" y="141089"/>
                  <a:pt x="442785" y="134117"/>
                  <a:pt x="450607" y="123760"/>
                </a:cubicBezTo>
                <a:cubicBezTo>
                  <a:pt x="450019" y="121768"/>
                  <a:pt x="448847" y="120774"/>
                  <a:pt x="446499" y="120573"/>
                </a:cubicBezTo>
                <a:close/>
                <a:moveTo>
                  <a:pt x="571615" y="59899"/>
                </a:moveTo>
                <a:cubicBezTo>
                  <a:pt x="582172" y="60696"/>
                  <a:pt x="583344" y="63083"/>
                  <a:pt x="579239" y="73230"/>
                </a:cubicBezTo>
                <a:lnTo>
                  <a:pt x="563403" y="112230"/>
                </a:lnTo>
                <a:cubicBezTo>
                  <a:pt x="560277" y="119990"/>
                  <a:pt x="559298" y="119990"/>
                  <a:pt x="556169" y="111634"/>
                </a:cubicBezTo>
                <a:lnTo>
                  <a:pt x="542096" y="73230"/>
                </a:lnTo>
                <a:cubicBezTo>
                  <a:pt x="538576" y="63679"/>
                  <a:pt x="537794" y="61292"/>
                  <a:pt x="548154" y="59899"/>
                </a:cubicBezTo>
                <a:cubicBezTo>
                  <a:pt x="549329" y="58704"/>
                  <a:pt x="549329" y="54520"/>
                  <a:pt x="548154" y="53322"/>
                </a:cubicBezTo>
                <a:cubicBezTo>
                  <a:pt x="541705" y="53523"/>
                  <a:pt x="534862" y="53723"/>
                  <a:pt x="528410" y="53723"/>
                </a:cubicBezTo>
                <a:cubicBezTo>
                  <a:pt x="521961" y="53723"/>
                  <a:pt x="516093" y="53523"/>
                  <a:pt x="510229" y="53322"/>
                </a:cubicBezTo>
                <a:cubicBezTo>
                  <a:pt x="509057" y="54520"/>
                  <a:pt x="509057" y="58704"/>
                  <a:pt x="510229" y="59899"/>
                </a:cubicBezTo>
                <a:cubicBezTo>
                  <a:pt x="520592" y="61094"/>
                  <a:pt x="521961" y="64278"/>
                  <a:pt x="525868" y="74425"/>
                </a:cubicBezTo>
                <a:lnTo>
                  <a:pt x="550892" y="137300"/>
                </a:lnTo>
                <a:cubicBezTo>
                  <a:pt x="552065" y="140286"/>
                  <a:pt x="553237" y="141478"/>
                  <a:pt x="555778" y="141478"/>
                </a:cubicBezTo>
                <a:cubicBezTo>
                  <a:pt x="557735" y="141478"/>
                  <a:pt x="559101" y="140286"/>
                  <a:pt x="560471" y="136902"/>
                </a:cubicBezTo>
                <a:lnTo>
                  <a:pt x="586470" y="74622"/>
                </a:lnTo>
                <a:cubicBezTo>
                  <a:pt x="590187" y="65868"/>
                  <a:pt x="592337" y="60893"/>
                  <a:pt x="603285" y="59899"/>
                </a:cubicBezTo>
                <a:cubicBezTo>
                  <a:pt x="604457" y="58704"/>
                  <a:pt x="604457" y="54520"/>
                  <a:pt x="603285" y="53322"/>
                </a:cubicBezTo>
                <a:cubicBezTo>
                  <a:pt x="599374" y="53523"/>
                  <a:pt x="594682" y="53723"/>
                  <a:pt x="589599" y="53723"/>
                </a:cubicBezTo>
                <a:cubicBezTo>
                  <a:pt x="583147" y="53723"/>
                  <a:pt x="576501" y="53523"/>
                  <a:pt x="571615" y="53322"/>
                </a:cubicBezTo>
                <a:cubicBezTo>
                  <a:pt x="570443" y="54520"/>
                  <a:pt x="570443" y="58704"/>
                  <a:pt x="571615" y="59899"/>
                </a:cubicBezTo>
                <a:close/>
                <a:moveTo>
                  <a:pt x="627915" y="82939"/>
                </a:moveTo>
                <a:cubicBezTo>
                  <a:pt x="631629" y="60516"/>
                  <a:pt x="645315" y="58731"/>
                  <a:pt x="650007" y="58731"/>
                </a:cubicBezTo>
                <a:cubicBezTo>
                  <a:pt x="657435" y="58731"/>
                  <a:pt x="666231" y="62900"/>
                  <a:pt x="666231" y="79566"/>
                </a:cubicBezTo>
                <a:cubicBezTo>
                  <a:pt x="666231" y="81351"/>
                  <a:pt x="665450" y="82346"/>
                  <a:pt x="663299" y="82346"/>
                </a:cubicBezTo>
                <a:lnTo>
                  <a:pt x="627915" y="82939"/>
                </a:lnTo>
                <a:moveTo>
                  <a:pt x="679132" y="120573"/>
                </a:moveTo>
                <a:cubicBezTo>
                  <a:pt x="671902" y="128142"/>
                  <a:pt x="666231" y="131325"/>
                  <a:pt x="654893" y="131325"/>
                </a:cubicBezTo>
                <a:cubicBezTo>
                  <a:pt x="647856" y="131325"/>
                  <a:pt x="639644" y="127144"/>
                  <a:pt x="633586" y="116992"/>
                </a:cubicBezTo>
                <a:cubicBezTo>
                  <a:pt x="629675" y="110421"/>
                  <a:pt x="627328" y="101262"/>
                  <a:pt x="627328" y="89713"/>
                </a:cubicBezTo>
                <a:lnTo>
                  <a:pt x="679329" y="90112"/>
                </a:lnTo>
                <a:cubicBezTo>
                  <a:pt x="681674" y="90112"/>
                  <a:pt x="683043" y="88917"/>
                  <a:pt x="683043" y="86724"/>
                </a:cubicBezTo>
                <a:cubicBezTo>
                  <a:pt x="683043" y="70043"/>
                  <a:pt x="677179" y="52154"/>
                  <a:pt x="650007" y="52154"/>
                </a:cubicBezTo>
                <a:cubicBezTo>
                  <a:pt x="632998" y="52154"/>
                  <a:pt x="610907" y="68653"/>
                  <a:pt x="610907" y="98872"/>
                </a:cubicBezTo>
                <a:cubicBezTo>
                  <a:pt x="610907" y="110022"/>
                  <a:pt x="613645" y="120774"/>
                  <a:pt x="620097" y="128339"/>
                </a:cubicBezTo>
                <a:cubicBezTo>
                  <a:pt x="626743" y="136309"/>
                  <a:pt x="635931" y="141089"/>
                  <a:pt x="650007" y="141089"/>
                </a:cubicBezTo>
                <a:cubicBezTo>
                  <a:pt x="664862" y="141089"/>
                  <a:pt x="675419" y="134117"/>
                  <a:pt x="683240" y="123760"/>
                </a:cubicBezTo>
                <a:cubicBezTo>
                  <a:pt x="682652" y="121768"/>
                  <a:pt x="681480" y="120774"/>
                  <a:pt x="679132" y="120573"/>
                </a:cubicBezTo>
                <a:close/>
                <a:moveTo>
                  <a:pt x="770232" y="120957"/>
                </a:moveTo>
                <a:cubicBezTo>
                  <a:pt x="769451" y="119163"/>
                  <a:pt x="767885" y="118366"/>
                  <a:pt x="766128" y="118165"/>
                </a:cubicBezTo>
                <a:cubicBezTo>
                  <a:pt x="759479" y="126941"/>
                  <a:pt x="751073" y="131325"/>
                  <a:pt x="742667" y="131325"/>
                </a:cubicBezTo>
                <a:cubicBezTo>
                  <a:pt x="728397" y="131325"/>
                  <a:pt x="716471" y="116572"/>
                  <a:pt x="716471" y="93241"/>
                </a:cubicBezTo>
                <a:cubicBezTo>
                  <a:pt x="716471" y="71308"/>
                  <a:pt x="725855" y="58148"/>
                  <a:pt x="738759" y="58148"/>
                </a:cubicBezTo>
                <a:cubicBezTo>
                  <a:pt x="750291" y="58148"/>
                  <a:pt x="751854" y="65126"/>
                  <a:pt x="752639" y="72104"/>
                </a:cubicBezTo>
                <a:cubicBezTo>
                  <a:pt x="753224" y="77490"/>
                  <a:pt x="755962" y="79284"/>
                  <a:pt x="760066" y="79284"/>
                </a:cubicBezTo>
                <a:cubicBezTo>
                  <a:pt x="764171" y="79284"/>
                  <a:pt x="769645" y="76693"/>
                  <a:pt x="769645" y="70511"/>
                </a:cubicBezTo>
                <a:cubicBezTo>
                  <a:pt x="769645" y="59543"/>
                  <a:pt x="758503" y="51571"/>
                  <a:pt x="739735" y="51571"/>
                </a:cubicBezTo>
                <a:cubicBezTo>
                  <a:pt x="720381" y="51571"/>
                  <a:pt x="699659" y="69313"/>
                  <a:pt x="699659" y="97628"/>
                </a:cubicBezTo>
                <a:cubicBezTo>
                  <a:pt x="699659" y="123350"/>
                  <a:pt x="713735" y="141089"/>
                  <a:pt x="738366" y="141089"/>
                </a:cubicBezTo>
                <a:cubicBezTo>
                  <a:pt x="750097" y="141089"/>
                  <a:pt x="760457" y="137304"/>
                  <a:pt x="770232" y="120957"/>
                </a:cubicBezTo>
                <a:close/>
                <a:moveTo>
                  <a:pt x="784504" y="53711"/>
                </a:moveTo>
                <a:cubicBezTo>
                  <a:pt x="781765" y="53711"/>
                  <a:pt x="780984" y="56104"/>
                  <a:pt x="780984" y="57698"/>
                </a:cubicBezTo>
                <a:lnTo>
                  <a:pt x="780984" y="60288"/>
                </a:lnTo>
                <a:cubicBezTo>
                  <a:pt x="780984" y="61286"/>
                  <a:pt x="781178" y="61483"/>
                  <a:pt x="781962" y="61483"/>
                </a:cubicBezTo>
                <a:lnTo>
                  <a:pt x="793494" y="61483"/>
                </a:lnTo>
                <a:lnTo>
                  <a:pt x="793494" y="121376"/>
                </a:lnTo>
                <a:cubicBezTo>
                  <a:pt x="793494" y="135509"/>
                  <a:pt x="799556" y="141089"/>
                  <a:pt x="808546" y="141089"/>
                </a:cubicBezTo>
                <a:cubicBezTo>
                  <a:pt x="817540" y="141089"/>
                  <a:pt x="827315" y="136708"/>
                  <a:pt x="834939" y="127941"/>
                </a:cubicBezTo>
                <a:cubicBezTo>
                  <a:pt x="834549" y="125953"/>
                  <a:pt x="833376" y="124758"/>
                  <a:pt x="831419" y="124560"/>
                </a:cubicBezTo>
                <a:cubicBezTo>
                  <a:pt x="826337" y="128540"/>
                  <a:pt x="820472" y="130130"/>
                  <a:pt x="815389" y="130130"/>
                </a:cubicBezTo>
                <a:cubicBezTo>
                  <a:pt x="810112" y="130130"/>
                  <a:pt x="808940" y="124162"/>
                  <a:pt x="808940" y="111825"/>
                </a:cubicBezTo>
                <a:lnTo>
                  <a:pt x="808940" y="61483"/>
                </a:lnTo>
                <a:lnTo>
                  <a:pt x="829269" y="61483"/>
                </a:lnTo>
                <a:cubicBezTo>
                  <a:pt x="831226" y="61483"/>
                  <a:pt x="833961" y="60687"/>
                  <a:pt x="833961" y="58893"/>
                </a:cubicBezTo>
                <a:lnTo>
                  <a:pt x="833961" y="54909"/>
                </a:lnTo>
                <a:cubicBezTo>
                  <a:pt x="833961" y="54113"/>
                  <a:pt x="833376" y="53711"/>
                  <a:pt x="832398" y="53711"/>
                </a:cubicBezTo>
                <a:lnTo>
                  <a:pt x="808940" y="53711"/>
                </a:lnTo>
                <a:lnTo>
                  <a:pt x="808940" y="45942"/>
                </a:lnTo>
                <a:cubicBezTo>
                  <a:pt x="808940" y="32989"/>
                  <a:pt x="809722" y="25016"/>
                  <a:pt x="809722" y="25016"/>
                </a:cubicBezTo>
                <a:cubicBezTo>
                  <a:pt x="809722" y="23821"/>
                  <a:pt x="809134" y="23222"/>
                  <a:pt x="808156" y="23222"/>
                </a:cubicBezTo>
                <a:cubicBezTo>
                  <a:pt x="807374" y="23222"/>
                  <a:pt x="805614" y="24022"/>
                  <a:pt x="803857" y="25016"/>
                </a:cubicBezTo>
                <a:cubicBezTo>
                  <a:pt x="801706" y="26214"/>
                  <a:pt x="799750" y="27208"/>
                  <a:pt x="797208" y="27807"/>
                </a:cubicBezTo>
                <a:cubicBezTo>
                  <a:pt x="794864" y="28604"/>
                  <a:pt x="792910" y="29203"/>
                  <a:pt x="792910" y="30596"/>
                </a:cubicBezTo>
                <a:cubicBezTo>
                  <a:pt x="792910" y="32989"/>
                  <a:pt x="793494" y="31593"/>
                  <a:pt x="793494" y="53711"/>
                </a:cubicBezTo>
                <a:lnTo>
                  <a:pt x="784504" y="53711"/>
                </a:lnTo>
                <a:close/>
                <a:moveTo>
                  <a:pt x="845885" y="98224"/>
                </a:moveTo>
                <a:cubicBezTo>
                  <a:pt x="845885" y="118564"/>
                  <a:pt x="859180" y="141089"/>
                  <a:pt x="886939" y="141089"/>
                </a:cubicBezTo>
                <a:cubicBezTo>
                  <a:pt x="899450" y="141089"/>
                  <a:pt x="909031" y="136507"/>
                  <a:pt x="915677" y="129930"/>
                </a:cubicBezTo>
                <a:cubicBezTo>
                  <a:pt x="924473" y="121154"/>
                  <a:pt x="928384" y="108593"/>
                  <a:pt x="928384" y="96430"/>
                </a:cubicBezTo>
                <a:cubicBezTo>
                  <a:pt x="928384" y="75693"/>
                  <a:pt x="917240" y="51571"/>
                  <a:pt x="887330" y="51571"/>
                </a:cubicBezTo>
                <a:cubicBezTo>
                  <a:pt x="874429" y="51571"/>
                  <a:pt x="863872" y="56953"/>
                  <a:pt x="856638" y="65524"/>
                </a:cubicBezTo>
                <a:cubicBezTo>
                  <a:pt x="849602" y="74099"/>
                  <a:pt x="845885" y="85663"/>
                  <a:pt x="845885" y="98224"/>
                </a:cubicBezTo>
                <a:moveTo>
                  <a:pt x="884398" y="58546"/>
                </a:moveTo>
                <a:cubicBezTo>
                  <a:pt x="901210" y="58546"/>
                  <a:pt x="911572" y="74099"/>
                  <a:pt x="911572" y="102813"/>
                </a:cubicBezTo>
                <a:cubicBezTo>
                  <a:pt x="911572" y="127935"/>
                  <a:pt x="898865" y="134117"/>
                  <a:pt x="889677" y="134117"/>
                </a:cubicBezTo>
                <a:cubicBezTo>
                  <a:pt x="869346" y="134117"/>
                  <a:pt x="862700" y="108991"/>
                  <a:pt x="862700" y="93639"/>
                </a:cubicBezTo>
                <a:cubicBezTo>
                  <a:pt x="862700" y="76292"/>
                  <a:pt x="866804" y="58546"/>
                  <a:pt x="884398" y="58546"/>
                </a:cubicBezTo>
                <a:close/>
                <a:moveTo>
                  <a:pt x="970805" y="67717"/>
                </a:moveTo>
                <a:cubicBezTo>
                  <a:pt x="970414" y="59741"/>
                  <a:pt x="970217" y="54563"/>
                  <a:pt x="969242" y="52568"/>
                </a:cubicBezTo>
                <a:cubicBezTo>
                  <a:pt x="968848" y="51571"/>
                  <a:pt x="968457" y="50975"/>
                  <a:pt x="966894" y="50975"/>
                </a:cubicBezTo>
                <a:cubicBezTo>
                  <a:pt x="961420" y="53167"/>
                  <a:pt x="956338" y="54961"/>
                  <a:pt x="942849" y="56752"/>
                </a:cubicBezTo>
                <a:cubicBezTo>
                  <a:pt x="942458" y="57950"/>
                  <a:pt x="942849" y="61137"/>
                  <a:pt x="943239" y="62332"/>
                </a:cubicBezTo>
                <a:cubicBezTo>
                  <a:pt x="953796" y="63329"/>
                  <a:pt x="955947" y="64326"/>
                  <a:pt x="955947" y="75896"/>
                </a:cubicBezTo>
                <a:lnTo>
                  <a:pt x="955947" y="114802"/>
                </a:lnTo>
                <a:cubicBezTo>
                  <a:pt x="955947" y="131362"/>
                  <a:pt x="953602" y="132159"/>
                  <a:pt x="941480" y="132958"/>
                </a:cubicBezTo>
                <a:cubicBezTo>
                  <a:pt x="940307" y="134153"/>
                  <a:pt x="940307" y="138337"/>
                  <a:pt x="941480" y="139532"/>
                </a:cubicBezTo>
                <a:cubicBezTo>
                  <a:pt x="948322" y="139335"/>
                  <a:pt x="955947" y="139134"/>
                  <a:pt x="963768" y="139134"/>
                </a:cubicBezTo>
                <a:cubicBezTo>
                  <a:pt x="971586" y="139134"/>
                  <a:pt x="980580" y="139335"/>
                  <a:pt x="987420" y="139532"/>
                </a:cubicBezTo>
                <a:cubicBezTo>
                  <a:pt x="988595" y="138337"/>
                  <a:pt x="988595" y="134153"/>
                  <a:pt x="987420" y="132958"/>
                </a:cubicBezTo>
                <a:cubicBezTo>
                  <a:pt x="973737" y="131961"/>
                  <a:pt x="971389" y="131362"/>
                  <a:pt x="971389" y="114802"/>
                </a:cubicBezTo>
                <a:lnTo>
                  <a:pt x="971389" y="87071"/>
                </a:lnTo>
                <a:cubicBezTo>
                  <a:pt x="971389" y="81883"/>
                  <a:pt x="973737" y="77295"/>
                  <a:pt x="976082" y="73704"/>
                </a:cubicBezTo>
                <a:cubicBezTo>
                  <a:pt x="978232" y="70511"/>
                  <a:pt x="982731" y="63928"/>
                  <a:pt x="985075" y="63928"/>
                </a:cubicBezTo>
                <a:cubicBezTo>
                  <a:pt x="986835" y="63928"/>
                  <a:pt x="988595" y="64326"/>
                  <a:pt x="990158" y="66522"/>
                </a:cubicBezTo>
                <a:cubicBezTo>
                  <a:pt x="991527" y="68516"/>
                  <a:pt x="993872" y="71110"/>
                  <a:pt x="997195" y="71110"/>
                </a:cubicBezTo>
                <a:cubicBezTo>
                  <a:pt x="1001887" y="71110"/>
                  <a:pt x="1006382" y="66120"/>
                  <a:pt x="1006382" y="61137"/>
                </a:cubicBezTo>
                <a:cubicBezTo>
                  <a:pt x="1006382" y="57351"/>
                  <a:pt x="1002865" y="51571"/>
                  <a:pt x="994653" y="51571"/>
                </a:cubicBezTo>
                <a:cubicBezTo>
                  <a:pt x="985466" y="51571"/>
                  <a:pt x="977451" y="60340"/>
                  <a:pt x="972956" y="68115"/>
                </a:cubicBezTo>
                <a:cubicBezTo>
                  <a:pt x="971783" y="70310"/>
                  <a:pt x="970805" y="68714"/>
                  <a:pt x="970805" y="677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Text 𝑇">
            <a:extLst xmlns:a="http://schemas.openxmlformats.org/drawingml/2006/main">
              <a:ext uri="{FF2B5EF4-FFF2-40B4-BE49-F238E27FC236}">
                <a16:creationId xmlns:a16="http://schemas.microsoft.com/office/drawing/2014/main" id="{4A116EEA-FE1F-4DB7-9761-4A6F75D5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435" y="4098029"/>
            <a:ext cx="120534" cy="137192"/>
          </a:xfrm>
          <a:custGeom xmlns:a="http://schemas.openxmlformats.org/drawingml/2006/main">
            <a:pathLst>
              <a:path w="120534" h="137192">
                <a:moveTo>
                  <a:pt x="25977" y="2654"/>
                </a:moveTo>
                <a:cubicBezTo>
                  <a:pt x="20158" y="2705"/>
                  <a:pt x="15589" y="834"/>
                  <a:pt x="10392" y="0"/>
                </a:cubicBezTo>
                <a:cubicBezTo>
                  <a:pt x="7484" y="10189"/>
                  <a:pt x="4782" y="16217"/>
                  <a:pt x="0" y="27027"/>
                </a:cubicBezTo>
                <a:cubicBezTo>
                  <a:pt x="1665" y="28064"/>
                  <a:pt x="4573" y="28688"/>
                  <a:pt x="6650" y="28688"/>
                </a:cubicBezTo>
                <a:cubicBezTo>
                  <a:pt x="13093" y="14917"/>
                  <a:pt x="18706" y="10756"/>
                  <a:pt x="30550" y="10756"/>
                </a:cubicBezTo>
                <a:lnTo>
                  <a:pt x="45720" y="10756"/>
                </a:lnTo>
                <a:cubicBezTo>
                  <a:pt x="52785" y="10756"/>
                  <a:pt x="55071" y="12006"/>
                  <a:pt x="55071" y="15747"/>
                </a:cubicBezTo>
                <a:cubicBezTo>
                  <a:pt x="55071" y="16581"/>
                  <a:pt x="54865" y="17621"/>
                  <a:pt x="54656" y="18868"/>
                </a:cubicBezTo>
                <a:lnTo>
                  <a:pt x="32421" y="120975"/>
                </a:lnTo>
                <a:cubicBezTo>
                  <a:pt x="31175" y="126800"/>
                  <a:pt x="27642" y="129711"/>
                  <a:pt x="18497" y="130542"/>
                </a:cubicBezTo>
                <a:lnTo>
                  <a:pt x="11638" y="131167"/>
                </a:lnTo>
                <a:cubicBezTo>
                  <a:pt x="10807" y="131998"/>
                  <a:pt x="10392" y="135324"/>
                  <a:pt x="11222" y="137192"/>
                </a:cubicBezTo>
                <a:cubicBezTo>
                  <a:pt x="21408" y="136986"/>
                  <a:pt x="29304" y="136777"/>
                  <a:pt x="38030" y="136777"/>
                </a:cubicBezTo>
                <a:cubicBezTo>
                  <a:pt x="46551" y="136777"/>
                  <a:pt x="56527" y="136986"/>
                  <a:pt x="66503" y="137192"/>
                </a:cubicBezTo>
                <a:cubicBezTo>
                  <a:pt x="67125" y="136361"/>
                  <a:pt x="67959" y="132207"/>
                  <a:pt x="67334" y="131167"/>
                </a:cubicBezTo>
                <a:lnTo>
                  <a:pt x="60060" y="130542"/>
                </a:lnTo>
                <a:cubicBezTo>
                  <a:pt x="53410" y="130127"/>
                  <a:pt x="50502" y="128047"/>
                  <a:pt x="50502" y="123889"/>
                </a:cubicBezTo>
                <a:cubicBezTo>
                  <a:pt x="50502" y="123055"/>
                  <a:pt x="50708" y="122015"/>
                  <a:pt x="50917" y="120975"/>
                </a:cubicBezTo>
                <a:lnTo>
                  <a:pt x="72943" y="19492"/>
                </a:lnTo>
                <a:cubicBezTo>
                  <a:pt x="74399" y="12421"/>
                  <a:pt x="77101" y="10756"/>
                  <a:pt x="84375" y="10756"/>
                </a:cubicBezTo>
                <a:lnTo>
                  <a:pt x="95804" y="10756"/>
                </a:lnTo>
                <a:cubicBezTo>
                  <a:pt x="106820" y="10756"/>
                  <a:pt x="109728" y="16166"/>
                  <a:pt x="113260" y="30100"/>
                </a:cubicBezTo>
                <a:cubicBezTo>
                  <a:pt x="115756" y="30100"/>
                  <a:pt x="117627" y="30100"/>
                  <a:pt x="120534" y="29059"/>
                </a:cubicBezTo>
                <a:cubicBezTo>
                  <a:pt x="118457" y="20117"/>
                  <a:pt x="117627" y="12836"/>
                  <a:pt x="117627" y="6187"/>
                </a:cubicBezTo>
                <a:cubicBezTo>
                  <a:pt x="117627" y="4160"/>
                  <a:pt x="117627" y="2080"/>
                  <a:pt x="117833" y="0"/>
                </a:cubicBezTo>
                <a:cubicBezTo>
                  <a:pt x="110562" y="1199"/>
                  <a:pt x="107651" y="2654"/>
                  <a:pt x="99755" y="2654"/>
                </a:cubicBezTo>
                <a:lnTo>
                  <a:pt x="25977" y="26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Text .Thepurple-coloredelementsstorethefnalaggregationresultsofasegment.u">
            <a:extLst xmlns:a="http://schemas.openxmlformats.org/drawingml/2006/main">
              <a:ext uri="{FF2B5EF4-FFF2-40B4-BE49-F238E27FC236}">
                <a16:creationId xmlns:a16="http://schemas.microsoft.com/office/drawing/2014/main" id="{F939FABC-E5EE-4B2F-BDB4-062E44DD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925" y="4095672"/>
            <a:ext cx="6363235" cy="186627"/>
          </a:xfrm>
          <a:custGeom xmlns:a="http://schemas.openxmlformats.org/drawingml/2006/main">
            <a:pathLst>
              <a:path w="6363235" h="186627">
                <a:moveTo>
                  <a:pt x="0" y="130529"/>
                </a:moveTo>
                <a:cubicBezTo>
                  <a:pt x="0" y="136309"/>
                  <a:pt x="4692" y="141089"/>
                  <a:pt x="10360" y="141089"/>
                </a:cubicBezTo>
                <a:cubicBezTo>
                  <a:pt x="16030" y="141089"/>
                  <a:pt x="20722" y="136309"/>
                  <a:pt x="20722" y="130529"/>
                </a:cubicBezTo>
                <a:cubicBezTo>
                  <a:pt x="20722" y="124751"/>
                  <a:pt x="16030" y="119968"/>
                  <a:pt x="10360" y="119968"/>
                </a:cubicBezTo>
                <a:cubicBezTo>
                  <a:pt x="4692" y="119968"/>
                  <a:pt x="0" y="124751"/>
                  <a:pt x="0" y="130529"/>
                </a:cubicBezTo>
                <a:close/>
                <a:moveTo>
                  <a:pt x="150136" y="114839"/>
                </a:moveTo>
                <a:lnTo>
                  <a:pt x="150136" y="38784"/>
                </a:lnTo>
                <a:cubicBezTo>
                  <a:pt x="150136" y="26041"/>
                  <a:pt x="152093" y="18475"/>
                  <a:pt x="159130" y="18475"/>
                </a:cubicBezTo>
                <a:lnTo>
                  <a:pt x="163431" y="18475"/>
                </a:lnTo>
                <a:cubicBezTo>
                  <a:pt x="178092" y="18475"/>
                  <a:pt x="187280" y="23654"/>
                  <a:pt x="190603" y="38982"/>
                </a:cubicBezTo>
                <a:cubicBezTo>
                  <a:pt x="192754" y="38982"/>
                  <a:pt x="195492" y="38784"/>
                  <a:pt x="197249" y="37988"/>
                </a:cubicBezTo>
                <a:cubicBezTo>
                  <a:pt x="195883" y="28829"/>
                  <a:pt x="194904" y="18676"/>
                  <a:pt x="194707" y="9709"/>
                </a:cubicBezTo>
                <a:cubicBezTo>
                  <a:pt x="194707" y="9508"/>
                  <a:pt x="194317" y="9110"/>
                  <a:pt x="194123" y="9110"/>
                </a:cubicBezTo>
                <a:cubicBezTo>
                  <a:pt x="187477" y="9709"/>
                  <a:pt x="165776" y="10703"/>
                  <a:pt x="150333" y="10703"/>
                </a:cubicBezTo>
                <a:lnTo>
                  <a:pt x="133521" y="10703"/>
                </a:lnTo>
                <a:cubicBezTo>
                  <a:pt x="118466" y="10703"/>
                  <a:pt x="95399" y="9709"/>
                  <a:pt x="87972" y="9110"/>
                </a:cubicBezTo>
                <a:cubicBezTo>
                  <a:pt x="87581" y="9110"/>
                  <a:pt x="87190" y="9508"/>
                  <a:pt x="87190" y="9709"/>
                </a:cubicBezTo>
                <a:cubicBezTo>
                  <a:pt x="86406" y="18676"/>
                  <a:pt x="84452" y="29030"/>
                  <a:pt x="82301" y="38584"/>
                </a:cubicBezTo>
                <a:cubicBezTo>
                  <a:pt x="84255" y="39380"/>
                  <a:pt x="86603" y="39581"/>
                  <a:pt x="88947" y="39581"/>
                </a:cubicBezTo>
                <a:cubicBezTo>
                  <a:pt x="92858" y="23654"/>
                  <a:pt x="101851" y="18475"/>
                  <a:pt x="114753" y="18475"/>
                </a:cubicBezTo>
                <a:lnTo>
                  <a:pt x="124331" y="18475"/>
                </a:lnTo>
                <a:cubicBezTo>
                  <a:pt x="131565" y="18475"/>
                  <a:pt x="133521" y="26041"/>
                  <a:pt x="133521" y="38185"/>
                </a:cubicBezTo>
                <a:lnTo>
                  <a:pt x="133521" y="114839"/>
                </a:lnTo>
                <a:cubicBezTo>
                  <a:pt x="133521" y="131365"/>
                  <a:pt x="130195" y="132359"/>
                  <a:pt x="114559" y="132958"/>
                </a:cubicBezTo>
                <a:cubicBezTo>
                  <a:pt x="113384" y="134153"/>
                  <a:pt x="113384" y="138337"/>
                  <a:pt x="114559" y="139532"/>
                </a:cubicBezTo>
                <a:cubicBezTo>
                  <a:pt x="124137" y="139335"/>
                  <a:pt x="134106" y="139134"/>
                  <a:pt x="141927" y="139134"/>
                </a:cubicBezTo>
                <a:cubicBezTo>
                  <a:pt x="149355" y="139134"/>
                  <a:pt x="159324" y="139335"/>
                  <a:pt x="169099" y="139532"/>
                </a:cubicBezTo>
                <a:cubicBezTo>
                  <a:pt x="170271" y="138337"/>
                  <a:pt x="170271" y="134153"/>
                  <a:pt x="169099" y="132958"/>
                </a:cubicBezTo>
                <a:cubicBezTo>
                  <a:pt x="153459" y="132359"/>
                  <a:pt x="150136" y="131365"/>
                  <a:pt x="150136" y="114839"/>
                </a:cubicBezTo>
                <a:close/>
                <a:moveTo>
                  <a:pt x="231070" y="82084"/>
                </a:moveTo>
                <a:cubicBezTo>
                  <a:pt x="231070" y="77894"/>
                  <a:pt x="232830" y="75501"/>
                  <a:pt x="234393" y="73707"/>
                </a:cubicBezTo>
                <a:cubicBezTo>
                  <a:pt x="241823" y="66324"/>
                  <a:pt x="251792" y="61933"/>
                  <a:pt x="259417" y="61933"/>
                </a:cubicBezTo>
                <a:cubicBezTo>
                  <a:pt x="263324" y="61933"/>
                  <a:pt x="267432" y="64527"/>
                  <a:pt x="269776" y="69115"/>
                </a:cubicBezTo>
                <a:cubicBezTo>
                  <a:pt x="271733" y="73108"/>
                  <a:pt x="272124" y="78493"/>
                  <a:pt x="272124" y="84477"/>
                </a:cubicBezTo>
                <a:lnTo>
                  <a:pt x="272124" y="114802"/>
                </a:lnTo>
                <a:cubicBezTo>
                  <a:pt x="272124" y="131161"/>
                  <a:pt x="270167" y="131961"/>
                  <a:pt x="260001" y="132958"/>
                </a:cubicBezTo>
                <a:cubicBezTo>
                  <a:pt x="259026" y="134153"/>
                  <a:pt x="259026" y="138337"/>
                  <a:pt x="260001" y="139532"/>
                </a:cubicBezTo>
                <a:cubicBezTo>
                  <a:pt x="265475" y="139335"/>
                  <a:pt x="272124" y="139134"/>
                  <a:pt x="279942" y="139134"/>
                </a:cubicBezTo>
                <a:cubicBezTo>
                  <a:pt x="287763" y="139134"/>
                  <a:pt x="294213" y="139335"/>
                  <a:pt x="300665" y="139532"/>
                </a:cubicBezTo>
                <a:cubicBezTo>
                  <a:pt x="301643" y="138337"/>
                  <a:pt x="301643" y="134153"/>
                  <a:pt x="300665" y="132958"/>
                </a:cubicBezTo>
                <a:cubicBezTo>
                  <a:pt x="289717" y="131961"/>
                  <a:pt x="287567" y="131161"/>
                  <a:pt x="287567" y="114802"/>
                </a:cubicBezTo>
                <a:lnTo>
                  <a:pt x="287567" y="85076"/>
                </a:lnTo>
                <a:cubicBezTo>
                  <a:pt x="287567" y="74105"/>
                  <a:pt x="286785" y="64329"/>
                  <a:pt x="282290" y="58348"/>
                </a:cubicBezTo>
                <a:cubicBezTo>
                  <a:pt x="278964" y="53964"/>
                  <a:pt x="272905" y="51571"/>
                  <a:pt x="266063" y="51571"/>
                </a:cubicBezTo>
                <a:cubicBezTo>
                  <a:pt x="256484" y="51571"/>
                  <a:pt x="244755" y="54161"/>
                  <a:pt x="232830" y="67720"/>
                </a:cubicBezTo>
                <a:cubicBezTo>
                  <a:pt x="232242" y="68519"/>
                  <a:pt x="230873" y="70514"/>
                  <a:pt x="230873" y="67720"/>
                </a:cubicBezTo>
                <a:lnTo>
                  <a:pt x="231070" y="22854"/>
                </a:lnTo>
                <a:cubicBezTo>
                  <a:pt x="231070" y="9894"/>
                  <a:pt x="231851" y="1967"/>
                  <a:pt x="231851" y="1967"/>
                </a:cubicBezTo>
                <a:cubicBezTo>
                  <a:pt x="231851" y="593"/>
                  <a:pt x="231070" y="0"/>
                  <a:pt x="229310" y="0"/>
                </a:cubicBezTo>
                <a:cubicBezTo>
                  <a:pt x="224424" y="1967"/>
                  <a:pt x="209762" y="4719"/>
                  <a:pt x="201941" y="5309"/>
                </a:cubicBezTo>
                <a:cubicBezTo>
                  <a:pt x="201550" y="6905"/>
                  <a:pt x="201941" y="10092"/>
                  <a:pt x="203114" y="11287"/>
                </a:cubicBezTo>
                <a:cubicBezTo>
                  <a:pt x="213279" y="11886"/>
                  <a:pt x="215627" y="10889"/>
                  <a:pt x="215627" y="27640"/>
                </a:cubicBezTo>
                <a:lnTo>
                  <a:pt x="215627" y="114802"/>
                </a:lnTo>
                <a:cubicBezTo>
                  <a:pt x="215627" y="131362"/>
                  <a:pt x="213279" y="132159"/>
                  <a:pt x="201941" y="132958"/>
                </a:cubicBezTo>
                <a:cubicBezTo>
                  <a:pt x="200769" y="134153"/>
                  <a:pt x="200769" y="138337"/>
                  <a:pt x="201941" y="139532"/>
                </a:cubicBezTo>
                <a:cubicBezTo>
                  <a:pt x="208393" y="139335"/>
                  <a:pt x="215627" y="139134"/>
                  <a:pt x="223445" y="139134"/>
                </a:cubicBezTo>
                <a:cubicBezTo>
                  <a:pt x="230873" y="139134"/>
                  <a:pt x="237325" y="139335"/>
                  <a:pt x="242799" y="139532"/>
                </a:cubicBezTo>
                <a:cubicBezTo>
                  <a:pt x="243971" y="138337"/>
                  <a:pt x="243971" y="134153"/>
                  <a:pt x="242799" y="132958"/>
                </a:cubicBezTo>
                <a:cubicBezTo>
                  <a:pt x="232830" y="132159"/>
                  <a:pt x="231070" y="131362"/>
                  <a:pt x="231070" y="114802"/>
                </a:cubicBezTo>
                <a:lnTo>
                  <a:pt x="231070" y="82084"/>
                </a:lnTo>
                <a:close/>
                <a:moveTo>
                  <a:pt x="327837" y="82939"/>
                </a:moveTo>
                <a:cubicBezTo>
                  <a:pt x="331551" y="60516"/>
                  <a:pt x="345237" y="58731"/>
                  <a:pt x="349929" y="58731"/>
                </a:cubicBezTo>
                <a:cubicBezTo>
                  <a:pt x="357357" y="58731"/>
                  <a:pt x="366153" y="62900"/>
                  <a:pt x="366153" y="79566"/>
                </a:cubicBezTo>
                <a:cubicBezTo>
                  <a:pt x="366153" y="81351"/>
                  <a:pt x="365372" y="82346"/>
                  <a:pt x="363221" y="82346"/>
                </a:cubicBezTo>
                <a:lnTo>
                  <a:pt x="327837" y="82939"/>
                </a:lnTo>
                <a:moveTo>
                  <a:pt x="379055" y="120573"/>
                </a:moveTo>
                <a:cubicBezTo>
                  <a:pt x="371824" y="128142"/>
                  <a:pt x="366153" y="131325"/>
                  <a:pt x="354815" y="131325"/>
                </a:cubicBezTo>
                <a:cubicBezTo>
                  <a:pt x="347778" y="131325"/>
                  <a:pt x="339566" y="127144"/>
                  <a:pt x="333508" y="116992"/>
                </a:cubicBezTo>
                <a:cubicBezTo>
                  <a:pt x="329597" y="110421"/>
                  <a:pt x="327250" y="101262"/>
                  <a:pt x="327250" y="89713"/>
                </a:cubicBezTo>
                <a:lnTo>
                  <a:pt x="379251" y="90112"/>
                </a:lnTo>
                <a:cubicBezTo>
                  <a:pt x="381596" y="90112"/>
                  <a:pt x="382965" y="88917"/>
                  <a:pt x="382965" y="86724"/>
                </a:cubicBezTo>
                <a:cubicBezTo>
                  <a:pt x="382965" y="70043"/>
                  <a:pt x="377101" y="52154"/>
                  <a:pt x="349929" y="52154"/>
                </a:cubicBezTo>
                <a:cubicBezTo>
                  <a:pt x="332920" y="52154"/>
                  <a:pt x="310829" y="68653"/>
                  <a:pt x="310829" y="98872"/>
                </a:cubicBezTo>
                <a:cubicBezTo>
                  <a:pt x="310829" y="110022"/>
                  <a:pt x="313567" y="120774"/>
                  <a:pt x="320019" y="128339"/>
                </a:cubicBezTo>
                <a:cubicBezTo>
                  <a:pt x="326665" y="136309"/>
                  <a:pt x="335853" y="141089"/>
                  <a:pt x="349929" y="141089"/>
                </a:cubicBezTo>
                <a:cubicBezTo>
                  <a:pt x="364784" y="141089"/>
                  <a:pt x="375341" y="134117"/>
                  <a:pt x="383162" y="123760"/>
                </a:cubicBezTo>
                <a:cubicBezTo>
                  <a:pt x="382574" y="121768"/>
                  <a:pt x="381402" y="120774"/>
                  <a:pt x="379055" y="120573"/>
                </a:cubicBezTo>
                <a:close/>
                <a:moveTo>
                  <a:pt x="474845" y="73102"/>
                </a:moveTo>
                <a:cubicBezTo>
                  <a:pt x="479928" y="66719"/>
                  <a:pt x="488921" y="60738"/>
                  <a:pt x="494589" y="60738"/>
                </a:cubicBezTo>
                <a:cubicBezTo>
                  <a:pt x="507103" y="60738"/>
                  <a:pt x="517853" y="75094"/>
                  <a:pt x="517853" y="97625"/>
                </a:cubicBezTo>
                <a:cubicBezTo>
                  <a:pt x="517853" y="113978"/>
                  <a:pt x="512185" y="134314"/>
                  <a:pt x="490291" y="134314"/>
                </a:cubicBezTo>
                <a:cubicBezTo>
                  <a:pt x="486771" y="134314"/>
                  <a:pt x="479928" y="133317"/>
                  <a:pt x="476411" y="130127"/>
                </a:cubicBezTo>
                <a:cubicBezTo>
                  <a:pt x="472500" y="126539"/>
                  <a:pt x="471719" y="125341"/>
                  <a:pt x="471719" y="118165"/>
                </a:cubicBezTo>
                <a:lnTo>
                  <a:pt x="471719" y="81874"/>
                </a:lnTo>
                <a:cubicBezTo>
                  <a:pt x="471719" y="77687"/>
                  <a:pt x="472500" y="75893"/>
                  <a:pt x="474845" y="73102"/>
                </a:cubicBezTo>
                <a:moveTo>
                  <a:pt x="471131" y="65722"/>
                </a:moveTo>
                <a:cubicBezTo>
                  <a:pt x="470937" y="59741"/>
                  <a:pt x="470547" y="54563"/>
                  <a:pt x="469568" y="52568"/>
                </a:cubicBezTo>
                <a:cubicBezTo>
                  <a:pt x="469177" y="51571"/>
                  <a:pt x="468787" y="50975"/>
                  <a:pt x="467221" y="50975"/>
                </a:cubicBezTo>
                <a:cubicBezTo>
                  <a:pt x="461747" y="53167"/>
                  <a:pt x="456664" y="54961"/>
                  <a:pt x="443175" y="56752"/>
                </a:cubicBezTo>
                <a:cubicBezTo>
                  <a:pt x="442784" y="57950"/>
                  <a:pt x="443175" y="61137"/>
                  <a:pt x="443569" y="62335"/>
                </a:cubicBezTo>
                <a:cubicBezTo>
                  <a:pt x="454122" y="63332"/>
                  <a:pt x="456273" y="64326"/>
                  <a:pt x="456273" y="75893"/>
                </a:cubicBezTo>
                <a:lnTo>
                  <a:pt x="456273" y="161082"/>
                </a:lnTo>
                <a:cubicBezTo>
                  <a:pt x="456273" y="177675"/>
                  <a:pt x="454122" y="178675"/>
                  <a:pt x="442200" y="179275"/>
                </a:cubicBezTo>
                <a:cubicBezTo>
                  <a:pt x="441027" y="180470"/>
                  <a:pt x="441027" y="184654"/>
                  <a:pt x="442200" y="185849"/>
                </a:cubicBezTo>
                <a:cubicBezTo>
                  <a:pt x="449043" y="185651"/>
                  <a:pt x="456273" y="185450"/>
                  <a:pt x="464094" y="185450"/>
                </a:cubicBezTo>
                <a:cubicBezTo>
                  <a:pt x="471913" y="185450"/>
                  <a:pt x="481297" y="185651"/>
                  <a:pt x="487749" y="185849"/>
                </a:cubicBezTo>
                <a:cubicBezTo>
                  <a:pt x="488921" y="184654"/>
                  <a:pt x="488921" y="180470"/>
                  <a:pt x="487749" y="179275"/>
                </a:cubicBezTo>
                <a:cubicBezTo>
                  <a:pt x="473870" y="178475"/>
                  <a:pt x="471719" y="177675"/>
                  <a:pt x="471719" y="161082"/>
                </a:cubicBezTo>
                <a:lnTo>
                  <a:pt x="471719" y="139496"/>
                </a:lnTo>
                <a:cubicBezTo>
                  <a:pt x="471719" y="136905"/>
                  <a:pt x="472500" y="137106"/>
                  <a:pt x="474454" y="138100"/>
                </a:cubicBezTo>
                <a:cubicBezTo>
                  <a:pt x="479343" y="139894"/>
                  <a:pt x="485208" y="141089"/>
                  <a:pt x="491463" y="141089"/>
                </a:cubicBezTo>
                <a:cubicBezTo>
                  <a:pt x="502410" y="141089"/>
                  <a:pt x="512185" y="137702"/>
                  <a:pt x="520201" y="129930"/>
                </a:cubicBezTo>
                <a:cubicBezTo>
                  <a:pt x="529388" y="120756"/>
                  <a:pt x="534665" y="108392"/>
                  <a:pt x="534665" y="92243"/>
                </a:cubicBezTo>
                <a:cubicBezTo>
                  <a:pt x="534665" y="71107"/>
                  <a:pt x="520004" y="51571"/>
                  <a:pt x="500063" y="51571"/>
                </a:cubicBezTo>
                <a:cubicBezTo>
                  <a:pt x="491072" y="51571"/>
                  <a:pt x="481100" y="57749"/>
                  <a:pt x="473282" y="66522"/>
                </a:cubicBezTo>
                <a:cubicBezTo>
                  <a:pt x="472110" y="67717"/>
                  <a:pt x="471328" y="67717"/>
                  <a:pt x="471131" y="65722"/>
                </a:cubicBezTo>
                <a:close/>
                <a:moveTo>
                  <a:pt x="584516" y="141089"/>
                </a:moveTo>
                <a:cubicBezTo>
                  <a:pt x="592140" y="141089"/>
                  <a:pt x="601328" y="137106"/>
                  <a:pt x="610906" y="129139"/>
                </a:cubicBezTo>
                <a:cubicBezTo>
                  <a:pt x="611884" y="128343"/>
                  <a:pt x="613644" y="127944"/>
                  <a:pt x="613838" y="129337"/>
                </a:cubicBezTo>
                <a:cubicBezTo>
                  <a:pt x="614426" y="134314"/>
                  <a:pt x="615989" y="141089"/>
                  <a:pt x="615989" y="141089"/>
                </a:cubicBezTo>
                <a:cubicBezTo>
                  <a:pt x="617552" y="141688"/>
                  <a:pt x="618530" y="141491"/>
                  <a:pt x="619703" y="141089"/>
                </a:cubicBezTo>
                <a:cubicBezTo>
                  <a:pt x="624004" y="137504"/>
                  <a:pt x="630847" y="134515"/>
                  <a:pt x="642773" y="133119"/>
                </a:cubicBezTo>
                <a:cubicBezTo>
                  <a:pt x="643945" y="131924"/>
                  <a:pt x="643945" y="128939"/>
                  <a:pt x="642773" y="127747"/>
                </a:cubicBezTo>
                <a:cubicBezTo>
                  <a:pt x="630259" y="126749"/>
                  <a:pt x="628499" y="122970"/>
                  <a:pt x="628499" y="113221"/>
                </a:cubicBezTo>
                <a:lnTo>
                  <a:pt x="628499" y="75021"/>
                </a:lnTo>
                <a:cubicBezTo>
                  <a:pt x="628499" y="69052"/>
                  <a:pt x="629284" y="54520"/>
                  <a:pt x="629284" y="54520"/>
                </a:cubicBezTo>
                <a:cubicBezTo>
                  <a:pt x="629284" y="53921"/>
                  <a:pt x="628696" y="53322"/>
                  <a:pt x="627718" y="53322"/>
                </a:cubicBezTo>
                <a:cubicBezTo>
                  <a:pt x="626743" y="53523"/>
                  <a:pt x="623810" y="53723"/>
                  <a:pt x="620878" y="53723"/>
                </a:cubicBezTo>
                <a:cubicBezTo>
                  <a:pt x="614620" y="53723"/>
                  <a:pt x="607583" y="53523"/>
                  <a:pt x="600937" y="53322"/>
                </a:cubicBezTo>
                <a:cubicBezTo>
                  <a:pt x="599765" y="54520"/>
                  <a:pt x="599765" y="58704"/>
                  <a:pt x="600937" y="59899"/>
                </a:cubicBezTo>
                <a:cubicBezTo>
                  <a:pt x="610515" y="60495"/>
                  <a:pt x="613057" y="62885"/>
                  <a:pt x="613057" y="76015"/>
                </a:cubicBezTo>
                <a:lnTo>
                  <a:pt x="613057" y="114416"/>
                </a:lnTo>
                <a:cubicBezTo>
                  <a:pt x="613057" y="118196"/>
                  <a:pt x="612666" y="119786"/>
                  <a:pt x="609931" y="122176"/>
                </a:cubicBezTo>
                <a:cubicBezTo>
                  <a:pt x="602697" y="128540"/>
                  <a:pt x="595267" y="131724"/>
                  <a:pt x="590380" y="131724"/>
                </a:cubicBezTo>
                <a:cubicBezTo>
                  <a:pt x="584516" y="131724"/>
                  <a:pt x="574741" y="128939"/>
                  <a:pt x="574741" y="111232"/>
                </a:cubicBezTo>
                <a:lnTo>
                  <a:pt x="574741" y="75021"/>
                </a:lnTo>
                <a:cubicBezTo>
                  <a:pt x="574741" y="69052"/>
                  <a:pt x="575522" y="54520"/>
                  <a:pt x="575522" y="54520"/>
                </a:cubicBezTo>
                <a:cubicBezTo>
                  <a:pt x="575522" y="53921"/>
                  <a:pt x="574938" y="53322"/>
                  <a:pt x="573959" y="53322"/>
                </a:cubicBezTo>
                <a:cubicBezTo>
                  <a:pt x="572981" y="53523"/>
                  <a:pt x="570049" y="53723"/>
                  <a:pt x="567116" y="53723"/>
                </a:cubicBezTo>
                <a:cubicBezTo>
                  <a:pt x="560861" y="53723"/>
                  <a:pt x="553824" y="53523"/>
                  <a:pt x="547176" y="53322"/>
                </a:cubicBezTo>
                <a:cubicBezTo>
                  <a:pt x="546003" y="54520"/>
                  <a:pt x="546003" y="58704"/>
                  <a:pt x="547176" y="59899"/>
                </a:cubicBezTo>
                <a:cubicBezTo>
                  <a:pt x="556560" y="60696"/>
                  <a:pt x="559298" y="62885"/>
                  <a:pt x="559298" y="75817"/>
                </a:cubicBezTo>
                <a:lnTo>
                  <a:pt x="559298" y="114018"/>
                </a:lnTo>
                <a:cubicBezTo>
                  <a:pt x="559298" y="127747"/>
                  <a:pt x="565163" y="141089"/>
                  <a:pt x="584516" y="141089"/>
                </a:cubicBezTo>
                <a:close/>
                <a:moveTo>
                  <a:pt x="680306" y="67717"/>
                </a:moveTo>
                <a:cubicBezTo>
                  <a:pt x="679915" y="59741"/>
                  <a:pt x="679718" y="54563"/>
                  <a:pt x="678743" y="52568"/>
                </a:cubicBezTo>
                <a:cubicBezTo>
                  <a:pt x="678349" y="51571"/>
                  <a:pt x="677959" y="50975"/>
                  <a:pt x="676395" y="50975"/>
                </a:cubicBezTo>
                <a:cubicBezTo>
                  <a:pt x="670922" y="53167"/>
                  <a:pt x="665839" y="54961"/>
                  <a:pt x="652350" y="56752"/>
                </a:cubicBezTo>
                <a:cubicBezTo>
                  <a:pt x="651959" y="57950"/>
                  <a:pt x="652350" y="61137"/>
                  <a:pt x="652741" y="62332"/>
                </a:cubicBezTo>
                <a:cubicBezTo>
                  <a:pt x="663297" y="63329"/>
                  <a:pt x="665448" y="64326"/>
                  <a:pt x="665448" y="75896"/>
                </a:cubicBezTo>
                <a:lnTo>
                  <a:pt x="665448" y="114802"/>
                </a:lnTo>
                <a:cubicBezTo>
                  <a:pt x="665448" y="131362"/>
                  <a:pt x="663103" y="132159"/>
                  <a:pt x="650981" y="132958"/>
                </a:cubicBezTo>
                <a:cubicBezTo>
                  <a:pt x="649808" y="134153"/>
                  <a:pt x="649808" y="138337"/>
                  <a:pt x="650981" y="139532"/>
                </a:cubicBezTo>
                <a:cubicBezTo>
                  <a:pt x="657824" y="139335"/>
                  <a:pt x="665448" y="139134"/>
                  <a:pt x="673269" y="139134"/>
                </a:cubicBezTo>
                <a:cubicBezTo>
                  <a:pt x="681088" y="139134"/>
                  <a:pt x="690081" y="139335"/>
                  <a:pt x="696921" y="139532"/>
                </a:cubicBezTo>
                <a:cubicBezTo>
                  <a:pt x="698096" y="138337"/>
                  <a:pt x="698096" y="134153"/>
                  <a:pt x="696921" y="132958"/>
                </a:cubicBezTo>
                <a:cubicBezTo>
                  <a:pt x="683238" y="131961"/>
                  <a:pt x="680891" y="131362"/>
                  <a:pt x="680891" y="114802"/>
                </a:cubicBezTo>
                <a:lnTo>
                  <a:pt x="680891" y="87071"/>
                </a:lnTo>
                <a:cubicBezTo>
                  <a:pt x="680891" y="81883"/>
                  <a:pt x="683238" y="77295"/>
                  <a:pt x="685583" y="73704"/>
                </a:cubicBezTo>
                <a:cubicBezTo>
                  <a:pt x="687734" y="70511"/>
                  <a:pt x="692232" y="63928"/>
                  <a:pt x="694576" y="63928"/>
                </a:cubicBezTo>
                <a:cubicBezTo>
                  <a:pt x="696336" y="63928"/>
                  <a:pt x="698096" y="64326"/>
                  <a:pt x="699659" y="66522"/>
                </a:cubicBezTo>
                <a:cubicBezTo>
                  <a:pt x="701029" y="68516"/>
                  <a:pt x="703373" y="71110"/>
                  <a:pt x="706696" y="71110"/>
                </a:cubicBezTo>
                <a:cubicBezTo>
                  <a:pt x="711388" y="71110"/>
                  <a:pt x="715884" y="66120"/>
                  <a:pt x="715884" y="61137"/>
                </a:cubicBezTo>
                <a:cubicBezTo>
                  <a:pt x="715884" y="57351"/>
                  <a:pt x="712367" y="51571"/>
                  <a:pt x="704155" y="51571"/>
                </a:cubicBezTo>
                <a:cubicBezTo>
                  <a:pt x="694967" y="51571"/>
                  <a:pt x="686952" y="60340"/>
                  <a:pt x="682457" y="68115"/>
                </a:cubicBezTo>
                <a:cubicBezTo>
                  <a:pt x="681284" y="70310"/>
                  <a:pt x="680306" y="68714"/>
                  <a:pt x="680306" y="67717"/>
                </a:cubicBezTo>
                <a:close/>
                <a:moveTo>
                  <a:pt x="752832" y="73102"/>
                </a:moveTo>
                <a:cubicBezTo>
                  <a:pt x="757915" y="66719"/>
                  <a:pt x="766909" y="60738"/>
                  <a:pt x="772576" y="60738"/>
                </a:cubicBezTo>
                <a:cubicBezTo>
                  <a:pt x="785090" y="60738"/>
                  <a:pt x="795840" y="75094"/>
                  <a:pt x="795840" y="97625"/>
                </a:cubicBezTo>
                <a:cubicBezTo>
                  <a:pt x="795840" y="113978"/>
                  <a:pt x="790172" y="134314"/>
                  <a:pt x="768278" y="134314"/>
                </a:cubicBezTo>
                <a:cubicBezTo>
                  <a:pt x="764758" y="134314"/>
                  <a:pt x="757915" y="133317"/>
                  <a:pt x="754398" y="130127"/>
                </a:cubicBezTo>
                <a:cubicBezTo>
                  <a:pt x="750487" y="126539"/>
                  <a:pt x="749706" y="125341"/>
                  <a:pt x="749706" y="118165"/>
                </a:cubicBezTo>
                <a:lnTo>
                  <a:pt x="749706" y="81874"/>
                </a:lnTo>
                <a:cubicBezTo>
                  <a:pt x="749706" y="77687"/>
                  <a:pt x="750487" y="75893"/>
                  <a:pt x="752832" y="73102"/>
                </a:cubicBezTo>
                <a:moveTo>
                  <a:pt x="749118" y="65722"/>
                </a:moveTo>
                <a:cubicBezTo>
                  <a:pt x="748924" y="59741"/>
                  <a:pt x="748534" y="54563"/>
                  <a:pt x="747555" y="52568"/>
                </a:cubicBezTo>
                <a:cubicBezTo>
                  <a:pt x="747164" y="51571"/>
                  <a:pt x="746774" y="50975"/>
                  <a:pt x="745208" y="50975"/>
                </a:cubicBezTo>
                <a:cubicBezTo>
                  <a:pt x="739734" y="53167"/>
                  <a:pt x="734651" y="54961"/>
                  <a:pt x="721162" y="56752"/>
                </a:cubicBezTo>
                <a:cubicBezTo>
                  <a:pt x="720771" y="57950"/>
                  <a:pt x="721162" y="61137"/>
                  <a:pt x="721556" y="62335"/>
                </a:cubicBezTo>
                <a:cubicBezTo>
                  <a:pt x="732110" y="63332"/>
                  <a:pt x="734260" y="64326"/>
                  <a:pt x="734260" y="75893"/>
                </a:cubicBezTo>
                <a:lnTo>
                  <a:pt x="734260" y="161082"/>
                </a:lnTo>
                <a:cubicBezTo>
                  <a:pt x="734260" y="177675"/>
                  <a:pt x="732110" y="178675"/>
                  <a:pt x="720187" y="179275"/>
                </a:cubicBezTo>
                <a:cubicBezTo>
                  <a:pt x="719014" y="180470"/>
                  <a:pt x="719014" y="184654"/>
                  <a:pt x="720187" y="185849"/>
                </a:cubicBezTo>
                <a:cubicBezTo>
                  <a:pt x="727030" y="185651"/>
                  <a:pt x="734260" y="185450"/>
                  <a:pt x="742081" y="185450"/>
                </a:cubicBezTo>
                <a:cubicBezTo>
                  <a:pt x="749900" y="185450"/>
                  <a:pt x="759284" y="185651"/>
                  <a:pt x="765736" y="185849"/>
                </a:cubicBezTo>
                <a:cubicBezTo>
                  <a:pt x="766909" y="184654"/>
                  <a:pt x="766909" y="180470"/>
                  <a:pt x="765736" y="179275"/>
                </a:cubicBezTo>
                <a:cubicBezTo>
                  <a:pt x="751857" y="178475"/>
                  <a:pt x="749706" y="177675"/>
                  <a:pt x="749706" y="161082"/>
                </a:cubicBezTo>
                <a:lnTo>
                  <a:pt x="749706" y="139496"/>
                </a:lnTo>
                <a:cubicBezTo>
                  <a:pt x="749706" y="136905"/>
                  <a:pt x="750487" y="137106"/>
                  <a:pt x="752441" y="138100"/>
                </a:cubicBezTo>
                <a:cubicBezTo>
                  <a:pt x="757330" y="139894"/>
                  <a:pt x="763195" y="141089"/>
                  <a:pt x="769450" y="141089"/>
                </a:cubicBezTo>
                <a:cubicBezTo>
                  <a:pt x="780397" y="141089"/>
                  <a:pt x="790172" y="137702"/>
                  <a:pt x="798188" y="129930"/>
                </a:cubicBezTo>
                <a:cubicBezTo>
                  <a:pt x="807375" y="120756"/>
                  <a:pt x="812652" y="108392"/>
                  <a:pt x="812652" y="92243"/>
                </a:cubicBezTo>
                <a:cubicBezTo>
                  <a:pt x="812652" y="71107"/>
                  <a:pt x="797991" y="51571"/>
                  <a:pt x="778050" y="51571"/>
                </a:cubicBezTo>
                <a:cubicBezTo>
                  <a:pt x="769059" y="51571"/>
                  <a:pt x="759087" y="57749"/>
                  <a:pt x="751269" y="66522"/>
                </a:cubicBezTo>
                <a:cubicBezTo>
                  <a:pt x="750097" y="67717"/>
                  <a:pt x="749315" y="67717"/>
                  <a:pt x="749118" y="65722"/>
                </a:cubicBezTo>
                <a:close/>
                <a:moveTo>
                  <a:pt x="838651" y="114827"/>
                </a:moveTo>
                <a:cubicBezTo>
                  <a:pt x="838651" y="131365"/>
                  <a:pt x="836504" y="132359"/>
                  <a:pt x="824578" y="132958"/>
                </a:cubicBezTo>
                <a:cubicBezTo>
                  <a:pt x="823406" y="134153"/>
                  <a:pt x="823406" y="138337"/>
                  <a:pt x="824578" y="139532"/>
                </a:cubicBezTo>
                <a:cubicBezTo>
                  <a:pt x="831421" y="139335"/>
                  <a:pt x="838651" y="139134"/>
                  <a:pt x="846473" y="139134"/>
                </a:cubicBezTo>
                <a:cubicBezTo>
                  <a:pt x="854291" y="139134"/>
                  <a:pt x="861721" y="139335"/>
                  <a:pt x="868171" y="139532"/>
                </a:cubicBezTo>
                <a:cubicBezTo>
                  <a:pt x="869346" y="138337"/>
                  <a:pt x="869346" y="134153"/>
                  <a:pt x="868171" y="132958"/>
                </a:cubicBezTo>
                <a:cubicBezTo>
                  <a:pt x="856248" y="132359"/>
                  <a:pt x="854097" y="131365"/>
                  <a:pt x="854097" y="114827"/>
                </a:cubicBezTo>
                <a:lnTo>
                  <a:pt x="854097" y="22982"/>
                </a:lnTo>
                <a:cubicBezTo>
                  <a:pt x="854097" y="10034"/>
                  <a:pt x="854879" y="2019"/>
                  <a:pt x="854879" y="2019"/>
                </a:cubicBezTo>
                <a:cubicBezTo>
                  <a:pt x="854879" y="608"/>
                  <a:pt x="854097" y="0"/>
                  <a:pt x="852337" y="0"/>
                </a:cubicBezTo>
                <a:cubicBezTo>
                  <a:pt x="847451" y="2019"/>
                  <a:pt x="832787" y="4844"/>
                  <a:pt x="824969" y="5449"/>
                </a:cubicBezTo>
                <a:cubicBezTo>
                  <a:pt x="824578" y="7045"/>
                  <a:pt x="824969" y="10232"/>
                  <a:pt x="826141" y="11430"/>
                </a:cubicBezTo>
                <a:cubicBezTo>
                  <a:pt x="837479" y="12224"/>
                  <a:pt x="838651" y="12823"/>
                  <a:pt x="838651" y="27765"/>
                </a:cubicBezTo>
                <a:lnTo>
                  <a:pt x="838651" y="114827"/>
                </a:lnTo>
                <a:close/>
                <a:moveTo>
                  <a:pt x="895932" y="82939"/>
                </a:moveTo>
                <a:cubicBezTo>
                  <a:pt x="899645" y="60516"/>
                  <a:pt x="913331" y="58731"/>
                  <a:pt x="918023" y="58731"/>
                </a:cubicBezTo>
                <a:cubicBezTo>
                  <a:pt x="925451" y="58731"/>
                  <a:pt x="934247" y="62900"/>
                  <a:pt x="934247" y="79566"/>
                </a:cubicBezTo>
                <a:cubicBezTo>
                  <a:pt x="934247" y="81351"/>
                  <a:pt x="933466" y="82346"/>
                  <a:pt x="931315" y="82346"/>
                </a:cubicBezTo>
                <a:lnTo>
                  <a:pt x="895932" y="82939"/>
                </a:lnTo>
                <a:moveTo>
                  <a:pt x="947149" y="120573"/>
                </a:moveTo>
                <a:cubicBezTo>
                  <a:pt x="939918" y="128142"/>
                  <a:pt x="934247" y="131325"/>
                  <a:pt x="922909" y="131325"/>
                </a:cubicBezTo>
                <a:cubicBezTo>
                  <a:pt x="915873" y="131325"/>
                  <a:pt x="907661" y="127144"/>
                  <a:pt x="901602" y="116992"/>
                </a:cubicBezTo>
                <a:cubicBezTo>
                  <a:pt x="897692" y="110421"/>
                  <a:pt x="895344" y="101262"/>
                  <a:pt x="895344" y="89713"/>
                </a:cubicBezTo>
                <a:lnTo>
                  <a:pt x="947346" y="90112"/>
                </a:lnTo>
                <a:cubicBezTo>
                  <a:pt x="949690" y="90112"/>
                  <a:pt x="951059" y="88917"/>
                  <a:pt x="951059" y="86724"/>
                </a:cubicBezTo>
                <a:cubicBezTo>
                  <a:pt x="951059" y="70043"/>
                  <a:pt x="945195" y="52154"/>
                  <a:pt x="918023" y="52154"/>
                </a:cubicBezTo>
                <a:cubicBezTo>
                  <a:pt x="901015" y="52154"/>
                  <a:pt x="878923" y="68653"/>
                  <a:pt x="878923" y="98872"/>
                </a:cubicBezTo>
                <a:cubicBezTo>
                  <a:pt x="878923" y="110022"/>
                  <a:pt x="881661" y="120774"/>
                  <a:pt x="888113" y="128339"/>
                </a:cubicBezTo>
                <a:cubicBezTo>
                  <a:pt x="894759" y="136309"/>
                  <a:pt x="903947" y="141089"/>
                  <a:pt x="918023" y="141089"/>
                </a:cubicBezTo>
                <a:cubicBezTo>
                  <a:pt x="932878" y="141089"/>
                  <a:pt x="943435" y="134117"/>
                  <a:pt x="951256" y="123760"/>
                </a:cubicBezTo>
                <a:cubicBezTo>
                  <a:pt x="950669" y="121768"/>
                  <a:pt x="949496" y="120774"/>
                  <a:pt x="947149" y="120573"/>
                </a:cubicBezTo>
                <a:close/>
                <a:moveTo>
                  <a:pt x="1012054" y="94667"/>
                </a:moveTo>
                <a:cubicBezTo>
                  <a:pt x="1014595" y="94667"/>
                  <a:pt x="1017331" y="89087"/>
                  <a:pt x="1017331" y="86694"/>
                </a:cubicBezTo>
                <a:cubicBezTo>
                  <a:pt x="1017331" y="84702"/>
                  <a:pt x="1016549" y="82707"/>
                  <a:pt x="1014595" y="82707"/>
                </a:cubicBezTo>
                <a:lnTo>
                  <a:pt x="971781" y="82707"/>
                </a:lnTo>
                <a:cubicBezTo>
                  <a:pt x="969437" y="82707"/>
                  <a:pt x="966895" y="87293"/>
                  <a:pt x="966895" y="90878"/>
                </a:cubicBezTo>
                <a:cubicBezTo>
                  <a:pt x="966895" y="92873"/>
                  <a:pt x="968067" y="94667"/>
                  <a:pt x="969827" y="94667"/>
                </a:cubicBezTo>
                <a:lnTo>
                  <a:pt x="1012054" y="94667"/>
                </a:lnTo>
                <a:close/>
                <a:moveTo>
                  <a:pt x="1102956" y="120957"/>
                </a:moveTo>
                <a:cubicBezTo>
                  <a:pt x="1102175" y="119163"/>
                  <a:pt x="1100609" y="118366"/>
                  <a:pt x="1098852" y="118165"/>
                </a:cubicBezTo>
                <a:cubicBezTo>
                  <a:pt x="1092203" y="126941"/>
                  <a:pt x="1083797" y="131325"/>
                  <a:pt x="1075391" y="131325"/>
                </a:cubicBezTo>
                <a:cubicBezTo>
                  <a:pt x="1061121" y="131325"/>
                  <a:pt x="1049195" y="116572"/>
                  <a:pt x="1049195" y="93241"/>
                </a:cubicBezTo>
                <a:cubicBezTo>
                  <a:pt x="1049195" y="71308"/>
                  <a:pt x="1058579" y="58148"/>
                  <a:pt x="1071483" y="58148"/>
                </a:cubicBezTo>
                <a:cubicBezTo>
                  <a:pt x="1083015" y="58148"/>
                  <a:pt x="1084578" y="65126"/>
                  <a:pt x="1085363" y="72104"/>
                </a:cubicBezTo>
                <a:cubicBezTo>
                  <a:pt x="1085948" y="77490"/>
                  <a:pt x="1088686" y="79284"/>
                  <a:pt x="1092790" y="79284"/>
                </a:cubicBezTo>
                <a:cubicBezTo>
                  <a:pt x="1096895" y="79284"/>
                  <a:pt x="1102369" y="76693"/>
                  <a:pt x="1102369" y="70511"/>
                </a:cubicBezTo>
                <a:cubicBezTo>
                  <a:pt x="1102369" y="59543"/>
                  <a:pt x="1091227" y="51571"/>
                  <a:pt x="1072459" y="51571"/>
                </a:cubicBezTo>
                <a:cubicBezTo>
                  <a:pt x="1053105" y="51571"/>
                  <a:pt x="1032383" y="69313"/>
                  <a:pt x="1032383" y="97628"/>
                </a:cubicBezTo>
                <a:cubicBezTo>
                  <a:pt x="1032383" y="123350"/>
                  <a:pt x="1046459" y="141089"/>
                  <a:pt x="1071090" y="141089"/>
                </a:cubicBezTo>
                <a:cubicBezTo>
                  <a:pt x="1082821" y="141089"/>
                  <a:pt x="1093181" y="137304"/>
                  <a:pt x="1102956" y="120957"/>
                </a:cubicBezTo>
                <a:close/>
                <a:moveTo>
                  <a:pt x="1116834" y="98224"/>
                </a:moveTo>
                <a:cubicBezTo>
                  <a:pt x="1116834" y="118564"/>
                  <a:pt x="1130129" y="141089"/>
                  <a:pt x="1157888" y="141089"/>
                </a:cubicBezTo>
                <a:cubicBezTo>
                  <a:pt x="1170398" y="141089"/>
                  <a:pt x="1179980" y="136507"/>
                  <a:pt x="1186626" y="129930"/>
                </a:cubicBezTo>
                <a:cubicBezTo>
                  <a:pt x="1195422" y="121154"/>
                  <a:pt x="1199333" y="108593"/>
                  <a:pt x="1199333" y="96430"/>
                </a:cubicBezTo>
                <a:cubicBezTo>
                  <a:pt x="1199333" y="75693"/>
                  <a:pt x="1188189" y="51571"/>
                  <a:pt x="1158279" y="51571"/>
                </a:cubicBezTo>
                <a:cubicBezTo>
                  <a:pt x="1145378" y="51571"/>
                  <a:pt x="1134821" y="56953"/>
                  <a:pt x="1127587" y="65524"/>
                </a:cubicBezTo>
                <a:cubicBezTo>
                  <a:pt x="1120550" y="74099"/>
                  <a:pt x="1116834" y="85663"/>
                  <a:pt x="1116834" y="98224"/>
                </a:cubicBezTo>
                <a:moveTo>
                  <a:pt x="1155346" y="58546"/>
                </a:moveTo>
                <a:cubicBezTo>
                  <a:pt x="1172158" y="58546"/>
                  <a:pt x="1182521" y="74099"/>
                  <a:pt x="1182521" y="102813"/>
                </a:cubicBezTo>
                <a:cubicBezTo>
                  <a:pt x="1182521" y="127935"/>
                  <a:pt x="1169814" y="134117"/>
                  <a:pt x="1160626" y="134117"/>
                </a:cubicBezTo>
                <a:cubicBezTo>
                  <a:pt x="1140295" y="134117"/>
                  <a:pt x="1133649" y="108991"/>
                  <a:pt x="1133649" y="93639"/>
                </a:cubicBezTo>
                <a:cubicBezTo>
                  <a:pt x="1133649" y="76292"/>
                  <a:pt x="1137753" y="58546"/>
                  <a:pt x="1155346" y="58546"/>
                </a:cubicBezTo>
                <a:close/>
                <a:moveTo>
                  <a:pt x="1225918" y="114827"/>
                </a:moveTo>
                <a:cubicBezTo>
                  <a:pt x="1225918" y="131365"/>
                  <a:pt x="1223770" y="132359"/>
                  <a:pt x="1211844" y="132958"/>
                </a:cubicBezTo>
                <a:cubicBezTo>
                  <a:pt x="1210672" y="134153"/>
                  <a:pt x="1210672" y="138337"/>
                  <a:pt x="1211844" y="139532"/>
                </a:cubicBezTo>
                <a:cubicBezTo>
                  <a:pt x="1218687" y="139335"/>
                  <a:pt x="1225918" y="139134"/>
                  <a:pt x="1233739" y="139134"/>
                </a:cubicBezTo>
                <a:cubicBezTo>
                  <a:pt x="1241557" y="139134"/>
                  <a:pt x="1248988" y="139335"/>
                  <a:pt x="1255437" y="139532"/>
                </a:cubicBezTo>
                <a:cubicBezTo>
                  <a:pt x="1256612" y="138337"/>
                  <a:pt x="1256612" y="134153"/>
                  <a:pt x="1255437" y="132958"/>
                </a:cubicBezTo>
                <a:cubicBezTo>
                  <a:pt x="1243514" y="132359"/>
                  <a:pt x="1241363" y="131365"/>
                  <a:pt x="1241363" y="114827"/>
                </a:cubicBezTo>
                <a:lnTo>
                  <a:pt x="1241363" y="22982"/>
                </a:lnTo>
                <a:cubicBezTo>
                  <a:pt x="1241363" y="10034"/>
                  <a:pt x="1242145" y="2019"/>
                  <a:pt x="1242145" y="2019"/>
                </a:cubicBezTo>
                <a:cubicBezTo>
                  <a:pt x="1242145" y="608"/>
                  <a:pt x="1241363" y="0"/>
                  <a:pt x="1239604" y="0"/>
                </a:cubicBezTo>
                <a:cubicBezTo>
                  <a:pt x="1234717" y="2019"/>
                  <a:pt x="1220053" y="4844"/>
                  <a:pt x="1212235" y="5449"/>
                </a:cubicBezTo>
                <a:cubicBezTo>
                  <a:pt x="1211844" y="7045"/>
                  <a:pt x="1212235" y="10232"/>
                  <a:pt x="1213407" y="11430"/>
                </a:cubicBezTo>
                <a:cubicBezTo>
                  <a:pt x="1224746" y="12224"/>
                  <a:pt x="1225918" y="12823"/>
                  <a:pt x="1225918" y="27765"/>
                </a:cubicBezTo>
                <a:lnTo>
                  <a:pt x="1225918" y="114827"/>
                </a:lnTo>
                <a:close/>
                <a:moveTo>
                  <a:pt x="1266970" y="98224"/>
                </a:moveTo>
                <a:cubicBezTo>
                  <a:pt x="1266970" y="118564"/>
                  <a:pt x="1280265" y="141089"/>
                  <a:pt x="1308025" y="141089"/>
                </a:cubicBezTo>
                <a:cubicBezTo>
                  <a:pt x="1320535" y="141089"/>
                  <a:pt x="1330116" y="136507"/>
                  <a:pt x="1336762" y="129930"/>
                </a:cubicBezTo>
                <a:cubicBezTo>
                  <a:pt x="1345559" y="121154"/>
                  <a:pt x="1349470" y="108593"/>
                  <a:pt x="1349470" y="96430"/>
                </a:cubicBezTo>
                <a:cubicBezTo>
                  <a:pt x="1349470" y="75693"/>
                  <a:pt x="1338325" y="51571"/>
                  <a:pt x="1308415" y="51571"/>
                </a:cubicBezTo>
                <a:cubicBezTo>
                  <a:pt x="1295514" y="51571"/>
                  <a:pt x="1284958" y="56953"/>
                  <a:pt x="1277724" y="65524"/>
                </a:cubicBezTo>
                <a:cubicBezTo>
                  <a:pt x="1270687" y="74099"/>
                  <a:pt x="1266970" y="85663"/>
                  <a:pt x="1266970" y="98224"/>
                </a:cubicBezTo>
                <a:moveTo>
                  <a:pt x="1305483" y="58546"/>
                </a:moveTo>
                <a:cubicBezTo>
                  <a:pt x="1322295" y="58546"/>
                  <a:pt x="1332658" y="74099"/>
                  <a:pt x="1332658" y="102813"/>
                </a:cubicBezTo>
                <a:cubicBezTo>
                  <a:pt x="1332658" y="127935"/>
                  <a:pt x="1319951" y="134117"/>
                  <a:pt x="1310763" y="134117"/>
                </a:cubicBezTo>
                <a:cubicBezTo>
                  <a:pt x="1290431" y="134117"/>
                  <a:pt x="1283785" y="108991"/>
                  <a:pt x="1283785" y="93639"/>
                </a:cubicBezTo>
                <a:cubicBezTo>
                  <a:pt x="1283785" y="76292"/>
                  <a:pt x="1287890" y="58546"/>
                  <a:pt x="1305483" y="58546"/>
                </a:cubicBezTo>
                <a:close/>
                <a:moveTo>
                  <a:pt x="1391891" y="67717"/>
                </a:moveTo>
                <a:cubicBezTo>
                  <a:pt x="1391500" y="59741"/>
                  <a:pt x="1391303" y="54563"/>
                  <a:pt x="1390328" y="52568"/>
                </a:cubicBezTo>
                <a:cubicBezTo>
                  <a:pt x="1389934" y="51571"/>
                  <a:pt x="1389543" y="50975"/>
                  <a:pt x="1387980" y="50975"/>
                </a:cubicBezTo>
                <a:cubicBezTo>
                  <a:pt x="1382506" y="53167"/>
                  <a:pt x="1377423" y="54961"/>
                  <a:pt x="1363935" y="56752"/>
                </a:cubicBezTo>
                <a:cubicBezTo>
                  <a:pt x="1363544" y="57950"/>
                  <a:pt x="1363935" y="61137"/>
                  <a:pt x="1364325" y="62332"/>
                </a:cubicBezTo>
                <a:cubicBezTo>
                  <a:pt x="1374882" y="63329"/>
                  <a:pt x="1377033" y="64326"/>
                  <a:pt x="1377033" y="75896"/>
                </a:cubicBezTo>
                <a:lnTo>
                  <a:pt x="1377033" y="114802"/>
                </a:lnTo>
                <a:cubicBezTo>
                  <a:pt x="1377033" y="131362"/>
                  <a:pt x="1374688" y="132159"/>
                  <a:pt x="1362565" y="132958"/>
                </a:cubicBezTo>
                <a:cubicBezTo>
                  <a:pt x="1361393" y="134153"/>
                  <a:pt x="1361393" y="138337"/>
                  <a:pt x="1362565" y="139532"/>
                </a:cubicBezTo>
                <a:cubicBezTo>
                  <a:pt x="1369408" y="139335"/>
                  <a:pt x="1377033" y="139134"/>
                  <a:pt x="1384854" y="139134"/>
                </a:cubicBezTo>
                <a:cubicBezTo>
                  <a:pt x="1392672" y="139134"/>
                  <a:pt x="1401666" y="139335"/>
                  <a:pt x="1408506" y="139532"/>
                </a:cubicBezTo>
                <a:cubicBezTo>
                  <a:pt x="1409681" y="138337"/>
                  <a:pt x="1409681" y="134153"/>
                  <a:pt x="1408506" y="132958"/>
                </a:cubicBezTo>
                <a:cubicBezTo>
                  <a:pt x="1394823" y="131961"/>
                  <a:pt x="1392475" y="131362"/>
                  <a:pt x="1392475" y="114802"/>
                </a:cubicBezTo>
                <a:lnTo>
                  <a:pt x="1392475" y="87071"/>
                </a:lnTo>
                <a:cubicBezTo>
                  <a:pt x="1392475" y="81883"/>
                  <a:pt x="1394823" y="77295"/>
                  <a:pt x="1397168" y="73704"/>
                </a:cubicBezTo>
                <a:cubicBezTo>
                  <a:pt x="1399318" y="70511"/>
                  <a:pt x="1403817" y="63928"/>
                  <a:pt x="1406161" y="63928"/>
                </a:cubicBezTo>
                <a:cubicBezTo>
                  <a:pt x="1407921" y="63928"/>
                  <a:pt x="1409681" y="64326"/>
                  <a:pt x="1411244" y="66522"/>
                </a:cubicBezTo>
                <a:cubicBezTo>
                  <a:pt x="1412613" y="68516"/>
                  <a:pt x="1414958" y="71110"/>
                  <a:pt x="1418281" y="71110"/>
                </a:cubicBezTo>
                <a:cubicBezTo>
                  <a:pt x="1422973" y="71110"/>
                  <a:pt x="1427468" y="66120"/>
                  <a:pt x="1427468" y="61137"/>
                </a:cubicBezTo>
                <a:cubicBezTo>
                  <a:pt x="1427468" y="57351"/>
                  <a:pt x="1423951" y="51571"/>
                  <a:pt x="1415739" y="51571"/>
                </a:cubicBezTo>
                <a:cubicBezTo>
                  <a:pt x="1406552" y="51571"/>
                  <a:pt x="1398537" y="60340"/>
                  <a:pt x="1394041" y="68115"/>
                </a:cubicBezTo>
                <a:cubicBezTo>
                  <a:pt x="1392869" y="70310"/>
                  <a:pt x="1391891" y="68714"/>
                  <a:pt x="1391891" y="67717"/>
                </a:cubicBezTo>
                <a:close/>
                <a:moveTo>
                  <a:pt x="1452883" y="82939"/>
                </a:moveTo>
                <a:cubicBezTo>
                  <a:pt x="1456597" y="60516"/>
                  <a:pt x="1470283" y="58731"/>
                  <a:pt x="1474975" y="58731"/>
                </a:cubicBezTo>
                <a:cubicBezTo>
                  <a:pt x="1482403" y="58731"/>
                  <a:pt x="1491199" y="62900"/>
                  <a:pt x="1491199" y="79566"/>
                </a:cubicBezTo>
                <a:cubicBezTo>
                  <a:pt x="1491199" y="81351"/>
                  <a:pt x="1490418" y="82346"/>
                  <a:pt x="1488267" y="82346"/>
                </a:cubicBezTo>
                <a:lnTo>
                  <a:pt x="1452883" y="82939"/>
                </a:lnTo>
                <a:moveTo>
                  <a:pt x="1504101" y="120573"/>
                </a:moveTo>
                <a:cubicBezTo>
                  <a:pt x="1496870" y="128142"/>
                  <a:pt x="1491199" y="131325"/>
                  <a:pt x="1479861" y="131325"/>
                </a:cubicBezTo>
                <a:cubicBezTo>
                  <a:pt x="1472824" y="131325"/>
                  <a:pt x="1464612" y="127144"/>
                  <a:pt x="1458554" y="116992"/>
                </a:cubicBezTo>
                <a:cubicBezTo>
                  <a:pt x="1454643" y="110421"/>
                  <a:pt x="1452296" y="101262"/>
                  <a:pt x="1452296" y="89713"/>
                </a:cubicBezTo>
                <a:lnTo>
                  <a:pt x="1504297" y="90112"/>
                </a:lnTo>
                <a:cubicBezTo>
                  <a:pt x="1506642" y="90112"/>
                  <a:pt x="1508011" y="88917"/>
                  <a:pt x="1508011" y="86724"/>
                </a:cubicBezTo>
                <a:cubicBezTo>
                  <a:pt x="1508011" y="70043"/>
                  <a:pt x="1502147" y="52154"/>
                  <a:pt x="1474975" y="52154"/>
                </a:cubicBezTo>
                <a:cubicBezTo>
                  <a:pt x="1457966" y="52154"/>
                  <a:pt x="1435875" y="68653"/>
                  <a:pt x="1435875" y="98872"/>
                </a:cubicBezTo>
                <a:cubicBezTo>
                  <a:pt x="1435875" y="110022"/>
                  <a:pt x="1438613" y="120774"/>
                  <a:pt x="1445065" y="128339"/>
                </a:cubicBezTo>
                <a:cubicBezTo>
                  <a:pt x="1451711" y="136309"/>
                  <a:pt x="1460899" y="141089"/>
                  <a:pt x="1474975" y="141089"/>
                </a:cubicBezTo>
                <a:cubicBezTo>
                  <a:pt x="1489830" y="141089"/>
                  <a:pt x="1500387" y="134117"/>
                  <a:pt x="1508208" y="123760"/>
                </a:cubicBezTo>
                <a:cubicBezTo>
                  <a:pt x="1507620" y="121768"/>
                  <a:pt x="1506448" y="120774"/>
                  <a:pt x="1504101" y="120573"/>
                </a:cubicBezTo>
                <a:close/>
                <a:moveTo>
                  <a:pt x="1584838" y="114377"/>
                </a:moveTo>
                <a:cubicBezTo>
                  <a:pt x="1584838" y="118165"/>
                  <a:pt x="1584447" y="119762"/>
                  <a:pt x="1581712" y="122155"/>
                </a:cubicBezTo>
                <a:cubicBezTo>
                  <a:pt x="1574478" y="128534"/>
                  <a:pt x="1568223" y="131724"/>
                  <a:pt x="1563334" y="131724"/>
                </a:cubicBezTo>
                <a:cubicBezTo>
                  <a:pt x="1552781" y="131724"/>
                  <a:pt x="1541833" y="119959"/>
                  <a:pt x="1541833" y="95035"/>
                </a:cubicBezTo>
                <a:cubicBezTo>
                  <a:pt x="1541833" y="80679"/>
                  <a:pt x="1544569" y="72704"/>
                  <a:pt x="1547501" y="68516"/>
                </a:cubicBezTo>
                <a:cubicBezTo>
                  <a:pt x="1553562" y="59145"/>
                  <a:pt x="1561771" y="58546"/>
                  <a:pt x="1565682" y="58546"/>
                </a:cubicBezTo>
                <a:cubicBezTo>
                  <a:pt x="1572719" y="58546"/>
                  <a:pt x="1577608" y="61140"/>
                  <a:pt x="1581515" y="65725"/>
                </a:cubicBezTo>
                <a:cubicBezTo>
                  <a:pt x="1584254" y="68915"/>
                  <a:pt x="1584838" y="70310"/>
                  <a:pt x="1584838" y="76492"/>
                </a:cubicBezTo>
                <a:lnTo>
                  <a:pt x="1584838" y="114377"/>
                </a:lnTo>
                <a:moveTo>
                  <a:pt x="1582691" y="129133"/>
                </a:moveTo>
                <a:cubicBezTo>
                  <a:pt x="1583666" y="128336"/>
                  <a:pt x="1585426" y="127935"/>
                  <a:pt x="1585623" y="129331"/>
                </a:cubicBezTo>
                <a:cubicBezTo>
                  <a:pt x="1586207" y="134117"/>
                  <a:pt x="1587773" y="141089"/>
                  <a:pt x="1587773" y="141089"/>
                </a:cubicBezTo>
                <a:cubicBezTo>
                  <a:pt x="1589337" y="141688"/>
                  <a:pt x="1590312" y="141491"/>
                  <a:pt x="1591487" y="141089"/>
                </a:cubicBezTo>
                <a:cubicBezTo>
                  <a:pt x="1595786" y="137495"/>
                  <a:pt x="1602629" y="134506"/>
                  <a:pt x="1614554" y="133110"/>
                </a:cubicBezTo>
                <a:cubicBezTo>
                  <a:pt x="1615727" y="131915"/>
                  <a:pt x="1615727" y="128926"/>
                  <a:pt x="1614554" y="127731"/>
                </a:cubicBezTo>
                <a:cubicBezTo>
                  <a:pt x="1602044" y="126734"/>
                  <a:pt x="1600284" y="122945"/>
                  <a:pt x="1600284" y="113175"/>
                </a:cubicBezTo>
                <a:lnTo>
                  <a:pt x="1600284" y="22854"/>
                </a:lnTo>
                <a:cubicBezTo>
                  <a:pt x="1600284" y="9894"/>
                  <a:pt x="1601065" y="1967"/>
                  <a:pt x="1601065" y="1967"/>
                </a:cubicBezTo>
                <a:cubicBezTo>
                  <a:pt x="1601065" y="593"/>
                  <a:pt x="1600284" y="0"/>
                  <a:pt x="1598524" y="0"/>
                </a:cubicBezTo>
                <a:cubicBezTo>
                  <a:pt x="1593638" y="1967"/>
                  <a:pt x="1578974" y="4719"/>
                  <a:pt x="1571155" y="5309"/>
                </a:cubicBezTo>
                <a:cubicBezTo>
                  <a:pt x="1570765" y="6905"/>
                  <a:pt x="1571155" y="10092"/>
                  <a:pt x="1572328" y="11287"/>
                </a:cubicBezTo>
                <a:cubicBezTo>
                  <a:pt x="1582494" y="11886"/>
                  <a:pt x="1584838" y="10889"/>
                  <a:pt x="1584838" y="27640"/>
                </a:cubicBezTo>
                <a:lnTo>
                  <a:pt x="1584838" y="53167"/>
                </a:lnTo>
                <a:cubicBezTo>
                  <a:pt x="1584838" y="54563"/>
                  <a:pt x="1584447" y="54961"/>
                  <a:pt x="1583081" y="54961"/>
                </a:cubicBezTo>
                <a:cubicBezTo>
                  <a:pt x="1582297" y="54961"/>
                  <a:pt x="1574285" y="51571"/>
                  <a:pt x="1567832" y="51571"/>
                </a:cubicBezTo>
                <a:cubicBezTo>
                  <a:pt x="1554928" y="51571"/>
                  <a:pt x="1546328" y="55955"/>
                  <a:pt x="1538507" y="63530"/>
                </a:cubicBezTo>
                <a:cubicBezTo>
                  <a:pt x="1530101" y="72104"/>
                  <a:pt x="1525018" y="83869"/>
                  <a:pt x="1525018" y="98623"/>
                </a:cubicBezTo>
                <a:cubicBezTo>
                  <a:pt x="1525018" y="123152"/>
                  <a:pt x="1537141" y="141089"/>
                  <a:pt x="1558254" y="141089"/>
                </a:cubicBezTo>
                <a:cubicBezTo>
                  <a:pt x="1565876" y="141089"/>
                  <a:pt x="1573109" y="137106"/>
                  <a:pt x="1582691" y="129133"/>
                </a:cubicBezTo>
                <a:close/>
                <a:moveTo>
                  <a:pt x="1690404" y="82939"/>
                </a:moveTo>
                <a:cubicBezTo>
                  <a:pt x="1694118" y="60516"/>
                  <a:pt x="1707804" y="58731"/>
                  <a:pt x="1712496" y="58731"/>
                </a:cubicBezTo>
                <a:cubicBezTo>
                  <a:pt x="1719924" y="58731"/>
                  <a:pt x="1728720" y="62900"/>
                  <a:pt x="1728720" y="79566"/>
                </a:cubicBezTo>
                <a:cubicBezTo>
                  <a:pt x="1728720" y="81351"/>
                  <a:pt x="1727939" y="82346"/>
                  <a:pt x="1725788" y="82346"/>
                </a:cubicBezTo>
                <a:lnTo>
                  <a:pt x="1690404" y="82939"/>
                </a:lnTo>
                <a:moveTo>
                  <a:pt x="1741621" y="120573"/>
                </a:moveTo>
                <a:cubicBezTo>
                  <a:pt x="1734391" y="128142"/>
                  <a:pt x="1728720" y="131325"/>
                  <a:pt x="1717382" y="131325"/>
                </a:cubicBezTo>
                <a:cubicBezTo>
                  <a:pt x="1710345" y="131325"/>
                  <a:pt x="1702133" y="127144"/>
                  <a:pt x="1696075" y="116992"/>
                </a:cubicBezTo>
                <a:cubicBezTo>
                  <a:pt x="1692164" y="110421"/>
                  <a:pt x="1689817" y="101262"/>
                  <a:pt x="1689817" y="89713"/>
                </a:cubicBezTo>
                <a:lnTo>
                  <a:pt x="1741818" y="90112"/>
                </a:lnTo>
                <a:cubicBezTo>
                  <a:pt x="1744163" y="90112"/>
                  <a:pt x="1745532" y="88917"/>
                  <a:pt x="1745532" y="86724"/>
                </a:cubicBezTo>
                <a:cubicBezTo>
                  <a:pt x="1745532" y="70043"/>
                  <a:pt x="1739668" y="52154"/>
                  <a:pt x="1712496" y="52154"/>
                </a:cubicBezTo>
                <a:cubicBezTo>
                  <a:pt x="1695487" y="52154"/>
                  <a:pt x="1673396" y="68653"/>
                  <a:pt x="1673396" y="98872"/>
                </a:cubicBezTo>
                <a:cubicBezTo>
                  <a:pt x="1673396" y="110022"/>
                  <a:pt x="1676134" y="120774"/>
                  <a:pt x="1682586" y="128339"/>
                </a:cubicBezTo>
                <a:cubicBezTo>
                  <a:pt x="1689232" y="136309"/>
                  <a:pt x="1698419" y="141089"/>
                  <a:pt x="1712496" y="141089"/>
                </a:cubicBezTo>
                <a:cubicBezTo>
                  <a:pt x="1727351" y="141089"/>
                  <a:pt x="1737908" y="134117"/>
                  <a:pt x="1745729" y="123760"/>
                </a:cubicBezTo>
                <a:cubicBezTo>
                  <a:pt x="1745141" y="121768"/>
                  <a:pt x="1743969" y="120774"/>
                  <a:pt x="1741621" y="120573"/>
                </a:cubicBezTo>
                <a:close/>
                <a:moveTo>
                  <a:pt x="1772118" y="114827"/>
                </a:moveTo>
                <a:cubicBezTo>
                  <a:pt x="1772118" y="131365"/>
                  <a:pt x="1769971" y="132359"/>
                  <a:pt x="1758045" y="132958"/>
                </a:cubicBezTo>
                <a:cubicBezTo>
                  <a:pt x="1756873" y="134153"/>
                  <a:pt x="1756873" y="138337"/>
                  <a:pt x="1758045" y="139532"/>
                </a:cubicBezTo>
                <a:cubicBezTo>
                  <a:pt x="1764888" y="139335"/>
                  <a:pt x="1772118" y="139134"/>
                  <a:pt x="1779940" y="139134"/>
                </a:cubicBezTo>
                <a:cubicBezTo>
                  <a:pt x="1787758" y="139134"/>
                  <a:pt x="1795188" y="139335"/>
                  <a:pt x="1801638" y="139532"/>
                </a:cubicBezTo>
                <a:cubicBezTo>
                  <a:pt x="1802813" y="138337"/>
                  <a:pt x="1802813" y="134153"/>
                  <a:pt x="1801638" y="132958"/>
                </a:cubicBezTo>
                <a:cubicBezTo>
                  <a:pt x="1789715" y="132359"/>
                  <a:pt x="1787564" y="131365"/>
                  <a:pt x="1787564" y="114827"/>
                </a:cubicBezTo>
                <a:lnTo>
                  <a:pt x="1787564" y="22982"/>
                </a:lnTo>
                <a:cubicBezTo>
                  <a:pt x="1787564" y="10034"/>
                  <a:pt x="1788346" y="2019"/>
                  <a:pt x="1788346" y="2019"/>
                </a:cubicBezTo>
                <a:cubicBezTo>
                  <a:pt x="1788346" y="608"/>
                  <a:pt x="1787564" y="0"/>
                  <a:pt x="1785804" y="0"/>
                </a:cubicBezTo>
                <a:cubicBezTo>
                  <a:pt x="1780918" y="2019"/>
                  <a:pt x="1766254" y="4844"/>
                  <a:pt x="1758436" y="5449"/>
                </a:cubicBezTo>
                <a:cubicBezTo>
                  <a:pt x="1758045" y="7045"/>
                  <a:pt x="1758436" y="10232"/>
                  <a:pt x="1759608" y="11430"/>
                </a:cubicBezTo>
                <a:cubicBezTo>
                  <a:pt x="1770946" y="12224"/>
                  <a:pt x="1772118" y="12823"/>
                  <a:pt x="1772118" y="27765"/>
                </a:cubicBezTo>
                <a:lnTo>
                  <a:pt x="1772118" y="114827"/>
                </a:lnTo>
                <a:close/>
                <a:moveTo>
                  <a:pt x="1829398" y="82939"/>
                </a:moveTo>
                <a:cubicBezTo>
                  <a:pt x="1833112" y="60516"/>
                  <a:pt x="1846797" y="58731"/>
                  <a:pt x="1851490" y="58731"/>
                </a:cubicBezTo>
                <a:cubicBezTo>
                  <a:pt x="1858917" y="58731"/>
                  <a:pt x="1867714" y="62900"/>
                  <a:pt x="1867714" y="79566"/>
                </a:cubicBezTo>
                <a:cubicBezTo>
                  <a:pt x="1867714" y="81351"/>
                  <a:pt x="1866932" y="82346"/>
                  <a:pt x="1864782" y="82346"/>
                </a:cubicBezTo>
                <a:lnTo>
                  <a:pt x="1829398" y="82939"/>
                </a:lnTo>
                <a:moveTo>
                  <a:pt x="1880615" y="120573"/>
                </a:moveTo>
                <a:cubicBezTo>
                  <a:pt x="1873384" y="128142"/>
                  <a:pt x="1867714" y="131325"/>
                  <a:pt x="1856376" y="131325"/>
                </a:cubicBezTo>
                <a:cubicBezTo>
                  <a:pt x="1849339" y="131325"/>
                  <a:pt x="1841127" y="127144"/>
                  <a:pt x="1835069" y="116992"/>
                </a:cubicBezTo>
                <a:cubicBezTo>
                  <a:pt x="1831158" y="110421"/>
                  <a:pt x="1828810" y="101262"/>
                  <a:pt x="1828810" y="89713"/>
                </a:cubicBezTo>
                <a:lnTo>
                  <a:pt x="1880812" y="90112"/>
                </a:lnTo>
                <a:cubicBezTo>
                  <a:pt x="1883157" y="90112"/>
                  <a:pt x="1884526" y="88917"/>
                  <a:pt x="1884526" y="86724"/>
                </a:cubicBezTo>
                <a:cubicBezTo>
                  <a:pt x="1884526" y="70043"/>
                  <a:pt x="1878661" y="52154"/>
                  <a:pt x="1851490" y="52154"/>
                </a:cubicBezTo>
                <a:cubicBezTo>
                  <a:pt x="1834481" y="52154"/>
                  <a:pt x="1812389" y="68653"/>
                  <a:pt x="1812389" y="98872"/>
                </a:cubicBezTo>
                <a:cubicBezTo>
                  <a:pt x="1812389" y="110022"/>
                  <a:pt x="1815128" y="120774"/>
                  <a:pt x="1821580" y="128339"/>
                </a:cubicBezTo>
                <a:cubicBezTo>
                  <a:pt x="1828226" y="136309"/>
                  <a:pt x="1837413" y="141089"/>
                  <a:pt x="1851490" y="141089"/>
                </a:cubicBezTo>
                <a:cubicBezTo>
                  <a:pt x="1866345" y="141089"/>
                  <a:pt x="1876901" y="134117"/>
                  <a:pt x="1884723" y="123760"/>
                </a:cubicBezTo>
                <a:cubicBezTo>
                  <a:pt x="1884135" y="121768"/>
                  <a:pt x="1882963" y="120774"/>
                  <a:pt x="1880615" y="120573"/>
                </a:cubicBezTo>
                <a:close/>
                <a:moveTo>
                  <a:pt x="1925776" y="67720"/>
                </a:moveTo>
                <a:cubicBezTo>
                  <a:pt x="1925579" y="61736"/>
                  <a:pt x="1925188" y="54563"/>
                  <a:pt x="1924210" y="52568"/>
                </a:cubicBezTo>
                <a:cubicBezTo>
                  <a:pt x="1923819" y="51571"/>
                  <a:pt x="1923428" y="50975"/>
                  <a:pt x="1921865" y="50975"/>
                </a:cubicBezTo>
                <a:cubicBezTo>
                  <a:pt x="1916392" y="53167"/>
                  <a:pt x="1911309" y="54961"/>
                  <a:pt x="1897820" y="56752"/>
                </a:cubicBezTo>
                <a:cubicBezTo>
                  <a:pt x="1897429" y="57950"/>
                  <a:pt x="1897820" y="61137"/>
                  <a:pt x="1898211" y="62335"/>
                </a:cubicBezTo>
                <a:cubicBezTo>
                  <a:pt x="1908767" y="63332"/>
                  <a:pt x="1910918" y="64329"/>
                  <a:pt x="1910918" y="75899"/>
                </a:cubicBezTo>
                <a:lnTo>
                  <a:pt x="1910918" y="114802"/>
                </a:lnTo>
                <a:cubicBezTo>
                  <a:pt x="1910918" y="131161"/>
                  <a:pt x="1908376" y="132159"/>
                  <a:pt x="1897623" y="132958"/>
                </a:cubicBezTo>
                <a:cubicBezTo>
                  <a:pt x="1896451" y="134153"/>
                  <a:pt x="1896451" y="138337"/>
                  <a:pt x="1897623" y="139532"/>
                </a:cubicBezTo>
                <a:cubicBezTo>
                  <a:pt x="1903490" y="139335"/>
                  <a:pt x="1910918" y="139134"/>
                  <a:pt x="1918736" y="139134"/>
                </a:cubicBezTo>
                <a:cubicBezTo>
                  <a:pt x="1926557" y="139134"/>
                  <a:pt x="1932616" y="139335"/>
                  <a:pt x="1938480" y="139532"/>
                </a:cubicBezTo>
                <a:cubicBezTo>
                  <a:pt x="1939656" y="138337"/>
                  <a:pt x="1939656" y="134153"/>
                  <a:pt x="1938480" y="132958"/>
                </a:cubicBezTo>
                <a:cubicBezTo>
                  <a:pt x="1928511" y="131961"/>
                  <a:pt x="1926361" y="131161"/>
                  <a:pt x="1926361" y="114802"/>
                </a:cubicBezTo>
                <a:lnTo>
                  <a:pt x="1926361" y="82084"/>
                </a:lnTo>
                <a:cubicBezTo>
                  <a:pt x="1926361" y="77894"/>
                  <a:pt x="1928120" y="75501"/>
                  <a:pt x="1929684" y="73707"/>
                </a:cubicBezTo>
                <a:cubicBezTo>
                  <a:pt x="1937505" y="65926"/>
                  <a:pt x="1944738" y="61933"/>
                  <a:pt x="1950797" y="61933"/>
                </a:cubicBezTo>
                <a:cubicBezTo>
                  <a:pt x="1958227" y="61933"/>
                  <a:pt x="1963701" y="66722"/>
                  <a:pt x="1963701" y="80089"/>
                </a:cubicBezTo>
                <a:lnTo>
                  <a:pt x="1963701" y="114802"/>
                </a:lnTo>
                <a:cubicBezTo>
                  <a:pt x="1963701" y="131161"/>
                  <a:pt x="1962135" y="132159"/>
                  <a:pt x="1951578" y="132958"/>
                </a:cubicBezTo>
                <a:cubicBezTo>
                  <a:pt x="1950603" y="134153"/>
                  <a:pt x="1950603" y="138337"/>
                  <a:pt x="1951578" y="139532"/>
                </a:cubicBezTo>
                <a:cubicBezTo>
                  <a:pt x="1956467" y="139335"/>
                  <a:pt x="1963701" y="139134"/>
                  <a:pt x="1971519" y="139134"/>
                </a:cubicBezTo>
                <a:cubicBezTo>
                  <a:pt x="1979341" y="139134"/>
                  <a:pt x="1985790" y="139335"/>
                  <a:pt x="1990679" y="139532"/>
                </a:cubicBezTo>
                <a:cubicBezTo>
                  <a:pt x="1991654" y="138337"/>
                  <a:pt x="1991654" y="134153"/>
                  <a:pt x="1990679" y="132958"/>
                </a:cubicBezTo>
                <a:cubicBezTo>
                  <a:pt x="1980904" y="132159"/>
                  <a:pt x="1979144" y="131161"/>
                  <a:pt x="1979144" y="114802"/>
                </a:cubicBezTo>
                <a:lnTo>
                  <a:pt x="1979144" y="83081"/>
                </a:lnTo>
                <a:cubicBezTo>
                  <a:pt x="1979144" y="80290"/>
                  <a:pt x="1979144" y="77496"/>
                  <a:pt x="1978947" y="75103"/>
                </a:cubicBezTo>
                <a:cubicBezTo>
                  <a:pt x="1988331" y="64527"/>
                  <a:pt x="1997128" y="61933"/>
                  <a:pt x="2004752" y="61933"/>
                </a:cubicBezTo>
                <a:cubicBezTo>
                  <a:pt x="2012183" y="61933"/>
                  <a:pt x="2016481" y="66324"/>
                  <a:pt x="2016481" y="79691"/>
                </a:cubicBezTo>
                <a:lnTo>
                  <a:pt x="2016481" y="114802"/>
                </a:lnTo>
                <a:cubicBezTo>
                  <a:pt x="2016481" y="131161"/>
                  <a:pt x="2014527" y="132159"/>
                  <a:pt x="2004361" y="132958"/>
                </a:cubicBezTo>
                <a:cubicBezTo>
                  <a:pt x="2003383" y="134153"/>
                  <a:pt x="2003383" y="138337"/>
                  <a:pt x="2004361" y="139532"/>
                </a:cubicBezTo>
                <a:cubicBezTo>
                  <a:pt x="2009251" y="139335"/>
                  <a:pt x="2016481" y="139134"/>
                  <a:pt x="2024302" y="139134"/>
                </a:cubicBezTo>
                <a:cubicBezTo>
                  <a:pt x="2032121" y="139134"/>
                  <a:pt x="2038964" y="139335"/>
                  <a:pt x="2044437" y="139532"/>
                </a:cubicBezTo>
                <a:cubicBezTo>
                  <a:pt x="2045416" y="138337"/>
                  <a:pt x="2045416" y="134153"/>
                  <a:pt x="2044437" y="132958"/>
                </a:cubicBezTo>
                <a:cubicBezTo>
                  <a:pt x="2033687" y="132159"/>
                  <a:pt x="2031927" y="131161"/>
                  <a:pt x="2031927" y="114802"/>
                </a:cubicBezTo>
                <a:lnTo>
                  <a:pt x="2031927" y="83282"/>
                </a:lnTo>
                <a:cubicBezTo>
                  <a:pt x="2031927" y="65527"/>
                  <a:pt x="2028995" y="51571"/>
                  <a:pt x="2011792" y="51571"/>
                </a:cubicBezTo>
                <a:cubicBezTo>
                  <a:pt x="2001820" y="51571"/>
                  <a:pt x="1989700" y="55359"/>
                  <a:pt x="1979534" y="66324"/>
                </a:cubicBezTo>
                <a:cubicBezTo>
                  <a:pt x="1978947" y="66923"/>
                  <a:pt x="1977775" y="67920"/>
                  <a:pt x="1977384" y="66123"/>
                </a:cubicBezTo>
                <a:cubicBezTo>
                  <a:pt x="1975624" y="57950"/>
                  <a:pt x="1967999" y="51571"/>
                  <a:pt x="1957837" y="51571"/>
                </a:cubicBezTo>
                <a:cubicBezTo>
                  <a:pt x="1946495" y="51571"/>
                  <a:pt x="1936333" y="58348"/>
                  <a:pt x="1928120" y="67720"/>
                </a:cubicBezTo>
                <a:cubicBezTo>
                  <a:pt x="1927142" y="68717"/>
                  <a:pt x="1925970" y="70116"/>
                  <a:pt x="1925776" y="67720"/>
                </a:cubicBezTo>
                <a:close/>
                <a:moveTo>
                  <a:pt x="2071220" y="82939"/>
                </a:moveTo>
                <a:cubicBezTo>
                  <a:pt x="2074934" y="60516"/>
                  <a:pt x="2088619" y="58731"/>
                  <a:pt x="2093312" y="58731"/>
                </a:cubicBezTo>
                <a:cubicBezTo>
                  <a:pt x="2100739" y="58731"/>
                  <a:pt x="2109536" y="62900"/>
                  <a:pt x="2109536" y="79566"/>
                </a:cubicBezTo>
                <a:cubicBezTo>
                  <a:pt x="2109536" y="81351"/>
                  <a:pt x="2108754" y="82346"/>
                  <a:pt x="2106604" y="82346"/>
                </a:cubicBezTo>
                <a:lnTo>
                  <a:pt x="2071220" y="82939"/>
                </a:lnTo>
                <a:moveTo>
                  <a:pt x="2122437" y="120573"/>
                </a:moveTo>
                <a:cubicBezTo>
                  <a:pt x="2115206" y="128142"/>
                  <a:pt x="2109536" y="131325"/>
                  <a:pt x="2098198" y="131325"/>
                </a:cubicBezTo>
                <a:cubicBezTo>
                  <a:pt x="2091161" y="131325"/>
                  <a:pt x="2082949" y="127144"/>
                  <a:pt x="2076890" y="116992"/>
                </a:cubicBezTo>
                <a:cubicBezTo>
                  <a:pt x="2072980" y="110421"/>
                  <a:pt x="2070632" y="101262"/>
                  <a:pt x="2070632" y="89713"/>
                </a:cubicBezTo>
                <a:lnTo>
                  <a:pt x="2122634" y="90112"/>
                </a:lnTo>
                <a:cubicBezTo>
                  <a:pt x="2124978" y="90112"/>
                  <a:pt x="2126348" y="88917"/>
                  <a:pt x="2126348" y="86724"/>
                </a:cubicBezTo>
                <a:cubicBezTo>
                  <a:pt x="2126348" y="70043"/>
                  <a:pt x="2120483" y="52154"/>
                  <a:pt x="2093312" y="52154"/>
                </a:cubicBezTo>
                <a:cubicBezTo>
                  <a:pt x="2076303" y="52154"/>
                  <a:pt x="2054211" y="68653"/>
                  <a:pt x="2054211" y="98872"/>
                </a:cubicBezTo>
                <a:cubicBezTo>
                  <a:pt x="2054211" y="110022"/>
                  <a:pt x="2056950" y="120774"/>
                  <a:pt x="2063402" y="128339"/>
                </a:cubicBezTo>
                <a:cubicBezTo>
                  <a:pt x="2070048" y="136309"/>
                  <a:pt x="2079235" y="141089"/>
                  <a:pt x="2093312" y="141089"/>
                </a:cubicBezTo>
                <a:cubicBezTo>
                  <a:pt x="2108167" y="141089"/>
                  <a:pt x="2118723" y="134117"/>
                  <a:pt x="2126545" y="123760"/>
                </a:cubicBezTo>
                <a:cubicBezTo>
                  <a:pt x="2125957" y="121768"/>
                  <a:pt x="2124785" y="120774"/>
                  <a:pt x="2122437" y="120573"/>
                </a:cubicBezTo>
                <a:close/>
                <a:moveTo>
                  <a:pt x="2170333" y="67720"/>
                </a:moveTo>
                <a:cubicBezTo>
                  <a:pt x="2169161" y="69115"/>
                  <a:pt x="2167989" y="69517"/>
                  <a:pt x="2167989" y="67720"/>
                </a:cubicBezTo>
                <a:cubicBezTo>
                  <a:pt x="2167792" y="62335"/>
                  <a:pt x="2167401" y="54563"/>
                  <a:pt x="2166423" y="52568"/>
                </a:cubicBezTo>
                <a:cubicBezTo>
                  <a:pt x="2166032" y="51571"/>
                  <a:pt x="2165641" y="50975"/>
                  <a:pt x="2164078" y="50975"/>
                </a:cubicBezTo>
                <a:cubicBezTo>
                  <a:pt x="2158604" y="53167"/>
                  <a:pt x="2153521" y="54961"/>
                  <a:pt x="2140032" y="56752"/>
                </a:cubicBezTo>
                <a:cubicBezTo>
                  <a:pt x="2139642" y="57950"/>
                  <a:pt x="2140032" y="61137"/>
                  <a:pt x="2140423" y="62335"/>
                </a:cubicBezTo>
                <a:cubicBezTo>
                  <a:pt x="2150980" y="63332"/>
                  <a:pt x="2153131" y="64329"/>
                  <a:pt x="2153131" y="75899"/>
                </a:cubicBezTo>
                <a:lnTo>
                  <a:pt x="2153131" y="114802"/>
                </a:lnTo>
                <a:cubicBezTo>
                  <a:pt x="2153131" y="131161"/>
                  <a:pt x="2151177" y="131961"/>
                  <a:pt x="2139445" y="132958"/>
                </a:cubicBezTo>
                <a:cubicBezTo>
                  <a:pt x="2138273" y="134153"/>
                  <a:pt x="2138273" y="138337"/>
                  <a:pt x="2139445" y="139532"/>
                </a:cubicBezTo>
                <a:cubicBezTo>
                  <a:pt x="2145312" y="139335"/>
                  <a:pt x="2153131" y="139134"/>
                  <a:pt x="2160949" y="139134"/>
                </a:cubicBezTo>
                <a:cubicBezTo>
                  <a:pt x="2168770" y="139134"/>
                  <a:pt x="2174635" y="139335"/>
                  <a:pt x="2180499" y="139532"/>
                </a:cubicBezTo>
                <a:cubicBezTo>
                  <a:pt x="2181671" y="138337"/>
                  <a:pt x="2181671" y="134153"/>
                  <a:pt x="2180499" y="132958"/>
                </a:cubicBezTo>
                <a:cubicBezTo>
                  <a:pt x="2170530" y="131961"/>
                  <a:pt x="2168573" y="131161"/>
                  <a:pt x="2168573" y="114802"/>
                </a:cubicBezTo>
                <a:lnTo>
                  <a:pt x="2168573" y="82084"/>
                </a:lnTo>
                <a:cubicBezTo>
                  <a:pt x="2168573" y="77894"/>
                  <a:pt x="2170333" y="75501"/>
                  <a:pt x="2171896" y="73707"/>
                </a:cubicBezTo>
                <a:cubicBezTo>
                  <a:pt x="2179327" y="66324"/>
                  <a:pt x="2188123" y="61933"/>
                  <a:pt x="2195748" y="61933"/>
                </a:cubicBezTo>
                <a:cubicBezTo>
                  <a:pt x="2199658" y="61933"/>
                  <a:pt x="2203763" y="64527"/>
                  <a:pt x="2206108" y="69115"/>
                </a:cubicBezTo>
                <a:cubicBezTo>
                  <a:pt x="2208064" y="73108"/>
                  <a:pt x="2208455" y="78493"/>
                  <a:pt x="2208455" y="84477"/>
                </a:cubicBezTo>
                <a:lnTo>
                  <a:pt x="2208455" y="114802"/>
                </a:lnTo>
                <a:cubicBezTo>
                  <a:pt x="2208455" y="131161"/>
                  <a:pt x="2206498" y="131961"/>
                  <a:pt x="2196333" y="132958"/>
                </a:cubicBezTo>
                <a:cubicBezTo>
                  <a:pt x="2195357" y="134153"/>
                  <a:pt x="2195357" y="138337"/>
                  <a:pt x="2196333" y="139532"/>
                </a:cubicBezTo>
                <a:cubicBezTo>
                  <a:pt x="2202200" y="139335"/>
                  <a:pt x="2208455" y="139134"/>
                  <a:pt x="2216273" y="139134"/>
                </a:cubicBezTo>
                <a:cubicBezTo>
                  <a:pt x="2224095" y="139134"/>
                  <a:pt x="2231132" y="139335"/>
                  <a:pt x="2236996" y="139532"/>
                </a:cubicBezTo>
                <a:cubicBezTo>
                  <a:pt x="2237974" y="138337"/>
                  <a:pt x="2237974" y="134153"/>
                  <a:pt x="2236996" y="132958"/>
                </a:cubicBezTo>
                <a:cubicBezTo>
                  <a:pt x="2226049" y="131961"/>
                  <a:pt x="2223898" y="131161"/>
                  <a:pt x="2223898" y="114802"/>
                </a:cubicBezTo>
                <a:lnTo>
                  <a:pt x="2223898" y="85076"/>
                </a:lnTo>
                <a:cubicBezTo>
                  <a:pt x="2223898" y="74105"/>
                  <a:pt x="2223116" y="64527"/>
                  <a:pt x="2218621" y="58348"/>
                </a:cubicBezTo>
                <a:cubicBezTo>
                  <a:pt x="2215295" y="53964"/>
                  <a:pt x="2209237" y="51571"/>
                  <a:pt x="2202394" y="51571"/>
                </a:cubicBezTo>
                <a:cubicBezTo>
                  <a:pt x="2192816" y="51571"/>
                  <a:pt x="2181868" y="54161"/>
                  <a:pt x="2170333" y="67720"/>
                </a:cubicBezTo>
                <a:close/>
                <a:moveTo>
                  <a:pt x="2248726" y="53711"/>
                </a:moveTo>
                <a:cubicBezTo>
                  <a:pt x="2245988" y="53711"/>
                  <a:pt x="2245206" y="56104"/>
                  <a:pt x="2245206" y="57698"/>
                </a:cubicBezTo>
                <a:lnTo>
                  <a:pt x="2245206" y="60288"/>
                </a:lnTo>
                <a:cubicBezTo>
                  <a:pt x="2245206" y="61286"/>
                  <a:pt x="2245400" y="61483"/>
                  <a:pt x="2246185" y="61483"/>
                </a:cubicBezTo>
                <a:lnTo>
                  <a:pt x="2257717" y="61483"/>
                </a:lnTo>
                <a:lnTo>
                  <a:pt x="2257717" y="121376"/>
                </a:lnTo>
                <a:cubicBezTo>
                  <a:pt x="2257717" y="135509"/>
                  <a:pt x="2263778" y="141089"/>
                  <a:pt x="2272769" y="141089"/>
                </a:cubicBezTo>
                <a:cubicBezTo>
                  <a:pt x="2281762" y="141089"/>
                  <a:pt x="2291537" y="136708"/>
                  <a:pt x="2299162" y="127941"/>
                </a:cubicBezTo>
                <a:cubicBezTo>
                  <a:pt x="2298771" y="125953"/>
                  <a:pt x="2297599" y="124758"/>
                  <a:pt x="2295642" y="124560"/>
                </a:cubicBezTo>
                <a:cubicBezTo>
                  <a:pt x="2290559" y="128540"/>
                  <a:pt x="2284694" y="130130"/>
                  <a:pt x="2279611" y="130130"/>
                </a:cubicBezTo>
                <a:cubicBezTo>
                  <a:pt x="2274335" y="130130"/>
                  <a:pt x="2273162" y="124162"/>
                  <a:pt x="2273162" y="111825"/>
                </a:cubicBezTo>
                <a:lnTo>
                  <a:pt x="2273162" y="61483"/>
                </a:lnTo>
                <a:lnTo>
                  <a:pt x="2293491" y="61483"/>
                </a:lnTo>
                <a:cubicBezTo>
                  <a:pt x="2295448" y="61483"/>
                  <a:pt x="2298183" y="60687"/>
                  <a:pt x="2298183" y="58893"/>
                </a:cubicBezTo>
                <a:lnTo>
                  <a:pt x="2298183" y="54909"/>
                </a:lnTo>
                <a:cubicBezTo>
                  <a:pt x="2298183" y="54113"/>
                  <a:pt x="2297599" y="53711"/>
                  <a:pt x="2296620" y="53711"/>
                </a:cubicBezTo>
                <a:lnTo>
                  <a:pt x="2273162" y="53711"/>
                </a:lnTo>
                <a:lnTo>
                  <a:pt x="2273162" y="45942"/>
                </a:lnTo>
                <a:cubicBezTo>
                  <a:pt x="2273162" y="32989"/>
                  <a:pt x="2273944" y="25016"/>
                  <a:pt x="2273944" y="25016"/>
                </a:cubicBezTo>
                <a:cubicBezTo>
                  <a:pt x="2273944" y="23821"/>
                  <a:pt x="2273356" y="23222"/>
                  <a:pt x="2272378" y="23222"/>
                </a:cubicBezTo>
                <a:cubicBezTo>
                  <a:pt x="2271596" y="23222"/>
                  <a:pt x="2269836" y="24022"/>
                  <a:pt x="2268079" y="25016"/>
                </a:cubicBezTo>
                <a:cubicBezTo>
                  <a:pt x="2265929" y="26214"/>
                  <a:pt x="2263972" y="27208"/>
                  <a:pt x="2261430" y="27807"/>
                </a:cubicBezTo>
                <a:cubicBezTo>
                  <a:pt x="2259086" y="28604"/>
                  <a:pt x="2257132" y="29203"/>
                  <a:pt x="2257132" y="30596"/>
                </a:cubicBezTo>
                <a:cubicBezTo>
                  <a:pt x="2257132" y="32989"/>
                  <a:pt x="2257717" y="31593"/>
                  <a:pt x="2257717" y="53711"/>
                </a:cubicBezTo>
                <a:lnTo>
                  <a:pt x="2248726" y="53711"/>
                </a:lnTo>
                <a:close/>
                <a:moveTo>
                  <a:pt x="2311477" y="111585"/>
                </a:moveTo>
                <a:cubicBezTo>
                  <a:pt x="2312258" y="121355"/>
                  <a:pt x="2312846" y="130726"/>
                  <a:pt x="2312846" y="139098"/>
                </a:cubicBezTo>
                <a:cubicBezTo>
                  <a:pt x="2314800" y="138699"/>
                  <a:pt x="2316757" y="138502"/>
                  <a:pt x="2317732" y="138502"/>
                </a:cubicBezTo>
                <a:cubicBezTo>
                  <a:pt x="2319101" y="138502"/>
                  <a:pt x="2320274" y="138502"/>
                  <a:pt x="2321643" y="138900"/>
                </a:cubicBezTo>
                <a:cubicBezTo>
                  <a:pt x="2326923" y="140293"/>
                  <a:pt x="2332199" y="141089"/>
                  <a:pt x="2339433" y="141089"/>
                </a:cubicBezTo>
                <a:cubicBezTo>
                  <a:pt x="2350380" y="141089"/>
                  <a:pt x="2370515" y="135710"/>
                  <a:pt x="2370515" y="115970"/>
                </a:cubicBezTo>
                <a:cubicBezTo>
                  <a:pt x="2370515" y="102414"/>
                  <a:pt x="2360937" y="94439"/>
                  <a:pt x="2347642" y="89452"/>
                </a:cubicBezTo>
                <a:cubicBezTo>
                  <a:pt x="2335913" y="84866"/>
                  <a:pt x="2328095" y="81874"/>
                  <a:pt x="2328095" y="70909"/>
                </a:cubicBezTo>
                <a:cubicBezTo>
                  <a:pt x="2328095" y="62733"/>
                  <a:pt x="2335132" y="58148"/>
                  <a:pt x="2341778" y="58148"/>
                </a:cubicBezTo>
                <a:cubicBezTo>
                  <a:pt x="2346079" y="58148"/>
                  <a:pt x="2357417" y="59744"/>
                  <a:pt x="2359959" y="76693"/>
                </a:cubicBezTo>
                <a:cubicBezTo>
                  <a:pt x="2361131" y="77888"/>
                  <a:pt x="2365042" y="77687"/>
                  <a:pt x="2366214" y="76492"/>
                </a:cubicBezTo>
                <a:cubicBezTo>
                  <a:pt x="2366802" y="69313"/>
                  <a:pt x="2367192" y="61936"/>
                  <a:pt x="2367389" y="55359"/>
                </a:cubicBezTo>
                <a:cubicBezTo>
                  <a:pt x="2361328" y="54362"/>
                  <a:pt x="2351943" y="51571"/>
                  <a:pt x="2341778" y="51571"/>
                </a:cubicBezTo>
                <a:cubicBezTo>
                  <a:pt x="2327313" y="51571"/>
                  <a:pt x="2314215" y="61140"/>
                  <a:pt x="2314215" y="73902"/>
                </a:cubicBezTo>
                <a:cubicBezTo>
                  <a:pt x="2314215" y="88454"/>
                  <a:pt x="2320664" y="94636"/>
                  <a:pt x="2335719" y="101019"/>
                </a:cubicBezTo>
                <a:cubicBezTo>
                  <a:pt x="2351943" y="107796"/>
                  <a:pt x="2355657" y="111983"/>
                  <a:pt x="2355657" y="120558"/>
                </a:cubicBezTo>
                <a:cubicBezTo>
                  <a:pt x="2355657" y="130328"/>
                  <a:pt x="2346276" y="134515"/>
                  <a:pt x="2339042" y="134515"/>
                </a:cubicBezTo>
                <a:cubicBezTo>
                  <a:pt x="2331418" y="134515"/>
                  <a:pt x="2327116" y="131921"/>
                  <a:pt x="2325163" y="129729"/>
                </a:cubicBezTo>
                <a:cubicBezTo>
                  <a:pt x="2320861" y="125144"/>
                  <a:pt x="2318711" y="116371"/>
                  <a:pt x="2317538" y="111384"/>
                </a:cubicBezTo>
                <a:cubicBezTo>
                  <a:pt x="2316366" y="110189"/>
                  <a:pt x="2312649" y="110387"/>
                  <a:pt x="2311477" y="111585"/>
                </a:cubicBezTo>
                <a:close/>
                <a:moveTo>
                  <a:pt x="2437569" y="111585"/>
                </a:moveTo>
                <a:cubicBezTo>
                  <a:pt x="2438350" y="121355"/>
                  <a:pt x="2438938" y="130726"/>
                  <a:pt x="2438938" y="139098"/>
                </a:cubicBezTo>
                <a:cubicBezTo>
                  <a:pt x="2440892" y="138699"/>
                  <a:pt x="2442848" y="138502"/>
                  <a:pt x="2443824" y="138502"/>
                </a:cubicBezTo>
                <a:cubicBezTo>
                  <a:pt x="2445193" y="138502"/>
                  <a:pt x="2446365" y="138502"/>
                  <a:pt x="2447735" y="138900"/>
                </a:cubicBezTo>
                <a:cubicBezTo>
                  <a:pt x="2453014" y="140293"/>
                  <a:pt x="2458291" y="141089"/>
                  <a:pt x="2465525" y="141089"/>
                </a:cubicBezTo>
                <a:cubicBezTo>
                  <a:pt x="2476472" y="141089"/>
                  <a:pt x="2496607" y="135710"/>
                  <a:pt x="2496607" y="115970"/>
                </a:cubicBezTo>
                <a:cubicBezTo>
                  <a:pt x="2496607" y="102414"/>
                  <a:pt x="2487029" y="94439"/>
                  <a:pt x="2473734" y="89452"/>
                </a:cubicBezTo>
                <a:cubicBezTo>
                  <a:pt x="2462005" y="84866"/>
                  <a:pt x="2454187" y="81874"/>
                  <a:pt x="2454187" y="70909"/>
                </a:cubicBezTo>
                <a:cubicBezTo>
                  <a:pt x="2454187" y="62733"/>
                  <a:pt x="2461223" y="58148"/>
                  <a:pt x="2467869" y="58148"/>
                </a:cubicBezTo>
                <a:cubicBezTo>
                  <a:pt x="2472171" y="58148"/>
                  <a:pt x="2483509" y="59744"/>
                  <a:pt x="2486050" y="76693"/>
                </a:cubicBezTo>
                <a:cubicBezTo>
                  <a:pt x="2487223" y="77888"/>
                  <a:pt x="2491133" y="77687"/>
                  <a:pt x="2492306" y="76492"/>
                </a:cubicBezTo>
                <a:cubicBezTo>
                  <a:pt x="2492893" y="69313"/>
                  <a:pt x="2493284" y="61936"/>
                  <a:pt x="2493481" y="55359"/>
                </a:cubicBezTo>
                <a:cubicBezTo>
                  <a:pt x="2487420" y="54362"/>
                  <a:pt x="2478035" y="51571"/>
                  <a:pt x="2467869" y="51571"/>
                </a:cubicBezTo>
                <a:cubicBezTo>
                  <a:pt x="2453405" y="51571"/>
                  <a:pt x="2440307" y="61140"/>
                  <a:pt x="2440307" y="73902"/>
                </a:cubicBezTo>
                <a:cubicBezTo>
                  <a:pt x="2440307" y="88454"/>
                  <a:pt x="2446756" y="94636"/>
                  <a:pt x="2461811" y="101019"/>
                </a:cubicBezTo>
                <a:cubicBezTo>
                  <a:pt x="2478035" y="107796"/>
                  <a:pt x="2481749" y="111983"/>
                  <a:pt x="2481749" y="120558"/>
                </a:cubicBezTo>
                <a:cubicBezTo>
                  <a:pt x="2481749" y="130328"/>
                  <a:pt x="2472368" y="134515"/>
                  <a:pt x="2465134" y="134515"/>
                </a:cubicBezTo>
                <a:cubicBezTo>
                  <a:pt x="2457510" y="134515"/>
                  <a:pt x="2453208" y="131921"/>
                  <a:pt x="2451254" y="129729"/>
                </a:cubicBezTo>
                <a:cubicBezTo>
                  <a:pt x="2446953" y="125144"/>
                  <a:pt x="2444802" y="116371"/>
                  <a:pt x="2443630" y="111384"/>
                </a:cubicBezTo>
                <a:cubicBezTo>
                  <a:pt x="2442458" y="110189"/>
                  <a:pt x="2438741" y="110387"/>
                  <a:pt x="2437569" y="111585"/>
                </a:cubicBezTo>
                <a:close/>
                <a:moveTo>
                  <a:pt x="2512835" y="53711"/>
                </a:moveTo>
                <a:cubicBezTo>
                  <a:pt x="2510096" y="53711"/>
                  <a:pt x="2509315" y="56104"/>
                  <a:pt x="2509315" y="57698"/>
                </a:cubicBezTo>
                <a:lnTo>
                  <a:pt x="2509315" y="60288"/>
                </a:lnTo>
                <a:cubicBezTo>
                  <a:pt x="2509315" y="61286"/>
                  <a:pt x="2509509" y="61483"/>
                  <a:pt x="2510293" y="61483"/>
                </a:cubicBezTo>
                <a:lnTo>
                  <a:pt x="2521825" y="61483"/>
                </a:lnTo>
                <a:lnTo>
                  <a:pt x="2521825" y="121376"/>
                </a:lnTo>
                <a:cubicBezTo>
                  <a:pt x="2521825" y="135509"/>
                  <a:pt x="2527887" y="141089"/>
                  <a:pt x="2536877" y="141089"/>
                </a:cubicBezTo>
                <a:cubicBezTo>
                  <a:pt x="2545871" y="141089"/>
                  <a:pt x="2555646" y="136708"/>
                  <a:pt x="2563270" y="127941"/>
                </a:cubicBezTo>
                <a:cubicBezTo>
                  <a:pt x="2562880" y="125953"/>
                  <a:pt x="2561707" y="124758"/>
                  <a:pt x="2559750" y="124560"/>
                </a:cubicBezTo>
                <a:cubicBezTo>
                  <a:pt x="2554668" y="128540"/>
                  <a:pt x="2548803" y="130130"/>
                  <a:pt x="2543720" y="130130"/>
                </a:cubicBezTo>
                <a:cubicBezTo>
                  <a:pt x="2538443" y="130130"/>
                  <a:pt x="2537271" y="124162"/>
                  <a:pt x="2537271" y="111825"/>
                </a:cubicBezTo>
                <a:lnTo>
                  <a:pt x="2537271" y="61483"/>
                </a:lnTo>
                <a:lnTo>
                  <a:pt x="2557600" y="61483"/>
                </a:lnTo>
                <a:cubicBezTo>
                  <a:pt x="2559557" y="61483"/>
                  <a:pt x="2562292" y="60687"/>
                  <a:pt x="2562292" y="58893"/>
                </a:cubicBezTo>
                <a:lnTo>
                  <a:pt x="2562292" y="54909"/>
                </a:lnTo>
                <a:cubicBezTo>
                  <a:pt x="2562292" y="54113"/>
                  <a:pt x="2561707" y="53711"/>
                  <a:pt x="2560729" y="53711"/>
                </a:cubicBezTo>
                <a:lnTo>
                  <a:pt x="2537271" y="53711"/>
                </a:lnTo>
                <a:lnTo>
                  <a:pt x="2537271" y="45942"/>
                </a:lnTo>
                <a:cubicBezTo>
                  <a:pt x="2537271" y="32989"/>
                  <a:pt x="2538053" y="25016"/>
                  <a:pt x="2538053" y="25016"/>
                </a:cubicBezTo>
                <a:cubicBezTo>
                  <a:pt x="2538053" y="23821"/>
                  <a:pt x="2537465" y="23222"/>
                  <a:pt x="2536487" y="23222"/>
                </a:cubicBezTo>
                <a:cubicBezTo>
                  <a:pt x="2535705" y="23222"/>
                  <a:pt x="2533945" y="24022"/>
                  <a:pt x="2532188" y="25016"/>
                </a:cubicBezTo>
                <a:cubicBezTo>
                  <a:pt x="2530037" y="26214"/>
                  <a:pt x="2528081" y="27208"/>
                  <a:pt x="2525539" y="27807"/>
                </a:cubicBezTo>
                <a:cubicBezTo>
                  <a:pt x="2523195" y="28604"/>
                  <a:pt x="2521241" y="29203"/>
                  <a:pt x="2521241" y="30596"/>
                </a:cubicBezTo>
                <a:cubicBezTo>
                  <a:pt x="2521241" y="32989"/>
                  <a:pt x="2521825" y="31593"/>
                  <a:pt x="2521825" y="53711"/>
                </a:cubicBezTo>
                <a:lnTo>
                  <a:pt x="2512835" y="53711"/>
                </a:lnTo>
                <a:close/>
                <a:moveTo>
                  <a:pt x="2574216" y="98224"/>
                </a:moveTo>
                <a:cubicBezTo>
                  <a:pt x="2574216" y="118564"/>
                  <a:pt x="2587511" y="141089"/>
                  <a:pt x="2615271" y="141089"/>
                </a:cubicBezTo>
                <a:cubicBezTo>
                  <a:pt x="2627781" y="141089"/>
                  <a:pt x="2637362" y="136507"/>
                  <a:pt x="2644008" y="129930"/>
                </a:cubicBezTo>
                <a:cubicBezTo>
                  <a:pt x="2652805" y="121154"/>
                  <a:pt x="2656716" y="108593"/>
                  <a:pt x="2656716" y="96430"/>
                </a:cubicBezTo>
                <a:cubicBezTo>
                  <a:pt x="2656716" y="75693"/>
                  <a:pt x="2645571" y="51571"/>
                  <a:pt x="2615661" y="51571"/>
                </a:cubicBezTo>
                <a:cubicBezTo>
                  <a:pt x="2602760" y="51571"/>
                  <a:pt x="2592204" y="56953"/>
                  <a:pt x="2584970" y="65524"/>
                </a:cubicBezTo>
                <a:cubicBezTo>
                  <a:pt x="2577933" y="74099"/>
                  <a:pt x="2574216" y="85663"/>
                  <a:pt x="2574216" y="98224"/>
                </a:cubicBezTo>
                <a:moveTo>
                  <a:pt x="2612729" y="58546"/>
                </a:moveTo>
                <a:cubicBezTo>
                  <a:pt x="2629541" y="58546"/>
                  <a:pt x="2639904" y="74099"/>
                  <a:pt x="2639904" y="102813"/>
                </a:cubicBezTo>
                <a:cubicBezTo>
                  <a:pt x="2639904" y="127935"/>
                  <a:pt x="2627196" y="134117"/>
                  <a:pt x="2618009" y="134117"/>
                </a:cubicBezTo>
                <a:cubicBezTo>
                  <a:pt x="2597677" y="134117"/>
                  <a:pt x="2591031" y="108991"/>
                  <a:pt x="2591031" y="93639"/>
                </a:cubicBezTo>
                <a:cubicBezTo>
                  <a:pt x="2591031" y="76292"/>
                  <a:pt x="2595136" y="58546"/>
                  <a:pt x="2612729" y="58546"/>
                </a:cubicBezTo>
                <a:close/>
                <a:moveTo>
                  <a:pt x="2699137" y="67717"/>
                </a:moveTo>
                <a:cubicBezTo>
                  <a:pt x="2698746" y="59741"/>
                  <a:pt x="2698549" y="54563"/>
                  <a:pt x="2697574" y="52568"/>
                </a:cubicBezTo>
                <a:cubicBezTo>
                  <a:pt x="2697180" y="51571"/>
                  <a:pt x="2696789" y="50975"/>
                  <a:pt x="2695226" y="50975"/>
                </a:cubicBezTo>
                <a:cubicBezTo>
                  <a:pt x="2689753" y="53167"/>
                  <a:pt x="2684670" y="54961"/>
                  <a:pt x="2671181" y="56752"/>
                </a:cubicBezTo>
                <a:cubicBezTo>
                  <a:pt x="2670790" y="57950"/>
                  <a:pt x="2671181" y="61137"/>
                  <a:pt x="2671572" y="62332"/>
                </a:cubicBezTo>
                <a:cubicBezTo>
                  <a:pt x="2682128" y="63329"/>
                  <a:pt x="2684279" y="64326"/>
                  <a:pt x="2684279" y="75896"/>
                </a:cubicBezTo>
                <a:lnTo>
                  <a:pt x="2684279" y="114802"/>
                </a:lnTo>
                <a:cubicBezTo>
                  <a:pt x="2684279" y="131362"/>
                  <a:pt x="2681934" y="132159"/>
                  <a:pt x="2669812" y="132958"/>
                </a:cubicBezTo>
                <a:cubicBezTo>
                  <a:pt x="2668639" y="134153"/>
                  <a:pt x="2668639" y="138337"/>
                  <a:pt x="2669812" y="139532"/>
                </a:cubicBezTo>
                <a:cubicBezTo>
                  <a:pt x="2676655" y="139335"/>
                  <a:pt x="2684279" y="139134"/>
                  <a:pt x="2692100" y="139134"/>
                </a:cubicBezTo>
                <a:cubicBezTo>
                  <a:pt x="2699919" y="139134"/>
                  <a:pt x="2708912" y="139335"/>
                  <a:pt x="2715752" y="139532"/>
                </a:cubicBezTo>
                <a:cubicBezTo>
                  <a:pt x="2716927" y="138337"/>
                  <a:pt x="2716927" y="134153"/>
                  <a:pt x="2715752" y="132958"/>
                </a:cubicBezTo>
                <a:cubicBezTo>
                  <a:pt x="2702069" y="131961"/>
                  <a:pt x="2699722" y="131362"/>
                  <a:pt x="2699722" y="114802"/>
                </a:cubicBezTo>
                <a:lnTo>
                  <a:pt x="2699722" y="87071"/>
                </a:lnTo>
                <a:cubicBezTo>
                  <a:pt x="2699722" y="81883"/>
                  <a:pt x="2702069" y="77295"/>
                  <a:pt x="2704414" y="73704"/>
                </a:cubicBezTo>
                <a:cubicBezTo>
                  <a:pt x="2706565" y="70511"/>
                  <a:pt x="2711063" y="63928"/>
                  <a:pt x="2713407" y="63928"/>
                </a:cubicBezTo>
                <a:cubicBezTo>
                  <a:pt x="2715167" y="63928"/>
                  <a:pt x="2716927" y="64326"/>
                  <a:pt x="2718490" y="66522"/>
                </a:cubicBezTo>
                <a:cubicBezTo>
                  <a:pt x="2719859" y="68516"/>
                  <a:pt x="2722204" y="71110"/>
                  <a:pt x="2725527" y="71110"/>
                </a:cubicBezTo>
                <a:cubicBezTo>
                  <a:pt x="2730219" y="71110"/>
                  <a:pt x="2734715" y="66120"/>
                  <a:pt x="2734715" y="61137"/>
                </a:cubicBezTo>
                <a:cubicBezTo>
                  <a:pt x="2734715" y="57351"/>
                  <a:pt x="2731198" y="51571"/>
                  <a:pt x="2722986" y="51571"/>
                </a:cubicBezTo>
                <a:cubicBezTo>
                  <a:pt x="2713798" y="51571"/>
                  <a:pt x="2705783" y="60340"/>
                  <a:pt x="2701288" y="68115"/>
                </a:cubicBezTo>
                <a:cubicBezTo>
                  <a:pt x="2700115" y="70310"/>
                  <a:pt x="2699137" y="68714"/>
                  <a:pt x="2699137" y="67717"/>
                </a:cubicBezTo>
                <a:close/>
                <a:moveTo>
                  <a:pt x="2760129" y="82939"/>
                </a:moveTo>
                <a:cubicBezTo>
                  <a:pt x="2763843" y="60516"/>
                  <a:pt x="2777529" y="58731"/>
                  <a:pt x="2782221" y="58731"/>
                </a:cubicBezTo>
                <a:cubicBezTo>
                  <a:pt x="2789649" y="58731"/>
                  <a:pt x="2798445" y="62900"/>
                  <a:pt x="2798445" y="79566"/>
                </a:cubicBezTo>
                <a:cubicBezTo>
                  <a:pt x="2798445" y="81351"/>
                  <a:pt x="2797664" y="82346"/>
                  <a:pt x="2795513" y="82346"/>
                </a:cubicBezTo>
                <a:lnTo>
                  <a:pt x="2760129" y="82939"/>
                </a:lnTo>
                <a:moveTo>
                  <a:pt x="2811347" y="120573"/>
                </a:moveTo>
                <a:cubicBezTo>
                  <a:pt x="2804116" y="128142"/>
                  <a:pt x="2798445" y="131325"/>
                  <a:pt x="2787107" y="131325"/>
                </a:cubicBezTo>
                <a:cubicBezTo>
                  <a:pt x="2780070" y="131325"/>
                  <a:pt x="2771858" y="127144"/>
                  <a:pt x="2765800" y="116992"/>
                </a:cubicBezTo>
                <a:cubicBezTo>
                  <a:pt x="2761889" y="110421"/>
                  <a:pt x="2759542" y="101262"/>
                  <a:pt x="2759542" y="89713"/>
                </a:cubicBezTo>
                <a:lnTo>
                  <a:pt x="2811543" y="90112"/>
                </a:lnTo>
                <a:cubicBezTo>
                  <a:pt x="2813888" y="90112"/>
                  <a:pt x="2815257" y="88917"/>
                  <a:pt x="2815257" y="86724"/>
                </a:cubicBezTo>
                <a:cubicBezTo>
                  <a:pt x="2815257" y="70043"/>
                  <a:pt x="2809393" y="52154"/>
                  <a:pt x="2782221" y="52154"/>
                </a:cubicBezTo>
                <a:cubicBezTo>
                  <a:pt x="2765212" y="52154"/>
                  <a:pt x="2743121" y="68653"/>
                  <a:pt x="2743121" y="98872"/>
                </a:cubicBezTo>
                <a:cubicBezTo>
                  <a:pt x="2743121" y="110022"/>
                  <a:pt x="2745859" y="120774"/>
                  <a:pt x="2752311" y="128339"/>
                </a:cubicBezTo>
                <a:cubicBezTo>
                  <a:pt x="2758957" y="136309"/>
                  <a:pt x="2768145" y="141089"/>
                  <a:pt x="2782221" y="141089"/>
                </a:cubicBezTo>
                <a:cubicBezTo>
                  <a:pt x="2797076" y="141089"/>
                  <a:pt x="2807633" y="134117"/>
                  <a:pt x="2815454" y="123760"/>
                </a:cubicBezTo>
                <a:cubicBezTo>
                  <a:pt x="2814866" y="121768"/>
                  <a:pt x="2813694" y="120774"/>
                  <a:pt x="2811347" y="120573"/>
                </a:cubicBezTo>
                <a:close/>
                <a:moveTo>
                  <a:pt x="2881335" y="53711"/>
                </a:moveTo>
                <a:cubicBezTo>
                  <a:pt x="2878597" y="53711"/>
                  <a:pt x="2877816" y="56104"/>
                  <a:pt x="2877816" y="57698"/>
                </a:cubicBezTo>
                <a:lnTo>
                  <a:pt x="2877816" y="60288"/>
                </a:lnTo>
                <a:cubicBezTo>
                  <a:pt x="2877816" y="61286"/>
                  <a:pt x="2878009" y="61483"/>
                  <a:pt x="2878794" y="61483"/>
                </a:cubicBezTo>
                <a:lnTo>
                  <a:pt x="2890326" y="61483"/>
                </a:lnTo>
                <a:lnTo>
                  <a:pt x="2890326" y="121376"/>
                </a:lnTo>
                <a:cubicBezTo>
                  <a:pt x="2890326" y="135509"/>
                  <a:pt x="2896387" y="141089"/>
                  <a:pt x="2905378" y="141089"/>
                </a:cubicBezTo>
                <a:cubicBezTo>
                  <a:pt x="2914371" y="141089"/>
                  <a:pt x="2924147" y="136708"/>
                  <a:pt x="2931771" y="127941"/>
                </a:cubicBezTo>
                <a:cubicBezTo>
                  <a:pt x="2931380" y="125953"/>
                  <a:pt x="2930208" y="124758"/>
                  <a:pt x="2928251" y="124560"/>
                </a:cubicBezTo>
                <a:cubicBezTo>
                  <a:pt x="2923168" y="128540"/>
                  <a:pt x="2917304" y="130130"/>
                  <a:pt x="2912221" y="130130"/>
                </a:cubicBezTo>
                <a:cubicBezTo>
                  <a:pt x="2906944" y="130130"/>
                  <a:pt x="2905772" y="124162"/>
                  <a:pt x="2905772" y="111825"/>
                </a:cubicBezTo>
                <a:lnTo>
                  <a:pt x="2905772" y="61483"/>
                </a:lnTo>
                <a:lnTo>
                  <a:pt x="2926100" y="61483"/>
                </a:lnTo>
                <a:cubicBezTo>
                  <a:pt x="2928057" y="61483"/>
                  <a:pt x="2930793" y="60687"/>
                  <a:pt x="2930793" y="58893"/>
                </a:cubicBezTo>
                <a:lnTo>
                  <a:pt x="2930793" y="54909"/>
                </a:lnTo>
                <a:cubicBezTo>
                  <a:pt x="2930793" y="54113"/>
                  <a:pt x="2930208" y="53711"/>
                  <a:pt x="2929230" y="53711"/>
                </a:cubicBezTo>
                <a:lnTo>
                  <a:pt x="2905772" y="53711"/>
                </a:lnTo>
                <a:lnTo>
                  <a:pt x="2905772" y="45942"/>
                </a:lnTo>
                <a:cubicBezTo>
                  <a:pt x="2905772" y="32989"/>
                  <a:pt x="2906553" y="25016"/>
                  <a:pt x="2906553" y="25016"/>
                </a:cubicBezTo>
                <a:cubicBezTo>
                  <a:pt x="2906553" y="23821"/>
                  <a:pt x="2905966" y="23222"/>
                  <a:pt x="2904987" y="23222"/>
                </a:cubicBezTo>
                <a:cubicBezTo>
                  <a:pt x="2904206" y="23222"/>
                  <a:pt x="2902446" y="24022"/>
                  <a:pt x="2900689" y="25016"/>
                </a:cubicBezTo>
                <a:cubicBezTo>
                  <a:pt x="2898538" y="26214"/>
                  <a:pt x="2896581" y="27208"/>
                  <a:pt x="2894040" y="27807"/>
                </a:cubicBezTo>
                <a:cubicBezTo>
                  <a:pt x="2891695" y="28604"/>
                  <a:pt x="2889741" y="29203"/>
                  <a:pt x="2889741" y="30596"/>
                </a:cubicBezTo>
                <a:cubicBezTo>
                  <a:pt x="2889741" y="32989"/>
                  <a:pt x="2890326" y="31593"/>
                  <a:pt x="2890326" y="53711"/>
                </a:cubicBezTo>
                <a:lnTo>
                  <a:pt x="2881335" y="53711"/>
                </a:lnTo>
                <a:close/>
                <a:moveTo>
                  <a:pt x="2967350" y="82084"/>
                </a:moveTo>
                <a:cubicBezTo>
                  <a:pt x="2967350" y="77894"/>
                  <a:pt x="2969110" y="75501"/>
                  <a:pt x="2970673" y="73707"/>
                </a:cubicBezTo>
                <a:cubicBezTo>
                  <a:pt x="2978103" y="66324"/>
                  <a:pt x="2988072" y="61933"/>
                  <a:pt x="2995697" y="61933"/>
                </a:cubicBezTo>
                <a:cubicBezTo>
                  <a:pt x="2999604" y="61933"/>
                  <a:pt x="3003712" y="64527"/>
                  <a:pt x="3006057" y="69115"/>
                </a:cubicBezTo>
                <a:cubicBezTo>
                  <a:pt x="3008013" y="73108"/>
                  <a:pt x="3008404" y="78493"/>
                  <a:pt x="3008404" y="84477"/>
                </a:cubicBezTo>
                <a:lnTo>
                  <a:pt x="3008404" y="114802"/>
                </a:lnTo>
                <a:cubicBezTo>
                  <a:pt x="3008404" y="131161"/>
                  <a:pt x="3006447" y="131961"/>
                  <a:pt x="2996281" y="132958"/>
                </a:cubicBezTo>
                <a:cubicBezTo>
                  <a:pt x="2995306" y="134153"/>
                  <a:pt x="2995306" y="138337"/>
                  <a:pt x="2996281" y="139532"/>
                </a:cubicBezTo>
                <a:cubicBezTo>
                  <a:pt x="3001755" y="139335"/>
                  <a:pt x="3008404" y="139134"/>
                  <a:pt x="3016222" y="139134"/>
                </a:cubicBezTo>
                <a:cubicBezTo>
                  <a:pt x="3024044" y="139134"/>
                  <a:pt x="3030493" y="139335"/>
                  <a:pt x="3036945" y="139532"/>
                </a:cubicBezTo>
                <a:cubicBezTo>
                  <a:pt x="3037923" y="138337"/>
                  <a:pt x="3037923" y="134153"/>
                  <a:pt x="3036945" y="132958"/>
                </a:cubicBezTo>
                <a:cubicBezTo>
                  <a:pt x="3025998" y="131961"/>
                  <a:pt x="3023847" y="131161"/>
                  <a:pt x="3023847" y="114802"/>
                </a:cubicBezTo>
                <a:lnTo>
                  <a:pt x="3023847" y="85076"/>
                </a:lnTo>
                <a:cubicBezTo>
                  <a:pt x="3023847" y="74105"/>
                  <a:pt x="3023065" y="64329"/>
                  <a:pt x="3018570" y="58348"/>
                </a:cubicBezTo>
                <a:cubicBezTo>
                  <a:pt x="3015244" y="53964"/>
                  <a:pt x="3009186" y="51571"/>
                  <a:pt x="3002343" y="51571"/>
                </a:cubicBezTo>
                <a:cubicBezTo>
                  <a:pt x="2992765" y="51571"/>
                  <a:pt x="2981036" y="54161"/>
                  <a:pt x="2969110" y="67720"/>
                </a:cubicBezTo>
                <a:cubicBezTo>
                  <a:pt x="2968522" y="68519"/>
                  <a:pt x="2967153" y="70514"/>
                  <a:pt x="2967153" y="67720"/>
                </a:cubicBezTo>
                <a:lnTo>
                  <a:pt x="2967350" y="22854"/>
                </a:lnTo>
                <a:cubicBezTo>
                  <a:pt x="2967350" y="9894"/>
                  <a:pt x="2968131" y="1967"/>
                  <a:pt x="2968131" y="1967"/>
                </a:cubicBezTo>
                <a:cubicBezTo>
                  <a:pt x="2968131" y="593"/>
                  <a:pt x="2967350" y="0"/>
                  <a:pt x="2965590" y="0"/>
                </a:cubicBezTo>
                <a:cubicBezTo>
                  <a:pt x="2960704" y="1967"/>
                  <a:pt x="2946043" y="4719"/>
                  <a:pt x="2938221" y="5309"/>
                </a:cubicBezTo>
                <a:cubicBezTo>
                  <a:pt x="2937831" y="6905"/>
                  <a:pt x="2938221" y="10092"/>
                  <a:pt x="2939394" y="11287"/>
                </a:cubicBezTo>
                <a:cubicBezTo>
                  <a:pt x="2949560" y="11886"/>
                  <a:pt x="2951907" y="10889"/>
                  <a:pt x="2951907" y="27640"/>
                </a:cubicBezTo>
                <a:lnTo>
                  <a:pt x="2951907" y="114802"/>
                </a:lnTo>
                <a:cubicBezTo>
                  <a:pt x="2951907" y="131362"/>
                  <a:pt x="2949560" y="132159"/>
                  <a:pt x="2938221" y="132958"/>
                </a:cubicBezTo>
                <a:cubicBezTo>
                  <a:pt x="2937049" y="134153"/>
                  <a:pt x="2937049" y="138337"/>
                  <a:pt x="2938221" y="139532"/>
                </a:cubicBezTo>
                <a:cubicBezTo>
                  <a:pt x="2944674" y="139335"/>
                  <a:pt x="2951907" y="139134"/>
                  <a:pt x="2959726" y="139134"/>
                </a:cubicBezTo>
                <a:cubicBezTo>
                  <a:pt x="2967153" y="139134"/>
                  <a:pt x="2973605" y="139335"/>
                  <a:pt x="2979079" y="139532"/>
                </a:cubicBezTo>
                <a:cubicBezTo>
                  <a:pt x="2980251" y="138337"/>
                  <a:pt x="2980251" y="134153"/>
                  <a:pt x="2979079" y="132958"/>
                </a:cubicBezTo>
                <a:cubicBezTo>
                  <a:pt x="2969110" y="132159"/>
                  <a:pt x="2967350" y="131362"/>
                  <a:pt x="2967350" y="114802"/>
                </a:cubicBezTo>
                <a:lnTo>
                  <a:pt x="2967350" y="82084"/>
                </a:lnTo>
                <a:close/>
                <a:moveTo>
                  <a:pt x="3064118" y="82939"/>
                </a:moveTo>
                <a:cubicBezTo>
                  <a:pt x="3067832" y="60516"/>
                  <a:pt x="3081518" y="58731"/>
                  <a:pt x="3086210" y="58731"/>
                </a:cubicBezTo>
                <a:cubicBezTo>
                  <a:pt x="3093637" y="58731"/>
                  <a:pt x="3102434" y="62900"/>
                  <a:pt x="3102434" y="79566"/>
                </a:cubicBezTo>
                <a:cubicBezTo>
                  <a:pt x="3102434" y="81351"/>
                  <a:pt x="3101653" y="82346"/>
                  <a:pt x="3099502" y="82346"/>
                </a:cubicBezTo>
                <a:lnTo>
                  <a:pt x="3064118" y="82939"/>
                </a:lnTo>
                <a:moveTo>
                  <a:pt x="3115335" y="120573"/>
                </a:moveTo>
                <a:cubicBezTo>
                  <a:pt x="3108105" y="128142"/>
                  <a:pt x="3102434" y="131325"/>
                  <a:pt x="3091096" y="131325"/>
                </a:cubicBezTo>
                <a:cubicBezTo>
                  <a:pt x="3084059" y="131325"/>
                  <a:pt x="3075847" y="127144"/>
                  <a:pt x="3069789" y="116992"/>
                </a:cubicBezTo>
                <a:cubicBezTo>
                  <a:pt x="3065878" y="110421"/>
                  <a:pt x="3063531" y="101262"/>
                  <a:pt x="3063531" y="89713"/>
                </a:cubicBezTo>
                <a:lnTo>
                  <a:pt x="3115532" y="90112"/>
                </a:lnTo>
                <a:cubicBezTo>
                  <a:pt x="3117877" y="90112"/>
                  <a:pt x="3119246" y="88917"/>
                  <a:pt x="3119246" y="86724"/>
                </a:cubicBezTo>
                <a:cubicBezTo>
                  <a:pt x="3119246" y="70043"/>
                  <a:pt x="3113382" y="52154"/>
                  <a:pt x="3086210" y="52154"/>
                </a:cubicBezTo>
                <a:cubicBezTo>
                  <a:pt x="3069201" y="52154"/>
                  <a:pt x="3047110" y="68653"/>
                  <a:pt x="3047110" y="98872"/>
                </a:cubicBezTo>
                <a:cubicBezTo>
                  <a:pt x="3047110" y="110022"/>
                  <a:pt x="3049848" y="120774"/>
                  <a:pt x="3056300" y="128339"/>
                </a:cubicBezTo>
                <a:cubicBezTo>
                  <a:pt x="3062946" y="136309"/>
                  <a:pt x="3072133" y="141089"/>
                  <a:pt x="3086210" y="141089"/>
                </a:cubicBezTo>
                <a:cubicBezTo>
                  <a:pt x="3101065" y="141089"/>
                  <a:pt x="3111622" y="134117"/>
                  <a:pt x="3119443" y="123760"/>
                </a:cubicBezTo>
                <a:cubicBezTo>
                  <a:pt x="3118855" y="121768"/>
                  <a:pt x="3117683" y="120774"/>
                  <a:pt x="3115335" y="120573"/>
                </a:cubicBezTo>
                <a:close/>
                <a:moveTo>
                  <a:pt x="3268991" y="114808"/>
                </a:moveTo>
                <a:lnTo>
                  <a:pt x="3268991" y="72728"/>
                </a:lnTo>
                <a:cubicBezTo>
                  <a:pt x="3268991" y="64950"/>
                  <a:pt x="3269776" y="52185"/>
                  <a:pt x="3269776" y="52185"/>
                </a:cubicBezTo>
                <a:cubicBezTo>
                  <a:pt x="3269776" y="51388"/>
                  <a:pt x="3268601" y="50987"/>
                  <a:pt x="3267819" y="50987"/>
                </a:cubicBezTo>
                <a:cubicBezTo>
                  <a:pt x="3261955" y="53514"/>
                  <a:pt x="3256287" y="53711"/>
                  <a:pt x="3249444" y="53711"/>
                </a:cubicBezTo>
                <a:lnTo>
                  <a:pt x="3210931" y="53711"/>
                </a:lnTo>
                <a:lnTo>
                  <a:pt x="3210931" y="42327"/>
                </a:lnTo>
                <a:cubicBezTo>
                  <a:pt x="3210931" y="23353"/>
                  <a:pt x="3217577" y="6778"/>
                  <a:pt x="3230872" y="6778"/>
                </a:cubicBezTo>
                <a:cubicBezTo>
                  <a:pt x="3239278" y="6778"/>
                  <a:pt x="3245924" y="8973"/>
                  <a:pt x="3247490" y="17162"/>
                </a:cubicBezTo>
                <a:cubicBezTo>
                  <a:pt x="3249444" y="27148"/>
                  <a:pt x="3253549" y="30146"/>
                  <a:pt x="3259610" y="30146"/>
                </a:cubicBezTo>
                <a:cubicBezTo>
                  <a:pt x="3263911" y="30146"/>
                  <a:pt x="3268016" y="26150"/>
                  <a:pt x="3268016" y="21957"/>
                </a:cubicBezTo>
                <a:cubicBezTo>
                  <a:pt x="3268016" y="9572"/>
                  <a:pt x="3251398" y="0"/>
                  <a:pt x="3233217" y="0"/>
                </a:cubicBezTo>
                <a:cubicBezTo>
                  <a:pt x="3224226" y="0"/>
                  <a:pt x="3213473" y="3588"/>
                  <a:pt x="3205458" y="13169"/>
                </a:cubicBezTo>
                <a:cubicBezTo>
                  <a:pt x="3197249" y="22954"/>
                  <a:pt x="3195489" y="35139"/>
                  <a:pt x="3195489" y="50716"/>
                </a:cubicBezTo>
                <a:lnTo>
                  <a:pt x="3195489" y="53711"/>
                </a:lnTo>
                <a:lnTo>
                  <a:pt x="3185910" y="53711"/>
                </a:lnTo>
                <a:cubicBezTo>
                  <a:pt x="3182391" y="53711"/>
                  <a:pt x="3181412" y="56104"/>
                  <a:pt x="3181412" y="57698"/>
                </a:cubicBezTo>
                <a:lnTo>
                  <a:pt x="3181412" y="60288"/>
                </a:lnTo>
                <a:cubicBezTo>
                  <a:pt x="3181412" y="61286"/>
                  <a:pt x="3181609" y="61483"/>
                  <a:pt x="3182391" y="61483"/>
                </a:cubicBezTo>
                <a:lnTo>
                  <a:pt x="3195489" y="61483"/>
                </a:lnTo>
                <a:lnTo>
                  <a:pt x="3195489" y="114842"/>
                </a:lnTo>
                <a:cubicBezTo>
                  <a:pt x="3195489" y="131365"/>
                  <a:pt x="3193338" y="132162"/>
                  <a:pt x="3182781" y="132958"/>
                </a:cubicBezTo>
                <a:cubicBezTo>
                  <a:pt x="3181609" y="134153"/>
                  <a:pt x="3181609" y="138337"/>
                  <a:pt x="3182781" y="139532"/>
                </a:cubicBezTo>
                <a:cubicBezTo>
                  <a:pt x="3189427" y="139335"/>
                  <a:pt x="3196467" y="139134"/>
                  <a:pt x="3203307" y="139134"/>
                </a:cubicBezTo>
                <a:cubicBezTo>
                  <a:pt x="3210150" y="139134"/>
                  <a:pt x="3218947" y="139335"/>
                  <a:pt x="3225399" y="139532"/>
                </a:cubicBezTo>
                <a:cubicBezTo>
                  <a:pt x="3226571" y="138337"/>
                  <a:pt x="3226571" y="134153"/>
                  <a:pt x="3225399" y="132958"/>
                </a:cubicBezTo>
                <a:cubicBezTo>
                  <a:pt x="3212888" y="132162"/>
                  <a:pt x="3210931" y="131365"/>
                  <a:pt x="3210931" y="114842"/>
                </a:cubicBezTo>
                <a:lnTo>
                  <a:pt x="3210931" y="61483"/>
                </a:lnTo>
                <a:lnTo>
                  <a:pt x="3245924" y="61483"/>
                </a:lnTo>
                <a:cubicBezTo>
                  <a:pt x="3251986" y="61359"/>
                  <a:pt x="3253549" y="65348"/>
                  <a:pt x="3253549" y="75519"/>
                </a:cubicBezTo>
                <a:lnTo>
                  <a:pt x="3253549" y="114808"/>
                </a:lnTo>
                <a:cubicBezTo>
                  <a:pt x="3253549" y="131362"/>
                  <a:pt x="3251204" y="132159"/>
                  <a:pt x="3240451" y="132958"/>
                </a:cubicBezTo>
                <a:cubicBezTo>
                  <a:pt x="3239278" y="134153"/>
                  <a:pt x="3239278" y="138337"/>
                  <a:pt x="3240451" y="139532"/>
                </a:cubicBezTo>
                <a:cubicBezTo>
                  <a:pt x="3247293" y="139335"/>
                  <a:pt x="3254330" y="139134"/>
                  <a:pt x="3261370" y="139134"/>
                </a:cubicBezTo>
                <a:cubicBezTo>
                  <a:pt x="3268210" y="139134"/>
                  <a:pt x="3275834" y="139335"/>
                  <a:pt x="3283068" y="139532"/>
                </a:cubicBezTo>
                <a:cubicBezTo>
                  <a:pt x="3284240" y="138337"/>
                  <a:pt x="3284240" y="134153"/>
                  <a:pt x="3283068" y="132958"/>
                </a:cubicBezTo>
                <a:cubicBezTo>
                  <a:pt x="3271142" y="132159"/>
                  <a:pt x="3268991" y="131362"/>
                  <a:pt x="3268991" y="114808"/>
                </a:cubicBezTo>
                <a:close/>
                <a:moveTo>
                  <a:pt x="3322556" y="67720"/>
                </a:moveTo>
                <a:cubicBezTo>
                  <a:pt x="3321384" y="69115"/>
                  <a:pt x="3320211" y="69517"/>
                  <a:pt x="3320211" y="67720"/>
                </a:cubicBezTo>
                <a:cubicBezTo>
                  <a:pt x="3320015" y="62335"/>
                  <a:pt x="3319624" y="54563"/>
                  <a:pt x="3318645" y="52568"/>
                </a:cubicBezTo>
                <a:cubicBezTo>
                  <a:pt x="3318255" y="51571"/>
                  <a:pt x="3317864" y="50975"/>
                  <a:pt x="3316301" y="50975"/>
                </a:cubicBezTo>
                <a:cubicBezTo>
                  <a:pt x="3310827" y="53167"/>
                  <a:pt x="3305744" y="54961"/>
                  <a:pt x="3292255" y="56752"/>
                </a:cubicBezTo>
                <a:cubicBezTo>
                  <a:pt x="3291865" y="57950"/>
                  <a:pt x="3292255" y="61137"/>
                  <a:pt x="3292646" y="62335"/>
                </a:cubicBezTo>
                <a:cubicBezTo>
                  <a:pt x="3303203" y="63332"/>
                  <a:pt x="3305353" y="64329"/>
                  <a:pt x="3305353" y="75899"/>
                </a:cubicBezTo>
                <a:lnTo>
                  <a:pt x="3305353" y="114802"/>
                </a:lnTo>
                <a:cubicBezTo>
                  <a:pt x="3305353" y="131161"/>
                  <a:pt x="3303400" y="131961"/>
                  <a:pt x="3291668" y="132958"/>
                </a:cubicBezTo>
                <a:cubicBezTo>
                  <a:pt x="3290495" y="134153"/>
                  <a:pt x="3290495" y="138337"/>
                  <a:pt x="3291668" y="139532"/>
                </a:cubicBezTo>
                <a:cubicBezTo>
                  <a:pt x="3297535" y="139335"/>
                  <a:pt x="3305353" y="139134"/>
                  <a:pt x="3313172" y="139134"/>
                </a:cubicBezTo>
                <a:cubicBezTo>
                  <a:pt x="3320993" y="139134"/>
                  <a:pt x="3326857" y="139335"/>
                  <a:pt x="3332722" y="139532"/>
                </a:cubicBezTo>
                <a:cubicBezTo>
                  <a:pt x="3333894" y="138337"/>
                  <a:pt x="3333894" y="134153"/>
                  <a:pt x="3332722" y="132958"/>
                </a:cubicBezTo>
                <a:cubicBezTo>
                  <a:pt x="3322753" y="131961"/>
                  <a:pt x="3320796" y="131161"/>
                  <a:pt x="3320796" y="114802"/>
                </a:cubicBezTo>
                <a:lnTo>
                  <a:pt x="3320796" y="82084"/>
                </a:lnTo>
                <a:cubicBezTo>
                  <a:pt x="3320796" y="77894"/>
                  <a:pt x="3322556" y="75501"/>
                  <a:pt x="3324119" y="73707"/>
                </a:cubicBezTo>
                <a:cubicBezTo>
                  <a:pt x="3331550" y="66324"/>
                  <a:pt x="3340346" y="61933"/>
                  <a:pt x="3347971" y="61933"/>
                </a:cubicBezTo>
                <a:cubicBezTo>
                  <a:pt x="3351881" y="61933"/>
                  <a:pt x="3355986" y="64527"/>
                  <a:pt x="3358330" y="69115"/>
                </a:cubicBezTo>
                <a:cubicBezTo>
                  <a:pt x="3360287" y="73108"/>
                  <a:pt x="3360678" y="78493"/>
                  <a:pt x="3360678" y="84477"/>
                </a:cubicBezTo>
                <a:lnTo>
                  <a:pt x="3360678" y="114802"/>
                </a:lnTo>
                <a:cubicBezTo>
                  <a:pt x="3360678" y="131161"/>
                  <a:pt x="3358721" y="131961"/>
                  <a:pt x="3348555" y="132958"/>
                </a:cubicBezTo>
                <a:cubicBezTo>
                  <a:pt x="3347580" y="134153"/>
                  <a:pt x="3347580" y="138337"/>
                  <a:pt x="3348555" y="139532"/>
                </a:cubicBezTo>
                <a:cubicBezTo>
                  <a:pt x="3354423" y="139335"/>
                  <a:pt x="3360678" y="139134"/>
                  <a:pt x="3368496" y="139134"/>
                </a:cubicBezTo>
                <a:cubicBezTo>
                  <a:pt x="3376318" y="139134"/>
                  <a:pt x="3383354" y="139335"/>
                  <a:pt x="3389219" y="139532"/>
                </a:cubicBezTo>
                <a:cubicBezTo>
                  <a:pt x="3390197" y="138337"/>
                  <a:pt x="3390197" y="134153"/>
                  <a:pt x="3389219" y="132958"/>
                </a:cubicBezTo>
                <a:cubicBezTo>
                  <a:pt x="3378271" y="131961"/>
                  <a:pt x="3376121" y="131161"/>
                  <a:pt x="3376121" y="114802"/>
                </a:cubicBezTo>
                <a:lnTo>
                  <a:pt x="3376121" y="85076"/>
                </a:lnTo>
                <a:cubicBezTo>
                  <a:pt x="3376121" y="74105"/>
                  <a:pt x="3375339" y="64527"/>
                  <a:pt x="3370844" y="58348"/>
                </a:cubicBezTo>
                <a:cubicBezTo>
                  <a:pt x="3367518" y="53964"/>
                  <a:pt x="3361460" y="51571"/>
                  <a:pt x="3354617" y="51571"/>
                </a:cubicBezTo>
                <a:cubicBezTo>
                  <a:pt x="3345038" y="51571"/>
                  <a:pt x="3334091" y="54161"/>
                  <a:pt x="3322556" y="67720"/>
                </a:cubicBezTo>
                <a:close/>
                <a:moveTo>
                  <a:pt x="3449822" y="92645"/>
                </a:moveTo>
                <a:lnTo>
                  <a:pt x="3449822" y="118962"/>
                </a:lnTo>
                <a:cubicBezTo>
                  <a:pt x="3449822" y="121556"/>
                  <a:pt x="3448646" y="122951"/>
                  <a:pt x="3447083" y="124146"/>
                </a:cubicBezTo>
                <a:cubicBezTo>
                  <a:pt x="3442000" y="128333"/>
                  <a:pt x="3435354" y="132922"/>
                  <a:pt x="3429881" y="132922"/>
                </a:cubicBezTo>
                <a:cubicBezTo>
                  <a:pt x="3420106" y="132922"/>
                  <a:pt x="3415804" y="124946"/>
                  <a:pt x="3415804" y="118764"/>
                </a:cubicBezTo>
                <a:cubicBezTo>
                  <a:pt x="3415804" y="109791"/>
                  <a:pt x="3419912" y="100617"/>
                  <a:pt x="3434376" y="96832"/>
                </a:cubicBezTo>
                <a:lnTo>
                  <a:pt x="3449822" y="92645"/>
                </a:lnTo>
                <a:moveTo>
                  <a:pt x="3449822" y="129531"/>
                </a:moveTo>
                <a:cubicBezTo>
                  <a:pt x="3450994" y="135710"/>
                  <a:pt x="3453145" y="141089"/>
                  <a:pt x="3462920" y="141089"/>
                </a:cubicBezTo>
                <a:cubicBezTo>
                  <a:pt x="3470347" y="141089"/>
                  <a:pt x="3477384" y="137702"/>
                  <a:pt x="3481489" y="133719"/>
                </a:cubicBezTo>
                <a:cubicBezTo>
                  <a:pt x="3481098" y="131325"/>
                  <a:pt x="3480316" y="129531"/>
                  <a:pt x="3478166" y="128336"/>
                </a:cubicBezTo>
                <a:cubicBezTo>
                  <a:pt x="3476799" y="129531"/>
                  <a:pt x="3473473" y="131526"/>
                  <a:pt x="3470932" y="131526"/>
                </a:cubicBezTo>
                <a:cubicBezTo>
                  <a:pt x="3465264" y="131526"/>
                  <a:pt x="3465068" y="123748"/>
                  <a:pt x="3465068" y="114577"/>
                </a:cubicBezTo>
                <a:lnTo>
                  <a:pt x="3465068" y="85265"/>
                </a:lnTo>
                <a:cubicBezTo>
                  <a:pt x="3465068" y="56953"/>
                  <a:pt x="3449822" y="51571"/>
                  <a:pt x="3435548" y="51571"/>
                </a:cubicBezTo>
                <a:cubicBezTo>
                  <a:pt x="3419518" y="51571"/>
                  <a:pt x="3403294" y="62335"/>
                  <a:pt x="3403294" y="73701"/>
                </a:cubicBezTo>
                <a:cubicBezTo>
                  <a:pt x="3403294" y="78487"/>
                  <a:pt x="3405638" y="80880"/>
                  <a:pt x="3410137" y="80880"/>
                </a:cubicBezTo>
                <a:cubicBezTo>
                  <a:pt x="3415804" y="80880"/>
                  <a:pt x="3419324" y="76693"/>
                  <a:pt x="3419324" y="74099"/>
                </a:cubicBezTo>
                <a:cubicBezTo>
                  <a:pt x="3419324" y="72704"/>
                  <a:pt x="3419127" y="71308"/>
                  <a:pt x="3418736" y="70511"/>
                </a:cubicBezTo>
                <a:cubicBezTo>
                  <a:pt x="3418543" y="69912"/>
                  <a:pt x="3418346" y="68717"/>
                  <a:pt x="3418346" y="66522"/>
                </a:cubicBezTo>
                <a:cubicBezTo>
                  <a:pt x="3418346" y="60340"/>
                  <a:pt x="3426558" y="58148"/>
                  <a:pt x="3433985" y="58148"/>
                </a:cubicBezTo>
                <a:cubicBezTo>
                  <a:pt x="3440631" y="58148"/>
                  <a:pt x="3449822" y="61538"/>
                  <a:pt x="3449822" y="84070"/>
                </a:cubicBezTo>
                <a:cubicBezTo>
                  <a:pt x="3449822" y="85465"/>
                  <a:pt x="3449234" y="86262"/>
                  <a:pt x="3448646" y="86463"/>
                </a:cubicBezTo>
                <a:lnTo>
                  <a:pt x="3431835" y="90650"/>
                </a:lnTo>
                <a:cubicBezTo>
                  <a:pt x="3413069" y="95436"/>
                  <a:pt x="3399580" y="106002"/>
                  <a:pt x="3399580" y="119561"/>
                </a:cubicBezTo>
                <a:cubicBezTo>
                  <a:pt x="3399580" y="135911"/>
                  <a:pt x="3410527" y="141089"/>
                  <a:pt x="3424210" y="141089"/>
                </a:cubicBezTo>
                <a:cubicBezTo>
                  <a:pt x="3431053" y="141089"/>
                  <a:pt x="3436918" y="139496"/>
                  <a:pt x="3445520" y="132721"/>
                </a:cubicBezTo>
                <a:lnTo>
                  <a:pt x="3449431" y="129531"/>
                </a:lnTo>
                <a:lnTo>
                  <a:pt x="3449822" y="129531"/>
                </a:lnTo>
                <a:close/>
                <a:moveTo>
                  <a:pt x="3500451" y="114827"/>
                </a:moveTo>
                <a:cubicBezTo>
                  <a:pt x="3500451" y="131365"/>
                  <a:pt x="3498303" y="132359"/>
                  <a:pt x="3486377" y="132958"/>
                </a:cubicBezTo>
                <a:cubicBezTo>
                  <a:pt x="3485205" y="134153"/>
                  <a:pt x="3485205" y="138337"/>
                  <a:pt x="3486377" y="139532"/>
                </a:cubicBezTo>
                <a:cubicBezTo>
                  <a:pt x="3493220" y="139335"/>
                  <a:pt x="3500451" y="139134"/>
                  <a:pt x="3508272" y="139134"/>
                </a:cubicBezTo>
                <a:cubicBezTo>
                  <a:pt x="3516091" y="139134"/>
                  <a:pt x="3523521" y="139335"/>
                  <a:pt x="3529970" y="139532"/>
                </a:cubicBezTo>
                <a:cubicBezTo>
                  <a:pt x="3531145" y="138337"/>
                  <a:pt x="3531145" y="134153"/>
                  <a:pt x="3529970" y="132958"/>
                </a:cubicBezTo>
                <a:cubicBezTo>
                  <a:pt x="3518047" y="132359"/>
                  <a:pt x="3515897" y="131365"/>
                  <a:pt x="3515897" y="114827"/>
                </a:cubicBezTo>
                <a:lnTo>
                  <a:pt x="3515897" y="22982"/>
                </a:lnTo>
                <a:cubicBezTo>
                  <a:pt x="3515897" y="10034"/>
                  <a:pt x="3516678" y="2019"/>
                  <a:pt x="3516678" y="2019"/>
                </a:cubicBezTo>
                <a:cubicBezTo>
                  <a:pt x="3516678" y="608"/>
                  <a:pt x="3515897" y="0"/>
                  <a:pt x="3514137" y="0"/>
                </a:cubicBezTo>
                <a:cubicBezTo>
                  <a:pt x="3509251" y="2019"/>
                  <a:pt x="3494586" y="4844"/>
                  <a:pt x="3486768" y="5449"/>
                </a:cubicBezTo>
                <a:cubicBezTo>
                  <a:pt x="3486377" y="7045"/>
                  <a:pt x="3486768" y="10232"/>
                  <a:pt x="3487940" y="11430"/>
                </a:cubicBezTo>
                <a:cubicBezTo>
                  <a:pt x="3499279" y="12224"/>
                  <a:pt x="3500451" y="12823"/>
                  <a:pt x="3500451" y="27765"/>
                </a:cubicBezTo>
                <a:lnTo>
                  <a:pt x="3500451" y="114827"/>
                </a:lnTo>
                <a:close/>
                <a:moveTo>
                  <a:pt x="3640620" y="92645"/>
                </a:moveTo>
                <a:lnTo>
                  <a:pt x="3640620" y="118962"/>
                </a:lnTo>
                <a:cubicBezTo>
                  <a:pt x="3640620" y="121556"/>
                  <a:pt x="3639444" y="122951"/>
                  <a:pt x="3637881" y="124146"/>
                </a:cubicBezTo>
                <a:cubicBezTo>
                  <a:pt x="3632798" y="128333"/>
                  <a:pt x="3626152" y="132922"/>
                  <a:pt x="3620679" y="132922"/>
                </a:cubicBezTo>
                <a:cubicBezTo>
                  <a:pt x="3610903" y="132922"/>
                  <a:pt x="3606602" y="124946"/>
                  <a:pt x="3606602" y="118764"/>
                </a:cubicBezTo>
                <a:cubicBezTo>
                  <a:pt x="3606602" y="109791"/>
                  <a:pt x="3610710" y="100617"/>
                  <a:pt x="3625174" y="96832"/>
                </a:cubicBezTo>
                <a:lnTo>
                  <a:pt x="3640620" y="92645"/>
                </a:lnTo>
                <a:moveTo>
                  <a:pt x="3640620" y="129531"/>
                </a:moveTo>
                <a:cubicBezTo>
                  <a:pt x="3641792" y="135710"/>
                  <a:pt x="3643943" y="141089"/>
                  <a:pt x="3653718" y="141089"/>
                </a:cubicBezTo>
                <a:cubicBezTo>
                  <a:pt x="3661145" y="141089"/>
                  <a:pt x="3668182" y="137702"/>
                  <a:pt x="3672286" y="133719"/>
                </a:cubicBezTo>
                <a:cubicBezTo>
                  <a:pt x="3671896" y="131325"/>
                  <a:pt x="3671114" y="129531"/>
                  <a:pt x="3668963" y="128336"/>
                </a:cubicBezTo>
                <a:cubicBezTo>
                  <a:pt x="3667597" y="129531"/>
                  <a:pt x="3664271" y="131526"/>
                  <a:pt x="3661730" y="131526"/>
                </a:cubicBezTo>
                <a:cubicBezTo>
                  <a:pt x="3656062" y="131526"/>
                  <a:pt x="3655865" y="123748"/>
                  <a:pt x="3655865" y="114577"/>
                </a:cubicBezTo>
                <a:lnTo>
                  <a:pt x="3655865" y="85265"/>
                </a:lnTo>
                <a:cubicBezTo>
                  <a:pt x="3655865" y="56953"/>
                  <a:pt x="3640620" y="51571"/>
                  <a:pt x="3626346" y="51571"/>
                </a:cubicBezTo>
                <a:cubicBezTo>
                  <a:pt x="3610316" y="51571"/>
                  <a:pt x="3594092" y="62335"/>
                  <a:pt x="3594092" y="73701"/>
                </a:cubicBezTo>
                <a:cubicBezTo>
                  <a:pt x="3594092" y="78487"/>
                  <a:pt x="3596436" y="80880"/>
                  <a:pt x="3600935" y="80880"/>
                </a:cubicBezTo>
                <a:cubicBezTo>
                  <a:pt x="3606602" y="80880"/>
                  <a:pt x="3610122" y="76693"/>
                  <a:pt x="3610122" y="74099"/>
                </a:cubicBezTo>
                <a:cubicBezTo>
                  <a:pt x="3610122" y="72704"/>
                  <a:pt x="3609925" y="71308"/>
                  <a:pt x="3609534" y="70511"/>
                </a:cubicBezTo>
                <a:cubicBezTo>
                  <a:pt x="3609340" y="69912"/>
                  <a:pt x="3609144" y="68717"/>
                  <a:pt x="3609144" y="66522"/>
                </a:cubicBezTo>
                <a:cubicBezTo>
                  <a:pt x="3609144" y="60340"/>
                  <a:pt x="3617356" y="58148"/>
                  <a:pt x="3624783" y="58148"/>
                </a:cubicBezTo>
                <a:cubicBezTo>
                  <a:pt x="3631429" y="58148"/>
                  <a:pt x="3640620" y="61538"/>
                  <a:pt x="3640620" y="84070"/>
                </a:cubicBezTo>
                <a:cubicBezTo>
                  <a:pt x="3640620" y="85465"/>
                  <a:pt x="3640032" y="86262"/>
                  <a:pt x="3639444" y="86463"/>
                </a:cubicBezTo>
                <a:lnTo>
                  <a:pt x="3622632" y="90650"/>
                </a:lnTo>
                <a:cubicBezTo>
                  <a:pt x="3603867" y="95436"/>
                  <a:pt x="3590378" y="106002"/>
                  <a:pt x="3590378" y="119561"/>
                </a:cubicBezTo>
                <a:cubicBezTo>
                  <a:pt x="3590378" y="135911"/>
                  <a:pt x="3601325" y="141089"/>
                  <a:pt x="3615008" y="141089"/>
                </a:cubicBezTo>
                <a:cubicBezTo>
                  <a:pt x="3621851" y="141089"/>
                  <a:pt x="3627715" y="139496"/>
                  <a:pt x="3636318" y="132721"/>
                </a:cubicBezTo>
                <a:lnTo>
                  <a:pt x="3640229" y="129531"/>
                </a:lnTo>
                <a:lnTo>
                  <a:pt x="3640620" y="129531"/>
                </a:lnTo>
                <a:close/>
                <a:moveTo>
                  <a:pt x="3735041" y="83504"/>
                </a:moveTo>
                <a:cubicBezTo>
                  <a:pt x="3735041" y="102074"/>
                  <a:pt x="3725851" y="105866"/>
                  <a:pt x="3718617" y="105866"/>
                </a:cubicBezTo>
                <a:cubicBezTo>
                  <a:pt x="3702196" y="105866"/>
                  <a:pt x="3700439" y="91693"/>
                  <a:pt x="3700439" y="78913"/>
                </a:cubicBezTo>
                <a:cubicBezTo>
                  <a:pt x="3700439" y="64938"/>
                  <a:pt x="3705325" y="57749"/>
                  <a:pt x="3716079" y="57749"/>
                </a:cubicBezTo>
                <a:cubicBezTo>
                  <a:pt x="3728392" y="57749"/>
                  <a:pt x="3735041" y="66935"/>
                  <a:pt x="3735041" y="83504"/>
                </a:cubicBezTo>
                <a:moveTo>
                  <a:pt x="3698482" y="141080"/>
                </a:moveTo>
                <a:cubicBezTo>
                  <a:pt x="3700633" y="141679"/>
                  <a:pt x="3703762" y="142080"/>
                  <a:pt x="3706304" y="142080"/>
                </a:cubicBezTo>
                <a:cubicBezTo>
                  <a:pt x="3712362" y="142080"/>
                  <a:pt x="3717836" y="141478"/>
                  <a:pt x="3720574" y="141478"/>
                </a:cubicBezTo>
                <a:cubicBezTo>
                  <a:pt x="3730349" y="141478"/>
                  <a:pt x="3738558" y="141679"/>
                  <a:pt x="3744229" y="144878"/>
                </a:cubicBezTo>
                <a:cubicBezTo>
                  <a:pt x="3751853" y="149275"/>
                  <a:pt x="3754198" y="152072"/>
                  <a:pt x="3754198" y="157269"/>
                </a:cubicBezTo>
                <a:cubicBezTo>
                  <a:pt x="3754198" y="171661"/>
                  <a:pt x="3733475" y="179256"/>
                  <a:pt x="3715882" y="179256"/>
                </a:cubicBezTo>
                <a:cubicBezTo>
                  <a:pt x="3708845" y="179256"/>
                  <a:pt x="3692424" y="173458"/>
                  <a:pt x="3692424" y="159869"/>
                </a:cubicBezTo>
                <a:cubicBezTo>
                  <a:pt x="3692424" y="153073"/>
                  <a:pt x="3692815" y="148077"/>
                  <a:pt x="3698482" y="141080"/>
                </a:cubicBezTo>
                <a:moveTo>
                  <a:pt x="3759478" y="61942"/>
                </a:moveTo>
                <a:cubicBezTo>
                  <a:pt x="3763191" y="61942"/>
                  <a:pt x="3766708" y="58348"/>
                  <a:pt x="3766708" y="54362"/>
                </a:cubicBezTo>
                <a:cubicBezTo>
                  <a:pt x="3766708" y="50178"/>
                  <a:pt x="3762995" y="46988"/>
                  <a:pt x="3757718" y="46988"/>
                </a:cubicBezTo>
                <a:cubicBezTo>
                  <a:pt x="3752635" y="46988"/>
                  <a:pt x="3743250" y="50376"/>
                  <a:pt x="3738167" y="57153"/>
                </a:cubicBezTo>
                <a:cubicBezTo>
                  <a:pt x="3735823" y="55557"/>
                  <a:pt x="3729371" y="51571"/>
                  <a:pt x="3717836" y="51571"/>
                </a:cubicBezTo>
                <a:cubicBezTo>
                  <a:pt x="3700439" y="51571"/>
                  <a:pt x="3684409" y="63539"/>
                  <a:pt x="3684409" y="81908"/>
                </a:cubicBezTo>
                <a:cubicBezTo>
                  <a:pt x="3684409" y="92690"/>
                  <a:pt x="3689101" y="98878"/>
                  <a:pt x="3694575" y="104269"/>
                </a:cubicBezTo>
                <a:cubicBezTo>
                  <a:pt x="3689101" y="109055"/>
                  <a:pt x="3685972" y="117606"/>
                  <a:pt x="3685972" y="124359"/>
                </a:cubicBezTo>
                <a:cubicBezTo>
                  <a:pt x="3685972" y="131517"/>
                  <a:pt x="3689883" y="137097"/>
                  <a:pt x="3694966" y="139687"/>
                </a:cubicBezTo>
                <a:cubicBezTo>
                  <a:pt x="3684409" y="146076"/>
                  <a:pt x="3678935" y="155271"/>
                  <a:pt x="3678935" y="163864"/>
                </a:cubicBezTo>
                <a:cubicBezTo>
                  <a:pt x="3678935" y="181248"/>
                  <a:pt x="3694966" y="186627"/>
                  <a:pt x="3710017" y="186627"/>
                </a:cubicBezTo>
                <a:cubicBezTo>
                  <a:pt x="3736408" y="186627"/>
                  <a:pt x="3764951" y="173658"/>
                  <a:pt x="3764951" y="152072"/>
                </a:cubicBezTo>
                <a:cubicBezTo>
                  <a:pt x="3764951" y="145678"/>
                  <a:pt x="3762019" y="140682"/>
                  <a:pt x="3756349" y="135899"/>
                </a:cubicBezTo>
                <a:cubicBezTo>
                  <a:pt x="3748724" y="129522"/>
                  <a:pt x="3735041" y="129325"/>
                  <a:pt x="3727808" y="129325"/>
                </a:cubicBezTo>
                <a:cubicBezTo>
                  <a:pt x="3724288" y="129325"/>
                  <a:pt x="3719402" y="129723"/>
                  <a:pt x="3714710" y="130319"/>
                </a:cubicBezTo>
                <a:cubicBezTo>
                  <a:pt x="3711777" y="130520"/>
                  <a:pt x="3709821" y="130720"/>
                  <a:pt x="3708845" y="130720"/>
                </a:cubicBezTo>
                <a:cubicBezTo>
                  <a:pt x="3703175" y="130720"/>
                  <a:pt x="3696332" y="127935"/>
                  <a:pt x="3696332" y="119394"/>
                </a:cubicBezTo>
                <a:cubicBezTo>
                  <a:pt x="3696332" y="115423"/>
                  <a:pt x="3697507" y="111248"/>
                  <a:pt x="3699852" y="107860"/>
                </a:cubicBezTo>
                <a:cubicBezTo>
                  <a:pt x="3704544" y="110649"/>
                  <a:pt x="3710017" y="112044"/>
                  <a:pt x="3717642" y="112044"/>
                </a:cubicBezTo>
                <a:cubicBezTo>
                  <a:pt x="3734845" y="112044"/>
                  <a:pt x="3750678" y="101076"/>
                  <a:pt x="3750678" y="81509"/>
                </a:cubicBezTo>
                <a:cubicBezTo>
                  <a:pt x="3750678" y="72126"/>
                  <a:pt x="3747943" y="66735"/>
                  <a:pt x="3742272" y="60744"/>
                </a:cubicBezTo>
                <a:cubicBezTo>
                  <a:pt x="3743641" y="58747"/>
                  <a:pt x="3747552" y="55955"/>
                  <a:pt x="3750093" y="55955"/>
                </a:cubicBezTo>
                <a:cubicBezTo>
                  <a:pt x="3751462" y="55955"/>
                  <a:pt x="3752829" y="56554"/>
                  <a:pt x="3754004" y="58348"/>
                </a:cubicBezTo>
                <a:cubicBezTo>
                  <a:pt x="3754785" y="59945"/>
                  <a:pt x="3757327" y="61942"/>
                  <a:pt x="3759478" y="61942"/>
                </a:cubicBezTo>
                <a:close/>
                <a:moveTo>
                  <a:pt x="3832786" y="83504"/>
                </a:moveTo>
                <a:cubicBezTo>
                  <a:pt x="3832786" y="102074"/>
                  <a:pt x="3823596" y="105866"/>
                  <a:pt x="3816362" y="105866"/>
                </a:cubicBezTo>
                <a:cubicBezTo>
                  <a:pt x="3799941" y="105866"/>
                  <a:pt x="3798184" y="91693"/>
                  <a:pt x="3798184" y="78913"/>
                </a:cubicBezTo>
                <a:cubicBezTo>
                  <a:pt x="3798184" y="64938"/>
                  <a:pt x="3803070" y="57749"/>
                  <a:pt x="3813824" y="57749"/>
                </a:cubicBezTo>
                <a:cubicBezTo>
                  <a:pt x="3826137" y="57749"/>
                  <a:pt x="3832786" y="66935"/>
                  <a:pt x="3832786" y="83504"/>
                </a:cubicBezTo>
                <a:moveTo>
                  <a:pt x="3796228" y="141080"/>
                </a:moveTo>
                <a:cubicBezTo>
                  <a:pt x="3798378" y="141679"/>
                  <a:pt x="3801507" y="142080"/>
                  <a:pt x="3804049" y="142080"/>
                </a:cubicBezTo>
                <a:cubicBezTo>
                  <a:pt x="3810107" y="142080"/>
                  <a:pt x="3815581" y="141478"/>
                  <a:pt x="3818319" y="141478"/>
                </a:cubicBezTo>
                <a:cubicBezTo>
                  <a:pt x="3828094" y="141478"/>
                  <a:pt x="3836303" y="141679"/>
                  <a:pt x="3841974" y="144878"/>
                </a:cubicBezTo>
                <a:cubicBezTo>
                  <a:pt x="3849598" y="149275"/>
                  <a:pt x="3851943" y="152072"/>
                  <a:pt x="3851943" y="157269"/>
                </a:cubicBezTo>
                <a:cubicBezTo>
                  <a:pt x="3851943" y="171661"/>
                  <a:pt x="3831220" y="179256"/>
                  <a:pt x="3813627" y="179256"/>
                </a:cubicBezTo>
                <a:cubicBezTo>
                  <a:pt x="3806590" y="179256"/>
                  <a:pt x="3790169" y="173458"/>
                  <a:pt x="3790169" y="159869"/>
                </a:cubicBezTo>
                <a:cubicBezTo>
                  <a:pt x="3790169" y="153073"/>
                  <a:pt x="3790560" y="148077"/>
                  <a:pt x="3796228" y="141080"/>
                </a:cubicBezTo>
                <a:moveTo>
                  <a:pt x="3857223" y="61942"/>
                </a:moveTo>
                <a:cubicBezTo>
                  <a:pt x="3860936" y="61942"/>
                  <a:pt x="3864453" y="58348"/>
                  <a:pt x="3864453" y="54362"/>
                </a:cubicBezTo>
                <a:cubicBezTo>
                  <a:pt x="3864453" y="50178"/>
                  <a:pt x="3860740" y="46988"/>
                  <a:pt x="3855463" y="46988"/>
                </a:cubicBezTo>
                <a:cubicBezTo>
                  <a:pt x="3850380" y="46988"/>
                  <a:pt x="3840996" y="50376"/>
                  <a:pt x="3835913" y="57153"/>
                </a:cubicBezTo>
                <a:cubicBezTo>
                  <a:pt x="3833568" y="55557"/>
                  <a:pt x="3827116" y="51571"/>
                  <a:pt x="3815581" y="51571"/>
                </a:cubicBezTo>
                <a:cubicBezTo>
                  <a:pt x="3798184" y="51571"/>
                  <a:pt x="3782154" y="63539"/>
                  <a:pt x="3782154" y="81908"/>
                </a:cubicBezTo>
                <a:cubicBezTo>
                  <a:pt x="3782154" y="92690"/>
                  <a:pt x="3786846" y="98878"/>
                  <a:pt x="3792320" y="104269"/>
                </a:cubicBezTo>
                <a:cubicBezTo>
                  <a:pt x="3786846" y="109055"/>
                  <a:pt x="3783717" y="117606"/>
                  <a:pt x="3783717" y="124359"/>
                </a:cubicBezTo>
                <a:cubicBezTo>
                  <a:pt x="3783717" y="131517"/>
                  <a:pt x="3787628" y="137097"/>
                  <a:pt x="3792711" y="139687"/>
                </a:cubicBezTo>
                <a:cubicBezTo>
                  <a:pt x="3782154" y="146076"/>
                  <a:pt x="3776680" y="155271"/>
                  <a:pt x="3776680" y="163864"/>
                </a:cubicBezTo>
                <a:cubicBezTo>
                  <a:pt x="3776680" y="181248"/>
                  <a:pt x="3792711" y="186627"/>
                  <a:pt x="3807763" y="186627"/>
                </a:cubicBezTo>
                <a:cubicBezTo>
                  <a:pt x="3834153" y="186627"/>
                  <a:pt x="3862696" y="173658"/>
                  <a:pt x="3862696" y="152072"/>
                </a:cubicBezTo>
                <a:cubicBezTo>
                  <a:pt x="3862696" y="145678"/>
                  <a:pt x="3859764" y="140682"/>
                  <a:pt x="3854094" y="135899"/>
                </a:cubicBezTo>
                <a:cubicBezTo>
                  <a:pt x="3846469" y="129522"/>
                  <a:pt x="3832786" y="129325"/>
                  <a:pt x="3825553" y="129325"/>
                </a:cubicBezTo>
                <a:cubicBezTo>
                  <a:pt x="3822033" y="129325"/>
                  <a:pt x="3817147" y="129723"/>
                  <a:pt x="3812455" y="130319"/>
                </a:cubicBezTo>
                <a:cubicBezTo>
                  <a:pt x="3809522" y="130520"/>
                  <a:pt x="3807566" y="130720"/>
                  <a:pt x="3806590" y="130720"/>
                </a:cubicBezTo>
                <a:cubicBezTo>
                  <a:pt x="3800920" y="130720"/>
                  <a:pt x="3794077" y="127935"/>
                  <a:pt x="3794077" y="119394"/>
                </a:cubicBezTo>
                <a:cubicBezTo>
                  <a:pt x="3794077" y="115423"/>
                  <a:pt x="3795252" y="111248"/>
                  <a:pt x="3797597" y="107860"/>
                </a:cubicBezTo>
                <a:cubicBezTo>
                  <a:pt x="3802289" y="110649"/>
                  <a:pt x="3807763" y="112044"/>
                  <a:pt x="3815387" y="112044"/>
                </a:cubicBezTo>
                <a:cubicBezTo>
                  <a:pt x="3832590" y="112044"/>
                  <a:pt x="3848423" y="101076"/>
                  <a:pt x="3848423" y="81509"/>
                </a:cubicBezTo>
                <a:cubicBezTo>
                  <a:pt x="3848423" y="72126"/>
                  <a:pt x="3845688" y="66735"/>
                  <a:pt x="3840017" y="60744"/>
                </a:cubicBezTo>
                <a:cubicBezTo>
                  <a:pt x="3841386" y="58747"/>
                  <a:pt x="3845297" y="55955"/>
                  <a:pt x="3847838" y="55955"/>
                </a:cubicBezTo>
                <a:cubicBezTo>
                  <a:pt x="3849208" y="55955"/>
                  <a:pt x="3850574" y="56554"/>
                  <a:pt x="3851749" y="58348"/>
                </a:cubicBezTo>
                <a:cubicBezTo>
                  <a:pt x="3852531" y="59945"/>
                  <a:pt x="3855072" y="61942"/>
                  <a:pt x="3857223" y="61942"/>
                </a:cubicBezTo>
                <a:close/>
                <a:moveTo>
                  <a:pt x="3902576" y="67717"/>
                </a:moveTo>
                <a:cubicBezTo>
                  <a:pt x="3902185" y="59741"/>
                  <a:pt x="3901988" y="54563"/>
                  <a:pt x="3901013" y="52568"/>
                </a:cubicBezTo>
                <a:cubicBezTo>
                  <a:pt x="3900619" y="51571"/>
                  <a:pt x="3900228" y="50975"/>
                  <a:pt x="3898665" y="50975"/>
                </a:cubicBezTo>
                <a:cubicBezTo>
                  <a:pt x="3893191" y="53167"/>
                  <a:pt x="3888108" y="54961"/>
                  <a:pt x="3874620" y="56752"/>
                </a:cubicBezTo>
                <a:cubicBezTo>
                  <a:pt x="3874229" y="57950"/>
                  <a:pt x="3874620" y="61137"/>
                  <a:pt x="3875010" y="62332"/>
                </a:cubicBezTo>
                <a:cubicBezTo>
                  <a:pt x="3885567" y="63329"/>
                  <a:pt x="3887718" y="64326"/>
                  <a:pt x="3887718" y="75896"/>
                </a:cubicBezTo>
                <a:lnTo>
                  <a:pt x="3887718" y="114802"/>
                </a:lnTo>
                <a:cubicBezTo>
                  <a:pt x="3887718" y="131362"/>
                  <a:pt x="3885373" y="132159"/>
                  <a:pt x="3873250" y="132958"/>
                </a:cubicBezTo>
                <a:cubicBezTo>
                  <a:pt x="3872078" y="134153"/>
                  <a:pt x="3872078" y="138337"/>
                  <a:pt x="3873250" y="139532"/>
                </a:cubicBezTo>
                <a:cubicBezTo>
                  <a:pt x="3880093" y="139335"/>
                  <a:pt x="3887718" y="139134"/>
                  <a:pt x="3895539" y="139134"/>
                </a:cubicBezTo>
                <a:cubicBezTo>
                  <a:pt x="3903357" y="139134"/>
                  <a:pt x="3912351" y="139335"/>
                  <a:pt x="3919191" y="139532"/>
                </a:cubicBezTo>
                <a:cubicBezTo>
                  <a:pt x="3920366" y="138337"/>
                  <a:pt x="3920366" y="134153"/>
                  <a:pt x="3919191" y="132958"/>
                </a:cubicBezTo>
                <a:cubicBezTo>
                  <a:pt x="3905508" y="131961"/>
                  <a:pt x="3903160" y="131362"/>
                  <a:pt x="3903160" y="114802"/>
                </a:cubicBezTo>
                <a:lnTo>
                  <a:pt x="3903160" y="87071"/>
                </a:lnTo>
                <a:cubicBezTo>
                  <a:pt x="3903160" y="81883"/>
                  <a:pt x="3905508" y="77295"/>
                  <a:pt x="3907852" y="73704"/>
                </a:cubicBezTo>
                <a:cubicBezTo>
                  <a:pt x="3910003" y="70511"/>
                  <a:pt x="3914501" y="63928"/>
                  <a:pt x="3916846" y="63928"/>
                </a:cubicBezTo>
                <a:cubicBezTo>
                  <a:pt x="3918606" y="63928"/>
                  <a:pt x="3920366" y="64326"/>
                  <a:pt x="3921929" y="66522"/>
                </a:cubicBezTo>
                <a:cubicBezTo>
                  <a:pt x="3923298" y="68516"/>
                  <a:pt x="3925643" y="71110"/>
                  <a:pt x="3928966" y="71110"/>
                </a:cubicBezTo>
                <a:cubicBezTo>
                  <a:pt x="3933658" y="71110"/>
                  <a:pt x="3938153" y="66120"/>
                  <a:pt x="3938153" y="61137"/>
                </a:cubicBezTo>
                <a:cubicBezTo>
                  <a:pt x="3938153" y="57351"/>
                  <a:pt x="3934636" y="51571"/>
                  <a:pt x="3926424" y="51571"/>
                </a:cubicBezTo>
                <a:cubicBezTo>
                  <a:pt x="3917237" y="51571"/>
                  <a:pt x="3909222" y="60340"/>
                  <a:pt x="3904726" y="68115"/>
                </a:cubicBezTo>
                <a:cubicBezTo>
                  <a:pt x="3903554" y="70310"/>
                  <a:pt x="3902576" y="68714"/>
                  <a:pt x="3902576" y="67717"/>
                </a:cubicBezTo>
                <a:close/>
                <a:moveTo>
                  <a:pt x="3963568" y="82939"/>
                </a:moveTo>
                <a:cubicBezTo>
                  <a:pt x="3967282" y="60516"/>
                  <a:pt x="3980968" y="58731"/>
                  <a:pt x="3985660" y="58731"/>
                </a:cubicBezTo>
                <a:cubicBezTo>
                  <a:pt x="3993087" y="58731"/>
                  <a:pt x="4001884" y="62900"/>
                  <a:pt x="4001884" y="79566"/>
                </a:cubicBezTo>
                <a:cubicBezTo>
                  <a:pt x="4001884" y="81351"/>
                  <a:pt x="4001102" y="82346"/>
                  <a:pt x="3998952" y="82346"/>
                </a:cubicBezTo>
                <a:lnTo>
                  <a:pt x="3963568" y="82939"/>
                </a:lnTo>
                <a:moveTo>
                  <a:pt x="4014785" y="120573"/>
                </a:moveTo>
                <a:cubicBezTo>
                  <a:pt x="4007555" y="128142"/>
                  <a:pt x="4001884" y="131325"/>
                  <a:pt x="3990546" y="131325"/>
                </a:cubicBezTo>
                <a:cubicBezTo>
                  <a:pt x="3983509" y="131325"/>
                  <a:pt x="3975297" y="127144"/>
                  <a:pt x="3969239" y="116992"/>
                </a:cubicBezTo>
                <a:cubicBezTo>
                  <a:pt x="3965328" y="110421"/>
                  <a:pt x="3962980" y="101262"/>
                  <a:pt x="3962980" y="89713"/>
                </a:cubicBezTo>
                <a:lnTo>
                  <a:pt x="4014982" y="90112"/>
                </a:lnTo>
                <a:cubicBezTo>
                  <a:pt x="4017327" y="90112"/>
                  <a:pt x="4018696" y="88917"/>
                  <a:pt x="4018696" y="86724"/>
                </a:cubicBezTo>
                <a:cubicBezTo>
                  <a:pt x="4018696" y="70043"/>
                  <a:pt x="4012831" y="52154"/>
                  <a:pt x="3985660" y="52154"/>
                </a:cubicBezTo>
                <a:cubicBezTo>
                  <a:pt x="3968651" y="52154"/>
                  <a:pt x="3946559" y="68653"/>
                  <a:pt x="3946559" y="98872"/>
                </a:cubicBezTo>
                <a:cubicBezTo>
                  <a:pt x="3946559" y="110022"/>
                  <a:pt x="3949298" y="120774"/>
                  <a:pt x="3955750" y="128339"/>
                </a:cubicBezTo>
                <a:cubicBezTo>
                  <a:pt x="3962396" y="136309"/>
                  <a:pt x="3971583" y="141089"/>
                  <a:pt x="3985660" y="141089"/>
                </a:cubicBezTo>
                <a:cubicBezTo>
                  <a:pt x="4000515" y="141089"/>
                  <a:pt x="4011071" y="134117"/>
                  <a:pt x="4018893" y="123760"/>
                </a:cubicBezTo>
                <a:cubicBezTo>
                  <a:pt x="4018305" y="121768"/>
                  <a:pt x="4017133" y="120774"/>
                  <a:pt x="4014785" y="120573"/>
                </a:cubicBezTo>
                <a:close/>
                <a:moveTo>
                  <a:pt x="4089075" y="83504"/>
                </a:moveTo>
                <a:cubicBezTo>
                  <a:pt x="4089075" y="102074"/>
                  <a:pt x="4079884" y="105866"/>
                  <a:pt x="4072651" y="105866"/>
                </a:cubicBezTo>
                <a:cubicBezTo>
                  <a:pt x="4056230" y="105866"/>
                  <a:pt x="4054473" y="91693"/>
                  <a:pt x="4054473" y="78913"/>
                </a:cubicBezTo>
                <a:cubicBezTo>
                  <a:pt x="4054473" y="64938"/>
                  <a:pt x="4059359" y="57749"/>
                  <a:pt x="4070112" y="57749"/>
                </a:cubicBezTo>
                <a:cubicBezTo>
                  <a:pt x="4082426" y="57749"/>
                  <a:pt x="4089075" y="66935"/>
                  <a:pt x="4089075" y="83504"/>
                </a:cubicBezTo>
                <a:moveTo>
                  <a:pt x="4052516" y="141080"/>
                </a:moveTo>
                <a:cubicBezTo>
                  <a:pt x="4054667" y="141679"/>
                  <a:pt x="4057796" y="142080"/>
                  <a:pt x="4060337" y="142080"/>
                </a:cubicBezTo>
                <a:cubicBezTo>
                  <a:pt x="4066395" y="142080"/>
                  <a:pt x="4071869" y="141478"/>
                  <a:pt x="4074607" y="141478"/>
                </a:cubicBezTo>
                <a:cubicBezTo>
                  <a:pt x="4084383" y="141478"/>
                  <a:pt x="4092592" y="141679"/>
                  <a:pt x="4098262" y="144878"/>
                </a:cubicBezTo>
                <a:cubicBezTo>
                  <a:pt x="4105887" y="149275"/>
                  <a:pt x="4108231" y="152072"/>
                  <a:pt x="4108231" y="157269"/>
                </a:cubicBezTo>
                <a:cubicBezTo>
                  <a:pt x="4108231" y="171661"/>
                  <a:pt x="4087509" y="179256"/>
                  <a:pt x="4069915" y="179256"/>
                </a:cubicBezTo>
                <a:cubicBezTo>
                  <a:pt x="4062879" y="179256"/>
                  <a:pt x="4046457" y="173458"/>
                  <a:pt x="4046457" y="159869"/>
                </a:cubicBezTo>
                <a:cubicBezTo>
                  <a:pt x="4046457" y="153073"/>
                  <a:pt x="4046848" y="148077"/>
                  <a:pt x="4052516" y="141080"/>
                </a:cubicBezTo>
                <a:moveTo>
                  <a:pt x="4113511" y="61942"/>
                </a:moveTo>
                <a:cubicBezTo>
                  <a:pt x="4117225" y="61942"/>
                  <a:pt x="4120742" y="58348"/>
                  <a:pt x="4120742" y="54362"/>
                </a:cubicBezTo>
                <a:cubicBezTo>
                  <a:pt x="4120742" y="50178"/>
                  <a:pt x="4117028" y="46988"/>
                  <a:pt x="4111751" y="46988"/>
                </a:cubicBezTo>
                <a:cubicBezTo>
                  <a:pt x="4106668" y="46988"/>
                  <a:pt x="4097284" y="50376"/>
                  <a:pt x="4092201" y="57153"/>
                </a:cubicBezTo>
                <a:cubicBezTo>
                  <a:pt x="4089856" y="55557"/>
                  <a:pt x="4083404" y="51571"/>
                  <a:pt x="4071869" y="51571"/>
                </a:cubicBezTo>
                <a:cubicBezTo>
                  <a:pt x="4054473" y="51571"/>
                  <a:pt x="4038442" y="63539"/>
                  <a:pt x="4038442" y="81908"/>
                </a:cubicBezTo>
                <a:cubicBezTo>
                  <a:pt x="4038442" y="92690"/>
                  <a:pt x="4043134" y="98878"/>
                  <a:pt x="4048608" y="104269"/>
                </a:cubicBezTo>
                <a:cubicBezTo>
                  <a:pt x="4043134" y="109055"/>
                  <a:pt x="4040005" y="117606"/>
                  <a:pt x="4040005" y="124359"/>
                </a:cubicBezTo>
                <a:cubicBezTo>
                  <a:pt x="4040005" y="131517"/>
                  <a:pt x="4043916" y="137097"/>
                  <a:pt x="4048999" y="139687"/>
                </a:cubicBezTo>
                <a:cubicBezTo>
                  <a:pt x="4038442" y="146076"/>
                  <a:pt x="4032969" y="155271"/>
                  <a:pt x="4032969" y="163864"/>
                </a:cubicBezTo>
                <a:cubicBezTo>
                  <a:pt x="4032969" y="181248"/>
                  <a:pt x="4048999" y="186627"/>
                  <a:pt x="4064051" y="186627"/>
                </a:cubicBezTo>
                <a:cubicBezTo>
                  <a:pt x="4090441" y="186627"/>
                  <a:pt x="4118985" y="173658"/>
                  <a:pt x="4118985" y="152072"/>
                </a:cubicBezTo>
                <a:cubicBezTo>
                  <a:pt x="4118985" y="145678"/>
                  <a:pt x="4116052" y="140682"/>
                  <a:pt x="4110382" y="135899"/>
                </a:cubicBezTo>
                <a:cubicBezTo>
                  <a:pt x="4102758" y="129522"/>
                  <a:pt x="4089075" y="129325"/>
                  <a:pt x="4081841" y="129325"/>
                </a:cubicBezTo>
                <a:cubicBezTo>
                  <a:pt x="4078321" y="129325"/>
                  <a:pt x="4073435" y="129723"/>
                  <a:pt x="4068743" y="130319"/>
                </a:cubicBezTo>
                <a:cubicBezTo>
                  <a:pt x="4065811" y="130520"/>
                  <a:pt x="4063854" y="130720"/>
                  <a:pt x="4062879" y="130720"/>
                </a:cubicBezTo>
                <a:cubicBezTo>
                  <a:pt x="4057208" y="130720"/>
                  <a:pt x="4050365" y="127935"/>
                  <a:pt x="4050365" y="119394"/>
                </a:cubicBezTo>
                <a:cubicBezTo>
                  <a:pt x="4050365" y="115423"/>
                  <a:pt x="4051540" y="111248"/>
                  <a:pt x="4053885" y="107860"/>
                </a:cubicBezTo>
                <a:cubicBezTo>
                  <a:pt x="4058577" y="110649"/>
                  <a:pt x="4064051" y="112044"/>
                  <a:pt x="4071675" y="112044"/>
                </a:cubicBezTo>
                <a:cubicBezTo>
                  <a:pt x="4088878" y="112044"/>
                  <a:pt x="4104711" y="101076"/>
                  <a:pt x="4104711" y="81509"/>
                </a:cubicBezTo>
                <a:cubicBezTo>
                  <a:pt x="4104711" y="72126"/>
                  <a:pt x="4101976" y="66735"/>
                  <a:pt x="4096305" y="60744"/>
                </a:cubicBezTo>
                <a:cubicBezTo>
                  <a:pt x="4097675" y="58747"/>
                  <a:pt x="4101585" y="55955"/>
                  <a:pt x="4104127" y="55955"/>
                </a:cubicBezTo>
                <a:cubicBezTo>
                  <a:pt x="4105496" y="55955"/>
                  <a:pt x="4106862" y="56554"/>
                  <a:pt x="4108037" y="58348"/>
                </a:cubicBezTo>
                <a:cubicBezTo>
                  <a:pt x="4108819" y="59945"/>
                  <a:pt x="4111360" y="61942"/>
                  <a:pt x="4113511" y="61942"/>
                </a:cubicBezTo>
                <a:close/>
                <a:moveTo>
                  <a:pt x="4181737" y="92645"/>
                </a:moveTo>
                <a:lnTo>
                  <a:pt x="4181737" y="118962"/>
                </a:lnTo>
                <a:cubicBezTo>
                  <a:pt x="4181737" y="121556"/>
                  <a:pt x="4180562" y="122951"/>
                  <a:pt x="4178999" y="124146"/>
                </a:cubicBezTo>
                <a:cubicBezTo>
                  <a:pt x="4173916" y="128333"/>
                  <a:pt x="4167270" y="132922"/>
                  <a:pt x="4161796" y="132922"/>
                </a:cubicBezTo>
                <a:cubicBezTo>
                  <a:pt x="4152021" y="132922"/>
                  <a:pt x="4147719" y="124946"/>
                  <a:pt x="4147719" y="118764"/>
                </a:cubicBezTo>
                <a:cubicBezTo>
                  <a:pt x="4147719" y="109791"/>
                  <a:pt x="4151827" y="100617"/>
                  <a:pt x="4166291" y="96832"/>
                </a:cubicBezTo>
                <a:lnTo>
                  <a:pt x="4181737" y="92645"/>
                </a:lnTo>
                <a:moveTo>
                  <a:pt x="4181737" y="129531"/>
                </a:moveTo>
                <a:cubicBezTo>
                  <a:pt x="4182909" y="135710"/>
                  <a:pt x="4185060" y="141089"/>
                  <a:pt x="4194835" y="141089"/>
                </a:cubicBezTo>
                <a:cubicBezTo>
                  <a:pt x="4202263" y="141089"/>
                  <a:pt x="4209299" y="137702"/>
                  <a:pt x="4213404" y="133719"/>
                </a:cubicBezTo>
                <a:cubicBezTo>
                  <a:pt x="4213013" y="131325"/>
                  <a:pt x="4212232" y="129531"/>
                  <a:pt x="4210081" y="128336"/>
                </a:cubicBezTo>
                <a:cubicBezTo>
                  <a:pt x="4208715" y="129531"/>
                  <a:pt x="4205389" y="131526"/>
                  <a:pt x="4202847" y="131526"/>
                </a:cubicBezTo>
                <a:cubicBezTo>
                  <a:pt x="4197180" y="131526"/>
                  <a:pt x="4196983" y="123748"/>
                  <a:pt x="4196983" y="114577"/>
                </a:cubicBezTo>
                <a:lnTo>
                  <a:pt x="4196983" y="85265"/>
                </a:lnTo>
                <a:cubicBezTo>
                  <a:pt x="4196983" y="56953"/>
                  <a:pt x="4181737" y="51571"/>
                  <a:pt x="4167464" y="51571"/>
                </a:cubicBezTo>
                <a:cubicBezTo>
                  <a:pt x="4151433" y="51571"/>
                  <a:pt x="4135209" y="62335"/>
                  <a:pt x="4135209" y="73701"/>
                </a:cubicBezTo>
                <a:cubicBezTo>
                  <a:pt x="4135209" y="78487"/>
                  <a:pt x="4137554" y="80880"/>
                  <a:pt x="4142052" y="80880"/>
                </a:cubicBezTo>
                <a:cubicBezTo>
                  <a:pt x="4147719" y="80880"/>
                  <a:pt x="4151239" y="76693"/>
                  <a:pt x="4151239" y="74099"/>
                </a:cubicBezTo>
                <a:cubicBezTo>
                  <a:pt x="4151239" y="72704"/>
                  <a:pt x="4151042" y="71308"/>
                  <a:pt x="4150652" y="70511"/>
                </a:cubicBezTo>
                <a:cubicBezTo>
                  <a:pt x="4150458" y="69912"/>
                  <a:pt x="4150261" y="68717"/>
                  <a:pt x="4150261" y="66522"/>
                </a:cubicBezTo>
                <a:cubicBezTo>
                  <a:pt x="4150261" y="60340"/>
                  <a:pt x="4158473" y="58148"/>
                  <a:pt x="4165900" y="58148"/>
                </a:cubicBezTo>
                <a:cubicBezTo>
                  <a:pt x="4172546" y="58148"/>
                  <a:pt x="4181737" y="61538"/>
                  <a:pt x="4181737" y="84070"/>
                </a:cubicBezTo>
                <a:cubicBezTo>
                  <a:pt x="4181737" y="85465"/>
                  <a:pt x="4181149" y="86262"/>
                  <a:pt x="4180562" y="86463"/>
                </a:cubicBezTo>
                <a:lnTo>
                  <a:pt x="4163750" y="90650"/>
                </a:lnTo>
                <a:cubicBezTo>
                  <a:pt x="4144984" y="95436"/>
                  <a:pt x="4131495" y="106002"/>
                  <a:pt x="4131495" y="119561"/>
                </a:cubicBezTo>
                <a:cubicBezTo>
                  <a:pt x="4131495" y="135911"/>
                  <a:pt x="4142443" y="141089"/>
                  <a:pt x="4156125" y="141089"/>
                </a:cubicBezTo>
                <a:cubicBezTo>
                  <a:pt x="4162968" y="141089"/>
                  <a:pt x="4168833" y="139496"/>
                  <a:pt x="4177436" y="132721"/>
                </a:cubicBezTo>
                <a:lnTo>
                  <a:pt x="4181346" y="129531"/>
                </a:lnTo>
                <a:lnTo>
                  <a:pt x="4181737" y="129531"/>
                </a:lnTo>
                <a:close/>
                <a:moveTo>
                  <a:pt x="4222203" y="53711"/>
                </a:moveTo>
                <a:cubicBezTo>
                  <a:pt x="4219465" y="53711"/>
                  <a:pt x="4218683" y="56104"/>
                  <a:pt x="4218683" y="57698"/>
                </a:cubicBezTo>
                <a:lnTo>
                  <a:pt x="4218683" y="60288"/>
                </a:lnTo>
                <a:cubicBezTo>
                  <a:pt x="4218683" y="61286"/>
                  <a:pt x="4218877" y="61483"/>
                  <a:pt x="4219662" y="61483"/>
                </a:cubicBezTo>
                <a:lnTo>
                  <a:pt x="4231194" y="61483"/>
                </a:lnTo>
                <a:lnTo>
                  <a:pt x="4231194" y="121376"/>
                </a:lnTo>
                <a:cubicBezTo>
                  <a:pt x="4231194" y="135509"/>
                  <a:pt x="4237255" y="141089"/>
                  <a:pt x="4246246" y="141089"/>
                </a:cubicBezTo>
                <a:cubicBezTo>
                  <a:pt x="4255239" y="141089"/>
                  <a:pt x="4265014" y="136708"/>
                  <a:pt x="4272639" y="127941"/>
                </a:cubicBezTo>
                <a:cubicBezTo>
                  <a:pt x="4272248" y="125953"/>
                  <a:pt x="4271076" y="124758"/>
                  <a:pt x="4269119" y="124560"/>
                </a:cubicBezTo>
                <a:cubicBezTo>
                  <a:pt x="4264036" y="128540"/>
                  <a:pt x="4258172" y="130130"/>
                  <a:pt x="4253089" y="130130"/>
                </a:cubicBezTo>
                <a:cubicBezTo>
                  <a:pt x="4247812" y="130130"/>
                  <a:pt x="4246640" y="124162"/>
                  <a:pt x="4246640" y="111825"/>
                </a:cubicBezTo>
                <a:lnTo>
                  <a:pt x="4246640" y="61483"/>
                </a:lnTo>
                <a:lnTo>
                  <a:pt x="4266968" y="61483"/>
                </a:lnTo>
                <a:cubicBezTo>
                  <a:pt x="4268925" y="61483"/>
                  <a:pt x="4271660" y="60687"/>
                  <a:pt x="4271660" y="58893"/>
                </a:cubicBezTo>
                <a:lnTo>
                  <a:pt x="4271660" y="54909"/>
                </a:lnTo>
                <a:cubicBezTo>
                  <a:pt x="4271660" y="54113"/>
                  <a:pt x="4271076" y="53711"/>
                  <a:pt x="4270097" y="53711"/>
                </a:cubicBezTo>
                <a:lnTo>
                  <a:pt x="4246640" y="53711"/>
                </a:lnTo>
                <a:lnTo>
                  <a:pt x="4246640" y="45942"/>
                </a:lnTo>
                <a:cubicBezTo>
                  <a:pt x="4246640" y="32989"/>
                  <a:pt x="4247421" y="25016"/>
                  <a:pt x="4247421" y="25016"/>
                </a:cubicBezTo>
                <a:cubicBezTo>
                  <a:pt x="4247421" y="23821"/>
                  <a:pt x="4246833" y="23222"/>
                  <a:pt x="4245855" y="23222"/>
                </a:cubicBezTo>
                <a:cubicBezTo>
                  <a:pt x="4245073" y="23222"/>
                  <a:pt x="4243314" y="24022"/>
                  <a:pt x="4241557" y="25016"/>
                </a:cubicBezTo>
                <a:cubicBezTo>
                  <a:pt x="4239406" y="26214"/>
                  <a:pt x="4237449" y="27208"/>
                  <a:pt x="4234908" y="27807"/>
                </a:cubicBezTo>
                <a:cubicBezTo>
                  <a:pt x="4232563" y="28604"/>
                  <a:pt x="4230609" y="29203"/>
                  <a:pt x="4230609" y="30596"/>
                </a:cubicBezTo>
                <a:cubicBezTo>
                  <a:pt x="4230609" y="32989"/>
                  <a:pt x="4231194" y="31593"/>
                  <a:pt x="4231194" y="53711"/>
                </a:cubicBezTo>
                <a:lnTo>
                  <a:pt x="4222203" y="53711"/>
                </a:lnTo>
                <a:close/>
                <a:moveTo>
                  <a:pt x="4293166" y="19686"/>
                </a:moveTo>
                <a:cubicBezTo>
                  <a:pt x="4293166" y="24867"/>
                  <a:pt x="4297858" y="30048"/>
                  <a:pt x="4302547" y="30048"/>
                </a:cubicBezTo>
                <a:cubicBezTo>
                  <a:pt x="4308021" y="30048"/>
                  <a:pt x="4312713" y="24669"/>
                  <a:pt x="4312713" y="20482"/>
                </a:cubicBezTo>
                <a:cubicBezTo>
                  <a:pt x="4312713" y="15702"/>
                  <a:pt x="4308609" y="10119"/>
                  <a:pt x="4303332" y="10119"/>
                </a:cubicBezTo>
                <a:cubicBezTo>
                  <a:pt x="4298640" y="10119"/>
                  <a:pt x="4293166" y="14903"/>
                  <a:pt x="4293166" y="19686"/>
                </a:cubicBezTo>
                <a:moveTo>
                  <a:pt x="4310956" y="114820"/>
                </a:moveTo>
                <a:lnTo>
                  <a:pt x="4310956" y="75160"/>
                </a:lnTo>
                <a:cubicBezTo>
                  <a:pt x="4310956" y="65196"/>
                  <a:pt x="4311738" y="52398"/>
                  <a:pt x="4311738" y="52398"/>
                </a:cubicBezTo>
                <a:cubicBezTo>
                  <a:pt x="4311738" y="51592"/>
                  <a:pt x="4310759" y="50987"/>
                  <a:pt x="4309196" y="50987"/>
                </a:cubicBezTo>
                <a:cubicBezTo>
                  <a:pt x="4303723" y="53203"/>
                  <a:pt x="4295901" y="55016"/>
                  <a:pt x="4282412" y="56825"/>
                </a:cubicBezTo>
                <a:cubicBezTo>
                  <a:pt x="4282022" y="58023"/>
                  <a:pt x="4282412" y="61210"/>
                  <a:pt x="4282803" y="62408"/>
                </a:cubicBezTo>
                <a:cubicBezTo>
                  <a:pt x="4293557" y="63402"/>
                  <a:pt x="4295510" y="64600"/>
                  <a:pt x="4295510" y="75960"/>
                </a:cubicBezTo>
                <a:lnTo>
                  <a:pt x="4295510" y="114820"/>
                </a:lnTo>
                <a:cubicBezTo>
                  <a:pt x="4295510" y="131362"/>
                  <a:pt x="4293360" y="131961"/>
                  <a:pt x="4281437" y="132958"/>
                </a:cubicBezTo>
                <a:cubicBezTo>
                  <a:pt x="4280262" y="134153"/>
                  <a:pt x="4280262" y="138337"/>
                  <a:pt x="4281437" y="139532"/>
                </a:cubicBezTo>
                <a:cubicBezTo>
                  <a:pt x="4287886" y="139335"/>
                  <a:pt x="4295510" y="139134"/>
                  <a:pt x="4303332" y="139134"/>
                </a:cubicBezTo>
                <a:cubicBezTo>
                  <a:pt x="4311150" y="139134"/>
                  <a:pt x="4318578" y="139335"/>
                  <a:pt x="4325030" y="139532"/>
                </a:cubicBezTo>
                <a:cubicBezTo>
                  <a:pt x="4326202" y="138337"/>
                  <a:pt x="4326202" y="134153"/>
                  <a:pt x="4325030" y="132958"/>
                </a:cubicBezTo>
                <a:cubicBezTo>
                  <a:pt x="4313104" y="132162"/>
                  <a:pt x="4310956" y="131362"/>
                  <a:pt x="4310956" y="114820"/>
                </a:cubicBezTo>
                <a:close/>
                <a:moveTo>
                  <a:pt x="4336563" y="98224"/>
                </a:moveTo>
                <a:cubicBezTo>
                  <a:pt x="4336563" y="118564"/>
                  <a:pt x="4349858" y="141089"/>
                  <a:pt x="4377617" y="141089"/>
                </a:cubicBezTo>
                <a:cubicBezTo>
                  <a:pt x="4390128" y="141089"/>
                  <a:pt x="4399709" y="136507"/>
                  <a:pt x="4406355" y="129930"/>
                </a:cubicBezTo>
                <a:cubicBezTo>
                  <a:pt x="4415152" y="121154"/>
                  <a:pt x="4419062" y="108593"/>
                  <a:pt x="4419062" y="96430"/>
                </a:cubicBezTo>
                <a:cubicBezTo>
                  <a:pt x="4419062" y="75693"/>
                  <a:pt x="4407918" y="51571"/>
                  <a:pt x="4378008" y="51571"/>
                </a:cubicBezTo>
                <a:cubicBezTo>
                  <a:pt x="4365107" y="51571"/>
                  <a:pt x="4354550" y="56953"/>
                  <a:pt x="4347317" y="65524"/>
                </a:cubicBezTo>
                <a:cubicBezTo>
                  <a:pt x="4340280" y="74099"/>
                  <a:pt x="4336563" y="85663"/>
                  <a:pt x="4336563" y="98224"/>
                </a:cubicBezTo>
                <a:moveTo>
                  <a:pt x="4375076" y="58546"/>
                </a:moveTo>
                <a:cubicBezTo>
                  <a:pt x="4391888" y="58546"/>
                  <a:pt x="4402250" y="74099"/>
                  <a:pt x="4402250" y="102813"/>
                </a:cubicBezTo>
                <a:cubicBezTo>
                  <a:pt x="4402250" y="127935"/>
                  <a:pt x="4389543" y="134117"/>
                  <a:pt x="4380356" y="134117"/>
                </a:cubicBezTo>
                <a:cubicBezTo>
                  <a:pt x="4360024" y="134117"/>
                  <a:pt x="4353378" y="108991"/>
                  <a:pt x="4353378" y="93639"/>
                </a:cubicBezTo>
                <a:cubicBezTo>
                  <a:pt x="4353378" y="76292"/>
                  <a:pt x="4357482" y="58546"/>
                  <a:pt x="4375076" y="58546"/>
                </a:cubicBezTo>
                <a:close/>
                <a:moveTo>
                  <a:pt x="4463046" y="67720"/>
                </a:moveTo>
                <a:cubicBezTo>
                  <a:pt x="4461874" y="69115"/>
                  <a:pt x="4460702" y="69517"/>
                  <a:pt x="4460702" y="67720"/>
                </a:cubicBezTo>
                <a:cubicBezTo>
                  <a:pt x="4460505" y="62335"/>
                  <a:pt x="4460114" y="54563"/>
                  <a:pt x="4459136" y="52568"/>
                </a:cubicBezTo>
                <a:cubicBezTo>
                  <a:pt x="4458745" y="51571"/>
                  <a:pt x="4458354" y="50975"/>
                  <a:pt x="4456791" y="50975"/>
                </a:cubicBezTo>
                <a:cubicBezTo>
                  <a:pt x="4451317" y="53167"/>
                  <a:pt x="4446234" y="54961"/>
                  <a:pt x="4432746" y="56752"/>
                </a:cubicBezTo>
                <a:cubicBezTo>
                  <a:pt x="4432355" y="57950"/>
                  <a:pt x="4432746" y="61137"/>
                  <a:pt x="4433136" y="62335"/>
                </a:cubicBezTo>
                <a:cubicBezTo>
                  <a:pt x="4443693" y="63332"/>
                  <a:pt x="4445844" y="64329"/>
                  <a:pt x="4445844" y="75899"/>
                </a:cubicBezTo>
                <a:lnTo>
                  <a:pt x="4445844" y="114802"/>
                </a:lnTo>
                <a:cubicBezTo>
                  <a:pt x="4445844" y="131161"/>
                  <a:pt x="4443890" y="131961"/>
                  <a:pt x="4432158" y="132958"/>
                </a:cubicBezTo>
                <a:cubicBezTo>
                  <a:pt x="4430986" y="134153"/>
                  <a:pt x="4430986" y="138337"/>
                  <a:pt x="4432158" y="139532"/>
                </a:cubicBezTo>
                <a:cubicBezTo>
                  <a:pt x="4438025" y="139335"/>
                  <a:pt x="4445844" y="139134"/>
                  <a:pt x="4453662" y="139134"/>
                </a:cubicBezTo>
                <a:cubicBezTo>
                  <a:pt x="4461483" y="139134"/>
                  <a:pt x="4467348" y="139335"/>
                  <a:pt x="4473212" y="139532"/>
                </a:cubicBezTo>
                <a:cubicBezTo>
                  <a:pt x="4474384" y="138337"/>
                  <a:pt x="4474384" y="134153"/>
                  <a:pt x="4473212" y="132958"/>
                </a:cubicBezTo>
                <a:cubicBezTo>
                  <a:pt x="4463243" y="131961"/>
                  <a:pt x="4461286" y="131161"/>
                  <a:pt x="4461286" y="114802"/>
                </a:cubicBezTo>
                <a:lnTo>
                  <a:pt x="4461286" y="82084"/>
                </a:lnTo>
                <a:cubicBezTo>
                  <a:pt x="4461286" y="77894"/>
                  <a:pt x="4463046" y="75501"/>
                  <a:pt x="4464609" y="73707"/>
                </a:cubicBezTo>
                <a:cubicBezTo>
                  <a:pt x="4472040" y="66324"/>
                  <a:pt x="4480837" y="61933"/>
                  <a:pt x="4488461" y="61933"/>
                </a:cubicBezTo>
                <a:cubicBezTo>
                  <a:pt x="4492372" y="61933"/>
                  <a:pt x="4496476" y="64527"/>
                  <a:pt x="4498821" y="69115"/>
                </a:cubicBezTo>
                <a:cubicBezTo>
                  <a:pt x="4500778" y="73108"/>
                  <a:pt x="4501168" y="78493"/>
                  <a:pt x="4501168" y="84477"/>
                </a:cubicBezTo>
                <a:lnTo>
                  <a:pt x="4501168" y="114802"/>
                </a:lnTo>
                <a:cubicBezTo>
                  <a:pt x="4501168" y="131161"/>
                  <a:pt x="4499211" y="131961"/>
                  <a:pt x="4489046" y="132958"/>
                </a:cubicBezTo>
                <a:cubicBezTo>
                  <a:pt x="4488070" y="134153"/>
                  <a:pt x="4488070" y="138337"/>
                  <a:pt x="4489046" y="139532"/>
                </a:cubicBezTo>
                <a:cubicBezTo>
                  <a:pt x="4494913" y="139335"/>
                  <a:pt x="4501168" y="139134"/>
                  <a:pt x="4508987" y="139134"/>
                </a:cubicBezTo>
                <a:cubicBezTo>
                  <a:pt x="4516808" y="139134"/>
                  <a:pt x="4523845" y="139335"/>
                  <a:pt x="4529709" y="139532"/>
                </a:cubicBezTo>
                <a:cubicBezTo>
                  <a:pt x="4530688" y="138337"/>
                  <a:pt x="4530688" y="134153"/>
                  <a:pt x="4529709" y="132958"/>
                </a:cubicBezTo>
                <a:cubicBezTo>
                  <a:pt x="4518762" y="131961"/>
                  <a:pt x="4516611" y="131161"/>
                  <a:pt x="4516611" y="114802"/>
                </a:cubicBezTo>
                <a:lnTo>
                  <a:pt x="4516611" y="85076"/>
                </a:lnTo>
                <a:cubicBezTo>
                  <a:pt x="4516611" y="74105"/>
                  <a:pt x="4515829" y="64527"/>
                  <a:pt x="4511334" y="58348"/>
                </a:cubicBezTo>
                <a:cubicBezTo>
                  <a:pt x="4508008" y="53964"/>
                  <a:pt x="4501950" y="51571"/>
                  <a:pt x="4495107" y="51571"/>
                </a:cubicBezTo>
                <a:cubicBezTo>
                  <a:pt x="4485529" y="51571"/>
                  <a:pt x="4474581" y="54161"/>
                  <a:pt x="4463046" y="67720"/>
                </a:cubicBezTo>
                <a:close/>
                <a:moveTo>
                  <a:pt x="4617094" y="67717"/>
                </a:moveTo>
                <a:cubicBezTo>
                  <a:pt x="4616703" y="59741"/>
                  <a:pt x="4616506" y="54563"/>
                  <a:pt x="4615530" y="52568"/>
                </a:cubicBezTo>
                <a:cubicBezTo>
                  <a:pt x="4615137" y="51571"/>
                  <a:pt x="4614746" y="50975"/>
                  <a:pt x="4613183" y="50975"/>
                </a:cubicBezTo>
                <a:cubicBezTo>
                  <a:pt x="4607709" y="53167"/>
                  <a:pt x="4602626" y="54961"/>
                  <a:pt x="4589137" y="56752"/>
                </a:cubicBezTo>
                <a:cubicBezTo>
                  <a:pt x="4588747" y="57950"/>
                  <a:pt x="4589137" y="61137"/>
                  <a:pt x="4589528" y="62332"/>
                </a:cubicBezTo>
                <a:cubicBezTo>
                  <a:pt x="4600085" y="63329"/>
                  <a:pt x="4602236" y="64326"/>
                  <a:pt x="4602236" y="75896"/>
                </a:cubicBezTo>
                <a:lnTo>
                  <a:pt x="4602236" y="114802"/>
                </a:lnTo>
                <a:cubicBezTo>
                  <a:pt x="4602236" y="131362"/>
                  <a:pt x="4599891" y="132159"/>
                  <a:pt x="4587768" y="132958"/>
                </a:cubicBezTo>
                <a:cubicBezTo>
                  <a:pt x="4586596" y="134153"/>
                  <a:pt x="4586596" y="138337"/>
                  <a:pt x="4587768" y="139532"/>
                </a:cubicBezTo>
                <a:cubicBezTo>
                  <a:pt x="4594611" y="139335"/>
                  <a:pt x="4602236" y="139134"/>
                  <a:pt x="4610057" y="139134"/>
                </a:cubicBezTo>
                <a:cubicBezTo>
                  <a:pt x="4617875" y="139134"/>
                  <a:pt x="4626869" y="139335"/>
                  <a:pt x="4633709" y="139532"/>
                </a:cubicBezTo>
                <a:cubicBezTo>
                  <a:pt x="4634884" y="138337"/>
                  <a:pt x="4634884" y="134153"/>
                  <a:pt x="4633709" y="132958"/>
                </a:cubicBezTo>
                <a:cubicBezTo>
                  <a:pt x="4620026" y="131961"/>
                  <a:pt x="4617678" y="131362"/>
                  <a:pt x="4617678" y="114802"/>
                </a:cubicBezTo>
                <a:lnTo>
                  <a:pt x="4617678" y="87071"/>
                </a:lnTo>
                <a:cubicBezTo>
                  <a:pt x="4617678" y="81883"/>
                  <a:pt x="4620026" y="77295"/>
                  <a:pt x="4622370" y="73704"/>
                </a:cubicBezTo>
                <a:cubicBezTo>
                  <a:pt x="4624521" y="70511"/>
                  <a:pt x="4629019" y="63928"/>
                  <a:pt x="4631364" y="63928"/>
                </a:cubicBezTo>
                <a:cubicBezTo>
                  <a:pt x="4633124" y="63928"/>
                  <a:pt x="4634884" y="64326"/>
                  <a:pt x="4636447" y="66522"/>
                </a:cubicBezTo>
                <a:cubicBezTo>
                  <a:pt x="4637816" y="68516"/>
                  <a:pt x="4640161" y="71110"/>
                  <a:pt x="4643484" y="71110"/>
                </a:cubicBezTo>
                <a:cubicBezTo>
                  <a:pt x="4648176" y="71110"/>
                  <a:pt x="4652671" y="66120"/>
                  <a:pt x="4652671" y="61137"/>
                </a:cubicBezTo>
                <a:cubicBezTo>
                  <a:pt x="4652671" y="57351"/>
                  <a:pt x="4649154" y="51571"/>
                  <a:pt x="4640942" y="51571"/>
                </a:cubicBezTo>
                <a:cubicBezTo>
                  <a:pt x="4631755" y="51571"/>
                  <a:pt x="4623740" y="60340"/>
                  <a:pt x="4619244" y="68115"/>
                </a:cubicBezTo>
                <a:cubicBezTo>
                  <a:pt x="4618072" y="70310"/>
                  <a:pt x="4617094" y="68714"/>
                  <a:pt x="4617094" y="67717"/>
                </a:cubicBezTo>
                <a:close/>
                <a:moveTo>
                  <a:pt x="4678086" y="82939"/>
                </a:moveTo>
                <a:cubicBezTo>
                  <a:pt x="4681800" y="60516"/>
                  <a:pt x="4695486" y="58731"/>
                  <a:pt x="4700178" y="58731"/>
                </a:cubicBezTo>
                <a:cubicBezTo>
                  <a:pt x="4707605" y="58731"/>
                  <a:pt x="4716402" y="62900"/>
                  <a:pt x="4716402" y="79566"/>
                </a:cubicBezTo>
                <a:cubicBezTo>
                  <a:pt x="4716402" y="81351"/>
                  <a:pt x="4715621" y="82346"/>
                  <a:pt x="4713470" y="82346"/>
                </a:cubicBezTo>
                <a:lnTo>
                  <a:pt x="4678086" y="82939"/>
                </a:lnTo>
                <a:moveTo>
                  <a:pt x="4729303" y="120573"/>
                </a:moveTo>
                <a:cubicBezTo>
                  <a:pt x="4722073" y="128142"/>
                  <a:pt x="4716402" y="131325"/>
                  <a:pt x="4705064" y="131325"/>
                </a:cubicBezTo>
                <a:cubicBezTo>
                  <a:pt x="4698027" y="131325"/>
                  <a:pt x="4689815" y="127144"/>
                  <a:pt x="4683757" y="116992"/>
                </a:cubicBezTo>
                <a:cubicBezTo>
                  <a:pt x="4679846" y="110421"/>
                  <a:pt x="4677499" y="101262"/>
                  <a:pt x="4677499" y="89713"/>
                </a:cubicBezTo>
                <a:lnTo>
                  <a:pt x="4729500" y="90112"/>
                </a:lnTo>
                <a:cubicBezTo>
                  <a:pt x="4731845" y="90112"/>
                  <a:pt x="4733214" y="88917"/>
                  <a:pt x="4733214" y="86724"/>
                </a:cubicBezTo>
                <a:cubicBezTo>
                  <a:pt x="4733214" y="70043"/>
                  <a:pt x="4727350" y="52154"/>
                  <a:pt x="4700178" y="52154"/>
                </a:cubicBezTo>
                <a:cubicBezTo>
                  <a:pt x="4683169" y="52154"/>
                  <a:pt x="4661078" y="68653"/>
                  <a:pt x="4661078" y="98872"/>
                </a:cubicBezTo>
                <a:cubicBezTo>
                  <a:pt x="4661078" y="110022"/>
                  <a:pt x="4663816" y="120774"/>
                  <a:pt x="4670268" y="128339"/>
                </a:cubicBezTo>
                <a:cubicBezTo>
                  <a:pt x="4676914" y="136309"/>
                  <a:pt x="4686101" y="141089"/>
                  <a:pt x="4700178" y="141089"/>
                </a:cubicBezTo>
                <a:cubicBezTo>
                  <a:pt x="4715033" y="141089"/>
                  <a:pt x="4725590" y="134117"/>
                  <a:pt x="4733411" y="123760"/>
                </a:cubicBezTo>
                <a:cubicBezTo>
                  <a:pt x="4732823" y="121768"/>
                  <a:pt x="4731651" y="120774"/>
                  <a:pt x="4729303" y="120573"/>
                </a:cubicBezTo>
                <a:close/>
                <a:moveTo>
                  <a:pt x="4750613" y="111585"/>
                </a:moveTo>
                <a:cubicBezTo>
                  <a:pt x="4751394" y="121355"/>
                  <a:pt x="4751982" y="130726"/>
                  <a:pt x="4751982" y="139098"/>
                </a:cubicBezTo>
                <a:cubicBezTo>
                  <a:pt x="4753936" y="138699"/>
                  <a:pt x="4755892" y="138502"/>
                  <a:pt x="4756868" y="138502"/>
                </a:cubicBezTo>
                <a:cubicBezTo>
                  <a:pt x="4758237" y="138502"/>
                  <a:pt x="4759409" y="138502"/>
                  <a:pt x="4760778" y="138900"/>
                </a:cubicBezTo>
                <a:cubicBezTo>
                  <a:pt x="4766058" y="140293"/>
                  <a:pt x="4771335" y="141089"/>
                  <a:pt x="4778569" y="141089"/>
                </a:cubicBezTo>
                <a:cubicBezTo>
                  <a:pt x="4789516" y="141089"/>
                  <a:pt x="4809651" y="135710"/>
                  <a:pt x="4809651" y="115970"/>
                </a:cubicBezTo>
                <a:cubicBezTo>
                  <a:pt x="4809651" y="102414"/>
                  <a:pt x="4800073" y="94439"/>
                  <a:pt x="4786778" y="89452"/>
                </a:cubicBezTo>
                <a:cubicBezTo>
                  <a:pt x="4775049" y="84866"/>
                  <a:pt x="4767231" y="81874"/>
                  <a:pt x="4767231" y="70909"/>
                </a:cubicBezTo>
                <a:cubicBezTo>
                  <a:pt x="4767231" y="62733"/>
                  <a:pt x="4774267" y="58148"/>
                  <a:pt x="4780913" y="58148"/>
                </a:cubicBezTo>
                <a:cubicBezTo>
                  <a:pt x="4785215" y="58148"/>
                  <a:pt x="4796553" y="59744"/>
                  <a:pt x="4799094" y="76693"/>
                </a:cubicBezTo>
                <a:cubicBezTo>
                  <a:pt x="4800267" y="77888"/>
                  <a:pt x="4804177" y="77687"/>
                  <a:pt x="4805350" y="76492"/>
                </a:cubicBezTo>
                <a:cubicBezTo>
                  <a:pt x="4805937" y="69313"/>
                  <a:pt x="4806328" y="61936"/>
                  <a:pt x="4806525" y="55359"/>
                </a:cubicBezTo>
                <a:cubicBezTo>
                  <a:pt x="4800464" y="54362"/>
                  <a:pt x="4791079" y="51571"/>
                  <a:pt x="4780913" y="51571"/>
                </a:cubicBezTo>
                <a:cubicBezTo>
                  <a:pt x="4766449" y="51571"/>
                  <a:pt x="4753351" y="61140"/>
                  <a:pt x="4753351" y="73902"/>
                </a:cubicBezTo>
                <a:cubicBezTo>
                  <a:pt x="4753351" y="88454"/>
                  <a:pt x="4759800" y="94636"/>
                  <a:pt x="4774855" y="101019"/>
                </a:cubicBezTo>
                <a:cubicBezTo>
                  <a:pt x="4791079" y="107796"/>
                  <a:pt x="4794793" y="111983"/>
                  <a:pt x="4794793" y="120558"/>
                </a:cubicBezTo>
                <a:cubicBezTo>
                  <a:pt x="4794793" y="130328"/>
                  <a:pt x="4785412" y="134515"/>
                  <a:pt x="4778178" y="134515"/>
                </a:cubicBezTo>
                <a:cubicBezTo>
                  <a:pt x="4770554" y="134515"/>
                  <a:pt x="4766252" y="131921"/>
                  <a:pt x="4764298" y="129729"/>
                </a:cubicBezTo>
                <a:cubicBezTo>
                  <a:pt x="4759997" y="125144"/>
                  <a:pt x="4757846" y="116371"/>
                  <a:pt x="4756674" y="111384"/>
                </a:cubicBezTo>
                <a:cubicBezTo>
                  <a:pt x="4755502" y="110189"/>
                  <a:pt x="4751785" y="110387"/>
                  <a:pt x="4750613" y="111585"/>
                </a:cubicBezTo>
                <a:close/>
                <a:moveTo>
                  <a:pt x="4859893" y="141089"/>
                </a:moveTo>
                <a:cubicBezTo>
                  <a:pt x="4867518" y="141089"/>
                  <a:pt x="4876705" y="137106"/>
                  <a:pt x="4886283" y="129139"/>
                </a:cubicBezTo>
                <a:cubicBezTo>
                  <a:pt x="4887262" y="128343"/>
                  <a:pt x="4889022" y="127944"/>
                  <a:pt x="4889216" y="129337"/>
                </a:cubicBezTo>
                <a:cubicBezTo>
                  <a:pt x="4889803" y="134314"/>
                  <a:pt x="4891366" y="141089"/>
                  <a:pt x="4891366" y="141089"/>
                </a:cubicBezTo>
                <a:cubicBezTo>
                  <a:pt x="4892929" y="141688"/>
                  <a:pt x="4893908" y="141491"/>
                  <a:pt x="4895080" y="141089"/>
                </a:cubicBezTo>
                <a:cubicBezTo>
                  <a:pt x="4899381" y="137504"/>
                  <a:pt x="4906224" y="134515"/>
                  <a:pt x="4918150" y="133119"/>
                </a:cubicBezTo>
                <a:cubicBezTo>
                  <a:pt x="4919322" y="131924"/>
                  <a:pt x="4919322" y="128939"/>
                  <a:pt x="4918150" y="127747"/>
                </a:cubicBezTo>
                <a:cubicBezTo>
                  <a:pt x="4905637" y="126749"/>
                  <a:pt x="4903877" y="122970"/>
                  <a:pt x="4903877" y="113221"/>
                </a:cubicBezTo>
                <a:lnTo>
                  <a:pt x="4903877" y="75021"/>
                </a:lnTo>
                <a:cubicBezTo>
                  <a:pt x="4903877" y="69052"/>
                  <a:pt x="4904661" y="54520"/>
                  <a:pt x="4904661" y="54520"/>
                </a:cubicBezTo>
                <a:cubicBezTo>
                  <a:pt x="4904661" y="53921"/>
                  <a:pt x="4904074" y="53322"/>
                  <a:pt x="4903095" y="53322"/>
                </a:cubicBezTo>
                <a:cubicBezTo>
                  <a:pt x="4902120" y="53523"/>
                  <a:pt x="4899188" y="53723"/>
                  <a:pt x="4896255" y="53723"/>
                </a:cubicBezTo>
                <a:cubicBezTo>
                  <a:pt x="4889997" y="53723"/>
                  <a:pt x="4882960" y="53523"/>
                  <a:pt x="4876314" y="53322"/>
                </a:cubicBezTo>
                <a:cubicBezTo>
                  <a:pt x="4875142" y="54520"/>
                  <a:pt x="4875142" y="58704"/>
                  <a:pt x="4876314" y="59899"/>
                </a:cubicBezTo>
                <a:cubicBezTo>
                  <a:pt x="4885893" y="60495"/>
                  <a:pt x="4888434" y="62885"/>
                  <a:pt x="4888434" y="76015"/>
                </a:cubicBezTo>
                <a:lnTo>
                  <a:pt x="4888434" y="114416"/>
                </a:lnTo>
                <a:cubicBezTo>
                  <a:pt x="4888434" y="118196"/>
                  <a:pt x="4888043" y="119786"/>
                  <a:pt x="4885308" y="122176"/>
                </a:cubicBezTo>
                <a:cubicBezTo>
                  <a:pt x="4878074" y="128540"/>
                  <a:pt x="4870644" y="131724"/>
                  <a:pt x="4865758" y="131724"/>
                </a:cubicBezTo>
                <a:cubicBezTo>
                  <a:pt x="4859893" y="131724"/>
                  <a:pt x="4850118" y="128939"/>
                  <a:pt x="4850118" y="111232"/>
                </a:cubicBezTo>
                <a:lnTo>
                  <a:pt x="4850118" y="75021"/>
                </a:lnTo>
                <a:cubicBezTo>
                  <a:pt x="4850118" y="69052"/>
                  <a:pt x="4850900" y="54520"/>
                  <a:pt x="4850900" y="54520"/>
                </a:cubicBezTo>
                <a:cubicBezTo>
                  <a:pt x="4850900" y="53921"/>
                  <a:pt x="4850315" y="53322"/>
                  <a:pt x="4849337" y="53322"/>
                </a:cubicBezTo>
                <a:cubicBezTo>
                  <a:pt x="4848358" y="53523"/>
                  <a:pt x="4845426" y="53723"/>
                  <a:pt x="4842494" y="53723"/>
                </a:cubicBezTo>
                <a:cubicBezTo>
                  <a:pt x="4836238" y="53723"/>
                  <a:pt x="4829202" y="53523"/>
                  <a:pt x="4822553" y="53322"/>
                </a:cubicBezTo>
                <a:cubicBezTo>
                  <a:pt x="4821380" y="54520"/>
                  <a:pt x="4821380" y="58704"/>
                  <a:pt x="4822553" y="59899"/>
                </a:cubicBezTo>
                <a:cubicBezTo>
                  <a:pt x="4831937" y="60696"/>
                  <a:pt x="4834675" y="62885"/>
                  <a:pt x="4834675" y="75817"/>
                </a:cubicBezTo>
                <a:lnTo>
                  <a:pt x="4834675" y="114018"/>
                </a:lnTo>
                <a:cubicBezTo>
                  <a:pt x="4834675" y="127747"/>
                  <a:pt x="4840540" y="141089"/>
                  <a:pt x="4859893" y="141089"/>
                </a:cubicBezTo>
                <a:close/>
                <a:moveTo>
                  <a:pt x="4939847" y="114827"/>
                </a:moveTo>
                <a:cubicBezTo>
                  <a:pt x="4939847" y="131365"/>
                  <a:pt x="4937699" y="132359"/>
                  <a:pt x="4925773" y="132958"/>
                </a:cubicBezTo>
                <a:cubicBezTo>
                  <a:pt x="4924601" y="134153"/>
                  <a:pt x="4924601" y="138337"/>
                  <a:pt x="4925773" y="139532"/>
                </a:cubicBezTo>
                <a:cubicBezTo>
                  <a:pt x="4932616" y="139335"/>
                  <a:pt x="4939847" y="139134"/>
                  <a:pt x="4947668" y="139134"/>
                </a:cubicBezTo>
                <a:cubicBezTo>
                  <a:pt x="4955486" y="139134"/>
                  <a:pt x="4962917" y="139335"/>
                  <a:pt x="4969366" y="139532"/>
                </a:cubicBezTo>
                <a:cubicBezTo>
                  <a:pt x="4970541" y="138337"/>
                  <a:pt x="4970541" y="134153"/>
                  <a:pt x="4969366" y="132958"/>
                </a:cubicBezTo>
                <a:cubicBezTo>
                  <a:pt x="4957443" y="132359"/>
                  <a:pt x="4955292" y="131365"/>
                  <a:pt x="4955292" y="114827"/>
                </a:cubicBezTo>
                <a:lnTo>
                  <a:pt x="4955292" y="22982"/>
                </a:lnTo>
                <a:cubicBezTo>
                  <a:pt x="4955292" y="10034"/>
                  <a:pt x="4956074" y="2019"/>
                  <a:pt x="4956074" y="2019"/>
                </a:cubicBezTo>
                <a:cubicBezTo>
                  <a:pt x="4956074" y="608"/>
                  <a:pt x="4955292" y="0"/>
                  <a:pt x="4953532" y="0"/>
                </a:cubicBezTo>
                <a:cubicBezTo>
                  <a:pt x="4948646" y="2019"/>
                  <a:pt x="4933982" y="4844"/>
                  <a:pt x="4926164" y="5449"/>
                </a:cubicBezTo>
                <a:cubicBezTo>
                  <a:pt x="4925773" y="7045"/>
                  <a:pt x="4926164" y="10232"/>
                  <a:pt x="4927336" y="11430"/>
                </a:cubicBezTo>
                <a:cubicBezTo>
                  <a:pt x="4938674" y="12224"/>
                  <a:pt x="4939847" y="12823"/>
                  <a:pt x="4939847" y="27765"/>
                </a:cubicBezTo>
                <a:lnTo>
                  <a:pt x="4939847" y="114827"/>
                </a:lnTo>
                <a:close/>
                <a:moveTo>
                  <a:pt x="4981293" y="53711"/>
                </a:moveTo>
                <a:cubicBezTo>
                  <a:pt x="4978555" y="53711"/>
                  <a:pt x="4977773" y="56104"/>
                  <a:pt x="4977773" y="57698"/>
                </a:cubicBezTo>
                <a:lnTo>
                  <a:pt x="4977773" y="60288"/>
                </a:lnTo>
                <a:cubicBezTo>
                  <a:pt x="4977773" y="61286"/>
                  <a:pt x="4977967" y="61483"/>
                  <a:pt x="4978752" y="61483"/>
                </a:cubicBezTo>
                <a:lnTo>
                  <a:pt x="4990284" y="61483"/>
                </a:lnTo>
                <a:lnTo>
                  <a:pt x="4990284" y="121376"/>
                </a:lnTo>
                <a:cubicBezTo>
                  <a:pt x="4990284" y="135509"/>
                  <a:pt x="4996345" y="141089"/>
                  <a:pt x="5005336" y="141089"/>
                </a:cubicBezTo>
                <a:cubicBezTo>
                  <a:pt x="5014329" y="141089"/>
                  <a:pt x="5024104" y="136708"/>
                  <a:pt x="5031729" y="127941"/>
                </a:cubicBezTo>
                <a:cubicBezTo>
                  <a:pt x="5031338" y="125953"/>
                  <a:pt x="5030166" y="124758"/>
                  <a:pt x="5028209" y="124560"/>
                </a:cubicBezTo>
                <a:cubicBezTo>
                  <a:pt x="5023126" y="128540"/>
                  <a:pt x="5017261" y="130130"/>
                  <a:pt x="5012178" y="130130"/>
                </a:cubicBezTo>
                <a:cubicBezTo>
                  <a:pt x="5006902" y="130130"/>
                  <a:pt x="5005729" y="124162"/>
                  <a:pt x="5005729" y="111825"/>
                </a:cubicBezTo>
                <a:lnTo>
                  <a:pt x="5005729" y="61483"/>
                </a:lnTo>
                <a:lnTo>
                  <a:pt x="5026058" y="61483"/>
                </a:lnTo>
                <a:cubicBezTo>
                  <a:pt x="5028015" y="61483"/>
                  <a:pt x="5030750" y="60687"/>
                  <a:pt x="5030750" y="58893"/>
                </a:cubicBezTo>
                <a:lnTo>
                  <a:pt x="5030750" y="54909"/>
                </a:lnTo>
                <a:cubicBezTo>
                  <a:pt x="5030750" y="54113"/>
                  <a:pt x="5030166" y="53711"/>
                  <a:pt x="5029187" y="53711"/>
                </a:cubicBezTo>
                <a:lnTo>
                  <a:pt x="5005729" y="53711"/>
                </a:lnTo>
                <a:lnTo>
                  <a:pt x="5005729" y="45942"/>
                </a:lnTo>
                <a:cubicBezTo>
                  <a:pt x="5005729" y="32989"/>
                  <a:pt x="5006511" y="25016"/>
                  <a:pt x="5006511" y="25016"/>
                </a:cubicBezTo>
                <a:cubicBezTo>
                  <a:pt x="5006511" y="23821"/>
                  <a:pt x="5005923" y="23222"/>
                  <a:pt x="5004945" y="23222"/>
                </a:cubicBezTo>
                <a:cubicBezTo>
                  <a:pt x="5004163" y="23222"/>
                  <a:pt x="5002403" y="24022"/>
                  <a:pt x="5000646" y="25016"/>
                </a:cubicBezTo>
                <a:cubicBezTo>
                  <a:pt x="4998496" y="26214"/>
                  <a:pt x="4996539" y="27208"/>
                  <a:pt x="4993997" y="27807"/>
                </a:cubicBezTo>
                <a:cubicBezTo>
                  <a:pt x="4991653" y="28604"/>
                  <a:pt x="4989699" y="29203"/>
                  <a:pt x="4989699" y="30596"/>
                </a:cubicBezTo>
                <a:cubicBezTo>
                  <a:pt x="4989699" y="32989"/>
                  <a:pt x="4990284" y="31593"/>
                  <a:pt x="4990284" y="53711"/>
                </a:cubicBezTo>
                <a:lnTo>
                  <a:pt x="4981293" y="53711"/>
                </a:lnTo>
                <a:close/>
                <a:moveTo>
                  <a:pt x="5044044" y="111585"/>
                </a:moveTo>
                <a:cubicBezTo>
                  <a:pt x="5044825" y="121355"/>
                  <a:pt x="5045413" y="130726"/>
                  <a:pt x="5045413" y="139098"/>
                </a:cubicBezTo>
                <a:cubicBezTo>
                  <a:pt x="5047367" y="138699"/>
                  <a:pt x="5049323" y="138502"/>
                  <a:pt x="5050299" y="138502"/>
                </a:cubicBezTo>
                <a:cubicBezTo>
                  <a:pt x="5051668" y="138502"/>
                  <a:pt x="5052840" y="138502"/>
                  <a:pt x="5054209" y="138900"/>
                </a:cubicBezTo>
                <a:cubicBezTo>
                  <a:pt x="5059489" y="140293"/>
                  <a:pt x="5064766" y="141089"/>
                  <a:pt x="5072000" y="141089"/>
                </a:cubicBezTo>
                <a:cubicBezTo>
                  <a:pt x="5082947" y="141089"/>
                  <a:pt x="5103082" y="135710"/>
                  <a:pt x="5103082" y="115970"/>
                </a:cubicBezTo>
                <a:cubicBezTo>
                  <a:pt x="5103082" y="102414"/>
                  <a:pt x="5093504" y="94439"/>
                  <a:pt x="5080209" y="89452"/>
                </a:cubicBezTo>
                <a:cubicBezTo>
                  <a:pt x="5068480" y="84866"/>
                  <a:pt x="5060662" y="81874"/>
                  <a:pt x="5060662" y="70909"/>
                </a:cubicBezTo>
                <a:cubicBezTo>
                  <a:pt x="5060662" y="62733"/>
                  <a:pt x="5067698" y="58148"/>
                  <a:pt x="5074344" y="58148"/>
                </a:cubicBezTo>
                <a:cubicBezTo>
                  <a:pt x="5078646" y="58148"/>
                  <a:pt x="5089984" y="59744"/>
                  <a:pt x="5092525" y="76693"/>
                </a:cubicBezTo>
                <a:cubicBezTo>
                  <a:pt x="5093698" y="77888"/>
                  <a:pt x="5097608" y="77687"/>
                  <a:pt x="5098781" y="76492"/>
                </a:cubicBezTo>
                <a:cubicBezTo>
                  <a:pt x="5099368" y="69313"/>
                  <a:pt x="5099759" y="61936"/>
                  <a:pt x="5099956" y="55359"/>
                </a:cubicBezTo>
                <a:cubicBezTo>
                  <a:pt x="5093894" y="54362"/>
                  <a:pt x="5084510" y="51571"/>
                  <a:pt x="5074344" y="51571"/>
                </a:cubicBezTo>
                <a:cubicBezTo>
                  <a:pt x="5059880" y="51571"/>
                  <a:pt x="5046782" y="61140"/>
                  <a:pt x="5046782" y="73902"/>
                </a:cubicBezTo>
                <a:cubicBezTo>
                  <a:pt x="5046782" y="88454"/>
                  <a:pt x="5053231" y="94636"/>
                  <a:pt x="5068286" y="101019"/>
                </a:cubicBezTo>
                <a:cubicBezTo>
                  <a:pt x="5084510" y="107796"/>
                  <a:pt x="5088224" y="111983"/>
                  <a:pt x="5088224" y="120558"/>
                </a:cubicBezTo>
                <a:cubicBezTo>
                  <a:pt x="5088224" y="130328"/>
                  <a:pt x="5078843" y="134515"/>
                  <a:pt x="5071609" y="134515"/>
                </a:cubicBezTo>
                <a:cubicBezTo>
                  <a:pt x="5063985" y="134515"/>
                  <a:pt x="5059683" y="131921"/>
                  <a:pt x="5057729" y="129729"/>
                </a:cubicBezTo>
                <a:cubicBezTo>
                  <a:pt x="5053428" y="125144"/>
                  <a:pt x="5051277" y="116371"/>
                  <a:pt x="5050105" y="111384"/>
                </a:cubicBezTo>
                <a:cubicBezTo>
                  <a:pt x="5048933" y="110189"/>
                  <a:pt x="5045216" y="110387"/>
                  <a:pt x="5044044" y="111585"/>
                </a:cubicBezTo>
                <a:close/>
                <a:moveTo>
                  <a:pt x="5168766" y="98224"/>
                </a:moveTo>
                <a:cubicBezTo>
                  <a:pt x="5168766" y="118564"/>
                  <a:pt x="5182061" y="141089"/>
                  <a:pt x="5209820" y="141089"/>
                </a:cubicBezTo>
                <a:cubicBezTo>
                  <a:pt x="5222331" y="141089"/>
                  <a:pt x="5231912" y="136507"/>
                  <a:pt x="5238558" y="129930"/>
                </a:cubicBezTo>
                <a:cubicBezTo>
                  <a:pt x="5247354" y="121154"/>
                  <a:pt x="5251265" y="108593"/>
                  <a:pt x="5251265" y="96430"/>
                </a:cubicBezTo>
                <a:cubicBezTo>
                  <a:pt x="5251265" y="75693"/>
                  <a:pt x="5240121" y="51571"/>
                  <a:pt x="5210211" y="51571"/>
                </a:cubicBezTo>
                <a:cubicBezTo>
                  <a:pt x="5197310" y="51571"/>
                  <a:pt x="5186753" y="56953"/>
                  <a:pt x="5179519" y="65524"/>
                </a:cubicBezTo>
                <a:cubicBezTo>
                  <a:pt x="5172483" y="74099"/>
                  <a:pt x="5168766" y="85663"/>
                  <a:pt x="5168766" y="98224"/>
                </a:cubicBezTo>
                <a:moveTo>
                  <a:pt x="5207279" y="58546"/>
                </a:moveTo>
                <a:cubicBezTo>
                  <a:pt x="5224090" y="58546"/>
                  <a:pt x="5234453" y="74099"/>
                  <a:pt x="5234453" y="102813"/>
                </a:cubicBezTo>
                <a:cubicBezTo>
                  <a:pt x="5234453" y="127935"/>
                  <a:pt x="5221746" y="134117"/>
                  <a:pt x="5212558" y="134117"/>
                </a:cubicBezTo>
                <a:cubicBezTo>
                  <a:pt x="5192227" y="134117"/>
                  <a:pt x="5185581" y="108991"/>
                  <a:pt x="5185581" y="93639"/>
                </a:cubicBezTo>
                <a:cubicBezTo>
                  <a:pt x="5185581" y="76292"/>
                  <a:pt x="5189685" y="58546"/>
                  <a:pt x="5207279" y="58546"/>
                </a:cubicBezTo>
                <a:close/>
                <a:moveTo>
                  <a:pt x="5293490" y="114842"/>
                </a:moveTo>
                <a:lnTo>
                  <a:pt x="5293490" y="61483"/>
                </a:lnTo>
                <a:lnTo>
                  <a:pt x="5311671" y="61483"/>
                </a:lnTo>
                <a:cubicBezTo>
                  <a:pt x="5313431" y="61483"/>
                  <a:pt x="5316169" y="60687"/>
                  <a:pt x="5316169" y="58893"/>
                </a:cubicBezTo>
                <a:lnTo>
                  <a:pt x="5316169" y="54909"/>
                </a:lnTo>
                <a:cubicBezTo>
                  <a:pt x="5316169" y="54113"/>
                  <a:pt x="5315581" y="53711"/>
                  <a:pt x="5314603" y="53711"/>
                </a:cubicBezTo>
                <a:lnTo>
                  <a:pt x="5293490" y="53711"/>
                </a:lnTo>
                <a:lnTo>
                  <a:pt x="5293490" y="42327"/>
                </a:lnTo>
                <a:cubicBezTo>
                  <a:pt x="5293490" y="11570"/>
                  <a:pt x="5302483" y="6778"/>
                  <a:pt x="5308935" y="6778"/>
                </a:cubicBezTo>
                <a:cubicBezTo>
                  <a:pt x="5314800" y="6778"/>
                  <a:pt x="5317926" y="9174"/>
                  <a:pt x="5320664" y="16164"/>
                </a:cubicBezTo>
                <a:cubicBezTo>
                  <a:pt x="5322227" y="19759"/>
                  <a:pt x="5324378" y="22556"/>
                  <a:pt x="5328483" y="22556"/>
                </a:cubicBezTo>
                <a:cubicBezTo>
                  <a:pt x="5331806" y="22556"/>
                  <a:pt x="5336498" y="18360"/>
                  <a:pt x="5336498" y="14367"/>
                </a:cubicBezTo>
                <a:cubicBezTo>
                  <a:pt x="5336498" y="10971"/>
                  <a:pt x="5334347" y="7377"/>
                  <a:pt x="5330243" y="4187"/>
                </a:cubicBezTo>
                <a:cubicBezTo>
                  <a:pt x="5325160" y="599"/>
                  <a:pt x="5320077" y="0"/>
                  <a:pt x="5312649" y="0"/>
                </a:cubicBezTo>
                <a:cubicBezTo>
                  <a:pt x="5296228" y="0"/>
                  <a:pt x="5278047" y="14565"/>
                  <a:pt x="5278047" y="45723"/>
                </a:cubicBezTo>
                <a:lnTo>
                  <a:pt x="5278047" y="53711"/>
                </a:lnTo>
                <a:lnTo>
                  <a:pt x="5268078" y="53711"/>
                </a:lnTo>
                <a:cubicBezTo>
                  <a:pt x="5264558" y="53711"/>
                  <a:pt x="5263580" y="56104"/>
                  <a:pt x="5263580" y="57698"/>
                </a:cubicBezTo>
                <a:lnTo>
                  <a:pt x="5263580" y="60288"/>
                </a:lnTo>
                <a:cubicBezTo>
                  <a:pt x="5263580" y="61286"/>
                  <a:pt x="5263777" y="61483"/>
                  <a:pt x="5264558" y="61483"/>
                </a:cubicBezTo>
                <a:lnTo>
                  <a:pt x="5278047" y="61483"/>
                </a:lnTo>
                <a:lnTo>
                  <a:pt x="5278047" y="114842"/>
                </a:lnTo>
                <a:cubicBezTo>
                  <a:pt x="5278047" y="131365"/>
                  <a:pt x="5274918" y="132162"/>
                  <a:pt x="5264361" y="132958"/>
                </a:cubicBezTo>
                <a:cubicBezTo>
                  <a:pt x="5263189" y="134153"/>
                  <a:pt x="5263189" y="138337"/>
                  <a:pt x="5264361" y="139532"/>
                </a:cubicBezTo>
                <a:cubicBezTo>
                  <a:pt x="5271204" y="139335"/>
                  <a:pt x="5278047" y="139134"/>
                  <a:pt x="5285865" y="139134"/>
                </a:cubicBezTo>
                <a:cubicBezTo>
                  <a:pt x="5293687" y="139134"/>
                  <a:pt x="5303071" y="139335"/>
                  <a:pt x="5309911" y="139532"/>
                </a:cubicBezTo>
                <a:cubicBezTo>
                  <a:pt x="5311086" y="138337"/>
                  <a:pt x="5311086" y="134153"/>
                  <a:pt x="5309911" y="132958"/>
                </a:cubicBezTo>
                <a:cubicBezTo>
                  <a:pt x="5294665" y="132162"/>
                  <a:pt x="5293490" y="131365"/>
                  <a:pt x="5293490" y="114842"/>
                </a:cubicBezTo>
                <a:close/>
                <a:moveTo>
                  <a:pt x="5427011" y="92645"/>
                </a:moveTo>
                <a:lnTo>
                  <a:pt x="5427011" y="118962"/>
                </a:lnTo>
                <a:cubicBezTo>
                  <a:pt x="5427011" y="121556"/>
                  <a:pt x="5425836" y="122951"/>
                  <a:pt x="5424273" y="124146"/>
                </a:cubicBezTo>
                <a:cubicBezTo>
                  <a:pt x="5419190" y="128333"/>
                  <a:pt x="5412544" y="132922"/>
                  <a:pt x="5407070" y="132922"/>
                </a:cubicBezTo>
                <a:cubicBezTo>
                  <a:pt x="5397295" y="132922"/>
                  <a:pt x="5392994" y="124946"/>
                  <a:pt x="5392994" y="118764"/>
                </a:cubicBezTo>
                <a:cubicBezTo>
                  <a:pt x="5392994" y="109791"/>
                  <a:pt x="5397101" y="100617"/>
                  <a:pt x="5411566" y="96832"/>
                </a:cubicBezTo>
                <a:lnTo>
                  <a:pt x="5427011" y="92645"/>
                </a:lnTo>
                <a:moveTo>
                  <a:pt x="5427011" y="129531"/>
                </a:moveTo>
                <a:cubicBezTo>
                  <a:pt x="5428184" y="135710"/>
                  <a:pt x="5430334" y="141089"/>
                  <a:pt x="5440110" y="141089"/>
                </a:cubicBezTo>
                <a:cubicBezTo>
                  <a:pt x="5447537" y="141089"/>
                  <a:pt x="5454574" y="137702"/>
                  <a:pt x="5458678" y="133719"/>
                </a:cubicBezTo>
                <a:cubicBezTo>
                  <a:pt x="5458288" y="131325"/>
                  <a:pt x="5457506" y="129531"/>
                  <a:pt x="5455355" y="128336"/>
                </a:cubicBezTo>
                <a:cubicBezTo>
                  <a:pt x="5453989" y="129531"/>
                  <a:pt x="5450663" y="131526"/>
                  <a:pt x="5448122" y="131526"/>
                </a:cubicBezTo>
                <a:cubicBezTo>
                  <a:pt x="5442454" y="131526"/>
                  <a:pt x="5442257" y="123748"/>
                  <a:pt x="5442257" y="114577"/>
                </a:cubicBezTo>
                <a:lnTo>
                  <a:pt x="5442257" y="85265"/>
                </a:lnTo>
                <a:cubicBezTo>
                  <a:pt x="5442257" y="56953"/>
                  <a:pt x="5427011" y="51571"/>
                  <a:pt x="5412738" y="51571"/>
                </a:cubicBezTo>
                <a:cubicBezTo>
                  <a:pt x="5396708" y="51571"/>
                  <a:pt x="5380483" y="62335"/>
                  <a:pt x="5380483" y="73701"/>
                </a:cubicBezTo>
                <a:cubicBezTo>
                  <a:pt x="5380483" y="78487"/>
                  <a:pt x="5382828" y="80880"/>
                  <a:pt x="5387326" y="80880"/>
                </a:cubicBezTo>
                <a:cubicBezTo>
                  <a:pt x="5392994" y="80880"/>
                  <a:pt x="5396514" y="76693"/>
                  <a:pt x="5396514" y="74099"/>
                </a:cubicBezTo>
                <a:cubicBezTo>
                  <a:pt x="5396514" y="72704"/>
                  <a:pt x="5396317" y="71308"/>
                  <a:pt x="5395926" y="70511"/>
                </a:cubicBezTo>
                <a:cubicBezTo>
                  <a:pt x="5395732" y="69912"/>
                  <a:pt x="5395535" y="68717"/>
                  <a:pt x="5395535" y="66522"/>
                </a:cubicBezTo>
                <a:cubicBezTo>
                  <a:pt x="5395535" y="60340"/>
                  <a:pt x="5403747" y="58148"/>
                  <a:pt x="5411175" y="58148"/>
                </a:cubicBezTo>
                <a:cubicBezTo>
                  <a:pt x="5417821" y="58148"/>
                  <a:pt x="5427011" y="61538"/>
                  <a:pt x="5427011" y="84070"/>
                </a:cubicBezTo>
                <a:cubicBezTo>
                  <a:pt x="5427011" y="85465"/>
                  <a:pt x="5426424" y="86262"/>
                  <a:pt x="5425836" y="86463"/>
                </a:cubicBezTo>
                <a:lnTo>
                  <a:pt x="5409024" y="90650"/>
                </a:lnTo>
                <a:cubicBezTo>
                  <a:pt x="5390259" y="95436"/>
                  <a:pt x="5376770" y="106002"/>
                  <a:pt x="5376770" y="119561"/>
                </a:cubicBezTo>
                <a:cubicBezTo>
                  <a:pt x="5376770" y="135911"/>
                  <a:pt x="5387717" y="141089"/>
                  <a:pt x="5401400" y="141089"/>
                </a:cubicBezTo>
                <a:cubicBezTo>
                  <a:pt x="5408243" y="141089"/>
                  <a:pt x="5414107" y="139496"/>
                  <a:pt x="5422710" y="132721"/>
                </a:cubicBezTo>
                <a:lnTo>
                  <a:pt x="5426621" y="129531"/>
                </a:lnTo>
                <a:lnTo>
                  <a:pt x="5427011" y="129531"/>
                </a:lnTo>
                <a:close/>
                <a:moveTo>
                  <a:pt x="5518108" y="111585"/>
                </a:moveTo>
                <a:cubicBezTo>
                  <a:pt x="5518889" y="121355"/>
                  <a:pt x="5519477" y="130726"/>
                  <a:pt x="5519477" y="139098"/>
                </a:cubicBezTo>
                <a:cubicBezTo>
                  <a:pt x="5521431" y="138699"/>
                  <a:pt x="5523388" y="138502"/>
                  <a:pt x="5524363" y="138502"/>
                </a:cubicBezTo>
                <a:cubicBezTo>
                  <a:pt x="5525732" y="138502"/>
                  <a:pt x="5526905" y="138502"/>
                  <a:pt x="5528274" y="138900"/>
                </a:cubicBezTo>
                <a:cubicBezTo>
                  <a:pt x="5533554" y="140293"/>
                  <a:pt x="5538830" y="141089"/>
                  <a:pt x="5546064" y="141089"/>
                </a:cubicBezTo>
                <a:cubicBezTo>
                  <a:pt x="5557011" y="141089"/>
                  <a:pt x="5577146" y="135710"/>
                  <a:pt x="5577146" y="115970"/>
                </a:cubicBezTo>
                <a:cubicBezTo>
                  <a:pt x="5577146" y="102414"/>
                  <a:pt x="5567568" y="94439"/>
                  <a:pt x="5554273" y="89452"/>
                </a:cubicBezTo>
                <a:cubicBezTo>
                  <a:pt x="5542544" y="84866"/>
                  <a:pt x="5534726" y="81874"/>
                  <a:pt x="5534726" y="70909"/>
                </a:cubicBezTo>
                <a:cubicBezTo>
                  <a:pt x="5534726" y="62733"/>
                  <a:pt x="5541763" y="58148"/>
                  <a:pt x="5548409" y="58148"/>
                </a:cubicBezTo>
                <a:cubicBezTo>
                  <a:pt x="5552710" y="58148"/>
                  <a:pt x="5564048" y="59744"/>
                  <a:pt x="5566590" y="76693"/>
                </a:cubicBezTo>
                <a:cubicBezTo>
                  <a:pt x="5567762" y="77888"/>
                  <a:pt x="5571673" y="77687"/>
                  <a:pt x="5572845" y="76492"/>
                </a:cubicBezTo>
                <a:cubicBezTo>
                  <a:pt x="5573433" y="69313"/>
                  <a:pt x="5573823" y="61936"/>
                  <a:pt x="5574020" y="55359"/>
                </a:cubicBezTo>
                <a:cubicBezTo>
                  <a:pt x="5567959" y="54362"/>
                  <a:pt x="5558575" y="51571"/>
                  <a:pt x="5548409" y="51571"/>
                </a:cubicBezTo>
                <a:cubicBezTo>
                  <a:pt x="5533944" y="51571"/>
                  <a:pt x="5520846" y="61140"/>
                  <a:pt x="5520846" y="73902"/>
                </a:cubicBezTo>
                <a:cubicBezTo>
                  <a:pt x="5520846" y="88454"/>
                  <a:pt x="5527295" y="94636"/>
                  <a:pt x="5542350" y="101019"/>
                </a:cubicBezTo>
                <a:cubicBezTo>
                  <a:pt x="5558575" y="107796"/>
                  <a:pt x="5562288" y="111983"/>
                  <a:pt x="5562288" y="120558"/>
                </a:cubicBezTo>
                <a:cubicBezTo>
                  <a:pt x="5562288" y="130328"/>
                  <a:pt x="5552907" y="134515"/>
                  <a:pt x="5545673" y="134515"/>
                </a:cubicBezTo>
                <a:cubicBezTo>
                  <a:pt x="5538049" y="134515"/>
                  <a:pt x="5533748" y="131921"/>
                  <a:pt x="5531794" y="129729"/>
                </a:cubicBezTo>
                <a:cubicBezTo>
                  <a:pt x="5527492" y="125144"/>
                  <a:pt x="5525342" y="116371"/>
                  <a:pt x="5524169" y="111384"/>
                </a:cubicBezTo>
                <a:cubicBezTo>
                  <a:pt x="5522997" y="110189"/>
                  <a:pt x="5519280" y="110387"/>
                  <a:pt x="5518108" y="111585"/>
                </a:cubicBezTo>
                <a:close/>
                <a:moveTo>
                  <a:pt x="5609208" y="82939"/>
                </a:moveTo>
                <a:cubicBezTo>
                  <a:pt x="5612921" y="60516"/>
                  <a:pt x="5626607" y="58731"/>
                  <a:pt x="5631299" y="58731"/>
                </a:cubicBezTo>
                <a:cubicBezTo>
                  <a:pt x="5638727" y="58731"/>
                  <a:pt x="5647523" y="62900"/>
                  <a:pt x="5647523" y="79566"/>
                </a:cubicBezTo>
                <a:cubicBezTo>
                  <a:pt x="5647523" y="81351"/>
                  <a:pt x="5646742" y="82346"/>
                  <a:pt x="5644591" y="82346"/>
                </a:cubicBezTo>
                <a:lnTo>
                  <a:pt x="5609208" y="82939"/>
                </a:lnTo>
                <a:moveTo>
                  <a:pt x="5660425" y="120573"/>
                </a:moveTo>
                <a:cubicBezTo>
                  <a:pt x="5653194" y="128142"/>
                  <a:pt x="5647523" y="131325"/>
                  <a:pt x="5636185" y="131325"/>
                </a:cubicBezTo>
                <a:cubicBezTo>
                  <a:pt x="5629148" y="131325"/>
                  <a:pt x="5620936" y="127144"/>
                  <a:pt x="5614878" y="116992"/>
                </a:cubicBezTo>
                <a:cubicBezTo>
                  <a:pt x="5610967" y="110421"/>
                  <a:pt x="5608620" y="101262"/>
                  <a:pt x="5608620" y="89713"/>
                </a:cubicBezTo>
                <a:lnTo>
                  <a:pt x="5660622" y="90112"/>
                </a:lnTo>
                <a:cubicBezTo>
                  <a:pt x="5662966" y="90112"/>
                  <a:pt x="5664335" y="88917"/>
                  <a:pt x="5664335" y="86724"/>
                </a:cubicBezTo>
                <a:cubicBezTo>
                  <a:pt x="5664335" y="70043"/>
                  <a:pt x="5658471" y="52154"/>
                  <a:pt x="5631299" y="52154"/>
                </a:cubicBezTo>
                <a:cubicBezTo>
                  <a:pt x="5614290" y="52154"/>
                  <a:pt x="5592199" y="68653"/>
                  <a:pt x="5592199" y="98872"/>
                </a:cubicBezTo>
                <a:cubicBezTo>
                  <a:pt x="5592199" y="110022"/>
                  <a:pt x="5594937" y="120774"/>
                  <a:pt x="5601389" y="128339"/>
                </a:cubicBezTo>
                <a:cubicBezTo>
                  <a:pt x="5608035" y="136309"/>
                  <a:pt x="5617223" y="141089"/>
                  <a:pt x="5631299" y="141089"/>
                </a:cubicBezTo>
                <a:cubicBezTo>
                  <a:pt x="5646154" y="141089"/>
                  <a:pt x="5656711" y="134117"/>
                  <a:pt x="5664532" y="123760"/>
                </a:cubicBezTo>
                <a:cubicBezTo>
                  <a:pt x="5663945" y="121768"/>
                  <a:pt x="5662772" y="120774"/>
                  <a:pt x="5660425" y="120573"/>
                </a:cubicBezTo>
                <a:close/>
                <a:moveTo>
                  <a:pt x="5734714" y="83504"/>
                </a:moveTo>
                <a:cubicBezTo>
                  <a:pt x="5734714" y="102074"/>
                  <a:pt x="5725524" y="105866"/>
                  <a:pt x="5718290" y="105866"/>
                </a:cubicBezTo>
                <a:cubicBezTo>
                  <a:pt x="5701869" y="105866"/>
                  <a:pt x="5700112" y="91693"/>
                  <a:pt x="5700112" y="78913"/>
                </a:cubicBezTo>
                <a:cubicBezTo>
                  <a:pt x="5700112" y="64938"/>
                  <a:pt x="5704998" y="57749"/>
                  <a:pt x="5715752" y="57749"/>
                </a:cubicBezTo>
                <a:cubicBezTo>
                  <a:pt x="5728065" y="57749"/>
                  <a:pt x="5734714" y="66935"/>
                  <a:pt x="5734714" y="83504"/>
                </a:cubicBezTo>
                <a:moveTo>
                  <a:pt x="5698155" y="141080"/>
                </a:moveTo>
                <a:cubicBezTo>
                  <a:pt x="5700306" y="141679"/>
                  <a:pt x="5703435" y="142080"/>
                  <a:pt x="5705976" y="142080"/>
                </a:cubicBezTo>
                <a:cubicBezTo>
                  <a:pt x="5712035" y="142080"/>
                  <a:pt x="5717509" y="141478"/>
                  <a:pt x="5720247" y="141478"/>
                </a:cubicBezTo>
                <a:cubicBezTo>
                  <a:pt x="5730022" y="141478"/>
                  <a:pt x="5738231" y="141679"/>
                  <a:pt x="5743902" y="144878"/>
                </a:cubicBezTo>
                <a:cubicBezTo>
                  <a:pt x="5751526" y="149275"/>
                  <a:pt x="5753871" y="152072"/>
                  <a:pt x="5753871" y="157269"/>
                </a:cubicBezTo>
                <a:cubicBezTo>
                  <a:pt x="5753871" y="171661"/>
                  <a:pt x="5733148" y="179256"/>
                  <a:pt x="5715555" y="179256"/>
                </a:cubicBezTo>
                <a:cubicBezTo>
                  <a:pt x="5708518" y="179256"/>
                  <a:pt x="5692097" y="173458"/>
                  <a:pt x="5692097" y="159869"/>
                </a:cubicBezTo>
                <a:cubicBezTo>
                  <a:pt x="5692097" y="153073"/>
                  <a:pt x="5692488" y="148077"/>
                  <a:pt x="5698155" y="141080"/>
                </a:cubicBezTo>
                <a:moveTo>
                  <a:pt x="5759150" y="61942"/>
                </a:moveTo>
                <a:cubicBezTo>
                  <a:pt x="5762864" y="61942"/>
                  <a:pt x="5766381" y="58348"/>
                  <a:pt x="5766381" y="54362"/>
                </a:cubicBezTo>
                <a:cubicBezTo>
                  <a:pt x="5766381" y="50178"/>
                  <a:pt x="5762667" y="46988"/>
                  <a:pt x="5757390" y="46988"/>
                </a:cubicBezTo>
                <a:cubicBezTo>
                  <a:pt x="5752308" y="46988"/>
                  <a:pt x="5742923" y="50376"/>
                  <a:pt x="5737840" y="57153"/>
                </a:cubicBezTo>
                <a:cubicBezTo>
                  <a:pt x="5735496" y="55557"/>
                  <a:pt x="5729044" y="51571"/>
                  <a:pt x="5717509" y="51571"/>
                </a:cubicBezTo>
                <a:cubicBezTo>
                  <a:pt x="5700112" y="51571"/>
                  <a:pt x="5684082" y="63539"/>
                  <a:pt x="5684082" y="81908"/>
                </a:cubicBezTo>
                <a:cubicBezTo>
                  <a:pt x="5684082" y="92690"/>
                  <a:pt x="5688774" y="98878"/>
                  <a:pt x="5694248" y="104269"/>
                </a:cubicBezTo>
                <a:cubicBezTo>
                  <a:pt x="5688774" y="109055"/>
                  <a:pt x="5685645" y="117606"/>
                  <a:pt x="5685645" y="124359"/>
                </a:cubicBezTo>
                <a:cubicBezTo>
                  <a:pt x="5685645" y="131517"/>
                  <a:pt x="5689555" y="137097"/>
                  <a:pt x="5694638" y="139687"/>
                </a:cubicBezTo>
                <a:cubicBezTo>
                  <a:pt x="5684082" y="146076"/>
                  <a:pt x="5678608" y="155271"/>
                  <a:pt x="5678608" y="163864"/>
                </a:cubicBezTo>
                <a:cubicBezTo>
                  <a:pt x="5678608" y="181248"/>
                  <a:pt x="5694638" y="186627"/>
                  <a:pt x="5709690" y="186627"/>
                </a:cubicBezTo>
                <a:cubicBezTo>
                  <a:pt x="5736080" y="186627"/>
                  <a:pt x="5764624" y="173658"/>
                  <a:pt x="5764624" y="152072"/>
                </a:cubicBezTo>
                <a:cubicBezTo>
                  <a:pt x="5764624" y="145678"/>
                  <a:pt x="5761692" y="140682"/>
                  <a:pt x="5756021" y="135899"/>
                </a:cubicBezTo>
                <a:cubicBezTo>
                  <a:pt x="5748397" y="129522"/>
                  <a:pt x="5734714" y="129325"/>
                  <a:pt x="5727481" y="129325"/>
                </a:cubicBezTo>
                <a:cubicBezTo>
                  <a:pt x="5723961" y="129325"/>
                  <a:pt x="5719075" y="129723"/>
                  <a:pt x="5714382" y="130319"/>
                </a:cubicBezTo>
                <a:cubicBezTo>
                  <a:pt x="5711450" y="130520"/>
                  <a:pt x="5709493" y="130720"/>
                  <a:pt x="5708518" y="130720"/>
                </a:cubicBezTo>
                <a:cubicBezTo>
                  <a:pt x="5702847" y="130720"/>
                  <a:pt x="5696005" y="127935"/>
                  <a:pt x="5696005" y="119394"/>
                </a:cubicBezTo>
                <a:cubicBezTo>
                  <a:pt x="5696005" y="115423"/>
                  <a:pt x="5697180" y="111248"/>
                  <a:pt x="5699524" y="107860"/>
                </a:cubicBezTo>
                <a:cubicBezTo>
                  <a:pt x="5704217" y="110649"/>
                  <a:pt x="5709690" y="112044"/>
                  <a:pt x="5717315" y="112044"/>
                </a:cubicBezTo>
                <a:cubicBezTo>
                  <a:pt x="5734517" y="112044"/>
                  <a:pt x="5750351" y="101076"/>
                  <a:pt x="5750351" y="81509"/>
                </a:cubicBezTo>
                <a:cubicBezTo>
                  <a:pt x="5750351" y="72126"/>
                  <a:pt x="5747615" y="66735"/>
                  <a:pt x="5741945" y="60744"/>
                </a:cubicBezTo>
                <a:cubicBezTo>
                  <a:pt x="5743314" y="58747"/>
                  <a:pt x="5747225" y="55955"/>
                  <a:pt x="5749766" y="55955"/>
                </a:cubicBezTo>
                <a:cubicBezTo>
                  <a:pt x="5751135" y="55955"/>
                  <a:pt x="5752501" y="56554"/>
                  <a:pt x="5753677" y="58348"/>
                </a:cubicBezTo>
                <a:cubicBezTo>
                  <a:pt x="5754458" y="59945"/>
                  <a:pt x="5757000" y="61942"/>
                  <a:pt x="5759150" y="61942"/>
                </a:cubicBezTo>
                <a:close/>
                <a:moveTo>
                  <a:pt x="5803331" y="67720"/>
                </a:moveTo>
                <a:cubicBezTo>
                  <a:pt x="5803134" y="61736"/>
                  <a:pt x="5802743" y="54563"/>
                  <a:pt x="5801765" y="52568"/>
                </a:cubicBezTo>
                <a:cubicBezTo>
                  <a:pt x="5801374" y="51571"/>
                  <a:pt x="5800983" y="50975"/>
                  <a:pt x="5799420" y="50975"/>
                </a:cubicBezTo>
                <a:cubicBezTo>
                  <a:pt x="5793946" y="53167"/>
                  <a:pt x="5788864" y="54961"/>
                  <a:pt x="5775375" y="56752"/>
                </a:cubicBezTo>
                <a:cubicBezTo>
                  <a:pt x="5774984" y="57950"/>
                  <a:pt x="5775375" y="61137"/>
                  <a:pt x="5775765" y="62335"/>
                </a:cubicBezTo>
                <a:cubicBezTo>
                  <a:pt x="5786322" y="63332"/>
                  <a:pt x="5788473" y="64329"/>
                  <a:pt x="5788473" y="75899"/>
                </a:cubicBezTo>
                <a:lnTo>
                  <a:pt x="5788473" y="114802"/>
                </a:lnTo>
                <a:cubicBezTo>
                  <a:pt x="5788473" y="131161"/>
                  <a:pt x="5785931" y="132159"/>
                  <a:pt x="5775178" y="132958"/>
                </a:cubicBezTo>
                <a:cubicBezTo>
                  <a:pt x="5774006" y="134153"/>
                  <a:pt x="5774006" y="138337"/>
                  <a:pt x="5775178" y="139532"/>
                </a:cubicBezTo>
                <a:cubicBezTo>
                  <a:pt x="5781045" y="139335"/>
                  <a:pt x="5788473" y="139134"/>
                  <a:pt x="5796291" y="139134"/>
                </a:cubicBezTo>
                <a:cubicBezTo>
                  <a:pt x="5804112" y="139134"/>
                  <a:pt x="5810171" y="139335"/>
                  <a:pt x="5816035" y="139532"/>
                </a:cubicBezTo>
                <a:cubicBezTo>
                  <a:pt x="5817210" y="138337"/>
                  <a:pt x="5817210" y="134153"/>
                  <a:pt x="5816035" y="132958"/>
                </a:cubicBezTo>
                <a:cubicBezTo>
                  <a:pt x="5806066" y="131961"/>
                  <a:pt x="5803915" y="131161"/>
                  <a:pt x="5803915" y="114802"/>
                </a:cubicBezTo>
                <a:lnTo>
                  <a:pt x="5803915" y="82084"/>
                </a:lnTo>
                <a:cubicBezTo>
                  <a:pt x="5803915" y="77894"/>
                  <a:pt x="5805675" y="75501"/>
                  <a:pt x="5807238" y="73707"/>
                </a:cubicBezTo>
                <a:cubicBezTo>
                  <a:pt x="5815060" y="65926"/>
                  <a:pt x="5822293" y="61933"/>
                  <a:pt x="5828352" y="61933"/>
                </a:cubicBezTo>
                <a:cubicBezTo>
                  <a:pt x="5835782" y="61933"/>
                  <a:pt x="5841256" y="66722"/>
                  <a:pt x="5841256" y="80089"/>
                </a:cubicBezTo>
                <a:lnTo>
                  <a:pt x="5841256" y="114802"/>
                </a:lnTo>
                <a:cubicBezTo>
                  <a:pt x="5841256" y="131161"/>
                  <a:pt x="5839690" y="132159"/>
                  <a:pt x="5829133" y="132958"/>
                </a:cubicBezTo>
                <a:cubicBezTo>
                  <a:pt x="5828158" y="134153"/>
                  <a:pt x="5828158" y="138337"/>
                  <a:pt x="5829133" y="139532"/>
                </a:cubicBezTo>
                <a:cubicBezTo>
                  <a:pt x="5834022" y="139335"/>
                  <a:pt x="5841256" y="139134"/>
                  <a:pt x="5849074" y="139134"/>
                </a:cubicBezTo>
                <a:cubicBezTo>
                  <a:pt x="5856895" y="139134"/>
                  <a:pt x="5863345" y="139335"/>
                  <a:pt x="5868234" y="139532"/>
                </a:cubicBezTo>
                <a:cubicBezTo>
                  <a:pt x="5869209" y="138337"/>
                  <a:pt x="5869209" y="134153"/>
                  <a:pt x="5868234" y="132958"/>
                </a:cubicBezTo>
                <a:cubicBezTo>
                  <a:pt x="5858459" y="132159"/>
                  <a:pt x="5856699" y="131161"/>
                  <a:pt x="5856699" y="114802"/>
                </a:cubicBezTo>
                <a:lnTo>
                  <a:pt x="5856699" y="83081"/>
                </a:lnTo>
                <a:cubicBezTo>
                  <a:pt x="5856699" y="80290"/>
                  <a:pt x="5856699" y="77496"/>
                  <a:pt x="5856502" y="75103"/>
                </a:cubicBezTo>
                <a:cubicBezTo>
                  <a:pt x="5865886" y="64527"/>
                  <a:pt x="5874683" y="61933"/>
                  <a:pt x="5882307" y="61933"/>
                </a:cubicBezTo>
                <a:cubicBezTo>
                  <a:pt x="5889738" y="61933"/>
                  <a:pt x="5894036" y="66324"/>
                  <a:pt x="5894036" y="79691"/>
                </a:cubicBezTo>
                <a:lnTo>
                  <a:pt x="5894036" y="114802"/>
                </a:lnTo>
                <a:cubicBezTo>
                  <a:pt x="5894036" y="131161"/>
                  <a:pt x="5892082" y="132159"/>
                  <a:pt x="5881916" y="132958"/>
                </a:cubicBezTo>
                <a:cubicBezTo>
                  <a:pt x="5880938" y="134153"/>
                  <a:pt x="5880938" y="138337"/>
                  <a:pt x="5881916" y="139532"/>
                </a:cubicBezTo>
                <a:cubicBezTo>
                  <a:pt x="5886805" y="139335"/>
                  <a:pt x="5894036" y="139134"/>
                  <a:pt x="5901857" y="139134"/>
                </a:cubicBezTo>
                <a:cubicBezTo>
                  <a:pt x="5909676" y="139134"/>
                  <a:pt x="5916519" y="139335"/>
                  <a:pt x="5921992" y="139532"/>
                </a:cubicBezTo>
                <a:cubicBezTo>
                  <a:pt x="5922971" y="138337"/>
                  <a:pt x="5922971" y="134153"/>
                  <a:pt x="5921992" y="132958"/>
                </a:cubicBezTo>
                <a:cubicBezTo>
                  <a:pt x="5911242" y="132159"/>
                  <a:pt x="5909482" y="131161"/>
                  <a:pt x="5909482" y="114802"/>
                </a:cubicBezTo>
                <a:lnTo>
                  <a:pt x="5909482" y="83282"/>
                </a:lnTo>
                <a:cubicBezTo>
                  <a:pt x="5909482" y="65527"/>
                  <a:pt x="5906550" y="51571"/>
                  <a:pt x="5889347" y="51571"/>
                </a:cubicBezTo>
                <a:cubicBezTo>
                  <a:pt x="5879375" y="51571"/>
                  <a:pt x="5867255" y="55359"/>
                  <a:pt x="5857089" y="66324"/>
                </a:cubicBezTo>
                <a:cubicBezTo>
                  <a:pt x="5856502" y="66923"/>
                  <a:pt x="5855329" y="67920"/>
                  <a:pt x="5854939" y="66123"/>
                </a:cubicBezTo>
                <a:cubicBezTo>
                  <a:pt x="5853179" y="57950"/>
                  <a:pt x="5845554" y="51571"/>
                  <a:pt x="5835391" y="51571"/>
                </a:cubicBezTo>
                <a:cubicBezTo>
                  <a:pt x="5824050" y="51571"/>
                  <a:pt x="5813887" y="58348"/>
                  <a:pt x="5805675" y="67720"/>
                </a:cubicBezTo>
                <a:cubicBezTo>
                  <a:pt x="5804697" y="68717"/>
                  <a:pt x="5803525" y="70116"/>
                  <a:pt x="5803331" y="67720"/>
                </a:cubicBezTo>
                <a:close/>
                <a:moveTo>
                  <a:pt x="5948774" y="82939"/>
                </a:moveTo>
                <a:cubicBezTo>
                  <a:pt x="5952488" y="60516"/>
                  <a:pt x="5966174" y="58731"/>
                  <a:pt x="5970866" y="58731"/>
                </a:cubicBezTo>
                <a:cubicBezTo>
                  <a:pt x="5978293" y="58731"/>
                  <a:pt x="5987090" y="62900"/>
                  <a:pt x="5987090" y="79566"/>
                </a:cubicBezTo>
                <a:cubicBezTo>
                  <a:pt x="5987090" y="81351"/>
                  <a:pt x="5986309" y="82346"/>
                  <a:pt x="5984158" y="82346"/>
                </a:cubicBezTo>
                <a:lnTo>
                  <a:pt x="5948774" y="82939"/>
                </a:lnTo>
                <a:moveTo>
                  <a:pt x="5999991" y="120573"/>
                </a:moveTo>
                <a:cubicBezTo>
                  <a:pt x="5992761" y="128142"/>
                  <a:pt x="5987090" y="131325"/>
                  <a:pt x="5975752" y="131325"/>
                </a:cubicBezTo>
                <a:cubicBezTo>
                  <a:pt x="5968715" y="131325"/>
                  <a:pt x="5960503" y="127144"/>
                  <a:pt x="5954445" y="116992"/>
                </a:cubicBezTo>
                <a:cubicBezTo>
                  <a:pt x="5950534" y="110421"/>
                  <a:pt x="5948187" y="101262"/>
                  <a:pt x="5948187" y="89713"/>
                </a:cubicBezTo>
                <a:lnTo>
                  <a:pt x="6000188" y="90112"/>
                </a:lnTo>
                <a:cubicBezTo>
                  <a:pt x="6002533" y="90112"/>
                  <a:pt x="6003902" y="88917"/>
                  <a:pt x="6003902" y="86724"/>
                </a:cubicBezTo>
                <a:cubicBezTo>
                  <a:pt x="6003902" y="70043"/>
                  <a:pt x="5998038" y="52154"/>
                  <a:pt x="5970866" y="52154"/>
                </a:cubicBezTo>
                <a:cubicBezTo>
                  <a:pt x="5953857" y="52154"/>
                  <a:pt x="5931766" y="68653"/>
                  <a:pt x="5931766" y="98872"/>
                </a:cubicBezTo>
                <a:cubicBezTo>
                  <a:pt x="5931766" y="110022"/>
                  <a:pt x="5934504" y="120774"/>
                  <a:pt x="5940956" y="128339"/>
                </a:cubicBezTo>
                <a:cubicBezTo>
                  <a:pt x="5947602" y="136309"/>
                  <a:pt x="5956789" y="141089"/>
                  <a:pt x="5970866" y="141089"/>
                </a:cubicBezTo>
                <a:cubicBezTo>
                  <a:pt x="5985721" y="141089"/>
                  <a:pt x="5996278" y="134117"/>
                  <a:pt x="6004099" y="123760"/>
                </a:cubicBezTo>
                <a:cubicBezTo>
                  <a:pt x="6003511" y="121768"/>
                  <a:pt x="6002339" y="120774"/>
                  <a:pt x="5999991" y="120573"/>
                </a:cubicBezTo>
                <a:close/>
                <a:moveTo>
                  <a:pt x="6047888" y="67720"/>
                </a:moveTo>
                <a:cubicBezTo>
                  <a:pt x="6046716" y="69115"/>
                  <a:pt x="6045544" y="69517"/>
                  <a:pt x="6045544" y="67720"/>
                </a:cubicBezTo>
                <a:cubicBezTo>
                  <a:pt x="6045347" y="62335"/>
                  <a:pt x="6044956" y="54563"/>
                  <a:pt x="6043977" y="52568"/>
                </a:cubicBezTo>
                <a:cubicBezTo>
                  <a:pt x="6043587" y="51571"/>
                  <a:pt x="6043196" y="50975"/>
                  <a:pt x="6041633" y="50975"/>
                </a:cubicBezTo>
                <a:cubicBezTo>
                  <a:pt x="6036159" y="53167"/>
                  <a:pt x="6031076" y="54961"/>
                  <a:pt x="6017587" y="56752"/>
                </a:cubicBezTo>
                <a:cubicBezTo>
                  <a:pt x="6017197" y="57950"/>
                  <a:pt x="6017587" y="61137"/>
                  <a:pt x="6017978" y="62335"/>
                </a:cubicBezTo>
                <a:cubicBezTo>
                  <a:pt x="6028535" y="63332"/>
                  <a:pt x="6030685" y="64329"/>
                  <a:pt x="6030685" y="75899"/>
                </a:cubicBezTo>
                <a:lnTo>
                  <a:pt x="6030685" y="114802"/>
                </a:lnTo>
                <a:cubicBezTo>
                  <a:pt x="6030685" y="131161"/>
                  <a:pt x="6028732" y="131961"/>
                  <a:pt x="6017000" y="132958"/>
                </a:cubicBezTo>
                <a:cubicBezTo>
                  <a:pt x="6015827" y="134153"/>
                  <a:pt x="6015827" y="138337"/>
                  <a:pt x="6017000" y="139532"/>
                </a:cubicBezTo>
                <a:cubicBezTo>
                  <a:pt x="6022867" y="139335"/>
                  <a:pt x="6030685" y="139134"/>
                  <a:pt x="6038504" y="139134"/>
                </a:cubicBezTo>
                <a:cubicBezTo>
                  <a:pt x="6046325" y="139134"/>
                  <a:pt x="6052190" y="139335"/>
                  <a:pt x="6058054" y="139532"/>
                </a:cubicBezTo>
                <a:cubicBezTo>
                  <a:pt x="6059226" y="138337"/>
                  <a:pt x="6059226" y="134153"/>
                  <a:pt x="6058054" y="132958"/>
                </a:cubicBezTo>
                <a:cubicBezTo>
                  <a:pt x="6048085" y="131961"/>
                  <a:pt x="6046128" y="131161"/>
                  <a:pt x="6046128" y="114802"/>
                </a:cubicBezTo>
                <a:lnTo>
                  <a:pt x="6046128" y="82084"/>
                </a:lnTo>
                <a:cubicBezTo>
                  <a:pt x="6046128" y="77894"/>
                  <a:pt x="6047888" y="75501"/>
                  <a:pt x="6049451" y="73707"/>
                </a:cubicBezTo>
                <a:cubicBezTo>
                  <a:pt x="6056882" y="66324"/>
                  <a:pt x="6065678" y="61933"/>
                  <a:pt x="6073303" y="61933"/>
                </a:cubicBezTo>
                <a:cubicBezTo>
                  <a:pt x="6077213" y="61933"/>
                  <a:pt x="6081318" y="64527"/>
                  <a:pt x="6083663" y="69115"/>
                </a:cubicBezTo>
                <a:cubicBezTo>
                  <a:pt x="6085619" y="73108"/>
                  <a:pt x="6086010" y="78493"/>
                  <a:pt x="6086010" y="84477"/>
                </a:cubicBezTo>
                <a:lnTo>
                  <a:pt x="6086010" y="114802"/>
                </a:lnTo>
                <a:cubicBezTo>
                  <a:pt x="6086010" y="131161"/>
                  <a:pt x="6084053" y="131961"/>
                  <a:pt x="6073887" y="132958"/>
                </a:cubicBezTo>
                <a:cubicBezTo>
                  <a:pt x="6072912" y="134153"/>
                  <a:pt x="6072912" y="138337"/>
                  <a:pt x="6073887" y="139532"/>
                </a:cubicBezTo>
                <a:cubicBezTo>
                  <a:pt x="6079755" y="139335"/>
                  <a:pt x="6086010" y="139134"/>
                  <a:pt x="6093828" y="139134"/>
                </a:cubicBezTo>
                <a:cubicBezTo>
                  <a:pt x="6101650" y="139134"/>
                  <a:pt x="6108686" y="139335"/>
                  <a:pt x="6114551" y="139532"/>
                </a:cubicBezTo>
                <a:cubicBezTo>
                  <a:pt x="6115529" y="138337"/>
                  <a:pt x="6115529" y="134153"/>
                  <a:pt x="6114551" y="132958"/>
                </a:cubicBezTo>
                <a:cubicBezTo>
                  <a:pt x="6103603" y="131961"/>
                  <a:pt x="6101453" y="131161"/>
                  <a:pt x="6101453" y="114802"/>
                </a:cubicBezTo>
                <a:lnTo>
                  <a:pt x="6101453" y="85076"/>
                </a:lnTo>
                <a:cubicBezTo>
                  <a:pt x="6101453" y="74105"/>
                  <a:pt x="6100671" y="64527"/>
                  <a:pt x="6096176" y="58348"/>
                </a:cubicBezTo>
                <a:cubicBezTo>
                  <a:pt x="6092850" y="53964"/>
                  <a:pt x="6086792" y="51571"/>
                  <a:pt x="6079949" y="51571"/>
                </a:cubicBezTo>
                <a:cubicBezTo>
                  <a:pt x="6070371" y="51571"/>
                  <a:pt x="6059423" y="54161"/>
                  <a:pt x="6047888" y="67720"/>
                </a:cubicBezTo>
                <a:close/>
                <a:moveTo>
                  <a:pt x="6126281" y="53711"/>
                </a:moveTo>
                <a:cubicBezTo>
                  <a:pt x="6123543" y="53711"/>
                  <a:pt x="6122761" y="56104"/>
                  <a:pt x="6122761" y="57698"/>
                </a:cubicBezTo>
                <a:lnTo>
                  <a:pt x="6122761" y="60288"/>
                </a:lnTo>
                <a:cubicBezTo>
                  <a:pt x="6122761" y="61286"/>
                  <a:pt x="6122955" y="61483"/>
                  <a:pt x="6123740" y="61483"/>
                </a:cubicBezTo>
                <a:lnTo>
                  <a:pt x="6135272" y="61483"/>
                </a:lnTo>
                <a:lnTo>
                  <a:pt x="6135272" y="121376"/>
                </a:lnTo>
                <a:cubicBezTo>
                  <a:pt x="6135272" y="135509"/>
                  <a:pt x="6141333" y="141089"/>
                  <a:pt x="6150324" y="141089"/>
                </a:cubicBezTo>
                <a:cubicBezTo>
                  <a:pt x="6159317" y="141089"/>
                  <a:pt x="6169092" y="136708"/>
                  <a:pt x="6176717" y="127941"/>
                </a:cubicBezTo>
                <a:cubicBezTo>
                  <a:pt x="6176326" y="125953"/>
                  <a:pt x="6175154" y="124758"/>
                  <a:pt x="6173197" y="124560"/>
                </a:cubicBezTo>
                <a:cubicBezTo>
                  <a:pt x="6168114" y="128540"/>
                  <a:pt x="6162250" y="130130"/>
                  <a:pt x="6157167" y="130130"/>
                </a:cubicBezTo>
                <a:cubicBezTo>
                  <a:pt x="6151890" y="130130"/>
                  <a:pt x="6150718" y="124162"/>
                  <a:pt x="6150718" y="111825"/>
                </a:cubicBezTo>
                <a:lnTo>
                  <a:pt x="6150718" y="61483"/>
                </a:lnTo>
                <a:lnTo>
                  <a:pt x="6171046" y="61483"/>
                </a:lnTo>
                <a:cubicBezTo>
                  <a:pt x="6173003" y="61483"/>
                  <a:pt x="6175738" y="60687"/>
                  <a:pt x="6175738" y="58893"/>
                </a:cubicBezTo>
                <a:lnTo>
                  <a:pt x="6175738" y="54909"/>
                </a:lnTo>
                <a:cubicBezTo>
                  <a:pt x="6175738" y="54113"/>
                  <a:pt x="6175154" y="53711"/>
                  <a:pt x="6174175" y="53711"/>
                </a:cubicBezTo>
                <a:lnTo>
                  <a:pt x="6150718" y="53711"/>
                </a:lnTo>
                <a:lnTo>
                  <a:pt x="6150718" y="45942"/>
                </a:lnTo>
                <a:cubicBezTo>
                  <a:pt x="6150718" y="32989"/>
                  <a:pt x="6151499" y="25016"/>
                  <a:pt x="6151499" y="25016"/>
                </a:cubicBezTo>
                <a:cubicBezTo>
                  <a:pt x="6151499" y="23821"/>
                  <a:pt x="6150911" y="23222"/>
                  <a:pt x="6149933" y="23222"/>
                </a:cubicBezTo>
                <a:cubicBezTo>
                  <a:pt x="6149151" y="23222"/>
                  <a:pt x="6147392" y="24022"/>
                  <a:pt x="6145635" y="25016"/>
                </a:cubicBezTo>
                <a:cubicBezTo>
                  <a:pt x="6143484" y="26214"/>
                  <a:pt x="6141527" y="27208"/>
                  <a:pt x="6138986" y="27807"/>
                </a:cubicBezTo>
                <a:cubicBezTo>
                  <a:pt x="6136641" y="28604"/>
                  <a:pt x="6134687" y="29203"/>
                  <a:pt x="6134687" y="30596"/>
                </a:cubicBezTo>
                <a:cubicBezTo>
                  <a:pt x="6134687" y="32989"/>
                  <a:pt x="6135272" y="31593"/>
                  <a:pt x="6135272" y="53711"/>
                </a:cubicBezTo>
                <a:lnTo>
                  <a:pt x="6126281" y="53711"/>
                </a:lnTo>
                <a:close/>
                <a:moveTo>
                  <a:pt x="6190792" y="130529"/>
                </a:moveTo>
                <a:cubicBezTo>
                  <a:pt x="6190792" y="136309"/>
                  <a:pt x="6195484" y="141089"/>
                  <a:pt x="6201152" y="141089"/>
                </a:cubicBezTo>
                <a:cubicBezTo>
                  <a:pt x="6206822" y="141089"/>
                  <a:pt x="6211514" y="136309"/>
                  <a:pt x="6211514" y="130529"/>
                </a:cubicBezTo>
                <a:cubicBezTo>
                  <a:pt x="6211514" y="124751"/>
                  <a:pt x="6206822" y="119968"/>
                  <a:pt x="6201152" y="119968"/>
                </a:cubicBezTo>
                <a:cubicBezTo>
                  <a:pt x="6195484" y="119968"/>
                  <a:pt x="6190792" y="124751"/>
                  <a:pt x="6190792" y="130529"/>
                </a:cubicBezTo>
                <a:close/>
                <a:moveTo>
                  <a:pt x="6343882" y="120817"/>
                </a:moveTo>
                <a:lnTo>
                  <a:pt x="6344663" y="121413"/>
                </a:lnTo>
                <a:lnTo>
                  <a:pt x="6345642" y="139131"/>
                </a:lnTo>
                <a:cubicBezTo>
                  <a:pt x="6345642" y="139529"/>
                  <a:pt x="6345877" y="139727"/>
                  <a:pt x="6346423" y="139727"/>
                </a:cubicBezTo>
                <a:cubicBezTo>
                  <a:pt x="6349003" y="139371"/>
                  <a:pt x="6351312" y="139131"/>
                  <a:pt x="6354164" y="139131"/>
                </a:cubicBezTo>
                <a:cubicBezTo>
                  <a:pt x="6356589" y="139131"/>
                  <a:pt x="6360303" y="139332"/>
                  <a:pt x="6362844" y="139727"/>
                </a:cubicBezTo>
                <a:lnTo>
                  <a:pt x="6363235" y="139131"/>
                </a:lnTo>
                <a:cubicBezTo>
                  <a:pt x="6361672" y="130571"/>
                  <a:pt x="6359912" y="115839"/>
                  <a:pt x="6359912" y="100909"/>
                </a:cubicBezTo>
                <a:lnTo>
                  <a:pt x="6359912" y="89561"/>
                </a:lnTo>
                <a:cubicBezTo>
                  <a:pt x="6359912" y="74628"/>
                  <a:pt x="6360109" y="64278"/>
                  <a:pt x="6361672" y="53726"/>
                </a:cubicBezTo>
                <a:lnTo>
                  <a:pt x="6361281" y="53127"/>
                </a:lnTo>
                <a:cubicBezTo>
                  <a:pt x="6358934" y="53526"/>
                  <a:pt x="6354438" y="53726"/>
                  <a:pt x="6352094" y="53726"/>
                </a:cubicBezTo>
                <a:cubicBezTo>
                  <a:pt x="6349746" y="53726"/>
                  <a:pt x="6345251" y="53526"/>
                  <a:pt x="6342906" y="53127"/>
                </a:cubicBezTo>
                <a:lnTo>
                  <a:pt x="6342513" y="53726"/>
                </a:lnTo>
                <a:cubicBezTo>
                  <a:pt x="6344040" y="65114"/>
                  <a:pt x="6344273" y="74431"/>
                  <a:pt x="6344273" y="89561"/>
                </a:cubicBezTo>
                <a:lnTo>
                  <a:pt x="6344273" y="109070"/>
                </a:lnTo>
                <a:cubicBezTo>
                  <a:pt x="6338331" y="119266"/>
                  <a:pt x="6327070" y="129930"/>
                  <a:pt x="6317492" y="129930"/>
                </a:cubicBezTo>
                <a:cubicBezTo>
                  <a:pt x="6310765" y="129930"/>
                  <a:pt x="6304394" y="127744"/>
                  <a:pt x="6304394" y="109238"/>
                </a:cubicBezTo>
                <a:lnTo>
                  <a:pt x="6304394" y="89540"/>
                </a:lnTo>
                <a:cubicBezTo>
                  <a:pt x="6304394" y="74616"/>
                  <a:pt x="6304587" y="64272"/>
                  <a:pt x="6306154" y="53726"/>
                </a:cubicBezTo>
                <a:lnTo>
                  <a:pt x="6305763" y="53127"/>
                </a:lnTo>
                <a:cubicBezTo>
                  <a:pt x="6303415" y="53526"/>
                  <a:pt x="6298920" y="53726"/>
                  <a:pt x="6296572" y="53726"/>
                </a:cubicBezTo>
                <a:cubicBezTo>
                  <a:pt x="6294228" y="53726"/>
                  <a:pt x="6289732" y="53526"/>
                  <a:pt x="6287385" y="53127"/>
                </a:cubicBezTo>
                <a:lnTo>
                  <a:pt x="6286994" y="53726"/>
                </a:lnTo>
                <a:cubicBezTo>
                  <a:pt x="6288557" y="65065"/>
                  <a:pt x="6288754" y="74418"/>
                  <a:pt x="6288754" y="89540"/>
                </a:cubicBezTo>
                <a:lnTo>
                  <a:pt x="6288754" y="113416"/>
                </a:lnTo>
                <a:cubicBezTo>
                  <a:pt x="6288754" y="127144"/>
                  <a:pt x="6295009" y="141089"/>
                  <a:pt x="6314363" y="141089"/>
                </a:cubicBezTo>
                <a:cubicBezTo>
                  <a:pt x="6326482" y="141089"/>
                  <a:pt x="6337430" y="130927"/>
                  <a:pt x="6343882" y="120777"/>
                </a:cubicBezTo>
                <a:lnTo>
                  <a:pt x="6343882" y="120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Text ({},𝑦)">
            <a:extLst xmlns:a="http://schemas.openxmlformats.org/drawingml/2006/main">
              <a:ext uri="{FF2B5EF4-FFF2-40B4-BE49-F238E27FC236}">
                <a16:creationId xmlns:a16="http://schemas.microsoft.com/office/drawing/2014/main" id="{6C429E47-9FEA-49C6-A707-C6BF0ED5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014" y="4085811"/>
            <a:ext cx="568317" cy="197711"/>
          </a:xfrm>
          <a:custGeom xmlns:a="http://schemas.openxmlformats.org/drawingml/2006/main">
            <a:pathLst>
              <a:path w="568317" h="197711">
                <a:moveTo>
                  <a:pt x="51333" y="0"/>
                </a:moveTo>
                <a:cubicBezTo>
                  <a:pt x="21198" y="19534"/>
                  <a:pt x="0" y="53201"/>
                  <a:pt x="0" y="95597"/>
                </a:cubicBezTo>
                <a:cubicBezTo>
                  <a:pt x="0" y="134249"/>
                  <a:pt x="22029" y="173320"/>
                  <a:pt x="50708" y="190986"/>
                </a:cubicBezTo>
                <a:lnTo>
                  <a:pt x="53201" y="187659"/>
                </a:lnTo>
                <a:cubicBezTo>
                  <a:pt x="25771" y="166045"/>
                  <a:pt x="17872" y="140902"/>
                  <a:pt x="17872" y="94973"/>
                </a:cubicBezTo>
                <a:cubicBezTo>
                  <a:pt x="17872" y="48837"/>
                  <a:pt x="26393" y="24937"/>
                  <a:pt x="53201" y="3326"/>
                </a:cubicBezTo>
                <a:lnTo>
                  <a:pt x="51333" y="0"/>
                </a:lnTo>
                <a:close/>
                <a:moveTo>
                  <a:pt x="132795" y="32424"/>
                </a:moveTo>
                <a:cubicBezTo>
                  <a:pt x="132795" y="24740"/>
                  <a:pt x="139029" y="9367"/>
                  <a:pt x="155655" y="5213"/>
                </a:cubicBezTo>
                <a:cubicBezTo>
                  <a:pt x="156695" y="4798"/>
                  <a:pt x="157526" y="4176"/>
                  <a:pt x="157526" y="3136"/>
                </a:cubicBezTo>
                <a:cubicBezTo>
                  <a:pt x="157526" y="1056"/>
                  <a:pt x="155864" y="641"/>
                  <a:pt x="153578" y="1056"/>
                </a:cubicBezTo>
                <a:cubicBezTo>
                  <a:pt x="137368" y="3552"/>
                  <a:pt x="118040" y="16845"/>
                  <a:pt x="117834" y="30762"/>
                </a:cubicBezTo>
                <a:lnTo>
                  <a:pt x="117834" y="67737"/>
                </a:lnTo>
                <a:cubicBezTo>
                  <a:pt x="117834" y="75008"/>
                  <a:pt x="116585" y="85393"/>
                  <a:pt x="113677" y="87261"/>
                </a:cubicBezTo>
                <a:cubicBezTo>
                  <a:pt x="106196" y="92455"/>
                  <a:pt x="98506" y="92870"/>
                  <a:pt x="93934" y="92870"/>
                </a:cubicBezTo>
                <a:cubicBezTo>
                  <a:pt x="92894" y="93080"/>
                  <a:pt x="92063" y="94326"/>
                  <a:pt x="92063" y="95366"/>
                </a:cubicBezTo>
                <a:cubicBezTo>
                  <a:pt x="92063" y="97443"/>
                  <a:pt x="93309" y="97858"/>
                  <a:pt x="95389" y="98064"/>
                </a:cubicBezTo>
                <a:cubicBezTo>
                  <a:pt x="109104" y="98689"/>
                  <a:pt x="114923" y="105139"/>
                  <a:pt x="117209" y="114497"/>
                </a:cubicBezTo>
                <a:cubicBezTo>
                  <a:pt x="117834" y="116577"/>
                  <a:pt x="117834" y="116786"/>
                  <a:pt x="117834" y="123648"/>
                </a:cubicBezTo>
                <a:lnTo>
                  <a:pt x="117834" y="156929"/>
                </a:lnTo>
                <a:cubicBezTo>
                  <a:pt x="117834" y="164831"/>
                  <a:pt x="115754" y="174192"/>
                  <a:pt x="125730" y="181263"/>
                </a:cubicBezTo>
                <a:cubicBezTo>
                  <a:pt x="133835" y="186879"/>
                  <a:pt x="145473" y="190202"/>
                  <a:pt x="153578" y="190202"/>
                </a:cubicBezTo>
                <a:cubicBezTo>
                  <a:pt x="155864" y="190202"/>
                  <a:pt x="157526" y="190202"/>
                  <a:pt x="157526" y="187919"/>
                </a:cubicBezTo>
                <a:cubicBezTo>
                  <a:pt x="157526" y="186048"/>
                  <a:pt x="156280" y="186464"/>
                  <a:pt x="154203" y="185839"/>
                </a:cubicBezTo>
                <a:cubicBezTo>
                  <a:pt x="140279" y="182303"/>
                  <a:pt x="136121" y="175022"/>
                  <a:pt x="133420" y="165249"/>
                </a:cubicBezTo>
                <a:cubicBezTo>
                  <a:pt x="132795" y="163585"/>
                  <a:pt x="132795" y="163169"/>
                  <a:pt x="132795" y="156513"/>
                </a:cubicBezTo>
                <a:lnTo>
                  <a:pt x="132795" y="120737"/>
                </a:lnTo>
                <a:cubicBezTo>
                  <a:pt x="132795" y="112210"/>
                  <a:pt x="131133" y="108881"/>
                  <a:pt x="124484" y="102850"/>
                </a:cubicBezTo>
                <a:cubicBezTo>
                  <a:pt x="120120" y="98898"/>
                  <a:pt x="118249" y="97028"/>
                  <a:pt x="112431" y="95366"/>
                </a:cubicBezTo>
                <a:cubicBezTo>
                  <a:pt x="129472" y="91209"/>
                  <a:pt x="132795" y="82485"/>
                  <a:pt x="132795" y="71475"/>
                </a:cubicBezTo>
                <a:lnTo>
                  <a:pt x="132795" y="32424"/>
                </a:lnTo>
                <a:close/>
                <a:moveTo>
                  <a:pt x="227145" y="32424"/>
                </a:moveTo>
                <a:lnTo>
                  <a:pt x="227145" y="71475"/>
                </a:lnTo>
                <a:cubicBezTo>
                  <a:pt x="227145" y="82485"/>
                  <a:pt x="230471" y="91209"/>
                  <a:pt x="247512" y="95366"/>
                </a:cubicBezTo>
                <a:cubicBezTo>
                  <a:pt x="241693" y="97028"/>
                  <a:pt x="239822" y="98898"/>
                  <a:pt x="235456" y="102850"/>
                </a:cubicBezTo>
                <a:cubicBezTo>
                  <a:pt x="228806" y="108881"/>
                  <a:pt x="227145" y="112210"/>
                  <a:pt x="227145" y="120737"/>
                </a:cubicBezTo>
                <a:lnTo>
                  <a:pt x="227145" y="156513"/>
                </a:lnTo>
                <a:cubicBezTo>
                  <a:pt x="227145" y="163169"/>
                  <a:pt x="227145" y="163585"/>
                  <a:pt x="226520" y="165249"/>
                </a:cubicBezTo>
                <a:cubicBezTo>
                  <a:pt x="223818" y="175022"/>
                  <a:pt x="219664" y="182303"/>
                  <a:pt x="205740" y="185839"/>
                </a:cubicBezTo>
                <a:cubicBezTo>
                  <a:pt x="203660" y="186464"/>
                  <a:pt x="202414" y="186048"/>
                  <a:pt x="202414" y="187919"/>
                </a:cubicBezTo>
                <a:cubicBezTo>
                  <a:pt x="202414" y="190202"/>
                  <a:pt x="204078" y="190202"/>
                  <a:pt x="206362" y="190202"/>
                </a:cubicBezTo>
                <a:cubicBezTo>
                  <a:pt x="214467" y="190202"/>
                  <a:pt x="226104" y="186879"/>
                  <a:pt x="234210" y="181263"/>
                </a:cubicBezTo>
                <a:cubicBezTo>
                  <a:pt x="244186" y="174192"/>
                  <a:pt x="242109" y="164831"/>
                  <a:pt x="242109" y="156929"/>
                </a:cubicBezTo>
                <a:lnTo>
                  <a:pt x="242109" y="123648"/>
                </a:lnTo>
                <a:cubicBezTo>
                  <a:pt x="242109" y="116786"/>
                  <a:pt x="242109" y="116577"/>
                  <a:pt x="242730" y="114497"/>
                </a:cubicBezTo>
                <a:cubicBezTo>
                  <a:pt x="245017" y="105139"/>
                  <a:pt x="250835" y="98689"/>
                  <a:pt x="264553" y="98064"/>
                </a:cubicBezTo>
                <a:cubicBezTo>
                  <a:pt x="266630" y="97858"/>
                  <a:pt x="267877" y="97443"/>
                  <a:pt x="267877" y="95366"/>
                </a:cubicBezTo>
                <a:cubicBezTo>
                  <a:pt x="267877" y="94326"/>
                  <a:pt x="267046" y="93080"/>
                  <a:pt x="266006" y="92870"/>
                </a:cubicBezTo>
                <a:cubicBezTo>
                  <a:pt x="261433" y="92870"/>
                  <a:pt x="253746" y="92455"/>
                  <a:pt x="246263" y="87261"/>
                </a:cubicBezTo>
                <a:cubicBezTo>
                  <a:pt x="243355" y="85393"/>
                  <a:pt x="242109" y="75008"/>
                  <a:pt x="242109" y="67737"/>
                </a:cubicBezTo>
                <a:lnTo>
                  <a:pt x="242109" y="30762"/>
                </a:lnTo>
                <a:cubicBezTo>
                  <a:pt x="241899" y="16845"/>
                  <a:pt x="222572" y="3552"/>
                  <a:pt x="206362" y="1056"/>
                </a:cubicBezTo>
                <a:cubicBezTo>
                  <a:pt x="204078" y="641"/>
                  <a:pt x="202414" y="1056"/>
                  <a:pt x="202414" y="3136"/>
                </a:cubicBezTo>
                <a:cubicBezTo>
                  <a:pt x="202414" y="4176"/>
                  <a:pt x="203244" y="4798"/>
                  <a:pt x="204284" y="5213"/>
                </a:cubicBezTo>
                <a:cubicBezTo>
                  <a:pt x="220910" y="9367"/>
                  <a:pt x="227145" y="24740"/>
                  <a:pt x="227145" y="32424"/>
                </a:cubicBezTo>
                <a:close/>
                <a:moveTo>
                  <a:pt x="307368" y="129264"/>
                </a:moveTo>
                <a:cubicBezTo>
                  <a:pt x="300299" y="129264"/>
                  <a:pt x="295521" y="134043"/>
                  <a:pt x="295521" y="139862"/>
                </a:cubicBezTo>
                <a:cubicBezTo>
                  <a:pt x="295521" y="146512"/>
                  <a:pt x="301339" y="148383"/>
                  <a:pt x="305287" y="149004"/>
                </a:cubicBezTo>
                <a:cubicBezTo>
                  <a:pt x="309445" y="149423"/>
                  <a:pt x="313186" y="150669"/>
                  <a:pt x="313186" y="155448"/>
                </a:cubicBezTo>
                <a:cubicBezTo>
                  <a:pt x="313186" y="159811"/>
                  <a:pt x="305287" y="168956"/>
                  <a:pt x="293650" y="171658"/>
                </a:cubicBezTo>
                <a:cubicBezTo>
                  <a:pt x="293650" y="173735"/>
                  <a:pt x="294274" y="175606"/>
                  <a:pt x="295730" y="177061"/>
                </a:cubicBezTo>
                <a:cubicBezTo>
                  <a:pt x="309445" y="174775"/>
                  <a:pt x="322538" y="164384"/>
                  <a:pt x="322538" y="149838"/>
                </a:cubicBezTo>
                <a:cubicBezTo>
                  <a:pt x="322538" y="137366"/>
                  <a:pt x="316510" y="129264"/>
                  <a:pt x="307368" y="129264"/>
                </a:cubicBezTo>
                <a:close/>
                <a:moveTo>
                  <a:pt x="471748" y="74808"/>
                </a:moveTo>
                <a:lnTo>
                  <a:pt x="460735" y="125275"/>
                </a:lnTo>
                <a:cubicBezTo>
                  <a:pt x="457824" y="128183"/>
                  <a:pt x="444318" y="139605"/>
                  <a:pt x="433302" y="139605"/>
                </a:cubicBezTo>
                <a:cubicBezTo>
                  <a:pt x="428314" y="139605"/>
                  <a:pt x="422705" y="139605"/>
                  <a:pt x="422705" y="128389"/>
                </a:cubicBezTo>
                <a:cubicBezTo>
                  <a:pt x="422705" y="125897"/>
                  <a:pt x="423535" y="122989"/>
                  <a:pt x="424160" y="119669"/>
                </a:cubicBezTo>
                <a:lnTo>
                  <a:pt x="432265" y="83738"/>
                </a:lnTo>
                <a:cubicBezTo>
                  <a:pt x="434548" y="77091"/>
                  <a:pt x="438084" y="68577"/>
                  <a:pt x="438084" y="64626"/>
                </a:cubicBezTo>
                <a:cubicBezTo>
                  <a:pt x="438084" y="60678"/>
                  <a:pt x="436835" y="57770"/>
                  <a:pt x="429979" y="57770"/>
                </a:cubicBezTo>
                <a:cubicBezTo>
                  <a:pt x="418757" y="57770"/>
                  <a:pt x="405454" y="64835"/>
                  <a:pt x="394856" y="77091"/>
                </a:cubicBezTo>
                <a:cubicBezTo>
                  <a:pt x="395481" y="78962"/>
                  <a:pt x="396727" y="80624"/>
                  <a:pt x="399635" y="80624"/>
                </a:cubicBezTo>
                <a:cubicBezTo>
                  <a:pt x="405663" y="74393"/>
                  <a:pt x="412938" y="71276"/>
                  <a:pt x="415224" y="71276"/>
                </a:cubicBezTo>
                <a:cubicBezTo>
                  <a:pt x="416676" y="71276"/>
                  <a:pt x="417301" y="72316"/>
                  <a:pt x="417301" y="74808"/>
                </a:cubicBezTo>
                <a:cubicBezTo>
                  <a:pt x="417301" y="76676"/>
                  <a:pt x="415846" y="80208"/>
                  <a:pt x="414390" y="85609"/>
                </a:cubicBezTo>
                <a:lnTo>
                  <a:pt x="406079" y="122783"/>
                </a:lnTo>
                <a:cubicBezTo>
                  <a:pt x="405454" y="126106"/>
                  <a:pt x="404623" y="129635"/>
                  <a:pt x="404623" y="132753"/>
                </a:cubicBezTo>
                <a:cubicBezTo>
                  <a:pt x="404623" y="143138"/>
                  <a:pt x="407950" y="151034"/>
                  <a:pt x="424782" y="151034"/>
                </a:cubicBezTo>
                <a:cubicBezTo>
                  <a:pt x="433927" y="151034"/>
                  <a:pt x="444524" y="148126"/>
                  <a:pt x="459489" y="135660"/>
                </a:cubicBezTo>
                <a:cubicBezTo>
                  <a:pt x="454085" y="171775"/>
                  <a:pt x="444734" y="190231"/>
                  <a:pt x="424991" y="190231"/>
                </a:cubicBezTo>
                <a:cubicBezTo>
                  <a:pt x="410857" y="190231"/>
                  <a:pt x="415846" y="179240"/>
                  <a:pt x="404623" y="179240"/>
                </a:cubicBezTo>
                <a:cubicBezTo>
                  <a:pt x="402131" y="179240"/>
                  <a:pt x="396103" y="182145"/>
                  <a:pt x="396103" y="187329"/>
                </a:cubicBezTo>
                <a:cubicBezTo>
                  <a:pt x="396103" y="196050"/>
                  <a:pt x="413975" y="197711"/>
                  <a:pt x="422289" y="197711"/>
                </a:cubicBezTo>
                <a:cubicBezTo>
                  <a:pt x="430394" y="197711"/>
                  <a:pt x="440576" y="195428"/>
                  <a:pt x="450968" y="185255"/>
                </a:cubicBezTo>
                <a:cubicBezTo>
                  <a:pt x="464061" y="172603"/>
                  <a:pt x="469255" y="164723"/>
                  <a:pt x="477982" y="127974"/>
                </a:cubicBezTo>
                <a:lnTo>
                  <a:pt x="489414" y="75845"/>
                </a:lnTo>
                <a:cubicBezTo>
                  <a:pt x="490245" y="72106"/>
                  <a:pt x="492322" y="65875"/>
                  <a:pt x="492322" y="63380"/>
                </a:cubicBezTo>
                <a:cubicBezTo>
                  <a:pt x="492322" y="59847"/>
                  <a:pt x="490038" y="57770"/>
                  <a:pt x="482555" y="57770"/>
                </a:cubicBezTo>
                <a:cubicBezTo>
                  <a:pt x="473828" y="57770"/>
                  <a:pt x="473619" y="66912"/>
                  <a:pt x="471748" y="74808"/>
                </a:cubicBezTo>
                <a:close/>
                <a:moveTo>
                  <a:pt x="516987" y="0"/>
                </a:moveTo>
                <a:lnTo>
                  <a:pt x="515116" y="3326"/>
                </a:lnTo>
                <a:cubicBezTo>
                  <a:pt x="541924" y="24937"/>
                  <a:pt x="550445" y="48837"/>
                  <a:pt x="550445" y="94973"/>
                </a:cubicBezTo>
                <a:cubicBezTo>
                  <a:pt x="550445" y="140902"/>
                  <a:pt x="542549" y="166045"/>
                  <a:pt x="515116" y="187659"/>
                </a:cubicBezTo>
                <a:lnTo>
                  <a:pt x="517609" y="190986"/>
                </a:lnTo>
                <a:cubicBezTo>
                  <a:pt x="546288" y="173320"/>
                  <a:pt x="568317" y="134249"/>
                  <a:pt x="568317" y="95597"/>
                </a:cubicBezTo>
                <a:cubicBezTo>
                  <a:pt x="568317" y="53201"/>
                  <a:pt x="547122" y="19534"/>
                  <a:pt x="516987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Text representsanelement">
            <a:extLst xmlns:a="http://schemas.openxmlformats.org/drawingml/2006/main">
              <a:ext uri="{FF2B5EF4-FFF2-40B4-BE49-F238E27FC236}">
                <a16:creationId xmlns:a16="http://schemas.microsoft.com/office/drawing/2014/main" id="{84115E26-A6E6-46FB-9D18-ACB5547D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6631" y="4095672"/>
            <a:ext cx="1750031" cy="185849"/>
          </a:xfrm>
          <a:custGeom xmlns:a="http://schemas.openxmlformats.org/drawingml/2006/main">
            <a:pathLst>
              <a:path w="1750031" h="185849">
                <a:moveTo>
                  <a:pt x="30498" y="67717"/>
                </a:moveTo>
                <a:cubicBezTo>
                  <a:pt x="30107" y="59741"/>
                  <a:pt x="29910" y="54563"/>
                  <a:pt x="28935" y="52568"/>
                </a:cubicBezTo>
                <a:cubicBezTo>
                  <a:pt x="28541" y="51571"/>
                  <a:pt x="28150" y="50975"/>
                  <a:pt x="26587" y="50975"/>
                </a:cubicBezTo>
                <a:cubicBezTo>
                  <a:pt x="21113" y="53167"/>
                  <a:pt x="16030" y="54961"/>
                  <a:pt x="2541" y="56752"/>
                </a:cubicBezTo>
                <a:cubicBezTo>
                  <a:pt x="2151" y="57950"/>
                  <a:pt x="2541" y="61137"/>
                  <a:pt x="2932" y="62332"/>
                </a:cubicBezTo>
                <a:cubicBezTo>
                  <a:pt x="13489" y="63329"/>
                  <a:pt x="15640" y="64326"/>
                  <a:pt x="15640" y="75896"/>
                </a:cubicBezTo>
                <a:lnTo>
                  <a:pt x="15640" y="114802"/>
                </a:lnTo>
                <a:cubicBezTo>
                  <a:pt x="15640" y="131362"/>
                  <a:pt x="13295" y="132159"/>
                  <a:pt x="1172" y="132958"/>
                </a:cubicBezTo>
                <a:cubicBezTo>
                  <a:pt x="0" y="134153"/>
                  <a:pt x="0" y="138337"/>
                  <a:pt x="1172" y="139532"/>
                </a:cubicBezTo>
                <a:cubicBezTo>
                  <a:pt x="8015" y="139335"/>
                  <a:pt x="15640" y="139134"/>
                  <a:pt x="23461" y="139134"/>
                </a:cubicBezTo>
                <a:cubicBezTo>
                  <a:pt x="31279" y="139134"/>
                  <a:pt x="40273" y="139335"/>
                  <a:pt x="47113" y="139532"/>
                </a:cubicBezTo>
                <a:cubicBezTo>
                  <a:pt x="48288" y="138337"/>
                  <a:pt x="48288" y="134153"/>
                  <a:pt x="47113" y="132958"/>
                </a:cubicBezTo>
                <a:cubicBezTo>
                  <a:pt x="33430" y="131961"/>
                  <a:pt x="31082" y="131362"/>
                  <a:pt x="31082" y="114802"/>
                </a:cubicBezTo>
                <a:lnTo>
                  <a:pt x="31082" y="87071"/>
                </a:lnTo>
                <a:cubicBezTo>
                  <a:pt x="31082" y="81883"/>
                  <a:pt x="33430" y="77295"/>
                  <a:pt x="35774" y="73704"/>
                </a:cubicBezTo>
                <a:cubicBezTo>
                  <a:pt x="37925" y="70511"/>
                  <a:pt x="42423" y="63928"/>
                  <a:pt x="44768" y="63928"/>
                </a:cubicBezTo>
                <a:cubicBezTo>
                  <a:pt x="46528" y="63928"/>
                  <a:pt x="48288" y="64326"/>
                  <a:pt x="49851" y="66522"/>
                </a:cubicBezTo>
                <a:cubicBezTo>
                  <a:pt x="51220" y="68516"/>
                  <a:pt x="53565" y="71110"/>
                  <a:pt x="56888" y="71110"/>
                </a:cubicBezTo>
                <a:cubicBezTo>
                  <a:pt x="61580" y="71110"/>
                  <a:pt x="66075" y="66120"/>
                  <a:pt x="66075" y="61137"/>
                </a:cubicBezTo>
                <a:cubicBezTo>
                  <a:pt x="66075" y="57351"/>
                  <a:pt x="62558" y="51571"/>
                  <a:pt x="54346" y="51571"/>
                </a:cubicBezTo>
                <a:cubicBezTo>
                  <a:pt x="45159" y="51571"/>
                  <a:pt x="37144" y="60340"/>
                  <a:pt x="32648" y="68115"/>
                </a:cubicBezTo>
                <a:cubicBezTo>
                  <a:pt x="31476" y="70310"/>
                  <a:pt x="30498" y="68714"/>
                  <a:pt x="30498" y="67717"/>
                </a:cubicBezTo>
                <a:close/>
                <a:moveTo>
                  <a:pt x="91491" y="82939"/>
                </a:moveTo>
                <a:cubicBezTo>
                  <a:pt x="95204" y="60516"/>
                  <a:pt x="108890" y="58731"/>
                  <a:pt x="113582" y="58731"/>
                </a:cubicBezTo>
                <a:cubicBezTo>
                  <a:pt x="121010" y="58731"/>
                  <a:pt x="129807" y="62900"/>
                  <a:pt x="129807" y="79566"/>
                </a:cubicBezTo>
                <a:cubicBezTo>
                  <a:pt x="129807" y="81351"/>
                  <a:pt x="129025" y="82346"/>
                  <a:pt x="126874" y="82346"/>
                </a:cubicBezTo>
                <a:lnTo>
                  <a:pt x="91491" y="82939"/>
                </a:lnTo>
                <a:moveTo>
                  <a:pt x="142708" y="120573"/>
                </a:moveTo>
                <a:cubicBezTo>
                  <a:pt x="135477" y="128142"/>
                  <a:pt x="129807" y="131325"/>
                  <a:pt x="118468" y="131325"/>
                </a:cubicBezTo>
                <a:cubicBezTo>
                  <a:pt x="111432" y="131325"/>
                  <a:pt x="103220" y="127144"/>
                  <a:pt x="97161" y="116992"/>
                </a:cubicBezTo>
                <a:cubicBezTo>
                  <a:pt x="93251" y="110421"/>
                  <a:pt x="90903" y="101262"/>
                  <a:pt x="90903" y="89713"/>
                </a:cubicBezTo>
                <a:lnTo>
                  <a:pt x="142905" y="90112"/>
                </a:lnTo>
                <a:cubicBezTo>
                  <a:pt x="145249" y="90112"/>
                  <a:pt x="146618" y="88917"/>
                  <a:pt x="146618" y="86724"/>
                </a:cubicBezTo>
                <a:cubicBezTo>
                  <a:pt x="146618" y="70043"/>
                  <a:pt x="140754" y="52154"/>
                  <a:pt x="113582" y="52154"/>
                </a:cubicBezTo>
                <a:cubicBezTo>
                  <a:pt x="96574" y="52154"/>
                  <a:pt x="74482" y="68653"/>
                  <a:pt x="74482" y="98872"/>
                </a:cubicBezTo>
                <a:cubicBezTo>
                  <a:pt x="74482" y="110022"/>
                  <a:pt x="77220" y="120774"/>
                  <a:pt x="83672" y="128339"/>
                </a:cubicBezTo>
                <a:cubicBezTo>
                  <a:pt x="90318" y="136309"/>
                  <a:pt x="99506" y="141089"/>
                  <a:pt x="113582" y="141089"/>
                </a:cubicBezTo>
                <a:cubicBezTo>
                  <a:pt x="128437" y="141089"/>
                  <a:pt x="138994" y="134117"/>
                  <a:pt x="146815" y="123760"/>
                </a:cubicBezTo>
                <a:cubicBezTo>
                  <a:pt x="146228" y="121768"/>
                  <a:pt x="145055" y="120774"/>
                  <a:pt x="142708" y="120573"/>
                </a:cubicBezTo>
                <a:close/>
                <a:moveTo>
                  <a:pt x="188843" y="73102"/>
                </a:moveTo>
                <a:cubicBezTo>
                  <a:pt x="193926" y="66719"/>
                  <a:pt x="202920" y="60738"/>
                  <a:pt x="208587" y="60738"/>
                </a:cubicBezTo>
                <a:cubicBezTo>
                  <a:pt x="221101" y="60738"/>
                  <a:pt x="231851" y="75094"/>
                  <a:pt x="231851" y="97625"/>
                </a:cubicBezTo>
                <a:cubicBezTo>
                  <a:pt x="231851" y="113978"/>
                  <a:pt x="226184" y="134314"/>
                  <a:pt x="204289" y="134314"/>
                </a:cubicBezTo>
                <a:cubicBezTo>
                  <a:pt x="200769" y="134314"/>
                  <a:pt x="193926" y="133317"/>
                  <a:pt x="190409" y="130127"/>
                </a:cubicBezTo>
                <a:cubicBezTo>
                  <a:pt x="186499" y="126539"/>
                  <a:pt x="185717" y="125341"/>
                  <a:pt x="185717" y="118165"/>
                </a:cubicBezTo>
                <a:lnTo>
                  <a:pt x="185717" y="81874"/>
                </a:lnTo>
                <a:cubicBezTo>
                  <a:pt x="185717" y="77687"/>
                  <a:pt x="186499" y="75893"/>
                  <a:pt x="188843" y="73102"/>
                </a:cubicBezTo>
                <a:moveTo>
                  <a:pt x="185130" y="65722"/>
                </a:moveTo>
                <a:cubicBezTo>
                  <a:pt x="184936" y="59741"/>
                  <a:pt x="184545" y="54563"/>
                  <a:pt x="183567" y="52568"/>
                </a:cubicBezTo>
                <a:cubicBezTo>
                  <a:pt x="183176" y="51571"/>
                  <a:pt x="182785" y="50975"/>
                  <a:pt x="181219" y="50975"/>
                </a:cubicBezTo>
                <a:cubicBezTo>
                  <a:pt x="175745" y="53167"/>
                  <a:pt x="170662" y="54961"/>
                  <a:pt x="157174" y="56752"/>
                </a:cubicBezTo>
                <a:cubicBezTo>
                  <a:pt x="156783" y="57950"/>
                  <a:pt x="157174" y="61137"/>
                  <a:pt x="157567" y="62335"/>
                </a:cubicBezTo>
                <a:cubicBezTo>
                  <a:pt x="168121" y="63332"/>
                  <a:pt x="170272" y="64326"/>
                  <a:pt x="170272" y="75893"/>
                </a:cubicBezTo>
                <a:lnTo>
                  <a:pt x="170272" y="161082"/>
                </a:lnTo>
                <a:cubicBezTo>
                  <a:pt x="170272" y="177675"/>
                  <a:pt x="168121" y="178675"/>
                  <a:pt x="156198" y="179275"/>
                </a:cubicBezTo>
                <a:cubicBezTo>
                  <a:pt x="155026" y="180470"/>
                  <a:pt x="155026" y="184654"/>
                  <a:pt x="156198" y="185849"/>
                </a:cubicBezTo>
                <a:cubicBezTo>
                  <a:pt x="163041" y="185651"/>
                  <a:pt x="170272" y="185450"/>
                  <a:pt x="178093" y="185450"/>
                </a:cubicBezTo>
                <a:cubicBezTo>
                  <a:pt x="185911" y="185450"/>
                  <a:pt x="195296" y="185651"/>
                  <a:pt x="201748" y="185849"/>
                </a:cubicBezTo>
                <a:cubicBezTo>
                  <a:pt x="202920" y="184654"/>
                  <a:pt x="202920" y="180470"/>
                  <a:pt x="201748" y="179275"/>
                </a:cubicBezTo>
                <a:cubicBezTo>
                  <a:pt x="187868" y="178475"/>
                  <a:pt x="185717" y="177675"/>
                  <a:pt x="185717" y="161082"/>
                </a:cubicBezTo>
                <a:lnTo>
                  <a:pt x="185717" y="139496"/>
                </a:lnTo>
                <a:cubicBezTo>
                  <a:pt x="185717" y="136905"/>
                  <a:pt x="186499" y="137106"/>
                  <a:pt x="188453" y="138100"/>
                </a:cubicBezTo>
                <a:cubicBezTo>
                  <a:pt x="193342" y="139894"/>
                  <a:pt x="199206" y="141089"/>
                  <a:pt x="205461" y="141089"/>
                </a:cubicBezTo>
                <a:cubicBezTo>
                  <a:pt x="216409" y="141089"/>
                  <a:pt x="226184" y="137702"/>
                  <a:pt x="234199" y="129930"/>
                </a:cubicBezTo>
                <a:cubicBezTo>
                  <a:pt x="243386" y="120756"/>
                  <a:pt x="248663" y="108392"/>
                  <a:pt x="248663" y="92243"/>
                </a:cubicBezTo>
                <a:cubicBezTo>
                  <a:pt x="248663" y="71107"/>
                  <a:pt x="234002" y="51571"/>
                  <a:pt x="214061" y="51571"/>
                </a:cubicBezTo>
                <a:cubicBezTo>
                  <a:pt x="205071" y="51571"/>
                  <a:pt x="195099" y="57749"/>
                  <a:pt x="187280" y="66522"/>
                </a:cubicBezTo>
                <a:cubicBezTo>
                  <a:pt x="186108" y="67717"/>
                  <a:pt x="185327" y="67717"/>
                  <a:pt x="185130" y="65722"/>
                </a:cubicBezTo>
                <a:close/>
                <a:moveTo>
                  <a:pt x="290500" y="67717"/>
                </a:moveTo>
                <a:cubicBezTo>
                  <a:pt x="290109" y="59741"/>
                  <a:pt x="289912" y="54563"/>
                  <a:pt x="288937" y="52568"/>
                </a:cubicBezTo>
                <a:cubicBezTo>
                  <a:pt x="288543" y="51571"/>
                  <a:pt x="288153" y="50975"/>
                  <a:pt x="286589" y="50975"/>
                </a:cubicBezTo>
                <a:cubicBezTo>
                  <a:pt x="281116" y="53167"/>
                  <a:pt x="276033" y="54961"/>
                  <a:pt x="262544" y="56752"/>
                </a:cubicBezTo>
                <a:cubicBezTo>
                  <a:pt x="262153" y="57950"/>
                  <a:pt x="262544" y="61137"/>
                  <a:pt x="262935" y="62332"/>
                </a:cubicBezTo>
                <a:cubicBezTo>
                  <a:pt x="273491" y="63329"/>
                  <a:pt x="275642" y="64326"/>
                  <a:pt x="275642" y="75896"/>
                </a:cubicBezTo>
                <a:lnTo>
                  <a:pt x="275642" y="114802"/>
                </a:lnTo>
                <a:cubicBezTo>
                  <a:pt x="275642" y="131362"/>
                  <a:pt x="273297" y="132159"/>
                  <a:pt x="261175" y="132958"/>
                </a:cubicBezTo>
                <a:cubicBezTo>
                  <a:pt x="260002" y="134153"/>
                  <a:pt x="260002" y="138337"/>
                  <a:pt x="261175" y="139532"/>
                </a:cubicBezTo>
                <a:cubicBezTo>
                  <a:pt x="268018" y="139335"/>
                  <a:pt x="275642" y="139134"/>
                  <a:pt x="283463" y="139134"/>
                </a:cubicBezTo>
                <a:cubicBezTo>
                  <a:pt x="291282" y="139134"/>
                  <a:pt x="300275" y="139335"/>
                  <a:pt x="307115" y="139532"/>
                </a:cubicBezTo>
                <a:cubicBezTo>
                  <a:pt x="308290" y="138337"/>
                  <a:pt x="308290" y="134153"/>
                  <a:pt x="307115" y="132958"/>
                </a:cubicBezTo>
                <a:cubicBezTo>
                  <a:pt x="293432" y="131961"/>
                  <a:pt x="291085" y="131362"/>
                  <a:pt x="291085" y="114802"/>
                </a:cubicBezTo>
                <a:lnTo>
                  <a:pt x="291085" y="87071"/>
                </a:lnTo>
                <a:cubicBezTo>
                  <a:pt x="291085" y="81883"/>
                  <a:pt x="293432" y="77295"/>
                  <a:pt x="295777" y="73704"/>
                </a:cubicBezTo>
                <a:cubicBezTo>
                  <a:pt x="297928" y="70511"/>
                  <a:pt x="302426" y="63928"/>
                  <a:pt x="304770" y="63928"/>
                </a:cubicBezTo>
                <a:cubicBezTo>
                  <a:pt x="306530" y="63928"/>
                  <a:pt x="308290" y="64326"/>
                  <a:pt x="309853" y="66522"/>
                </a:cubicBezTo>
                <a:cubicBezTo>
                  <a:pt x="311223" y="68516"/>
                  <a:pt x="313567" y="71110"/>
                  <a:pt x="316890" y="71110"/>
                </a:cubicBezTo>
                <a:cubicBezTo>
                  <a:pt x="321582" y="71110"/>
                  <a:pt x="326078" y="66120"/>
                  <a:pt x="326078" y="61137"/>
                </a:cubicBezTo>
                <a:cubicBezTo>
                  <a:pt x="326078" y="57351"/>
                  <a:pt x="322561" y="51571"/>
                  <a:pt x="314349" y="51571"/>
                </a:cubicBezTo>
                <a:cubicBezTo>
                  <a:pt x="305161" y="51571"/>
                  <a:pt x="297146" y="60340"/>
                  <a:pt x="292651" y="68115"/>
                </a:cubicBezTo>
                <a:cubicBezTo>
                  <a:pt x="291479" y="70310"/>
                  <a:pt x="290500" y="68714"/>
                  <a:pt x="290500" y="67717"/>
                </a:cubicBezTo>
                <a:close/>
                <a:moveTo>
                  <a:pt x="351493" y="82939"/>
                </a:moveTo>
                <a:cubicBezTo>
                  <a:pt x="355206" y="60516"/>
                  <a:pt x="368892" y="58731"/>
                  <a:pt x="373584" y="58731"/>
                </a:cubicBezTo>
                <a:cubicBezTo>
                  <a:pt x="381012" y="58731"/>
                  <a:pt x="389808" y="62900"/>
                  <a:pt x="389808" y="79566"/>
                </a:cubicBezTo>
                <a:cubicBezTo>
                  <a:pt x="389808" y="81351"/>
                  <a:pt x="389027" y="82346"/>
                  <a:pt x="386876" y="82346"/>
                </a:cubicBezTo>
                <a:lnTo>
                  <a:pt x="351493" y="82939"/>
                </a:lnTo>
                <a:moveTo>
                  <a:pt x="402710" y="120573"/>
                </a:moveTo>
                <a:cubicBezTo>
                  <a:pt x="395479" y="128142"/>
                  <a:pt x="389808" y="131325"/>
                  <a:pt x="378470" y="131325"/>
                </a:cubicBezTo>
                <a:cubicBezTo>
                  <a:pt x="371434" y="131325"/>
                  <a:pt x="363221" y="127144"/>
                  <a:pt x="357163" y="116992"/>
                </a:cubicBezTo>
                <a:cubicBezTo>
                  <a:pt x="353252" y="110421"/>
                  <a:pt x="350905" y="101262"/>
                  <a:pt x="350905" y="89713"/>
                </a:cubicBezTo>
                <a:lnTo>
                  <a:pt x="402907" y="90112"/>
                </a:lnTo>
                <a:cubicBezTo>
                  <a:pt x="405251" y="90112"/>
                  <a:pt x="406620" y="88917"/>
                  <a:pt x="406620" y="86724"/>
                </a:cubicBezTo>
                <a:cubicBezTo>
                  <a:pt x="406620" y="70043"/>
                  <a:pt x="400756" y="52154"/>
                  <a:pt x="373584" y="52154"/>
                </a:cubicBezTo>
                <a:cubicBezTo>
                  <a:pt x="356575" y="52154"/>
                  <a:pt x="334484" y="68653"/>
                  <a:pt x="334484" y="98872"/>
                </a:cubicBezTo>
                <a:cubicBezTo>
                  <a:pt x="334484" y="110022"/>
                  <a:pt x="337222" y="120774"/>
                  <a:pt x="343674" y="128339"/>
                </a:cubicBezTo>
                <a:cubicBezTo>
                  <a:pt x="350320" y="136309"/>
                  <a:pt x="359508" y="141089"/>
                  <a:pt x="373584" y="141089"/>
                </a:cubicBezTo>
                <a:cubicBezTo>
                  <a:pt x="388439" y="141089"/>
                  <a:pt x="398996" y="134117"/>
                  <a:pt x="406817" y="123760"/>
                </a:cubicBezTo>
                <a:cubicBezTo>
                  <a:pt x="406230" y="121768"/>
                  <a:pt x="405057" y="120774"/>
                  <a:pt x="402710" y="120573"/>
                </a:cubicBezTo>
                <a:close/>
                <a:moveTo>
                  <a:pt x="424019" y="111585"/>
                </a:moveTo>
                <a:cubicBezTo>
                  <a:pt x="424801" y="121355"/>
                  <a:pt x="425388" y="130726"/>
                  <a:pt x="425388" y="139098"/>
                </a:cubicBezTo>
                <a:cubicBezTo>
                  <a:pt x="427342" y="138699"/>
                  <a:pt x="429299" y="138502"/>
                  <a:pt x="430274" y="138502"/>
                </a:cubicBezTo>
                <a:cubicBezTo>
                  <a:pt x="431644" y="138502"/>
                  <a:pt x="432816" y="138502"/>
                  <a:pt x="434185" y="138900"/>
                </a:cubicBezTo>
                <a:cubicBezTo>
                  <a:pt x="439465" y="140293"/>
                  <a:pt x="444742" y="141089"/>
                  <a:pt x="451975" y="141089"/>
                </a:cubicBezTo>
                <a:cubicBezTo>
                  <a:pt x="462923" y="141089"/>
                  <a:pt x="483058" y="135710"/>
                  <a:pt x="483058" y="115970"/>
                </a:cubicBezTo>
                <a:cubicBezTo>
                  <a:pt x="483058" y="102414"/>
                  <a:pt x="473479" y="94439"/>
                  <a:pt x="460184" y="89452"/>
                </a:cubicBezTo>
                <a:cubicBezTo>
                  <a:pt x="448455" y="84866"/>
                  <a:pt x="440637" y="81874"/>
                  <a:pt x="440637" y="70909"/>
                </a:cubicBezTo>
                <a:cubicBezTo>
                  <a:pt x="440637" y="62733"/>
                  <a:pt x="447674" y="58148"/>
                  <a:pt x="454320" y="58148"/>
                </a:cubicBezTo>
                <a:cubicBezTo>
                  <a:pt x="458621" y="58148"/>
                  <a:pt x="469959" y="59744"/>
                  <a:pt x="472501" y="76693"/>
                </a:cubicBezTo>
                <a:cubicBezTo>
                  <a:pt x="473673" y="77888"/>
                  <a:pt x="477584" y="77687"/>
                  <a:pt x="478756" y="76492"/>
                </a:cubicBezTo>
                <a:cubicBezTo>
                  <a:pt x="479344" y="69313"/>
                  <a:pt x="479735" y="61936"/>
                  <a:pt x="479931" y="55359"/>
                </a:cubicBezTo>
                <a:cubicBezTo>
                  <a:pt x="473870" y="54362"/>
                  <a:pt x="464486" y="51571"/>
                  <a:pt x="454320" y="51571"/>
                </a:cubicBezTo>
                <a:cubicBezTo>
                  <a:pt x="439856" y="51571"/>
                  <a:pt x="426757" y="61140"/>
                  <a:pt x="426757" y="73902"/>
                </a:cubicBezTo>
                <a:cubicBezTo>
                  <a:pt x="426757" y="88454"/>
                  <a:pt x="433207" y="94636"/>
                  <a:pt x="448262" y="101019"/>
                </a:cubicBezTo>
                <a:cubicBezTo>
                  <a:pt x="464486" y="107796"/>
                  <a:pt x="468200" y="111983"/>
                  <a:pt x="468200" y="120558"/>
                </a:cubicBezTo>
                <a:cubicBezTo>
                  <a:pt x="468200" y="130328"/>
                  <a:pt x="458818" y="134515"/>
                  <a:pt x="451585" y="134515"/>
                </a:cubicBezTo>
                <a:cubicBezTo>
                  <a:pt x="443960" y="134515"/>
                  <a:pt x="439659" y="131921"/>
                  <a:pt x="437705" y="129729"/>
                </a:cubicBezTo>
                <a:cubicBezTo>
                  <a:pt x="433403" y="125144"/>
                  <a:pt x="431253" y="116371"/>
                  <a:pt x="430080" y="111384"/>
                </a:cubicBezTo>
                <a:cubicBezTo>
                  <a:pt x="428908" y="110189"/>
                  <a:pt x="425191" y="110387"/>
                  <a:pt x="424019" y="111585"/>
                </a:cubicBezTo>
                <a:close/>
                <a:moveTo>
                  <a:pt x="515119" y="82939"/>
                </a:moveTo>
                <a:cubicBezTo>
                  <a:pt x="518832" y="60516"/>
                  <a:pt x="532518" y="58731"/>
                  <a:pt x="537210" y="58731"/>
                </a:cubicBezTo>
                <a:cubicBezTo>
                  <a:pt x="544638" y="58731"/>
                  <a:pt x="553435" y="62900"/>
                  <a:pt x="553435" y="79566"/>
                </a:cubicBezTo>
                <a:cubicBezTo>
                  <a:pt x="553435" y="81351"/>
                  <a:pt x="552653" y="82346"/>
                  <a:pt x="550502" y="82346"/>
                </a:cubicBezTo>
                <a:lnTo>
                  <a:pt x="515119" y="82939"/>
                </a:lnTo>
                <a:moveTo>
                  <a:pt x="566336" y="120573"/>
                </a:moveTo>
                <a:cubicBezTo>
                  <a:pt x="559105" y="128142"/>
                  <a:pt x="553435" y="131325"/>
                  <a:pt x="542096" y="131325"/>
                </a:cubicBezTo>
                <a:cubicBezTo>
                  <a:pt x="535060" y="131325"/>
                  <a:pt x="526848" y="127144"/>
                  <a:pt x="520789" y="116992"/>
                </a:cubicBezTo>
                <a:cubicBezTo>
                  <a:pt x="516879" y="110421"/>
                  <a:pt x="514531" y="101262"/>
                  <a:pt x="514531" y="89713"/>
                </a:cubicBezTo>
                <a:lnTo>
                  <a:pt x="566533" y="90112"/>
                </a:lnTo>
                <a:cubicBezTo>
                  <a:pt x="568877" y="90112"/>
                  <a:pt x="570246" y="88917"/>
                  <a:pt x="570246" y="86724"/>
                </a:cubicBezTo>
                <a:cubicBezTo>
                  <a:pt x="570246" y="70043"/>
                  <a:pt x="564382" y="52154"/>
                  <a:pt x="537210" y="52154"/>
                </a:cubicBezTo>
                <a:cubicBezTo>
                  <a:pt x="520202" y="52154"/>
                  <a:pt x="498110" y="68653"/>
                  <a:pt x="498110" y="98872"/>
                </a:cubicBezTo>
                <a:cubicBezTo>
                  <a:pt x="498110" y="110022"/>
                  <a:pt x="500848" y="120774"/>
                  <a:pt x="507300" y="128339"/>
                </a:cubicBezTo>
                <a:cubicBezTo>
                  <a:pt x="513946" y="136309"/>
                  <a:pt x="523134" y="141089"/>
                  <a:pt x="537210" y="141089"/>
                </a:cubicBezTo>
                <a:cubicBezTo>
                  <a:pt x="552065" y="141089"/>
                  <a:pt x="562622" y="134117"/>
                  <a:pt x="570443" y="123760"/>
                </a:cubicBezTo>
                <a:cubicBezTo>
                  <a:pt x="569856" y="121768"/>
                  <a:pt x="568683" y="120774"/>
                  <a:pt x="566336" y="120573"/>
                </a:cubicBezTo>
                <a:close/>
                <a:moveTo>
                  <a:pt x="614232" y="67720"/>
                </a:moveTo>
                <a:cubicBezTo>
                  <a:pt x="613060" y="69115"/>
                  <a:pt x="611888" y="69517"/>
                  <a:pt x="611888" y="67720"/>
                </a:cubicBezTo>
                <a:cubicBezTo>
                  <a:pt x="611691" y="62335"/>
                  <a:pt x="611300" y="54563"/>
                  <a:pt x="610322" y="52568"/>
                </a:cubicBezTo>
                <a:cubicBezTo>
                  <a:pt x="609931" y="51571"/>
                  <a:pt x="609540" y="50975"/>
                  <a:pt x="607977" y="50975"/>
                </a:cubicBezTo>
                <a:cubicBezTo>
                  <a:pt x="602503" y="53167"/>
                  <a:pt x="597420" y="54961"/>
                  <a:pt x="583932" y="56752"/>
                </a:cubicBezTo>
                <a:cubicBezTo>
                  <a:pt x="583541" y="57950"/>
                  <a:pt x="583932" y="61137"/>
                  <a:pt x="584322" y="62335"/>
                </a:cubicBezTo>
                <a:cubicBezTo>
                  <a:pt x="594879" y="63332"/>
                  <a:pt x="597030" y="64329"/>
                  <a:pt x="597030" y="75899"/>
                </a:cubicBezTo>
                <a:lnTo>
                  <a:pt x="597030" y="114802"/>
                </a:lnTo>
                <a:cubicBezTo>
                  <a:pt x="597030" y="131161"/>
                  <a:pt x="595076" y="131961"/>
                  <a:pt x="583344" y="132958"/>
                </a:cubicBezTo>
                <a:cubicBezTo>
                  <a:pt x="582172" y="134153"/>
                  <a:pt x="582172" y="138337"/>
                  <a:pt x="583344" y="139532"/>
                </a:cubicBezTo>
                <a:cubicBezTo>
                  <a:pt x="589211" y="139335"/>
                  <a:pt x="597030" y="139134"/>
                  <a:pt x="604848" y="139134"/>
                </a:cubicBezTo>
                <a:cubicBezTo>
                  <a:pt x="612669" y="139134"/>
                  <a:pt x="618534" y="139335"/>
                  <a:pt x="624398" y="139532"/>
                </a:cubicBezTo>
                <a:cubicBezTo>
                  <a:pt x="625570" y="138337"/>
                  <a:pt x="625570" y="134153"/>
                  <a:pt x="624398" y="132958"/>
                </a:cubicBezTo>
                <a:cubicBezTo>
                  <a:pt x="614429" y="131961"/>
                  <a:pt x="612472" y="131161"/>
                  <a:pt x="612472" y="114802"/>
                </a:cubicBezTo>
                <a:lnTo>
                  <a:pt x="612472" y="82084"/>
                </a:lnTo>
                <a:cubicBezTo>
                  <a:pt x="612472" y="77894"/>
                  <a:pt x="614232" y="75501"/>
                  <a:pt x="615795" y="73707"/>
                </a:cubicBezTo>
                <a:cubicBezTo>
                  <a:pt x="623226" y="66324"/>
                  <a:pt x="632023" y="61933"/>
                  <a:pt x="639647" y="61933"/>
                </a:cubicBezTo>
                <a:cubicBezTo>
                  <a:pt x="643558" y="61933"/>
                  <a:pt x="647662" y="64527"/>
                  <a:pt x="650007" y="69115"/>
                </a:cubicBezTo>
                <a:cubicBezTo>
                  <a:pt x="651964" y="73108"/>
                  <a:pt x="652354" y="78493"/>
                  <a:pt x="652354" y="84477"/>
                </a:cubicBezTo>
                <a:lnTo>
                  <a:pt x="652354" y="114802"/>
                </a:lnTo>
                <a:cubicBezTo>
                  <a:pt x="652354" y="131161"/>
                  <a:pt x="650397" y="131961"/>
                  <a:pt x="640232" y="132958"/>
                </a:cubicBezTo>
                <a:cubicBezTo>
                  <a:pt x="639256" y="134153"/>
                  <a:pt x="639256" y="138337"/>
                  <a:pt x="640232" y="139532"/>
                </a:cubicBezTo>
                <a:cubicBezTo>
                  <a:pt x="646099" y="139335"/>
                  <a:pt x="652354" y="139134"/>
                  <a:pt x="660173" y="139134"/>
                </a:cubicBezTo>
                <a:cubicBezTo>
                  <a:pt x="667994" y="139134"/>
                  <a:pt x="675031" y="139335"/>
                  <a:pt x="680895" y="139532"/>
                </a:cubicBezTo>
                <a:cubicBezTo>
                  <a:pt x="681873" y="138337"/>
                  <a:pt x="681873" y="134153"/>
                  <a:pt x="680895" y="132958"/>
                </a:cubicBezTo>
                <a:cubicBezTo>
                  <a:pt x="669948" y="131961"/>
                  <a:pt x="667797" y="131161"/>
                  <a:pt x="667797" y="114802"/>
                </a:cubicBezTo>
                <a:lnTo>
                  <a:pt x="667797" y="85076"/>
                </a:lnTo>
                <a:cubicBezTo>
                  <a:pt x="667797" y="74105"/>
                  <a:pt x="667015" y="64527"/>
                  <a:pt x="662520" y="58348"/>
                </a:cubicBezTo>
                <a:cubicBezTo>
                  <a:pt x="659194" y="53964"/>
                  <a:pt x="653136" y="51571"/>
                  <a:pt x="646293" y="51571"/>
                </a:cubicBezTo>
                <a:cubicBezTo>
                  <a:pt x="636715" y="51571"/>
                  <a:pt x="625767" y="54161"/>
                  <a:pt x="614232" y="67720"/>
                </a:cubicBezTo>
                <a:close/>
                <a:moveTo>
                  <a:pt x="692625" y="53711"/>
                </a:moveTo>
                <a:cubicBezTo>
                  <a:pt x="689887" y="53711"/>
                  <a:pt x="689105" y="56104"/>
                  <a:pt x="689105" y="57698"/>
                </a:cubicBezTo>
                <a:lnTo>
                  <a:pt x="689105" y="60288"/>
                </a:lnTo>
                <a:cubicBezTo>
                  <a:pt x="689105" y="61286"/>
                  <a:pt x="689299" y="61483"/>
                  <a:pt x="690084" y="61483"/>
                </a:cubicBezTo>
                <a:lnTo>
                  <a:pt x="701616" y="61483"/>
                </a:lnTo>
                <a:lnTo>
                  <a:pt x="701616" y="121376"/>
                </a:lnTo>
                <a:cubicBezTo>
                  <a:pt x="701616" y="135509"/>
                  <a:pt x="707677" y="141089"/>
                  <a:pt x="716668" y="141089"/>
                </a:cubicBezTo>
                <a:cubicBezTo>
                  <a:pt x="725661" y="141089"/>
                  <a:pt x="735436" y="136708"/>
                  <a:pt x="743061" y="127941"/>
                </a:cubicBezTo>
                <a:cubicBezTo>
                  <a:pt x="742670" y="125953"/>
                  <a:pt x="741498" y="124758"/>
                  <a:pt x="739541" y="124560"/>
                </a:cubicBezTo>
                <a:cubicBezTo>
                  <a:pt x="734458" y="128540"/>
                  <a:pt x="728593" y="130130"/>
                  <a:pt x="723511" y="130130"/>
                </a:cubicBezTo>
                <a:cubicBezTo>
                  <a:pt x="718234" y="130130"/>
                  <a:pt x="717061" y="124162"/>
                  <a:pt x="717061" y="111825"/>
                </a:cubicBezTo>
                <a:lnTo>
                  <a:pt x="717061" y="61483"/>
                </a:lnTo>
                <a:lnTo>
                  <a:pt x="737390" y="61483"/>
                </a:lnTo>
                <a:cubicBezTo>
                  <a:pt x="739347" y="61483"/>
                  <a:pt x="742082" y="60687"/>
                  <a:pt x="742082" y="58893"/>
                </a:cubicBezTo>
                <a:lnTo>
                  <a:pt x="742082" y="54909"/>
                </a:lnTo>
                <a:cubicBezTo>
                  <a:pt x="742082" y="54113"/>
                  <a:pt x="741498" y="53711"/>
                  <a:pt x="740519" y="53711"/>
                </a:cubicBezTo>
                <a:lnTo>
                  <a:pt x="717061" y="53711"/>
                </a:lnTo>
                <a:lnTo>
                  <a:pt x="717061" y="45942"/>
                </a:lnTo>
                <a:cubicBezTo>
                  <a:pt x="717061" y="32989"/>
                  <a:pt x="717843" y="25016"/>
                  <a:pt x="717843" y="25016"/>
                </a:cubicBezTo>
                <a:cubicBezTo>
                  <a:pt x="717843" y="23821"/>
                  <a:pt x="717255" y="23222"/>
                  <a:pt x="716277" y="23222"/>
                </a:cubicBezTo>
                <a:cubicBezTo>
                  <a:pt x="715495" y="23222"/>
                  <a:pt x="713735" y="24022"/>
                  <a:pt x="711978" y="25016"/>
                </a:cubicBezTo>
                <a:cubicBezTo>
                  <a:pt x="709828" y="26214"/>
                  <a:pt x="707871" y="27208"/>
                  <a:pt x="705329" y="27807"/>
                </a:cubicBezTo>
                <a:cubicBezTo>
                  <a:pt x="702985" y="28604"/>
                  <a:pt x="701031" y="29203"/>
                  <a:pt x="701031" y="30596"/>
                </a:cubicBezTo>
                <a:cubicBezTo>
                  <a:pt x="701031" y="32989"/>
                  <a:pt x="701616" y="31593"/>
                  <a:pt x="701616" y="53711"/>
                </a:cubicBezTo>
                <a:lnTo>
                  <a:pt x="692625" y="53711"/>
                </a:lnTo>
                <a:close/>
                <a:moveTo>
                  <a:pt x="755376" y="111585"/>
                </a:moveTo>
                <a:cubicBezTo>
                  <a:pt x="756158" y="121355"/>
                  <a:pt x="756745" y="130726"/>
                  <a:pt x="756745" y="139098"/>
                </a:cubicBezTo>
                <a:cubicBezTo>
                  <a:pt x="758699" y="138699"/>
                  <a:pt x="760656" y="138502"/>
                  <a:pt x="761631" y="138502"/>
                </a:cubicBezTo>
                <a:cubicBezTo>
                  <a:pt x="763000" y="138502"/>
                  <a:pt x="764173" y="138502"/>
                  <a:pt x="765542" y="138900"/>
                </a:cubicBezTo>
                <a:cubicBezTo>
                  <a:pt x="770822" y="140293"/>
                  <a:pt x="776098" y="141089"/>
                  <a:pt x="783332" y="141089"/>
                </a:cubicBezTo>
                <a:cubicBezTo>
                  <a:pt x="794280" y="141089"/>
                  <a:pt x="814414" y="135710"/>
                  <a:pt x="814414" y="115970"/>
                </a:cubicBezTo>
                <a:cubicBezTo>
                  <a:pt x="814414" y="102414"/>
                  <a:pt x="804836" y="94439"/>
                  <a:pt x="791541" y="89452"/>
                </a:cubicBezTo>
                <a:cubicBezTo>
                  <a:pt x="779812" y="84866"/>
                  <a:pt x="771994" y="81874"/>
                  <a:pt x="771994" y="70909"/>
                </a:cubicBezTo>
                <a:cubicBezTo>
                  <a:pt x="771994" y="62733"/>
                  <a:pt x="779031" y="58148"/>
                  <a:pt x="785677" y="58148"/>
                </a:cubicBezTo>
                <a:cubicBezTo>
                  <a:pt x="789978" y="58148"/>
                  <a:pt x="801316" y="59744"/>
                  <a:pt x="803858" y="76693"/>
                </a:cubicBezTo>
                <a:cubicBezTo>
                  <a:pt x="805030" y="77888"/>
                  <a:pt x="808941" y="77687"/>
                  <a:pt x="810113" y="76492"/>
                </a:cubicBezTo>
                <a:cubicBezTo>
                  <a:pt x="810701" y="69313"/>
                  <a:pt x="811091" y="61936"/>
                  <a:pt x="811288" y="55359"/>
                </a:cubicBezTo>
                <a:cubicBezTo>
                  <a:pt x="805227" y="54362"/>
                  <a:pt x="795843" y="51571"/>
                  <a:pt x="785677" y="51571"/>
                </a:cubicBezTo>
                <a:cubicBezTo>
                  <a:pt x="771212" y="51571"/>
                  <a:pt x="758114" y="61140"/>
                  <a:pt x="758114" y="73902"/>
                </a:cubicBezTo>
                <a:cubicBezTo>
                  <a:pt x="758114" y="88454"/>
                  <a:pt x="764563" y="94636"/>
                  <a:pt x="779618" y="101019"/>
                </a:cubicBezTo>
                <a:cubicBezTo>
                  <a:pt x="795843" y="107796"/>
                  <a:pt x="799556" y="111983"/>
                  <a:pt x="799556" y="120558"/>
                </a:cubicBezTo>
                <a:cubicBezTo>
                  <a:pt x="799556" y="130328"/>
                  <a:pt x="790175" y="134515"/>
                  <a:pt x="782941" y="134515"/>
                </a:cubicBezTo>
                <a:cubicBezTo>
                  <a:pt x="775317" y="134515"/>
                  <a:pt x="771016" y="131921"/>
                  <a:pt x="769062" y="129729"/>
                </a:cubicBezTo>
                <a:cubicBezTo>
                  <a:pt x="764760" y="125144"/>
                  <a:pt x="762610" y="116371"/>
                  <a:pt x="761437" y="111384"/>
                </a:cubicBezTo>
                <a:cubicBezTo>
                  <a:pt x="760265" y="110189"/>
                  <a:pt x="756548" y="110387"/>
                  <a:pt x="755376" y="111585"/>
                </a:cubicBezTo>
                <a:close/>
                <a:moveTo>
                  <a:pt x="929169" y="92645"/>
                </a:moveTo>
                <a:lnTo>
                  <a:pt x="929169" y="118962"/>
                </a:lnTo>
                <a:cubicBezTo>
                  <a:pt x="929169" y="121556"/>
                  <a:pt x="927994" y="122951"/>
                  <a:pt x="926430" y="124146"/>
                </a:cubicBezTo>
                <a:cubicBezTo>
                  <a:pt x="921348" y="128333"/>
                  <a:pt x="914702" y="132922"/>
                  <a:pt x="909228" y="132922"/>
                </a:cubicBezTo>
                <a:cubicBezTo>
                  <a:pt x="899453" y="132922"/>
                  <a:pt x="895151" y="124946"/>
                  <a:pt x="895151" y="118764"/>
                </a:cubicBezTo>
                <a:cubicBezTo>
                  <a:pt x="895151" y="109791"/>
                  <a:pt x="899259" y="100617"/>
                  <a:pt x="913723" y="96832"/>
                </a:cubicBezTo>
                <a:lnTo>
                  <a:pt x="929169" y="92645"/>
                </a:lnTo>
                <a:moveTo>
                  <a:pt x="929169" y="129531"/>
                </a:moveTo>
                <a:cubicBezTo>
                  <a:pt x="930341" y="135710"/>
                  <a:pt x="932492" y="141089"/>
                  <a:pt x="942267" y="141089"/>
                </a:cubicBezTo>
                <a:cubicBezTo>
                  <a:pt x="949694" y="141089"/>
                  <a:pt x="956731" y="137702"/>
                  <a:pt x="960836" y="133719"/>
                </a:cubicBezTo>
                <a:cubicBezTo>
                  <a:pt x="960445" y="131325"/>
                  <a:pt x="959663" y="129531"/>
                  <a:pt x="957513" y="128336"/>
                </a:cubicBezTo>
                <a:cubicBezTo>
                  <a:pt x="956147" y="129531"/>
                  <a:pt x="952821" y="131526"/>
                  <a:pt x="950279" y="131526"/>
                </a:cubicBezTo>
                <a:cubicBezTo>
                  <a:pt x="944612" y="131526"/>
                  <a:pt x="944415" y="123748"/>
                  <a:pt x="944415" y="114577"/>
                </a:cubicBezTo>
                <a:lnTo>
                  <a:pt x="944415" y="85265"/>
                </a:lnTo>
                <a:cubicBezTo>
                  <a:pt x="944415" y="56953"/>
                  <a:pt x="929169" y="51571"/>
                  <a:pt x="914895" y="51571"/>
                </a:cubicBezTo>
                <a:cubicBezTo>
                  <a:pt x="898865" y="51571"/>
                  <a:pt x="882641" y="62335"/>
                  <a:pt x="882641" y="73701"/>
                </a:cubicBezTo>
                <a:cubicBezTo>
                  <a:pt x="882641" y="78487"/>
                  <a:pt x="884985" y="80880"/>
                  <a:pt x="889484" y="80880"/>
                </a:cubicBezTo>
                <a:cubicBezTo>
                  <a:pt x="895151" y="80880"/>
                  <a:pt x="898671" y="76693"/>
                  <a:pt x="898671" y="74099"/>
                </a:cubicBezTo>
                <a:cubicBezTo>
                  <a:pt x="898671" y="72704"/>
                  <a:pt x="898474" y="71308"/>
                  <a:pt x="898084" y="70511"/>
                </a:cubicBezTo>
                <a:cubicBezTo>
                  <a:pt x="897890" y="69912"/>
                  <a:pt x="897693" y="68717"/>
                  <a:pt x="897693" y="66522"/>
                </a:cubicBezTo>
                <a:cubicBezTo>
                  <a:pt x="897693" y="60340"/>
                  <a:pt x="905905" y="58148"/>
                  <a:pt x="913332" y="58148"/>
                </a:cubicBezTo>
                <a:cubicBezTo>
                  <a:pt x="919978" y="58148"/>
                  <a:pt x="929169" y="61538"/>
                  <a:pt x="929169" y="84070"/>
                </a:cubicBezTo>
                <a:cubicBezTo>
                  <a:pt x="929169" y="85465"/>
                  <a:pt x="928581" y="86262"/>
                  <a:pt x="927994" y="86463"/>
                </a:cubicBezTo>
                <a:lnTo>
                  <a:pt x="911182" y="90650"/>
                </a:lnTo>
                <a:cubicBezTo>
                  <a:pt x="892416" y="95436"/>
                  <a:pt x="878927" y="106002"/>
                  <a:pt x="878927" y="119561"/>
                </a:cubicBezTo>
                <a:cubicBezTo>
                  <a:pt x="878927" y="135911"/>
                  <a:pt x="889875" y="141089"/>
                  <a:pt x="903557" y="141089"/>
                </a:cubicBezTo>
                <a:cubicBezTo>
                  <a:pt x="910400" y="141089"/>
                  <a:pt x="916265" y="139496"/>
                  <a:pt x="924867" y="132721"/>
                </a:cubicBezTo>
                <a:lnTo>
                  <a:pt x="928778" y="129531"/>
                </a:lnTo>
                <a:lnTo>
                  <a:pt x="929169" y="129531"/>
                </a:lnTo>
                <a:close/>
                <a:moveTo>
                  <a:pt x="997198" y="67720"/>
                </a:moveTo>
                <a:cubicBezTo>
                  <a:pt x="996026" y="69115"/>
                  <a:pt x="994854" y="69517"/>
                  <a:pt x="994854" y="67720"/>
                </a:cubicBezTo>
                <a:cubicBezTo>
                  <a:pt x="994657" y="62335"/>
                  <a:pt x="994266" y="54563"/>
                  <a:pt x="993288" y="52568"/>
                </a:cubicBezTo>
                <a:cubicBezTo>
                  <a:pt x="992897" y="51571"/>
                  <a:pt x="992506" y="50975"/>
                  <a:pt x="990943" y="50975"/>
                </a:cubicBezTo>
                <a:cubicBezTo>
                  <a:pt x="985469" y="53167"/>
                  <a:pt x="980386" y="54961"/>
                  <a:pt x="966897" y="56752"/>
                </a:cubicBezTo>
                <a:cubicBezTo>
                  <a:pt x="966507" y="57950"/>
                  <a:pt x="966897" y="61137"/>
                  <a:pt x="967288" y="62335"/>
                </a:cubicBezTo>
                <a:cubicBezTo>
                  <a:pt x="977845" y="63332"/>
                  <a:pt x="979996" y="64329"/>
                  <a:pt x="979996" y="75899"/>
                </a:cubicBezTo>
                <a:lnTo>
                  <a:pt x="979996" y="114802"/>
                </a:lnTo>
                <a:cubicBezTo>
                  <a:pt x="979996" y="131161"/>
                  <a:pt x="978042" y="131961"/>
                  <a:pt x="966310" y="132958"/>
                </a:cubicBezTo>
                <a:cubicBezTo>
                  <a:pt x="965137" y="134153"/>
                  <a:pt x="965137" y="138337"/>
                  <a:pt x="966310" y="139532"/>
                </a:cubicBezTo>
                <a:cubicBezTo>
                  <a:pt x="972177" y="139335"/>
                  <a:pt x="979996" y="139134"/>
                  <a:pt x="987814" y="139134"/>
                </a:cubicBezTo>
                <a:cubicBezTo>
                  <a:pt x="995635" y="139134"/>
                  <a:pt x="1001500" y="139335"/>
                  <a:pt x="1007364" y="139532"/>
                </a:cubicBezTo>
                <a:cubicBezTo>
                  <a:pt x="1008536" y="138337"/>
                  <a:pt x="1008536" y="134153"/>
                  <a:pt x="1007364" y="132958"/>
                </a:cubicBezTo>
                <a:cubicBezTo>
                  <a:pt x="997395" y="131961"/>
                  <a:pt x="995438" y="131161"/>
                  <a:pt x="995438" y="114802"/>
                </a:cubicBezTo>
                <a:lnTo>
                  <a:pt x="995438" y="82084"/>
                </a:lnTo>
                <a:cubicBezTo>
                  <a:pt x="995438" y="77894"/>
                  <a:pt x="997198" y="75501"/>
                  <a:pt x="998761" y="73707"/>
                </a:cubicBezTo>
                <a:cubicBezTo>
                  <a:pt x="1006192" y="66324"/>
                  <a:pt x="1014988" y="61933"/>
                  <a:pt x="1022613" y="61933"/>
                </a:cubicBezTo>
                <a:cubicBezTo>
                  <a:pt x="1026523" y="61933"/>
                  <a:pt x="1030628" y="64527"/>
                  <a:pt x="1032973" y="69115"/>
                </a:cubicBezTo>
                <a:cubicBezTo>
                  <a:pt x="1034929" y="73108"/>
                  <a:pt x="1035320" y="78493"/>
                  <a:pt x="1035320" y="84477"/>
                </a:cubicBezTo>
                <a:lnTo>
                  <a:pt x="1035320" y="114802"/>
                </a:lnTo>
                <a:cubicBezTo>
                  <a:pt x="1035320" y="131161"/>
                  <a:pt x="1033363" y="131961"/>
                  <a:pt x="1023197" y="132958"/>
                </a:cubicBezTo>
                <a:cubicBezTo>
                  <a:pt x="1022222" y="134153"/>
                  <a:pt x="1022222" y="138337"/>
                  <a:pt x="1023197" y="139532"/>
                </a:cubicBezTo>
                <a:cubicBezTo>
                  <a:pt x="1029065" y="139335"/>
                  <a:pt x="1035320" y="139134"/>
                  <a:pt x="1043138" y="139134"/>
                </a:cubicBezTo>
                <a:cubicBezTo>
                  <a:pt x="1050960" y="139134"/>
                  <a:pt x="1057996" y="139335"/>
                  <a:pt x="1063861" y="139532"/>
                </a:cubicBezTo>
                <a:cubicBezTo>
                  <a:pt x="1064839" y="138337"/>
                  <a:pt x="1064839" y="134153"/>
                  <a:pt x="1063861" y="132958"/>
                </a:cubicBezTo>
                <a:cubicBezTo>
                  <a:pt x="1052914" y="131961"/>
                  <a:pt x="1050763" y="131161"/>
                  <a:pt x="1050763" y="114802"/>
                </a:cubicBezTo>
                <a:lnTo>
                  <a:pt x="1050763" y="85076"/>
                </a:lnTo>
                <a:cubicBezTo>
                  <a:pt x="1050763" y="74105"/>
                  <a:pt x="1049981" y="64527"/>
                  <a:pt x="1045486" y="58348"/>
                </a:cubicBezTo>
                <a:cubicBezTo>
                  <a:pt x="1042160" y="53964"/>
                  <a:pt x="1036102" y="51571"/>
                  <a:pt x="1029259" y="51571"/>
                </a:cubicBezTo>
                <a:cubicBezTo>
                  <a:pt x="1019681" y="51571"/>
                  <a:pt x="1008733" y="54161"/>
                  <a:pt x="997198" y="67720"/>
                </a:cubicBezTo>
                <a:close/>
                <a:moveTo>
                  <a:pt x="1141275" y="82939"/>
                </a:moveTo>
                <a:cubicBezTo>
                  <a:pt x="1144988" y="60516"/>
                  <a:pt x="1158674" y="58731"/>
                  <a:pt x="1163366" y="58731"/>
                </a:cubicBezTo>
                <a:cubicBezTo>
                  <a:pt x="1170794" y="58731"/>
                  <a:pt x="1179591" y="62900"/>
                  <a:pt x="1179591" y="79566"/>
                </a:cubicBezTo>
                <a:cubicBezTo>
                  <a:pt x="1179591" y="81351"/>
                  <a:pt x="1178809" y="82346"/>
                  <a:pt x="1176658" y="82346"/>
                </a:cubicBezTo>
                <a:lnTo>
                  <a:pt x="1141275" y="82939"/>
                </a:lnTo>
                <a:moveTo>
                  <a:pt x="1192492" y="120573"/>
                </a:moveTo>
                <a:cubicBezTo>
                  <a:pt x="1185261" y="128142"/>
                  <a:pt x="1179591" y="131325"/>
                  <a:pt x="1168252" y="131325"/>
                </a:cubicBezTo>
                <a:cubicBezTo>
                  <a:pt x="1161216" y="131325"/>
                  <a:pt x="1153004" y="127144"/>
                  <a:pt x="1146945" y="116992"/>
                </a:cubicBezTo>
                <a:cubicBezTo>
                  <a:pt x="1143035" y="110421"/>
                  <a:pt x="1140687" y="101262"/>
                  <a:pt x="1140687" y="89713"/>
                </a:cubicBezTo>
                <a:lnTo>
                  <a:pt x="1192689" y="90112"/>
                </a:lnTo>
                <a:cubicBezTo>
                  <a:pt x="1195033" y="90112"/>
                  <a:pt x="1196402" y="88917"/>
                  <a:pt x="1196402" y="86724"/>
                </a:cubicBezTo>
                <a:cubicBezTo>
                  <a:pt x="1196402" y="70043"/>
                  <a:pt x="1190538" y="52154"/>
                  <a:pt x="1163366" y="52154"/>
                </a:cubicBezTo>
                <a:cubicBezTo>
                  <a:pt x="1146358" y="52154"/>
                  <a:pt x="1124266" y="68653"/>
                  <a:pt x="1124266" y="98872"/>
                </a:cubicBezTo>
                <a:cubicBezTo>
                  <a:pt x="1124266" y="110022"/>
                  <a:pt x="1127004" y="120774"/>
                  <a:pt x="1133456" y="128339"/>
                </a:cubicBezTo>
                <a:cubicBezTo>
                  <a:pt x="1140102" y="136309"/>
                  <a:pt x="1149290" y="141089"/>
                  <a:pt x="1163366" y="141089"/>
                </a:cubicBezTo>
                <a:cubicBezTo>
                  <a:pt x="1178221" y="141089"/>
                  <a:pt x="1188778" y="134117"/>
                  <a:pt x="1196599" y="123760"/>
                </a:cubicBezTo>
                <a:cubicBezTo>
                  <a:pt x="1196012" y="121768"/>
                  <a:pt x="1194839" y="120774"/>
                  <a:pt x="1192492" y="120573"/>
                </a:cubicBezTo>
                <a:close/>
                <a:moveTo>
                  <a:pt x="1222989" y="114827"/>
                </a:moveTo>
                <a:cubicBezTo>
                  <a:pt x="1222989" y="131365"/>
                  <a:pt x="1220841" y="132359"/>
                  <a:pt x="1208915" y="132958"/>
                </a:cubicBezTo>
                <a:cubicBezTo>
                  <a:pt x="1207743" y="134153"/>
                  <a:pt x="1207743" y="138337"/>
                  <a:pt x="1208915" y="139532"/>
                </a:cubicBezTo>
                <a:cubicBezTo>
                  <a:pt x="1215758" y="139335"/>
                  <a:pt x="1222989" y="139134"/>
                  <a:pt x="1230810" y="139134"/>
                </a:cubicBezTo>
                <a:cubicBezTo>
                  <a:pt x="1238628" y="139134"/>
                  <a:pt x="1246059" y="139335"/>
                  <a:pt x="1252508" y="139532"/>
                </a:cubicBezTo>
                <a:cubicBezTo>
                  <a:pt x="1253683" y="138337"/>
                  <a:pt x="1253683" y="134153"/>
                  <a:pt x="1252508" y="132958"/>
                </a:cubicBezTo>
                <a:cubicBezTo>
                  <a:pt x="1240585" y="132359"/>
                  <a:pt x="1238434" y="131365"/>
                  <a:pt x="1238434" y="114827"/>
                </a:cubicBezTo>
                <a:lnTo>
                  <a:pt x="1238434" y="22982"/>
                </a:lnTo>
                <a:cubicBezTo>
                  <a:pt x="1238434" y="10034"/>
                  <a:pt x="1239216" y="2019"/>
                  <a:pt x="1239216" y="2019"/>
                </a:cubicBezTo>
                <a:cubicBezTo>
                  <a:pt x="1239216" y="608"/>
                  <a:pt x="1238434" y="0"/>
                  <a:pt x="1236674" y="0"/>
                </a:cubicBezTo>
                <a:cubicBezTo>
                  <a:pt x="1231788" y="2019"/>
                  <a:pt x="1217124" y="4844"/>
                  <a:pt x="1209306" y="5449"/>
                </a:cubicBezTo>
                <a:cubicBezTo>
                  <a:pt x="1208915" y="7045"/>
                  <a:pt x="1209306" y="10232"/>
                  <a:pt x="1210478" y="11430"/>
                </a:cubicBezTo>
                <a:cubicBezTo>
                  <a:pt x="1221816" y="12224"/>
                  <a:pt x="1222989" y="12823"/>
                  <a:pt x="1222989" y="27765"/>
                </a:cubicBezTo>
                <a:lnTo>
                  <a:pt x="1222989" y="114827"/>
                </a:lnTo>
                <a:close/>
                <a:moveTo>
                  <a:pt x="1280268" y="82939"/>
                </a:moveTo>
                <a:cubicBezTo>
                  <a:pt x="1283982" y="60516"/>
                  <a:pt x="1297668" y="58731"/>
                  <a:pt x="1302360" y="58731"/>
                </a:cubicBezTo>
                <a:cubicBezTo>
                  <a:pt x="1309788" y="58731"/>
                  <a:pt x="1318584" y="62900"/>
                  <a:pt x="1318584" y="79566"/>
                </a:cubicBezTo>
                <a:cubicBezTo>
                  <a:pt x="1318584" y="81351"/>
                  <a:pt x="1317803" y="82346"/>
                  <a:pt x="1315652" y="82346"/>
                </a:cubicBezTo>
                <a:lnTo>
                  <a:pt x="1280268" y="82939"/>
                </a:lnTo>
                <a:moveTo>
                  <a:pt x="1331485" y="120573"/>
                </a:moveTo>
                <a:cubicBezTo>
                  <a:pt x="1324255" y="128142"/>
                  <a:pt x="1318584" y="131325"/>
                  <a:pt x="1307246" y="131325"/>
                </a:cubicBezTo>
                <a:cubicBezTo>
                  <a:pt x="1300209" y="131325"/>
                  <a:pt x="1291997" y="127144"/>
                  <a:pt x="1285939" y="116992"/>
                </a:cubicBezTo>
                <a:cubicBezTo>
                  <a:pt x="1282028" y="110421"/>
                  <a:pt x="1279681" y="101262"/>
                  <a:pt x="1279681" y="89713"/>
                </a:cubicBezTo>
                <a:lnTo>
                  <a:pt x="1331682" y="90112"/>
                </a:lnTo>
                <a:cubicBezTo>
                  <a:pt x="1334027" y="90112"/>
                  <a:pt x="1335396" y="88917"/>
                  <a:pt x="1335396" y="86724"/>
                </a:cubicBezTo>
                <a:cubicBezTo>
                  <a:pt x="1335396" y="70043"/>
                  <a:pt x="1329532" y="52154"/>
                  <a:pt x="1302360" y="52154"/>
                </a:cubicBezTo>
                <a:cubicBezTo>
                  <a:pt x="1285351" y="52154"/>
                  <a:pt x="1263260" y="68653"/>
                  <a:pt x="1263260" y="98872"/>
                </a:cubicBezTo>
                <a:cubicBezTo>
                  <a:pt x="1263260" y="110022"/>
                  <a:pt x="1265998" y="120774"/>
                  <a:pt x="1272450" y="128339"/>
                </a:cubicBezTo>
                <a:cubicBezTo>
                  <a:pt x="1279096" y="136309"/>
                  <a:pt x="1288284" y="141089"/>
                  <a:pt x="1302360" y="141089"/>
                </a:cubicBezTo>
                <a:cubicBezTo>
                  <a:pt x="1317215" y="141089"/>
                  <a:pt x="1327772" y="134117"/>
                  <a:pt x="1335593" y="123760"/>
                </a:cubicBezTo>
                <a:cubicBezTo>
                  <a:pt x="1335005" y="121768"/>
                  <a:pt x="1333833" y="120774"/>
                  <a:pt x="1331485" y="120573"/>
                </a:cubicBezTo>
                <a:close/>
                <a:moveTo>
                  <a:pt x="1376645" y="67720"/>
                </a:moveTo>
                <a:cubicBezTo>
                  <a:pt x="1376448" y="61736"/>
                  <a:pt x="1376057" y="54563"/>
                  <a:pt x="1375079" y="52568"/>
                </a:cubicBezTo>
                <a:cubicBezTo>
                  <a:pt x="1374688" y="51571"/>
                  <a:pt x="1374298" y="50975"/>
                  <a:pt x="1372734" y="50975"/>
                </a:cubicBezTo>
                <a:cubicBezTo>
                  <a:pt x="1367261" y="53167"/>
                  <a:pt x="1362178" y="54961"/>
                  <a:pt x="1348689" y="56752"/>
                </a:cubicBezTo>
                <a:cubicBezTo>
                  <a:pt x="1348298" y="57950"/>
                  <a:pt x="1348689" y="61137"/>
                  <a:pt x="1349080" y="62335"/>
                </a:cubicBezTo>
                <a:cubicBezTo>
                  <a:pt x="1359636" y="63332"/>
                  <a:pt x="1361787" y="64329"/>
                  <a:pt x="1361787" y="75899"/>
                </a:cubicBezTo>
                <a:lnTo>
                  <a:pt x="1361787" y="114802"/>
                </a:lnTo>
                <a:cubicBezTo>
                  <a:pt x="1361787" y="131161"/>
                  <a:pt x="1359246" y="132159"/>
                  <a:pt x="1348492" y="132958"/>
                </a:cubicBezTo>
                <a:cubicBezTo>
                  <a:pt x="1347320" y="134153"/>
                  <a:pt x="1347320" y="138337"/>
                  <a:pt x="1348492" y="139532"/>
                </a:cubicBezTo>
                <a:cubicBezTo>
                  <a:pt x="1354360" y="139335"/>
                  <a:pt x="1361787" y="139134"/>
                  <a:pt x="1369605" y="139134"/>
                </a:cubicBezTo>
                <a:cubicBezTo>
                  <a:pt x="1377427" y="139134"/>
                  <a:pt x="1383485" y="139335"/>
                  <a:pt x="1389349" y="139532"/>
                </a:cubicBezTo>
                <a:cubicBezTo>
                  <a:pt x="1390525" y="138337"/>
                  <a:pt x="1390525" y="134153"/>
                  <a:pt x="1389349" y="132958"/>
                </a:cubicBezTo>
                <a:cubicBezTo>
                  <a:pt x="1379380" y="131961"/>
                  <a:pt x="1377230" y="131161"/>
                  <a:pt x="1377230" y="114802"/>
                </a:cubicBezTo>
                <a:lnTo>
                  <a:pt x="1377230" y="82084"/>
                </a:lnTo>
                <a:cubicBezTo>
                  <a:pt x="1377230" y="77894"/>
                  <a:pt x="1378990" y="75501"/>
                  <a:pt x="1380553" y="73707"/>
                </a:cubicBezTo>
                <a:cubicBezTo>
                  <a:pt x="1388374" y="65926"/>
                  <a:pt x="1395608" y="61933"/>
                  <a:pt x="1401666" y="61933"/>
                </a:cubicBezTo>
                <a:cubicBezTo>
                  <a:pt x="1409097" y="61933"/>
                  <a:pt x="1414570" y="66722"/>
                  <a:pt x="1414570" y="80089"/>
                </a:cubicBezTo>
                <a:lnTo>
                  <a:pt x="1414570" y="114802"/>
                </a:lnTo>
                <a:cubicBezTo>
                  <a:pt x="1414570" y="131161"/>
                  <a:pt x="1413004" y="132159"/>
                  <a:pt x="1402448" y="132958"/>
                </a:cubicBezTo>
                <a:cubicBezTo>
                  <a:pt x="1401472" y="134153"/>
                  <a:pt x="1401472" y="138337"/>
                  <a:pt x="1402448" y="139532"/>
                </a:cubicBezTo>
                <a:cubicBezTo>
                  <a:pt x="1407337" y="139335"/>
                  <a:pt x="1414570" y="139134"/>
                  <a:pt x="1422389" y="139134"/>
                </a:cubicBezTo>
                <a:cubicBezTo>
                  <a:pt x="1430210" y="139134"/>
                  <a:pt x="1436659" y="139335"/>
                  <a:pt x="1441548" y="139532"/>
                </a:cubicBezTo>
                <a:cubicBezTo>
                  <a:pt x="1442523" y="138337"/>
                  <a:pt x="1442523" y="134153"/>
                  <a:pt x="1441548" y="132958"/>
                </a:cubicBezTo>
                <a:cubicBezTo>
                  <a:pt x="1431773" y="132159"/>
                  <a:pt x="1430013" y="131161"/>
                  <a:pt x="1430013" y="114802"/>
                </a:cubicBezTo>
                <a:lnTo>
                  <a:pt x="1430013" y="83081"/>
                </a:lnTo>
                <a:cubicBezTo>
                  <a:pt x="1430013" y="80290"/>
                  <a:pt x="1430013" y="77496"/>
                  <a:pt x="1429816" y="75103"/>
                </a:cubicBezTo>
                <a:cubicBezTo>
                  <a:pt x="1439200" y="64527"/>
                  <a:pt x="1447997" y="61933"/>
                  <a:pt x="1455622" y="61933"/>
                </a:cubicBezTo>
                <a:cubicBezTo>
                  <a:pt x="1463052" y="61933"/>
                  <a:pt x="1467350" y="66324"/>
                  <a:pt x="1467350" y="79691"/>
                </a:cubicBezTo>
                <a:lnTo>
                  <a:pt x="1467350" y="114802"/>
                </a:lnTo>
                <a:cubicBezTo>
                  <a:pt x="1467350" y="131161"/>
                  <a:pt x="1465397" y="132159"/>
                  <a:pt x="1455231" y="132958"/>
                </a:cubicBezTo>
                <a:cubicBezTo>
                  <a:pt x="1454252" y="134153"/>
                  <a:pt x="1454252" y="138337"/>
                  <a:pt x="1455231" y="139532"/>
                </a:cubicBezTo>
                <a:cubicBezTo>
                  <a:pt x="1460120" y="139335"/>
                  <a:pt x="1467350" y="139134"/>
                  <a:pt x="1475172" y="139134"/>
                </a:cubicBezTo>
                <a:cubicBezTo>
                  <a:pt x="1482990" y="139134"/>
                  <a:pt x="1489833" y="139335"/>
                  <a:pt x="1495307" y="139532"/>
                </a:cubicBezTo>
                <a:cubicBezTo>
                  <a:pt x="1496285" y="138337"/>
                  <a:pt x="1496285" y="134153"/>
                  <a:pt x="1495307" y="132958"/>
                </a:cubicBezTo>
                <a:cubicBezTo>
                  <a:pt x="1484556" y="132159"/>
                  <a:pt x="1482796" y="131161"/>
                  <a:pt x="1482796" y="114802"/>
                </a:cubicBezTo>
                <a:lnTo>
                  <a:pt x="1482796" y="83282"/>
                </a:lnTo>
                <a:cubicBezTo>
                  <a:pt x="1482796" y="65527"/>
                  <a:pt x="1479864" y="51571"/>
                  <a:pt x="1462661" y="51571"/>
                </a:cubicBezTo>
                <a:cubicBezTo>
                  <a:pt x="1452689" y="51571"/>
                  <a:pt x="1440570" y="55359"/>
                  <a:pt x="1430404" y="66324"/>
                </a:cubicBezTo>
                <a:cubicBezTo>
                  <a:pt x="1429816" y="66923"/>
                  <a:pt x="1428644" y="67920"/>
                  <a:pt x="1428253" y="66123"/>
                </a:cubicBezTo>
                <a:cubicBezTo>
                  <a:pt x="1426493" y="57950"/>
                  <a:pt x="1418869" y="51571"/>
                  <a:pt x="1408706" y="51571"/>
                </a:cubicBezTo>
                <a:cubicBezTo>
                  <a:pt x="1397365" y="51571"/>
                  <a:pt x="1387202" y="58348"/>
                  <a:pt x="1378990" y="67720"/>
                </a:cubicBezTo>
                <a:cubicBezTo>
                  <a:pt x="1378011" y="68717"/>
                  <a:pt x="1376839" y="70116"/>
                  <a:pt x="1376645" y="67720"/>
                </a:cubicBezTo>
                <a:close/>
                <a:moveTo>
                  <a:pt x="1522088" y="82939"/>
                </a:moveTo>
                <a:cubicBezTo>
                  <a:pt x="1525802" y="60516"/>
                  <a:pt x="1539488" y="58731"/>
                  <a:pt x="1544180" y="58731"/>
                </a:cubicBezTo>
                <a:cubicBezTo>
                  <a:pt x="1551607" y="58731"/>
                  <a:pt x="1560404" y="62900"/>
                  <a:pt x="1560404" y="79566"/>
                </a:cubicBezTo>
                <a:cubicBezTo>
                  <a:pt x="1560404" y="81351"/>
                  <a:pt x="1559622" y="82346"/>
                  <a:pt x="1557472" y="82346"/>
                </a:cubicBezTo>
                <a:lnTo>
                  <a:pt x="1522088" y="82939"/>
                </a:lnTo>
                <a:moveTo>
                  <a:pt x="1573305" y="120573"/>
                </a:moveTo>
                <a:cubicBezTo>
                  <a:pt x="1566074" y="128142"/>
                  <a:pt x="1560404" y="131325"/>
                  <a:pt x="1549066" y="131325"/>
                </a:cubicBezTo>
                <a:cubicBezTo>
                  <a:pt x="1542029" y="131325"/>
                  <a:pt x="1533817" y="127144"/>
                  <a:pt x="1527759" y="116992"/>
                </a:cubicBezTo>
                <a:cubicBezTo>
                  <a:pt x="1523848" y="110421"/>
                  <a:pt x="1521500" y="101262"/>
                  <a:pt x="1521500" y="89713"/>
                </a:cubicBezTo>
                <a:lnTo>
                  <a:pt x="1573502" y="90112"/>
                </a:lnTo>
                <a:cubicBezTo>
                  <a:pt x="1575847" y="90112"/>
                  <a:pt x="1577216" y="88917"/>
                  <a:pt x="1577216" y="86724"/>
                </a:cubicBezTo>
                <a:cubicBezTo>
                  <a:pt x="1577216" y="70043"/>
                  <a:pt x="1571351" y="52154"/>
                  <a:pt x="1544180" y="52154"/>
                </a:cubicBezTo>
                <a:cubicBezTo>
                  <a:pt x="1527171" y="52154"/>
                  <a:pt x="1505079" y="68653"/>
                  <a:pt x="1505079" y="98872"/>
                </a:cubicBezTo>
                <a:cubicBezTo>
                  <a:pt x="1505079" y="110022"/>
                  <a:pt x="1507818" y="120774"/>
                  <a:pt x="1514270" y="128339"/>
                </a:cubicBezTo>
                <a:cubicBezTo>
                  <a:pt x="1520916" y="136309"/>
                  <a:pt x="1530103" y="141089"/>
                  <a:pt x="1544180" y="141089"/>
                </a:cubicBezTo>
                <a:cubicBezTo>
                  <a:pt x="1559035" y="141089"/>
                  <a:pt x="1569591" y="134117"/>
                  <a:pt x="1577413" y="123760"/>
                </a:cubicBezTo>
                <a:cubicBezTo>
                  <a:pt x="1576825" y="121768"/>
                  <a:pt x="1575653" y="120774"/>
                  <a:pt x="1573305" y="120573"/>
                </a:cubicBezTo>
                <a:close/>
                <a:moveTo>
                  <a:pt x="1621201" y="67720"/>
                </a:moveTo>
                <a:cubicBezTo>
                  <a:pt x="1620029" y="69115"/>
                  <a:pt x="1618856" y="69517"/>
                  <a:pt x="1618856" y="67720"/>
                </a:cubicBezTo>
                <a:cubicBezTo>
                  <a:pt x="1618660" y="62335"/>
                  <a:pt x="1618269" y="54563"/>
                  <a:pt x="1617290" y="52568"/>
                </a:cubicBezTo>
                <a:cubicBezTo>
                  <a:pt x="1616900" y="51571"/>
                  <a:pt x="1616509" y="50975"/>
                  <a:pt x="1614946" y="50975"/>
                </a:cubicBezTo>
                <a:cubicBezTo>
                  <a:pt x="1609472" y="53167"/>
                  <a:pt x="1604389" y="54961"/>
                  <a:pt x="1590900" y="56752"/>
                </a:cubicBezTo>
                <a:cubicBezTo>
                  <a:pt x="1590510" y="57950"/>
                  <a:pt x="1590900" y="61137"/>
                  <a:pt x="1591291" y="62335"/>
                </a:cubicBezTo>
                <a:cubicBezTo>
                  <a:pt x="1601848" y="63332"/>
                  <a:pt x="1603998" y="64329"/>
                  <a:pt x="1603998" y="75899"/>
                </a:cubicBezTo>
                <a:lnTo>
                  <a:pt x="1603998" y="114802"/>
                </a:lnTo>
                <a:cubicBezTo>
                  <a:pt x="1603998" y="131161"/>
                  <a:pt x="1602045" y="131961"/>
                  <a:pt x="1590313" y="132958"/>
                </a:cubicBezTo>
                <a:cubicBezTo>
                  <a:pt x="1589140" y="134153"/>
                  <a:pt x="1589140" y="138337"/>
                  <a:pt x="1590313" y="139532"/>
                </a:cubicBezTo>
                <a:cubicBezTo>
                  <a:pt x="1596180" y="139335"/>
                  <a:pt x="1603998" y="139134"/>
                  <a:pt x="1611817" y="139134"/>
                </a:cubicBezTo>
                <a:cubicBezTo>
                  <a:pt x="1619638" y="139134"/>
                  <a:pt x="1625502" y="139335"/>
                  <a:pt x="1631367" y="139532"/>
                </a:cubicBezTo>
                <a:cubicBezTo>
                  <a:pt x="1632539" y="138337"/>
                  <a:pt x="1632539" y="134153"/>
                  <a:pt x="1631367" y="132958"/>
                </a:cubicBezTo>
                <a:cubicBezTo>
                  <a:pt x="1621398" y="131961"/>
                  <a:pt x="1619441" y="131161"/>
                  <a:pt x="1619441" y="114802"/>
                </a:cubicBezTo>
                <a:lnTo>
                  <a:pt x="1619441" y="82084"/>
                </a:lnTo>
                <a:cubicBezTo>
                  <a:pt x="1619441" y="77894"/>
                  <a:pt x="1621201" y="75501"/>
                  <a:pt x="1622764" y="73707"/>
                </a:cubicBezTo>
                <a:cubicBezTo>
                  <a:pt x="1630195" y="66324"/>
                  <a:pt x="1638991" y="61933"/>
                  <a:pt x="1646616" y="61933"/>
                </a:cubicBezTo>
                <a:cubicBezTo>
                  <a:pt x="1650526" y="61933"/>
                  <a:pt x="1654631" y="64527"/>
                  <a:pt x="1656975" y="69115"/>
                </a:cubicBezTo>
                <a:cubicBezTo>
                  <a:pt x="1658932" y="73108"/>
                  <a:pt x="1659323" y="78493"/>
                  <a:pt x="1659323" y="84477"/>
                </a:cubicBezTo>
                <a:lnTo>
                  <a:pt x="1659323" y="114802"/>
                </a:lnTo>
                <a:cubicBezTo>
                  <a:pt x="1659323" y="131161"/>
                  <a:pt x="1657366" y="131961"/>
                  <a:pt x="1647200" y="132958"/>
                </a:cubicBezTo>
                <a:cubicBezTo>
                  <a:pt x="1646225" y="134153"/>
                  <a:pt x="1646225" y="138337"/>
                  <a:pt x="1647200" y="139532"/>
                </a:cubicBezTo>
                <a:cubicBezTo>
                  <a:pt x="1653068" y="139335"/>
                  <a:pt x="1659323" y="139134"/>
                  <a:pt x="1667141" y="139134"/>
                </a:cubicBezTo>
                <a:cubicBezTo>
                  <a:pt x="1674963" y="139134"/>
                  <a:pt x="1681999" y="139335"/>
                  <a:pt x="1687864" y="139532"/>
                </a:cubicBezTo>
                <a:cubicBezTo>
                  <a:pt x="1688842" y="138337"/>
                  <a:pt x="1688842" y="134153"/>
                  <a:pt x="1687864" y="132958"/>
                </a:cubicBezTo>
                <a:cubicBezTo>
                  <a:pt x="1676916" y="131961"/>
                  <a:pt x="1674766" y="131161"/>
                  <a:pt x="1674766" y="114802"/>
                </a:cubicBezTo>
                <a:lnTo>
                  <a:pt x="1674766" y="85076"/>
                </a:lnTo>
                <a:cubicBezTo>
                  <a:pt x="1674766" y="74105"/>
                  <a:pt x="1673984" y="64527"/>
                  <a:pt x="1669489" y="58348"/>
                </a:cubicBezTo>
                <a:cubicBezTo>
                  <a:pt x="1666163" y="53964"/>
                  <a:pt x="1660105" y="51571"/>
                  <a:pt x="1653262" y="51571"/>
                </a:cubicBezTo>
                <a:cubicBezTo>
                  <a:pt x="1643683" y="51571"/>
                  <a:pt x="1632736" y="54161"/>
                  <a:pt x="1621201" y="67720"/>
                </a:cubicBezTo>
                <a:close/>
                <a:moveTo>
                  <a:pt x="1699595" y="53711"/>
                </a:moveTo>
                <a:cubicBezTo>
                  <a:pt x="1696857" y="53711"/>
                  <a:pt x="1696075" y="56104"/>
                  <a:pt x="1696075" y="57698"/>
                </a:cubicBezTo>
                <a:lnTo>
                  <a:pt x="1696075" y="60288"/>
                </a:lnTo>
                <a:cubicBezTo>
                  <a:pt x="1696075" y="61286"/>
                  <a:pt x="1696269" y="61483"/>
                  <a:pt x="1697054" y="61483"/>
                </a:cubicBezTo>
                <a:lnTo>
                  <a:pt x="1708586" y="61483"/>
                </a:lnTo>
                <a:lnTo>
                  <a:pt x="1708586" y="121376"/>
                </a:lnTo>
                <a:cubicBezTo>
                  <a:pt x="1708586" y="135509"/>
                  <a:pt x="1714647" y="141089"/>
                  <a:pt x="1723638" y="141089"/>
                </a:cubicBezTo>
                <a:cubicBezTo>
                  <a:pt x="1732631" y="141089"/>
                  <a:pt x="1742406" y="136708"/>
                  <a:pt x="1750031" y="127941"/>
                </a:cubicBezTo>
                <a:cubicBezTo>
                  <a:pt x="1749640" y="125953"/>
                  <a:pt x="1748468" y="124758"/>
                  <a:pt x="1746511" y="124560"/>
                </a:cubicBezTo>
                <a:cubicBezTo>
                  <a:pt x="1741428" y="128540"/>
                  <a:pt x="1735563" y="130130"/>
                  <a:pt x="1730480" y="130130"/>
                </a:cubicBezTo>
                <a:cubicBezTo>
                  <a:pt x="1725204" y="130130"/>
                  <a:pt x="1724031" y="124162"/>
                  <a:pt x="1724031" y="111825"/>
                </a:cubicBezTo>
                <a:lnTo>
                  <a:pt x="1724031" y="61483"/>
                </a:lnTo>
                <a:lnTo>
                  <a:pt x="1744360" y="61483"/>
                </a:lnTo>
                <a:cubicBezTo>
                  <a:pt x="1746317" y="61483"/>
                  <a:pt x="1749052" y="60687"/>
                  <a:pt x="1749052" y="58893"/>
                </a:cubicBezTo>
                <a:lnTo>
                  <a:pt x="1749052" y="54909"/>
                </a:lnTo>
                <a:cubicBezTo>
                  <a:pt x="1749052" y="54113"/>
                  <a:pt x="1748468" y="53711"/>
                  <a:pt x="1747489" y="53711"/>
                </a:cubicBezTo>
                <a:lnTo>
                  <a:pt x="1724031" y="53711"/>
                </a:lnTo>
                <a:lnTo>
                  <a:pt x="1724031" y="45942"/>
                </a:lnTo>
                <a:cubicBezTo>
                  <a:pt x="1724031" y="32989"/>
                  <a:pt x="1724813" y="25016"/>
                  <a:pt x="1724813" y="25016"/>
                </a:cubicBezTo>
                <a:cubicBezTo>
                  <a:pt x="1724813" y="23821"/>
                  <a:pt x="1724225" y="23222"/>
                  <a:pt x="1723247" y="23222"/>
                </a:cubicBezTo>
                <a:cubicBezTo>
                  <a:pt x="1722465" y="23222"/>
                  <a:pt x="1720705" y="24022"/>
                  <a:pt x="1718948" y="25016"/>
                </a:cubicBezTo>
                <a:cubicBezTo>
                  <a:pt x="1716798" y="26214"/>
                  <a:pt x="1714841" y="27208"/>
                  <a:pt x="1712299" y="27807"/>
                </a:cubicBezTo>
                <a:cubicBezTo>
                  <a:pt x="1709955" y="28604"/>
                  <a:pt x="1708001" y="29203"/>
                  <a:pt x="1708001" y="30596"/>
                </a:cubicBezTo>
                <a:cubicBezTo>
                  <a:pt x="1708001" y="32989"/>
                  <a:pt x="1708586" y="31593"/>
                  <a:pt x="1708586" y="53711"/>
                </a:cubicBezTo>
                <a:lnTo>
                  <a:pt x="1699595" y="537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Text aggregatingasetofupdatestargetingv">
            <a:extLst xmlns:a="http://schemas.openxmlformats.org/drawingml/2006/main">
              <a:ext uri="{FF2B5EF4-FFF2-40B4-BE49-F238E27FC236}">
                <a16:creationId xmlns:a16="http://schemas.microsoft.com/office/drawing/2014/main" id="{D60F5D2A-CA6E-48EF-BD2A-520D252F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950" y="4323414"/>
            <a:ext cx="3203980" cy="186627"/>
          </a:xfrm>
          <a:custGeom xmlns:a="http://schemas.openxmlformats.org/drawingml/2006/main">
            <a:pathLst>
              <a:path w="3203980" h="186627">
                <a:moveTo>
                  <a:pt x="51215" y="92645"/>
                </a:moveTo>
                <a:lnTo>
                  <a:pt x="51215" y="118962"/>
                </a:lnTo>
                <a:cubicBezTo>
                  <a:pt x="51215" y="121556"/>
                  <a:pt x="50017" y="122951"/>
                  <a:pt x="48423" y="124146"/>
                </a:cubicBezTo>
                <a:cubicBezTo>
                  <a:pt x="43242" y="128333"/>
                  <a:pt x="36467" y="132922"/>
                  <a:pt x="30888" y="132922"/>
                </a:cubicBezTo>
                <a:cubicBezTo>
                  <a:pt x="20923" y="132922"/>
                  <a:pt x="16538" y="124946"/>
                  <a:pt x="16538" y="118764"/>
                </a:cubicBezTo>
                <a:cubicBezTo>
                  <a:pt x="16538" y="109791"/>
                  <a:pt x="20726" y="100617"/>
                  <a:pt x="35470" y="96832"/>
                </a:cubicBezTo>
                <a:lnTo>
                  <a:pt x="51215" y="92645"/>
                </a:lnTo>
                <a:moveTo>
                  <a:pt x="51215" y="129531"/>
                </a:moveTo>
                <a:cubicBezTo>
                  <a:pt x="52410" y="135710"/>
                  <a:pt x="54602" y="141089"/>
                  <a:pt x="64567" y="141089"/>
                </a:cubicBezTo>
                <a:cubicBezTo>
                  <a:pt x="72138" y="141089"/>
                  <a:pt x="79311" y="137702"/>
                  <a:pt x="83495" y="133719"/>
                </a:cubicBezTo>
                <a:cubicBezTo>
                  <a:pt x="83097" y="131325"/>
                  <a:pt x="82300" y="129531"/>
                  <a:pt x="80108" y="128336"/>
                </a:cubicBezTo>
                <a:cubicBezTo>
                  <a:pt x="78715" y="129531"/>
                  <a:pt x="75325" y="131526"/>
                  <a:pt x="72734" y="131526"/>
                </a:cubicBezTo>
                <a:cubicBezTo>
                  <a:pt x="66957" y="131526"/>
                  <a:pt x="66756" y="123748"/>
                  <a:pt x="66756" y="114577"/>
                </a:cubicBezTo>
                <a:lnTo>
                  <a:pt x="66756" y="85265"/>
                </a:lnTo>
                <a:cubicBezTo>
                  <a:pt x="66756" y="56953"/>
                  <a:pt x="51215" y="51571"/>
                  <a:pt x="36665" y="51571"/>
                </a:cubicBezTo>
                <a:cubicBezTo>
                  <a:pt x="20324" y="51571"/>
                  <a:pt x="3786" y="62335"/>
                  <a:pt x="3786" y="73701"/>
                </a:cubicBezTo>
                <a:cubicBezTo>
                  <a:pt x="3786" y="78487"/>
                  <a:pt x="6176" y="80880"/>
                  <a:pt x="10761" y="80880"/>
                </a:cubicBezTo>
                <a:cubicBezTo>
                  <a:pt x="16538" y="80880"/>
                  <a:pt x="20126" y="76693"/>
                  <a:pt x="20126" y="74099"/>
                </a:cubicBezTo>
                <a:cubicBezTo>
                  <a:pt x="20126" y="72704"/>
                  <a:pt x="19926" y="71308"/>
                  <a:pt x="19527" y="70511"/>
                </a:cubicBezTo>
                <a:cubicBezTo>
                  <a:pt x="19330" y="69912"/>
                  <a:pt x="19129" y="68717"/>
                  <a:pt x="19129" y="66522"/>
                </a:cubicBezTo>
                <a:cubicBezTo>
                  <a:pt x="19129" y="60340"/>
                  <a:pt x="27500" y="58148"/>
                  <a:pt x="35072" y="58148"/>
                </a:cubicBezTo>
                <a:cubicBezTo>
                  <a:pt x="41846" y="58148"/>
                  <a:pt x="51215" y="61538"/>
                  <a:pt x="51215" y="84070"/>
                </a:cubicBezTo>
                <a:cubicBezTo>
                  <a:pt x="51215" y="85465"/>
                  <a:pt x="50616" y="86262"/>
                  <a:pt x="50017" y="86463"/>
                </a:cubicBezTo>
                <a:lnTo>
                  <a:pt x="32879" y="90650"/>
                </a:lnTo>
                <a:cubicBezTo>
                  <a:pt x="13750" y="95436"/>
                  <a:pt x="0" y="106002"/>
                  <a:pt x="0" y="119561"/>
                </a:cubicBezTo>
                <a:cubicBezTo>
                  <a:pt x="0" y="135911"/>
                  <a:pt x="11159" y="141089"/>
                  <a:pt x="25107" y="141089"/>
                </a:cubicBezTo>
                <a:cubicBezTo>
                  <a:pt x="32083" y="141089"/>
                  <a:pt x="38061" y="139496"/>
                  <a:pt x="46830" y="132721"/>
                </a:cubicBezTo>
                <a:lnTo>
                  <a:pt x="50816" y="129531"/>
                </a:lnTo>
                <a:lnTo>
                  <a:pt x="51215" y="129531"/>
                </a:lnTo>
                <a:close/>
                <a:moveTo>
                  <a:pt x="147466" y="83504"/>
                </a:moveTo>
                <a:cubicBezTo>
                  <a:pt x="147466" y="102074"/>
                  <a:pt x="138097" y="105866"/>
                  <a:pt x="130723" y="105866"/>
                </a:cubicBezTo>
                <a:cubicBezTo>
                  <a:pt x="113984" y="105866"/>
                  <a:pt x="112193" y="91693"/>
                  <a:pt x="112193" y="78913"/>
                </a:cubicBezTo>
                <a:cubicBezTo>
                  <a:pt x="112193" y="64938"/>
                  <a:pt x="117174" y="57749"/>
                  <a:pt x="128136" y="57749"/>
                </a:cubicBezTo>
                <a:cubicBezTo>
                  <a:pt x="140688" y="57749"/>
                  <a:pt x="147466" y="66935"/>
                  <a:pt x="147466" y="83504"/>
                </a:cubicBezTo>
                <a:moveTo>
                  <a:pt x="110199" y="141080"/>
                </a:moveTo>
                <a:cubicBezTo>
                  <a:pt x="112391" y="141679"/>
                  <a:pt x="115581" y="142080"/>
                  <a:pt x="118171" y="142080"/>
                </a:cubicBezTo>
                <a:cubicBezTo>
                  <a:pt x="124347" y="142080"/>
                  <a:pt x="129927" y="141478"/>
                  <a:pt x="132718" y="141478"/>
                </a:cubicBezTo>
                <a:cubicBezTo>
                  <a:pt x="142682" y="141478"/>
                  <a:pt x="151051" y="141679"/>
                  <a:pt x="156831" y="144878"/>
                </a:cubicBezTo>
                <a:cubicBezTo>
                  <a:pt x="164603" y="149275"/>
                  <a:pt x="166993" y="152072"/>
                  <a:pt x="166993" y="157269"/>
                </a:cubicBezTo>
                <a:cubicBezTo>
                  <a:pt x="166993" y="171661"/>
                  <a:pt x="145869" y="179256"/>
                  <a:pt x="127935" y="179256"/>
                </a:cubicBezTo>
                <a:cubicBezTo>
                  <a:pt x="120762" y="179256"/>
                  <a:pt x="104023" y="173458"/>
                  <a:pt x="104023" y="159869"/>
                </a:cubicBezTo>
                <a:cubicBezTo>
                  <a:pt x="104023" y="153073"/>
                  <a:pt x="104421" y="148077"/>
                  <a:pt x="110199" y="141080"/>
                </a:cubicBezTo>
                <a:moveTo>
                  <a:pt x="172375" y="61942"/>
                </a:moveTo>
                <a:cubicBezTo>
                  <a:pt x="176161" y="61942"/>
                  <a:pt x="179746" y="58348"/>
                  <a:pt x="179746" y="54362"/>
                </a:cubicBezTo>
                <a:cubicBezTo>
                  <a:pt x="179746" y="50178"/>
                  <a:pt x="175960" y="46988"/>
                  <a:pt x="170581" y="46988"/>
                </a:cubicBezTo>
                <a:cubicBezTo>
                  <a:pt x="165400" y="46988"/>
                  <a:pt x="155834" y="50376"/>
                  <a:pt x="150652" y="57153"/>
                </a:cubicBezTo>
                <a:cubicBezTo>
                  <a:pt x="148262" y="55557"/>
                  <a:pt x="141685" y="51571"/>
                  <a:pt x="129927" y="51571"/>
                </a:cubicBezTo>
                <a:cubicBezTo>
                  <a:pt x="112193" y="51571"/>
                  <a:pt x="95852" y="63539"/>
                  <a:pt x="95852" y="81908"/>
                </a:cubicBezTo>
                <a:cubicBezTo>
                  <a:pt x="95852" y="92690"/>
                  <a:pt x="100635" y="98878"/>
                  <a:pt x="106215" y="104269"/>
                </a:cubicBezTo>
                <a:cubicBezTo>
                  <a:pt x="100635" y="109055"/>
                  <a:pt x="97446" y="117606"/>
                  <a:pt x="97446" y="124359"/>
                </a:cubicBezTo>
                <a:cubicBezTo>
                  <a:pt x="97446" y="131517"/>
                  <a:pt x="101432" y="137097"/>
                  <a:pt x="106614" y="139687"/>
                </a:cubicBezTo>
                <a:cubicBezTo>
                  <a:pt x="95852" y="146076"/>
                  <a:pt x="90273" y="155271"/>
                  <a:pt x="90273" y="163864"/>
                </a:cubicBezTo>
                <a:cubicBezTo>
                  <a:pt x="90273" y="181248"/>
                  <a:pt x="106614" y="186627"/>
                  <a:pt x="121957" y="186627"/>
                </a:cubicBezTo>
                <a:cubicBezTo>
                  <a:pt x="148858" y="186627"/>
                  <a:pt x="177955" y="173658"/>
                  <a:pt x="177955" y="152072"/>
                </a:cubicBezTo>
                <a:cubicBezTo>
                  <a:pt x="177955" y="145678"/>
                  <a:pt x="174966" y="140682"/>
                  <a:pt x="169185" y="135899"/>
                </a:cubicBezTo>
                <a:cubicBezTo>
                  <a:pt x="161413" y="129522"/>
                  <a:pt x="147466" y="129325"/>
                  <a:pt x="140092" y="129325"/>
                </a:cubicBezTo>
                <a:cubicBezTo>
                  <a:pt x="136504" y="129325"/>
                  <a:pt x="131523" y="129723"/>
                  <a:pt x="126740" y="130319"/>
                </a:cubicBezTo>
                <a:cubicBezTo>
                  <a:pt x="123751" y="130520"/>
                  <a:pt x="121756" y="130720"/>
                  <a:pt x="120762" y="130720"/>
                </a:cubicBezTo>
                <a:cubicBezTo>
                  <a:pt x="114982" y="130720"/>
                  <a:pt x="108006" y="127935"/>
                  <a:pt x="108006" y="119394"/>
                </a:cubicBezTo>
                <a:cubicBezTo>
                  <a:pt x="108006" y="115423"/>
                  <a:pt x="109204" y="111248"/>
                  <a:pt x="111594" y="107860"/>
                </a:cubicBezTo>
                <a:cubicBezTo>
                  <a:pt x="116377" y="110649"/>
                  <a:pt x="121957" y="112044"/>
                  <a:pt x="129729" y="112044"/>
                </a:cubicBezTo>
                <a:cubicBezTo>
                  <a:pt x="147265" y="112044"/>
                  <a:pt x="163405" y="101076"/>
                  <a:pt x="163405" y="81509"/>
                </a:cubicBezTo>
                <a:cubicBezTo>
                  <a:pt x="163405" y="72126"/>
                  <a:pt x="160617" y="66735"/>
                  <a:pt x="154836" y="60744"/>
                </a:cubicBezTo>
                <a:cubicBezTo>
                  <a:pt x="156232" y="58747"/>
                  <a:pt x="160218" y="55955"/>
                  <a:pt x="162809" y="55955"/>
                </a:cubicBezTo>
                <a:cubicBezTo>
                  <a:pt x="164205" y="55955"/>
                  <a:pt x="165597" y="56554"/>
                  <a:pt x="166795" y="58348"/>
                </a:cubicBezTo>
                <a:cubicBezTo>
                  <a:pt x="167592" y="59945"/>
                  <a:pt x="170183" y="61942"/>
                  <a:pt x="172375" y="61942"/>
                </a:cubicBezTo>
                <a:close/>
                <a:moveTo>
                  <a:pt x="247103" y="83504"/>
                </a:moveTo>
                <a:cubicBezTo>
                  <a:pt x="247103" y="102074"/>
                  <a:pt x="237735" y="105866"/>
                  <a:pt x="230361" y="105866"/>
                </a:cubicBezTo>
                <a:cubicBezTo>
                  <a:pt x="213622" y="105866"/>
                  <a:pt x="211831" y="91693"/>
                  <a:pt x="211831" y="78913"/>
                </a:cubicBezTo>
                <a:cubicBezTo>
                  <a:pt x="211831" y="64938"/>
                  <a:pt x="216812" y="57749"/>
                  <a:pt x="227774" y="57749"/>
                </a:cubicBezTo>
                <a:cubicBezTo>
                  <a:pt x="240326" y="57749"/>
                  <a:pt x="247103" y="66935"/>
                  <a:pt x="247103" y="83504"/>
                </a:cubicBezTo>
                <a:moveTo>
                  <a:pt x="209836" y="141080"/>
                </a:moveTo>
                <a:cubicBezTo>
                  <a:pt x="212029" y="141679"/>
                  <a:pt x="215218" y="142080"/>
                  <a:pt x="217809" y="142080"/>
                </a:cubicBezTo>
                <a:cubicBezTo>
                  <a:pt x="223985" y="142080"/>
                  <a:pt x="229565" y="141478"/>
                  <a:pt x="232356" y="141478"/>
                </a:cubicBezTo>
                <a:cubicBezTo>
                  <a:pt x="242320" y="141478"/>
                  <a:pt x="250688" y="141679"/>
                  <a:pt x="256469" y="144878"/>
                </a:cubicBezTo>
                <a:cubicBezTo>
                  <a:pt x="264241" y="149275"/>
                  <a:pt x="266631" y="152072"/>
                  <a:pt x="266631" y="157269"/>
                </a:cubicBezTo>
                <a:cubicBezTo>
                  <a:pt x="266631" y="171661"/>
                  <a:pt x="245507" y="179256"/>
                  <a:pt x="227573" y="179256"/>
                </a:cubicBezTo>
                <a:cubicBezTo>
                  <a:pt x="220400" y="179256"/>
                  <a:pt x="203661" y="173458"/>
                  <a:pt x="203661" y="159869"/>
                </a:cubicBezTo>
                <a:cubicBezTo>
                  <a:pt x="203661" y="153073"/>
                  <a:pt x="204059" y="148077"/>
                  <a:pt x="209836" y="141080"/>
                </a:cubicBezTo>
                <a:moveTo>
                  <a:pt x="272013" y="61942"/>
                </a:moveTo>
                <a:cubicBezTo>
                  <a:pt x="275799" y="61942"/>
                  <a:pt x="279384" y="58348"/>
                  <a:pt x="279384" y="54362"/>
                </a:cubicBezTo>
                <a:cubicBezTo>
                  <a:pt x="279384" y="50178"/>
                  <a:pt x="275598" y="46988"/>
                  <a:pt x="270219" y="46988"/>
                </a:cubicBezTo>
                <a:cubicBezTo>
                  <a:pt x="265038" y="46988"/>
                  <a:pt x="255471" y="50376"/>
                  <a:pt x="250290" y="57153"/>
                </a:cubicBezTo>
                <a:cubicBezTo>
                  <a:pt x="247900" y="55557"/>
                  <a:pt x="241323" y="51571"/>
                  <a:pt x="229565" y="51571"/>
                </a:cubicBezTo>
                <a:cubicBezTo>
                  <a:pt x="211831" y="51571"/>
                  <a:pt x="195490" y="63539"/>
                  <a:pt x="195490" y="81908"/>
                </a:cubicBezTo>
                <a:cubicBezTo>
                  <a:pt x="195490" y="92690"/>
                  <a:pt x="200273" y="98878"/>
                  <a:pt x="205853" y="104269"/>
                </a:cubicBezTo>
                <a:cubicBezTo>
                  <a:pt x="200273" y="109055"/>
                  <a:pt x="197084" y="117606"/>
                  <a:pt x="197084" y="124359"/>
                </a:cubicBezTo>
                <a:cubicBezTo>
                  <a:pt x="197084" y="131517"/>
                  <a:pt x="201070" y="137097"/>
                  <a:pt x="206251" y="139687"/>
                </a:cubicBezTo>
                <a:cubicBezTo>
                  <a:pt x="195490" y="146076"/>
                  <a:pt x="189911" y="155271"/>
                  <a:pt x="189911" y="163864"/>
                </a:cubicBezTo>
                <a:cubicBezTo>
                  <a:pt x="189911" y="181248"/>
                  <a:pt x="206251" y="186627"/>
                  <a:pt x="221595" y="186627"/>
                </a:cubicBezTo>
                <a:cubicBezTo>
                  <a:pt x="248496" y="186627"/>
                  <a:pt x="277593" y="173658"/>
                  <a:pt x="277593" y="152072"/>
                </a:cubicBezTo>
                <a:cubicBezTo>
                  <a:pt x="277593" y="145678"/>
                  <a:pt x="274604" y="140682"/>
                  <a:pt x="268823" y="135899"/>
                </a:cubicBezTo>
                <a:cubicBezTo>
                  <a:pt x="261051" y="129522"/>
                  <a:pt x="247103" y="129325"/>
                  <a:pt x="239730" y="129325"/>
                </a:cubicBezTo>
                <a:cubicBezTo>
                  <a:pt x="236142" y="129325"/>
                  <a:pt x="231161" y="129723"/>
                  <a:pt x="226378" y="130319"/>
                </a:cubicBezTo>
                <a:cubicBezTo>
                  <a:pt x="223389" y="130520"/>
                  <a:pt x="221394" y="130720"/>
                  <a:pt x="220400" y="130720"/>
                </a:cubicBezTo>
                <a:cubicBezTo>
                  <a:pt x="214619" y="130720"/>
                  <a:pt x="207644" y="127935"/>
                  <a:pt x="207644" y="119394"/>
                </a:cubicBezTo>
                <a:cubicBezTo>
                  <a:pt x="207644" y="115423"/>
                  <a:pt x="208842" y="111248"/>
                  <a:pt x="211232" y="107860"/>
                </a:cubicBezTo>
                <a:cubicBezTo>
                  <a:pt x="216015" y="110649"/>
                  <a:pt x="221595" y="112044"/>
                  <a:pt x="229367" y="112044"/>
                </a:cubicBezTo>
                <a:cubicBezTo>
                  <a:pt x="246903" y="112044"/>
                  <a:pt x="263043" y="101076"/>
                  <a:pt x="263043" y="81509"/>
                </a:cubicBezTo>
                <a:cubicBezTo>
                  <a:pt x="263043" y="72126"/>
                  <a:pt x="260255" y="66735"/>
                  <a:pt x="254474" y="60744"/>
                </a:cubicBezTo>
                <a:cubicBezTo>
                  <a:pt x="255870" y="58747"/>
                  <a:pt x="259856" y="55955"/>
                  <a:pt x="262447" y="55955"/>
                </a:cubicBezTo>
                <a:cubicBezTo>
                  <a:pt x="263843" y="55955"/>
                  <a:pt x="265235" y="56554"/>
                  <a:pt x="266433" y="58348"/>
                </a:cubicBezTo>
                <a:cubicBezTo>
                  <a:pt x="267230" y="59945"/>
                  <a:pt x="269821" y="61942"/>
                  <a:pt x="272013" y="61942"/>
                </a:cubicBezTo>
                <a:close/>
                <a:moveTo>
                  <a:pt x="318244" y="67717"/>
                </a:moveTo>
                <a:cubicBezTo>
                  <a:pt x="317845" y="59741"/>
                  <a:pt x="317645" y="54563"/>
                  <a:pt x="316650" y="52568"/>
                </a:cubicBezTo>
                <a:cubicBezTo>
                  <a:pt x="316249" y="51571"/>
                  <a:pt x="315851" y="50975"/>
                  <a:pt x="314257" y="50975"/>
                </a:cubicBezTo>
                <a:cubicBezTo>
                  <a:pt x="308678" y="53167"/>
                  <a:pt x="303496" y="54961"/>
                  <a:pt x="289746" y="56752"/>
                </a:cubicBezTo>
                <a:cubicBezTo>
                  <a:pt x="289348" y="57950"/>
                  <a:pt x="289746" y="61137"/>
                  <a:pt x="290144" y="62332"/>
                </a:cubicBezTo>
                <a:cubicBezTo>
                  <a:pt x="300906" y="63329"/>
                  <a:pt x="303098" y="64326"/>
                  <a:pt x="303098" y="75896"/>
                </a:cubicBezTo>
                <a:lnTo>
                  <a:pt x="303098" y="114802"/>
                </a:lnTo>
                <a:cubicBezTo>
                  <a:pt x="303098" y="131362"/>
                  <a:pt x="300708" y="132159"/>
                  <a:pt x="288350" y="132958"/>
                </a:cubicBezTo>
                <a:cubicBezTo>
                  <a:pt x="287155" y="134153"/>
                  <a:pt x="287155" y="138337"/>
                  <a:pt x="288350" y="139532"/>
                </a:cubicBezTo>
                <a:cubicBezTo>
                  <a:pt x="295326" y="139335"/>
                  <a:pt x="303098" y="139134"/>
                  <a:pt x="311071" y="139134"/>
                </a:cubicBezTo>
                <a:cubicBezTo>
                  <a:pt x="319040" y="139134"/>
                  <a:pt x="328208" y="139335"/>
                  <a:pt x="335180" y="139532"/>
                </a:cubicBezTo>
                <a:cubicBezTo>
                  <a:pt x="336379" y="138337"/>
                  <a:pt x="336379" y="134153"/>
                  <a:pt x="335180" y="132958"/>
                </a:cubicBezTo>
                <a:cubicBezTo>
                  <a:pt x="321233" y="131961"/>
                  <a:pt x="318840" y="131362"/>
                  <a:pt x="318840" y="114802"/>
                </a:cubicBezTo>
                <a:lnTo>
                  <a:pt x="318840" y="87071"/>
                </a:lnTo>
                <a:cubicBezTo>
                  <a:pt x="318840" y="81883"/>
                  <a:pt x="321233" y="77295"/>
                  <a:pt x="323623" y="73704"/>
                </a:cubicBezTo>
                <a:cubicBezTo>
                  <a:pt x="325815" y="70511"/>
                  <a:pt x="330400" y="63928"/>
                  <a:pt x="332790" y="63928"/>
                </a:cubicBezTo>
                <a:cubicBezTo>
                  <a:pt x="334585" y="63928"/>
                  <a:pt x="336379" y="64326"/>
                  <a:pt x="337972" y="66522"/>
                </a:cubicBezTo>
                <a:cubicBezTo>
                  <a:pt x="339368" y="68516"/>
                  <a:pt x="341758" y="71110"/>
                  <a:pt x="345145" y="71110"/>
                </a:cubicBezTo>
                <a:cubicBezTo>
                  <a:pt x="349928" y="71110"/>
                  <a:pt x="354510" y="66120"/>
                  <a:pt x="354510" y="61137"/>
                </a:cubicBezTo>
                <a:cubicBezTo>
                  <a:pt x="354510" y="57351"/>
                  <a:pt x="350925" y="51571"/>
                  <a:pt x="342554" y="51571"/>
                </a:cubicBezTo>
                <a:cubicBezTo>
                  <a:pt x="333189" y="51571"/>
                  <a:pt x="325018" y="60340"/>
                  <a:pt x="320436" y="68115"/>
                </a:cubicBezTo>
                <a:cubicBezTo>
                  <a:pt x="319241" y="70310"/>
                  <a:pt x="318244" y="68714"/>
                  <a:pt x="318244" y="67717"/>
                </a:cubicBezTo>
                <a:close/>
                <a:moveTo>
                  <a:pt x="380418" y="82939"/>
                </a:moveTo>
                <a:cubicBezTo>
                  <a:pt x="384203" y="60516"/>
                  <a:pt x="398154" y="58731"/>
                  <a:pt x="402937" y="58731"/>
                </a:cubicBezTo>
                <a:cubicBezTo>
                  <a:pt x="410509" y="58731"/>
                  <a:pt x="419476" y="62900"/>
                  <a:pt x="419476" y="79566"/>
                </a:cubicBezTo>
                <a:cubicBezTo>
                  <a:pt x="419476" y="81351"/>
                  <a:pt x="418679" y="82346"/>
                  <a:pt x="416487" y="82346"/>
                </a:cubicBezTo>
                <a:lnTo>
                  <a:pt x="380418" y="82939"/>
                </a:lnTo>
                <a:moveTo>
                  <a:pt x="432627" y="120573"/>
                </a:moveTo>
                <a:cubicBezTo>
                  <a:pt x="425256" y="128142"/>
                  <a:pt x="419476" y="131325"/>
                  <a:pt x="407918" y="131325"/>
                </a:cubicBezTo>
                <a:cubicBezTo>
                  <a:pt x="400745" y="131325"/>
                  <a:pt x="392374" y="127144"/>
                  <a:pt x="386198" y="116992"/>
                </a:cubicBezTo>
                <a:cubicBezTo>
                  <a:pt x="382212" y="110421"/>
                  <a:pt x="379819" y="101262"/>
                  <a:pt x="379819" y="89713"/>
                </a:cubicBezTo>
                <a:lnTo>
                  <a:pt x="432828" y="90112"/>
                </a:lnTo>
                <a:cubicBezTo>
                  <a:pt x="435218" y="90112"/>
                  <a:pt x="436613" y="88917"/>
                  <a:pt x="436613" y="86724"/>
                </a:cubicBezTo>
                <a:cubicBezTo>
                  <a:pt x="436613" y="70043"/>
                  <a:pt x="430635" y="52154"/>
                  <a:pt x="402937" y="52154"/>
                </a:cubicBezTo>
                <a:cubicBezTo>
                  <a:pt x="385599" y="52154"/>
                  <a:pt x="363080" y="68653"/>
                  <a:pt x="363080" y="98872"/>
                </a:cubicBezTo>
                <a:cubicBezTo>
                  <a:pt x="363080" y="110022"/>
                  <a:pt x="365871" y="120774"/>
                  <a:pt x="372448" y="128339"/>
                </a:cubicBezTo>
                <a:cubicBezTo>
                  <a:pt x="379223" y="136309"/>
                  <a:pt x="388588" y="141089"/>
                  <a:pt x="402937" y="141089"/>
                </a:cubicBezTo>
                <a:cubicBezTo>
                  <a:pt x="418080" y="141089"/>
                  <a:pt x="428841" y="134117"/>
                  <a:pt x="436814" y="123760"/>
                </a:cubicBezTo>
                <a:cubicBezTo>
                  <a:pt x="436215" y="121768"/>
                  <a:pt x="435020" y="120774"/>
                  <a:pt x="432627" y="120573"/>
                </a:cubicBezTo>
                <a:close/>
                <a:moveTo>
                  <a:pt x="508355" y="83504"/>
                </a:moveTo>
                <a:cubicBezTo>
                  <a:pt x="508355" y="102074"/>
                  <a:pt x="498986" y="105866"/>
                  <a:pt x="491613" y="105866"/>
                </a:cubicBezTo>
                <a:cubicBezTo>
                  <a:pt x="474874" y="105866"/>
                  <a:pt x="473083" y="91693"/>
                  <a:pt x="473083" y="78913"/>
                </a:cubicBezTo>
                <a:cubicBezTo>
                  <a:pt x="473083" y="64938"/>
                  <a:pt x="478063" y="57749"/>
                  <a:pt x="489025" y="57749"/>
                </a:cubicBezTo>
                <a:cubicBezTo>
                  <a:pt x="501577" y="57749"/>
                  <a:pt x="508355" y="66935"/>
                  <a:pt x="508355" y="83504"/>
                </a:cubicBezTo>
                <a:moveTo>
                  <a:pt x="471088" y="141080"/>
                </a:moveTo>
                <a:cubicBezTo>
                  <a:pt x="473280" y="141679"/>
                  <a:pt x="476470" y="142080"/>
                  <a:pt x="479061" y="142080"/>
                </a:cubicBezTo>
                <a:cubicBezTo>
                  <a:pt x="485236" y="142080"/>
                  <a:pt x="490816" y="141478"/>
                  <a:pt x="493607" y="141478"/>
                </a:cubicBezTo>
                <a:cubicBezTo>
                  <a:pt x="503572" y="141478"/>
                  <a:pt x="511940" y="141679"/>
                  <a:pt x="517720" y="144878"/>
                </a:cubicBezTo>
                <a:cubicBezTo>
                  <a:pt x="525492" y="149275"/>
                  <a:pt x="527882" y="152072"/>
                  <a:pt x="527882" y="157269"/>
                </a:cubicBezTo>
                <a:cubicBezTo>
                  <a:pt x="527882" y="171661"/>
                  <a:pt x="506758" y="179256"/>
                  <a:pt x="488824" y="179256"/>
                </a:cubicBezTo>
                <a:cubicBezTo>
                  <a:pt x="481651" y="179256"/>
                  <a:pt x="464912" y="173458"/>
                  <a:pt x="464912" y="159869"/>
                </a:cubicBezTo>
                <a:cubicBezTo>
                  <a:pt x="464912" y="153073"/>
                  <a:pt x="465310" y="148077"/>
                  <a:pt x="471088" y="141080"/>
                </a:cubicBezTo>
                <a:moveTo>
                  <a:pt x="533264" y="61942"/>
                </a:moveTo>
                <a:cubicBezTo>
                  <a:pt x="537050" y="61942"/>
                  <a:pt x="540635" y="58348"/>
                  <a:pt x="540635" y="54362"/>
                </a:cubicBezTo>
                <a:cubicBezTo>
                  <a:pt x="540635" y="50178"/>
                  <a:pt x="536849" y="46988"/>
                  <a:pt x="531470" y="46988"/>
                </a:cubicBezTo>
                <a:cubicBezTo>
                  <a:pt x="526289" y="46988"/>
                  <a:pt x="516723" y="50376"/>
                  <a:pt x="511542" y="57153"/>
                </a:cubicBezTo>
                <a:cubicBezTo>
                  <a:pt x="509152" y="55557"/>
                  <a:pt x="502574" y="51571"/>
                  <a:pt x="490816" y="51571"/>
                </a:cubicBezTo>
                <a:cubicBezTo>
                  <a:pt x="473083" y="51571"/>
                  <a:pt x="456742" y="63539"/>
                  <a:pt x="456742" y="81908"/>
                </a:cubicBezTo>
                <a:cubicBezTo>
                  <a:pt x="456742" y="92690"/>
                  <a:pt x="461525" y="98878"/>
                  <a:pt x="467105" y="104269"/>
                </a:cubicBezTo>
                <a:cubicBezTo>
                  <a:pt x="461525" y="109055"/>
                  <a:pt x="458335" y="117606"/>
                  <a:pt x="458335" y="124359"/>
                </a:cubicBezTo>
                <a:cubicBezTo>
                  <a:pt x="458335" y="131517"/>
                  <a:pt x="462321" y="137097"/>
                  <a:pt x="467503" y="139687"/>
                </a:cubicBezTo>
                <a:cubicBezTo>
                  <a:pt x="456742" y="146076"/>
                  <a:pt x="451162" y="155271"/>
                  <a:pt x="451162" y="163864"/>
                </a:cubicBezTo>
                <a:cubicBezTo>
                  <a:pt x="451162" y="181248"/>
                  <a:pt x="467503" y="186627"/>
                  <a:pt x="482846" y="186627"/>
                </a:cubicBezTo>
                <a:cubicBezTo>
                  <a:pt x="509748" y="186627"/>
                  <a:pt x="538844" y="173658"/>
                  <a:pt x="538844" y="152072"/>
                </a:cubicBezTo>
                <a:cubicBezTo>
                  <a:pt x="538844" y="145678"/>
                  <a:pt x="535855" y="140682"/>
                  <a:pt x="530075" y="135899"/>
                </a:cubicBezTo>
                <a:cubicBezTo>
                  <a:pt x="522303" y="129522"/>
                  <a:pt x="508355" y="129325"/>
                  <a:pt x="500981" y="129325"/>
                </a:cubicBezTo>
                <a:cubicBezTo>
                  <a:pt x="497393" y="129325"/>
                  <a:pt x="492412" y="129723"/>
                  <a:pt x="487629" y="130319"/>
                </a:cubicBezTo>
                <a:cubicBezTo>
                  <a:pt x="484640" y="130520"/>
                  <a:pt x="482646" y="130720"/>
                  <a:pt x="481651" y="130720"/>
                </a:cubicBezTo>
                <a:cubicBezTo>
                  <a:pt x="475871" y="130720"/>
                  <a:pt x="468896" y="127935"/>
                  <a:pt x="468896" y="119394"/>
                </a:cubicBezTo>
                <a:cubicBezTo>
                  <a:pt x="468896" y="115423"/>
                  <a:pt x="470094" y="111248"/>
                  <a:pt x="472484" y="107860"/>
                </a:cubicBezTo>
                <a:cubicBezTo>
                  <a:pt x="477267" y="110649"/>
                  <a:pt x="482846" y="112044"/>
                  <a:pt x="490618" y="112044"/>
                </a:cubicBezTo>
                <a:cubicBezTo>
                  <a:pt x="508154" y="112044"/>
                  <a:pt x="524294" y="101076"/>
                  <a:pt x="524294" y="81509"/>
                </a:cubicBezTo>
                <a:cubicBezTo>
                  <a:pt x="524294" y="72126"/>
                  <a:pt x="521506" y="66735"/>
                  <a:pt x="515726" y="60744"/>
                </a:cubicBezTo>
                <a:cubicBezTo>
                  <a:pt x="517121" y="58747"/>
                  <a:pt x="521108" y="55955"/>
                  <a:pt x="523698" y="55955"/>
                </a:cubicBezTo>
                <a:cubicBezTo>
                  <a:pt x="525094" y="55955"/>
                  <a:pt x="526487" y="56554"/>
                  <a:pt x="527685" y="58348"/>
                </a:cubicBezTo>
                <a:cubicBezTo>
                  <a:pt x="528481" y="59945"/>
                  <a:pt x="531072" y="61942"/>
                  <a:pt x="533264" y="61942"/>
                </a:cubicBezTo>
                <a:close/>
                <a:moveTo>
                  <a:pt x="602811" y="92645"/>
                </a:moveTo>
                <a:lnTo>
                  <a:pt x="602811" y="118962"/>
                </a:lnTo>
                <a:cubicBezTo>
                  <a:pt x="602811" y="121556"/>
                  <a:pt x="601613" y="122951"/>
                  <a:pt x="600020" y="124146"/>
                </a:cubicBezTo>
                <a:cubicBezTo>
                  <a:pt x="594839" y="128333"/>
                  <a:pt x="588064" y="132922"/>
                  <a:pt x="582484" y="132922"/>
                </a:cubicBezTo>
                <a:cubicBezTo>
                  <a:pt x="572520" y="132922"/>
                  <a:pt x="568135" y="124946"/>
                  <a:pt x="568135" y="118764"/>
                </a:cubicBezTo>
                <a:cubicBezTo>
                  <a:pt x="568135" y="109791"/>
                  <a:pt x="572322" y="100617"/>
                  <a:pt x="587067" y="96832"/>
                </a:cubicBezTo>
                <a:lnTo>
                  <a:pt x="602811" y="92645"/>
                </a:lnTo>
                <a:moveTo>
                  <a:pt x="602811" y="129531"/>
                </a:moveTo>
                <a:cubicBezTo>
                  <a:pt x="604006" y="135710"/>
                  <a:pt x="606199" y="141089"/>
                  <a:pt x="616163" y="141089"/>
                </a:cubicBezTo>
                <a:cubicBezTo>
                  <a:pt x="623735" y="141089"/>
                  <a:pt x="630908" y="137702"/>
                  <a:pt x="635092" y="133719"/>
                </a:cubicBezTo>
                <a:cubicBezTo>
                  <a:pt x="634693" y="131325"/>
                  <a:pt x="633897" y="129531"/>
                  <a:pt x="631704" y="128336"/>
                </a:cubicBezTo>
                <a:cubicBezTo>
                  <a:pt x="630312" y="129531"/>
                  <a:pt x="626921" y="131526"/>
                  <a:pt x="624331" y="131526"/>
                </a:cubicBezTo>
                <a:cubicBezTo>
                  <a:pt x="618553" y="131526"/>
                  <a:pt x="618353" y="123748"/>
                  <a:pt x="618353" y="114577"/>
                </a:cubicBezTo>
                <a:lnTo>
                  <a:pt x="618353" y="85265"/>
                </a:lnTo>
                <a:cubicBezTo>
                  <a:pt x="618353" y="56953"/>
                  <a:pt x="602811" y="51571"/>
                  <a:pt x="588262" y="51571"/>
                </a:cubicBezTo>
                <a:cubicBezTo>
                  <a:pt x="571921" y="51571"/>
                  <a:pt x="555382" y="62335"/>
                  <a:pt x="555382" y="73701"/>
                </a:cubicBezTo>
                <a:cubicBezTo>
                  <a:pt x="555382" y="78487"/>
                  <a:pt x="557772" y="80880"/>
                  <a:pt x="562358" y="80880"/>
                </a:cubicBezTo>
                <a:cubicBezTo>
                  <a:pt x="568135" y="80880"/>
                  <a:pt x="571723" y="76693"/>
                  <a:pt x="571723" y="74099"/>
                </a:cubicBezTo>
                <a:cubicBezTo>
                  <a:pt x="571723" y="72704"/>
                  <a:pt x="571522" y="71308"/>
                  <a:pt x="571124" y="70511"/>
                </a:cubicBezTo>
                <a:cubicBezTo>
                  <a:pt x="570926" y="69912"/>
                  <a:pt x="570726" y="68717"/>
                  <a:pt x="570726" y="66522"/>
                </a:cubicBezTo>
                <a:cubicBezTo>
                  <a:pt x="570726" y="60340"/>
                  <a:pt x="579097" y="58148"/>
                  <a:pt x="586668" y="58148"/>
                </a:cubicBezTo>
                <a:cubicBezTo>
                  <a:pt x="593443" y="58148"/>
                  <a:pt x="602811" y="61538"/>
                  <a:pt x="602811" y="84070"/>
                </a:cubicBezTo>
                <a:cubicBezTo>
                  <a:pt x="602811" y="85465"/>
                  <a:pt x="602212" y="86262"/>
                  <a:pt x="601613" y="86463"/>
                </a:cubicBezTo>
                <a:lnTo>
                  <a:pt x="584476" y="90650"/>
                </a:lnTo>
                <a:cubicBezTo>
                  <a:pt x="565347" y="95436"/>
                  <a:pt x="551597" y="106002"/>
                  <a:pt x="551597" y="119561"/>
                </a:cubicBezTo>
                <a:cubicBezTo>
                  <a:pt x="551597" y="135911"/>
                  <a:pt x="562756" y="141089"/>
                  <a:pt x="576704" y="141089"/>
                </a:cubicBezTo>
                <a:cubicBezTo>
                  <a:pt x="583679" y="141089"/>
                  <a:pt x="589657" y="139496"/>
                  <a:pt x="598427" y="132721"/>
                </a:cubicBezTo>
                <a:lnTo>
                  <a:pt x="602413" y="129531"/>
                </a:lnTo>
                <a:lnTo>
                  <a:pt x="602811" y="129531"/>
                </a:lnTo>
                <a:close/>
                <a:moveTo>
                  <a:pt x="644062" y="53711"/>
                </a:moveTo>
                <a:cubicBezTo>
                  <a:pt x="641270" y="53711"/>
                  <a:pt x="640474" y="56104"/>
                  <a:pt x="640474" y="57698"/>
                </a:cubicBezTo>
                <a:lnTo>
                  <a:pt x="640474" y="60288"/>
                </a:lnTo>
                <a:cubicBezTo>
                  <a:pt x="640474" y="61286"/>
                  <a:pt x="640671" y="61483"/>
                  <a:pt x="641471" y="61483"/>
                </a:cubicBezTo>
                <a:lnTo>
                  <a:pt x="653226" y="61483"/>
                </a:lnTo>
                <a:lnTo>
                  <a:pt x="653226" y="121376"/>
                </a:lnTo>
                <a:cubicBezTo>
                  <a:pt x="653226" y="135509"/>
                  <a:pt x="659405" y="141089"/>
                  <a:pt x="668570" y="141089"/>
                </a:cubicBezTo>
                <a:cubicBezTo>
                  <a:pt x="677738" y="141089"/>
                  <a:pt x="687702" y="136708"/>
                  <a:pt x="695474" y="127941"/>
                </a:cubicBezTo>
                <a:cubicBezTo>
                  <a:pt x="695076" y="125953"/>
                  <a:pt x="693881" y="124758"/>
                  <a:pt x="691886" y="124560"/>
                </a:cubicBezTo>
                <a:cubicBezTo>
                  <a:pt x="686705" y="128540"/>
                  <a:pt x="680727" y="130130"/>
                  <a:pt x="675545" y="130130"/>
                </a:cubicBezTo>
                <a:cubicBezTo>
                  <a:pt x="670166" y="130130"/>
                  <a:pt x="668971" y="124162"/>
                  <a:pt x="668971" y="111825"/>
                </a:cubicBezTo>
                <a:lnTo>
                  <a:pt x="668971" y="61483"/>
                </a:lnTo>
                <a:lnTo>
                  <a:pt x="689694" y="61483"/>
                </a:lnTo>
                <a:cubicBezTo>
                  <a:pt x="691688" y="61483"/>
                  <a:pt x="694477" y="60687"/>
                  <a:pt x="694477" y="58893"/>
                </a:cubicBezTo>
                <a:lnTo>
                  <a:pt x="694477" y="54909"/>
                </a:lnTo>
                <a:cubicBezTo>
                  <a:pt x="694477" y="54113"/>
                  <a:pt x="693881" y="53711"/>
                  <a:pt x="692883" y="53711"/>
                </a:cubicBezTo>
                <a:lnTo>
                  <a:pt x="668971" y="53711"/>
                </a:lnTo>
                <a:lnTo>
                  <a:pt x="668971" y="45942"/>
                </a:lnTo>
                <a:cubicBezTo>
                  <a:pt x="668971" y="32989"/>
                  <a:pt x="669768" y="25016"/>
                  <a:pt x="669768" y="25016"/>
                </a:cubicBezTo>
                <a:cubicBezTo>
                  <a:pt x="669768" y="23821"/>
                  <a:pt x="669169" y="23222"/>
                  <a:pt x="668172" y="23222"/>
                </a:cubicBezTo>
                <a:cubicBezTo>
                  <a:pt x="667375" y="23222"/>
                  <a:pt x="665581" y="24022"/>
                  <a:pt x="663790" y="25016"/>
                </a:cubicBezTo>
                <a:cubicBezTo>
                  <a:pt x="661598" y="26214"/>
                  <a:pt x="659603" y="27208"/>
                  <a:pt x="657012" y="27807"/>
                </a:cubicBezTo>
                <a:cubicBezTo>
                  <a:pt x="654622" y="28604"/>
                  <a:pt x="652630" y="29203"/>
                  <a:pt x="652630" y="30596"/>
                </a:cubicBezTo>
                <a:cubicBezTo>
                  <a:pt x="652630" y="32989"/>
                  <a:pt x="653226" y="31593"/>
                  <a:pt x="653226" y="53711"/>
                </a:cubicBezTo>
                <a:lnTo>
                  <a:pt x="644062" y="53711"/>
                </a:lnTo>
                <a:close/>
                <a:moveTo>
                  <a:pt x="716398" y="19686"/>
                </a:moveTo>
                <a:cubicBezTo>
                  <a:pt x="716398" y="24867"/>
                  <a:pt x="721181" y="30048"/>
                  <a:pt x="725961" y="30048"/>
                </a:cubicBezTo>
                <a:cubicBezTo>
                  <a:pt x="731541" y="30048"/>
                  <a:pt x="736324" y="24669"/>
                  <a:pt x="736324" y="20482"/>
                </a:cubicBezTo>
                <a:cubicBezTo>
                  <a:pt x="736324" y="15702"/>
                  <a:pt x="732140" y="10119"/>
                  <a:pt x="726761" y="10119"/>
                </a:cubicBezTo>
                <a:cubicBezTo>
                  <a:pt x="721978" y="10119"/>
                  <a:pt x="716398" y="14903"/>
                  <a:pt x="716398" y="19686"/>
                </a:cubicBezTo>
                <a:moveTo>
                  <a:pt x="734533" y="114820"/>
                </a:moveTo>
                <a:lnTo>
                  <a:pt x="734533" y="75160"/>
                </a:lnTo>
                <a:cubicBezTo>
                  <a:pt x="734533" y="65196"/>
                  <a:pt x="735330" y="52398"/>
                  <a:pt x="735330" y="52398"/>
                </a:cubicBezTo>
                <a:cubicBezTo>
                  <a:pt x="735330" y="51592"/>
                  <a:pt x="734333" y="50987"/>
                  <a:pt x="732739" y="50987"/>
                </a:cubicBezTo>
                <a:cubicBezTo>
                  <a:pt x="727160" y="53203"/>
                  <a:pt x="719187" y="55016"/>
                  <a:pt x="705437" y="56825"/>
                </a:cubicBezTo>
                <a:cubicBezTo>
                  <a:pt x="705038" y="58023"/>
                  <a:pt x="705437" y="61210"/>
                  <a:pt x="705835" y="62408"/>
                </a:cubicBezTo>
                <a:cubicBezTo>
                  <a:pt x="716797" y="63402"/>
                  <a:pt x="718788" y="64600"/>
                  <a:pt x="718788" y="75960"/>
                </a:cubicBezTo>
                <a:lnTo>
                  <a:pt x="718788" y="114820"/>
                </a:lnTo>
                <a:cubicBezTo>
                  <a:pt x="718788" y="131362"/>
                  <a:pt x="716596" y="131961"/>
                  <a:pt x="704442" y="132958"/>
                </a:cubicBezTo>
                <a:cubicBezTo>
                  <a:pt x="703244" y="134153"/>
                  <a:pt x="703244" y="138337"/>
                  <a:pt x="704442" y="139532"/>
                </a:cubicBezTo>
                <a:cubicBezTo>
                  <a:pt x="711016" y="139335"/>
                  <a:pt x="718788" y="139134"/>
                  <a:pt x="726761" y="139134"/>
                </a:cubicBezTo>
                <a:cubicBezTo>
                  <a:pt x="734731" y="139134"/>
                  <a:pt x="742302" y="139335"/>
                  <a:pt x="748879" y="139532"/>
                </a:cubicBezTo>
                <a:cubicBezTo>
                  <a:pt x="750074" y="138337"/>
                  <a:pt x="750074" y="134153"/>
                  <a:pt x="748879" y="132958"/>
                </a:cubicBezTo>
                <a:cubicBezTo>
                  <a:pt x="736723" y="132162"/>
                  <a:pt x="734533" y="131362"/>
                  <a:pt x="734533" y="114820"/>
                </a:cubicBezTo>
                <a:close/>
                <a:moveTo>
                  <a:pt x="789133" y="67720"/>
                </a:moveTo>
                <a:cubicBezTo>
                  <a:pt x="787938" y="69115"/>
                  <a:pt x="786743" y="69517"/>
                  <a:pt x="786743" y="67720"/>
                </a:cubicBezTo>
                <a:cubicBezTo>
                  <a:pt x="786542" y="62335"/>
                  <a:pt x="786144" y="54563"/>
                  <a:pt x="785146" y="52568"/>
                </a:cubicBezTo>
                <a:cubicBezTo>
                  <a:pt x="784748" y="51571"/>
                  <a:pt x="784350" y="50975"/>
                  <a:pt x="782756" y="50975"/>
                </a:cubicBezTo>
                <a:cubicBezTo>
                  <a:pt x="777176" y="53167"/>
                  <a:pt x="771995" y="54961"/>
                  <a:pt x="758245" y="56752"/>
                </a:cubicBezTo>
                <a:cubicBezTo>
                  <a:pt x="757847" y="57950"/>
                  <a:pt x="758245" y="61137"/>
                  <a:pt x="758643" y="62335"/>
                </a:cubicBezTo>
                <a:cubicBezTo>
                  <a:pt x="769404" y="63332"/>
                  <a:pt x="771597" y="64329"/>
                  <a:pt x="771597" y="75899"/>
                </a:cubicBezTo>
                <a:lnTo>
                  <a:pt x="771597" y="114802"/>
                </a:lnTo>
                <a:cubicBezTo>
                  <a:pt x="771597" y="131161"/>
                  <a:pt x="769605" y="131961"/>
                  <a:pt x="757646" y="132958"/>
                </a:cubicBezTo>
                <a:cubicBezTo>
                  <a:pt x="756451" y="134153"/>
                  <a:pt x="756451" y="138337"/>
                  <a:pt x="757646" y="139532"/>
                </a:cubicBezTo>
                <a:cubicBezTo>
                  <a:pt x="763627" y="139335"/>
                  <a:pt x="771597" y="139134"/>
                  <a:pt x="779566" y="139134"/>
                </a:cubicBezTo>
                <a:cubicBezTo>
                  <a:pt x="787539" y="139134"/>
                  <a:pt x="793517" y="139335"/>
                  <a:pt x="799495" y="139532"/>
                </a:cubicBezTo>
                <a:cubicBezTo>
                  <a:pt x="800690" y="138337"/>
                  <a:pt x="800690" y="134153"/>
                  <a:pt x="799495" y="132958"/>
                </a:cubicBezTo>
                <a:cubicBezTo>
                  <a:pt x="789333" y="131961"/>
                  <a:pt x="787339" y="131161"/>
                  <a:pt x="787339" y="114802"/>
                </a:cubicBezTo>
                <a:lnTo>
                  <a:pt x="787339" y="82084"/>
                </a:lnTo>
                <a:cubicBezTo>
                  <a:pt x="787339" y="77894"/>
                  <a:pt x="789133" y="75501"/>
                  <a:pt x="790726" y="73707"/>
                </a:cubicBezTo>
                <a:cubicBezTo>
                  <a:pt x="798300" y="66324"/>
                  <a:pt x="807267" y="61933"/>
                  <a:pt x="815039" y="61933"/>
                </a:cubicBezTo>
                <a:cubicBezTo>
                  <a:pt x="819026" y="61933"/>
                  <a:pt x="823210" y="64527"/>
                  <a:pt x="825600" y="69115"/>
                </a:cubicBezTo>
                <a:cubicBezTo>
                  <a:pt x="827595" y="73108"/>
                  <a:pt x="827993" y="78493"/>
                  <a:pt x="827993" y="84477"/>
                </a:cubicBezTo>
                <a:lnTo>
                  <a:pt x="827993" y="114802"/>
                </a:lnTo>
                <a:cubicBezTo>
                  <a:pt x="827993" y="131161"/>
                  <a:pt x="825998" y="131961"/>
                  <a:pt x="815635" y="132958"/>
                </a:cubicBezTo>
                <a:cubicBezTo>
                  <a:pt x="814641" y="134153"/>
                  <a:pt x="814641" y="138337"/>
                  <a:pt x="815635" y="139532"/>
                </a:cubicBezTo>
                <a:cubicBezTo>
                  <a:pt x="821617" y="139335"/>
                  <a:pt x="827993" y="139134"/>
                  <a:pt x="835963" y="139134"/>
                </a:cubicBezTo>
                <a:cubicBezTo>
                  <a:pt x="843935" y="139134"/>
                  <a:pt x="851108" y="139335"/>
                  <a:pt x="857086" y="139532"/>
                </a:cubicBezTo>
                <a:cubicBezTo>
                  <a:pt x="858084" y="138337"/>
                  <a:pt x="858084" y="134153"/>
                  <a:pt x="857086" y="132958"/>
                </a:cubicBezTo>
                <a:cubicBezTo>
                  <a:pt x="845927" y="131961"/>
                  <a:pt x="843735" y="131161"/>
                  <a:pt x="843735" y="114802"/>
                </a:cubicBezTo>
                <a:lnTo>
                  <a:pt x="843735" y="85076"/>
                </a:lnTo>
                <a:cubicBezTo>
                  <a:pt x="843735" y="74105"/>
                  <a:pt x="842938" y="64527"/>
                  <a:pt x="838356" y="58348"/>
                </a:cubicBezTo>
                <a:cubicBezTo>
                  <a:pt x="834965" y="53964"/>
                  <a:pt x="828790" y="51571"/>
                  <a:pt x="821814" y="51571"/>
                </a:cubicBezTo>
                <a:cubicBezTo>
                  <a:pt x="812050" y="51571"/>
                  <a:pt x="800891" y="54161"/>
                  <a:pt x="789133" y="67720"/>
                </a:cubicBezTo>
                <a:close/>
                <a:moveTo>
                  <a:pt x="924045" y="83504"/>
                </a:moveTo>
                <a:cubicBezTo>
                  <a:pt x="924045" y="102074"/>
                  <a:pt x="914676" y="105866"/>
                  <a:pt x="907303" y="105866"/>
                </a:cubicBezTo>
                <a:cubicBezTo>
                  <a:pt x="890564" y="105866"/>
                  <a:pt x="888773" y="91693"/>
                  <a:pt x="888773" y="78913"/>
                </a:cubicBezTo>
                <a:cubicBezTo>
                  <a:pt x="888773" y="64938"/>
                  <a:pt x="893753" y="57749"/>
                  <a:pt x="904715" y="57749"/>
                </a:cubicBezTo>
                <a:cubicBezTo>
                  <a:pt x="917267" y="57749"/>
                  <a:pt x="924045" y="66935"/>
                  <a:pt x="924045" y="83504"/>
                </a:cubicBezTo>
                <a:moveTo>
                  <a:pt x="886778" y="141080"/>
                </a:moveTo>
                <a:cubicBezTo>
                  <a:pt x="888970" y="141679"/>
                  <a:pt x="892160" y="142080"/>
                  <a:pt x="894751" y="142080"/>
                </a:cubicBezTo>
                <a:cubicBezTo>
                  <a:pt x="900926" y="142080"/>
                  <a:pt x="906506" y="141478"/>
                  <a:pt x="909297" y="141478"/>
                </a:cubicBezTo>
                <a:cubicBezTo>
                  <a:pt x="919262" y="141478"/>
                  <a:pt x="927630" y="141679"/>
                  <a:pt x="933410" y="144878"/>
                </a:cubicBezTo>
                <a:cubicBezTo>
                  <a:pt x="941182" y="149275"/>
                  <a:pt x="943572" y="152072"/>
                  <a:pt x="943572" y="157269"/>
                </a:cubicBezTo>
                <a:cubicBezTo>
                  <a:pt x="943572" y="171661"/>
                  <a:pt x="922449" y="179256"/>
                  <a:pt x="904514" y="179256"/>
                </a:cubicBezTo>
                <a:cubicBezTo>
                  <a:pt x="897341" y="179256"/>
                  <a:pt x="880602" y="173458"/>
                  <a:pt x="880602" y="159869"/>
                </a:cubicBezTo>
                <a:cubicBezTo>
                  <a:pt x="880602" y="153073"/>
                  <a:pt x="881001" y="148077"/>
                  <a:pt x="886778" y="141080"/>
                </a:cubicBezTo>
                <a:moveTo>
                  <a:pt x="948954" y="61942"/>
                </a:moveTo>
                <a:cubicBezTo>
                  <a:pt x="952740" y="61942"/>
                  <a:pt x="956325" y="58348"/>
                  <a:pt x="956325" y="54362"/>
                </a:cubicBezTo>
                <a:cubicBezTo>
                  <a:pt x="956325" y="50178"/>
                  <a:pt x="952539" y="46988"/>
                  <a:pt x="947160" y="46988"/>
                </a:cubicBezTo>
                <a:cubicBezTo>
                  <a:pt x="941979" y="46988"/>
                  <a:pt x="932413" y="50376"/>
                  <a:pt x="927232" y="57153"/>
                </a:cubicBezTo>
                <a:cubicBezTo>
                  <a:pt x="924842" y="55557"/>
                  <a:pt x="918264" y="51571"/>
                  <a:pt x="906506" y="51571"/>
                </a:cubicBezTo>
                <a:cubicBezTo>
                  <a:pt x="888773" y="51571"/>
                  <a:pt x="872432" y="63539"/>
                  <a:pt x="872432" y="81908"/>
                </a:cubicBezTo>
                <a:cubicBezTo>
                  <a:pt x="872432" y="92690"/>
                  <a:pt x="877215" y="98878"/>
                  <a:pt x="882795" y="104269"/>
                </a:cubicBezTo>
                <a:cubicBezTo>
                  <a:pt x="877215" y="109055"/>
                  <a:pt x="874025" y="117606"/>
                  <a:pt x="874025" y="124359"/>
                </a:cubicBezTo>
                <a:cubicBezTo>
                  <a:pt x="874025" y="131517"/>
                  <a:pt x="878011" y="137097"/>
                  <a:pt x="883193" y="139687"/>
                </a:cubicBezTo>
                <a:cubicBezTo>
                  <a:pt x="872432" y="146076"/>
                  <a:pt x="866852" y="155271"/>
                  <a:pt x="866852" y="163864"/>
                </a:cubicBezTo>
                <a:cubicBezTo>
                  <a:pt x="866852" y="181248"/>
                  <a:pt x="883193" y="186627"/>
                  <a:pt x="898536" y="186627"/>
                </a:cubicBezTo>
                <a:cubicBezTo>
                  <a:pt x="925438" y="186627"/>
                  <a:pt x="954534" y="173658"/>
                  <a:pt x="954534" y="152072"/>
                </a:cubicBezTo>
                <a:cubicBezTo>
                  <a:pt x="954534" y="145678"/>
                  <a:pt x="951545" y="140682"/>
                  <a:pt x="945765" y="135899"/>
                </a:cubicBezTo>
                <a:cubicBezTo>
                  <a:pt x="937993" y="129522"/>
                  <a:pt x="924045" y="129325"/>
                  <a:pt x="916671" y="129325"/>
                </a:cubicBezTo>
                <a:cubicBezTo>
                  <a:pt x="913083" y="129325"/>
                  <a:pt x="908102" y="129723"/>
                  <a:pt x="903319" y="130319"/>
                </a:cubicBezTo>
                <a:cubicBezTo>
                  <a:pt x="900330" y="130520"/>
                  <a:pt x="898336" y="130720"/>
                  <a:pt x="897341" y="130720"/>
                </a:cubicBezTo>
                <a:cubicBezTo>
                  <a:pt x="891561" y="130720"/>
                  <a:pt x="884586" y="127935"/>
                  <a:pt x="884586" y="119394"/>
                </a:cubicBezTo>
                <a:cubicBezTo>
                  <a:pt x="884586" y="115423"/>
                  <a:pt x="885784" y="111248"/>
                  <a:pt x="888174" y="107860"/>
                </a:cubicBezTo>
                <a:cubicBezTo>
                  <a:pt x="892957" y="110649"/>
                  <a:pt x="898536" y="112044"/>
                  <a:pt x="906308" y="112044"/>
                </a:cubicBezTo>
                <a:cubicBezTo>
                  <a:pt x="923844" y="112044"/>
                  <a:pt x="939984" y="101076"/>
                  <a:pt x="939984" y="81509"/>
                </a:cubicBezTo>
                <a:cubicBezTo>
                  <a:pt x="939984" y="72126"/>
                  <a:pt x="937196" y="66735"/>
                  <a:pt x="931416" y="60744"/>
                </a:cubicBezTo>
                <a:cubicBezTo>
                  <a:pt x="932811" y="58747"/>
                  <a:pt x="936798" y="55955"/>
                  <a:pt x="939388" y="55955"/>
                </a:cubicBezTo>
                <a:cubicBezTo>
                  <a:pt x="940784" y="55955"/>
                  <a:pt x="942177" y="56554"/>
                  <a:pt x="943375" y="58348"/>
                </a:cubicBezTo>
                <a:cubicBezTo>
                  <a:pt x="944171" y="59945"/>
                  <a:pt x="946762" y="61942"/>
                  <a:pt x="948954" y="61942"/>
                </a:cubicBezTo>
                <a:close/>
                <a:moveTo>
                  <a:pt x="1068321" y="92645"/>
                </a:moveTo>
                <a:lnTo>
                  <a:pt x="1068321" y="118962"/>
                </a:lnTo>
                <a:cubicBezTo>
                  <a:pt x="1068321" y="121556"/>
                  <a:pt x="1067123" y="122951"/>
                  <a:pt x="1065529" y="124146"/>
                </a:cubicBezTo>
                <a:cubicBezTo>
                  <a:pt x="1060348" y="128333"/>
                  <a:pt x="1053573" y="132922"/>
                  <a:pt x="1047994" y="132922"/>
                </a:cubicBezTo>
                <a:cubicBezTo>
                  <a:pt x="1038029" y="132922"/>
                  <a:pt x="1033644" y="124946"/>
                  <a:pt x="1033644" y="118764"/>
                </a:cubicBezTo>
                <a:cubicBezTo>
                  <a:pt x="1033644" y="109791"/>
                  <a:pt x="1037831" y="100617"/>
                  <a:pt x="1052576" y="96832"/>
                </a:cubicBezTo>
                <a:lnTo>
                  <a:pt x="1068321" y="92645"/>
                </a:lnTo>
                <a:moveTo>
                  <a:pt x="1068321" y="129531"/>
                </a:moveTo>
                <a:cubicBezTo>
                  <a:pt x="1069516" y="135710"/>
                  <a:pt x="1071708" y="141089"/>
                  <a:pt x="1081673" y="141089"/>
                </a:cubicBezTo>
                <a:cubicBezTo>
                  <a:pt x="1089244" y="141089"/>
                  <a:pt x="1096417" y="137702"/>
                  <a:pt x="1100601" y="133719"/>
                </a:cubicBezTo>
                <a:cubicBezTo>
                  <a:pt x="1100203" y="131325"/>
                  <a:pt x="1099406" y="129531"/>
                  <a:pt x="1097214" y="128336"/>
                </a:cubicBezTo>
                <a:cubicBezTo>
                  <a:pt x="1095821" y="129531"/>
                  <a:pt x="1092431" y="131526"/>
                  <a:pt x="1089840" y="131526"/>
                </a:cubicBezTo>
                <a:cubicBezTo>
                  <a:pt x="1084063" y="131526"/>
                  <a:pt x="1083862" y="123748"/>
                  <a:pt x="1083862" y="114577"/>
                </a:cubicBezTo>
                <a:lnTo>
                  <a:pt x="1083862" y="85265"/>
                </a:lnTo>
                <a:cubicBezTo>
                  <a:pt x="1083862" y="56953"/>
                  <a:pt x="1068321" y="51571"/>
                  <a:pt x="1053771" y="51571"/>
                </a:cubicBezTo>
                <a:cubicBezTo>
                  <a:pt x="1037430" y="51571"/>
                  <a:pt x="1020892" y="62335"/>
                  <a:pt x="1020892" y="73701"/>
                </a:cubicBezTo>
                <a:cubicBezTo>
                  <a:pt x="1020892" y="78487"/>
                  <a:pt x="1023282" y="80880"/>
                  <a:pt x="1027867" y="80880"/>
                </a:cubicBezTo>
                <a:cubicBezTo>
                  <a:pt x="1033644" y="80880"/>
                  <a:pt x="1037232" y="76693"/>
                  <a:pt x="1037232" y="74099"/>
                </a:cubicBezTo>
                <a:cubicBezTo>
                  <a:pt x="1037232" y="72704"/>
                  <a:pt x="1037032" y="71308"/>
                  <a:pt x="1036633" y="70511"/>
                </a:cubicBezTo>
                <a:cubicBezTo>
                  <a:pt x="1036436" y="69912"/>
                  <a:pt x="1036235" y="68717"/>
                  <a:pt x="1036235" y="66522"/>
                </a:cubicBezTo>
                <a:cubicBezTo>
                  <a:pt x="1036235" y="60340"/>
                  <a:pt x="1044606" y="58148"/>
                  <a:pt x="1052178" y="58148"/>
                </a:cubicBezTo>
                <a:cubicBezTo>
                  <a:pt x="1058952" y="58148"/>
                  <a:pt x="1068321" y="61538"/>
                  <a:pt x="1068321" y="84070"/>
                </a:cubicBezTo>
                <a:cubicBezTo>
                  <a:pt x="1068321" y="85465"/>
                  <a:pt x="1067722" y="86262"/>
                  <a:pt x="1067123" y="86463"/>
                </a:cubicBezTo>
                <a:lnTo>
                  <a:pt x="1049985" y="90650"/>
                </a:lnTo>
                <a:cubicBezTo>
                  <a:pt x="1030856" y="95436"/>
                  <a:pt x="1017106" y="106002"/>
                  <a:pt x="1017106" y="119561"/>
                </a:cubicBezTo>
                <a:cubicBezTo>
                  <a:pt x="1017106" y="135911"/>
                  <a:pt x="1028265" y="141089"/>
                  <a:pt x="1042213" y="141089"/>
                </a:cubicBezTo>
                <a:cubicBezTo>
                  <a:pt x="1049189" y="141089"/>
                  <a:pt x="1055167" y="139496"/>
                  <a:pt x="1063936" y="132721"/>
                </a:cubicBezTo>
                <a:lnTo>
                  <a:pt x="1067922" y="129531"/>
                </a:lnTo>
                <a:lnTo>
                  <a:pt x="1068321" y="129531"/>
                </a:lnTo>
                <a:close/>
                <a:moveTo>
                  <a:pt x="1160384" y="111585"/>
                </a:moveTo>
                <a:cubicBezTo>
                  <a:pt x="1161181" y="121355"/>
                  <a:pt x="1161780" y="130726"/>
                  <a:pt x="1161780" y="139098"/>
                </a:cubicBezTo>
                <a:cubicBezTo>
                  <a:pt x="1163772" y="138699"/>
                  <a:pt x="1165767" y="138502"/>
                  <a:pt x="1166761" y="138502"/>
                </a:cubicBezTo>
                <a:cubicBezTo>
                  <a:pt x="1168157" y="138502"/>
                  <a:pt x="1169352" y="138502"/>
                  <a:pt x="1170747" y="138900"/>
                </a:cubicBezTo>
                <a:cubicBezTo>
                  <a:pt x="1176129" y="140293"/>
                  <a:pt x="1181508" y="141089"/>
                  <a:pt x="1188882" y="141089"/>
                </a:cubicBezTo>
                <a:cubicBezTo>
                  <a:pt x="1200041" y="141089"/>
                  <a:pt x="1220566" y="135710"/>
                  <a:pt x="1220566" y="115970"/>
                </a:cubicBezTo>
                <a:cubicBezTo>
                  <a:pt x="1220566" y="102414"/>
                  <a:pt x="1210803" y="94439"/>
                  <a:pt x="1197250" y="89452"/>
                </a:cubicBezTo>
                <a:cubicBezTo>
                  <a:pt x="1185294" y="84866"/>
                  <a:pt x="1177324" y="81874"/>
                  <a:pt x="1177324" y="70909"/>
                </a:cubicBezTo>
                <a:cubicBezTo>
                  <a:pt x="1177324" y="62733"/>
                  <a:pt x="1184497" y="58148"/>
                  <a:pt x="1191272" y="58148"/>
                </a:cubicBezTo>
                <a:cubicBezTo>
                  <a:pt x="1195657" y="58148"/>
                  <a:pt x="1207215" y="59744"/>
                  <a:pt x="1209805" y="76693"/>
                </a:cubicBezTo>
                <a:cubicBezTo>
                  <a:pt x="1211000" y="77888"/>
                  <a:pt x="1214987" y="77687"/>
                  <a:pt x="1216182" y="76492"/>
                </a:cubicBezTo>
                <a:cubicBezTo>
                  <a:pt x="1216781" y="69313"/>
                  <a:pt x="1217179" y="61936"/>
                  <a:pt x="1217380" y="55359"/>
                </a:cubicBezTo>
                <a:cubicBezTo>
                  <a:pt x="1211201" y="54362"/>
                  <a:pt x="1201635" y="51571"/>
                  <a:pt x="1191272" y="51571"/>
                </a:cubicBezTo>
                <a:cubicBezTo>
                  <a:pt x="1176528" y="51571"/>
                  <a:pt x="1163176" y="61140"/>
                  <a:pt x="1163176" y="73902"/>
                </a:cubicBezTo>
                <a:cubicBezTo>
                  <a:pt x="1163176" y="88454"/>
                  <a:pt x="1169750" y="94636"/>
                  <a:pt x="1185096" y="101019"/>
                </a:cubicBezTo>
                <a:cubicBezTo>
                  <a:pt x="1201635" y="107796"/>
                  <a:pt x="1205420" y="111983"/>
                  <a:pt x="1205420" y="120558"/>
                </a:cubicBezTo>
                <a:cubicBezTo>
                  <a:pt x="1205420" y="130328"/>
                  <a:pt x="1195857" y="134515"/>
                  <a:pt x="1188484" y="134515"/>
                </a:cubicBezTo>
                <a:cubicBezTo>
                  <a:pt x="1180712" y="134515"/>
                  <a:pt x="1176327" y="131921"/>
                  <a:pt x="1174335" y="129729"/>
                </a:cubicBezTo>
                <a:cubicBezTo>
                  <a:pt x="1169951" y="125144"/>
                  <a:pt x="1167758" y="116371"/>
                  <a:pt x="1166563" y="111384"/>
                </a:cubicBezTo>
                <a:cubicBezTo>
                  <a:pt x="1165368" y="110189"/>
                  <a:pt x="1161579" y="110387"/>
                  <a:pt x="1160384" y="111585"/>
                </a:cubicBezTo>
                <a:close/>
                <a:moveTo>
                  <a:pt x="1253248" y="82939"/>
                </a:moveTo>
                <a:cubicBezTo>
                  <a:pt x="1257034" y="60516"/>
                  <a:pt x="1270985" y="58731"/>
                  <a:pt x="1275768" y="58731"/>
                </a:cubicBezTo>
                <a:cubicBezTo>
                  <a:pt x="1283339" y="58731"/>
                  <a:pt x="1292306" y="62900"/>
                  <a:pt x="1292306" y="79566"/>
                </a:cubicBezTo>
                <a:cubicBezTo>
                  <a:pt x="1292306" y="81351"/>
                  <a:pt x="1291510" y="82346"/>
                  <a:pt x="1289317" y="82346"/>
                </a:cubicBezTo>
                <a:lnTo>
                  <a:pt x="1253248" y="82939"/>
                </a:lnTo>
                <a:moveTo>
                  <a:pt x="1305457" y="120573"/>
                </a:moveTo>
                <a:cubicBezTo>
                  <a:pt x="1298087" y="128142"/>
                  <a:pt x="1292306" y="131325"/>
                  <a:pt x="1280748" y="131325"/>
                </a:cubicBezTo>
                <a:cubicBezTo>
                  <a:pt x="1273575" y="131325"/>
                  <a:pt x="1265204" y="127144"/>
                  <a:pt x="1259029" y="116992"/>
                </a:cubicBezTo>
                <a:cubicBezTo>
                  <a:pt x="1255042" y="110421"/>
                  <a:pt x="1252649" y="101262"/>
                  <a:pt x="1252649" y="89713"/>
                </a:cubicBezTo>
                <a:lnTo>
                  <a:pt x="1305658" y="90112"/>
                </a:lnTo>
                <a:cubicBezTo>
                  <a:pt x="1308048" y="90112"/>
                  <a:pt x="1309444" y="88917"/>
                  <a:pt x="1309444" y="86724"/>
                </a:cubicBezTo>
                <a:cubicBezTo>
                  <a:pt x="1309444" y="70043"/>
                  <a:pt x="1303466" y="52154"/>
                  <a:pt x="1275768" y="52154"/>
                </a:cubicBezTo>
                <a:cubicBezTo>
                  <a:pt x="1258430" y="52154"/>
                  <a:pt x="1235910" y="68653"/>
                  <a:pt x="1235910" y="98872"/>
                </a:cubicBezTo>
                <a:cubicBezTo>
                  <a:pt x="1235910" y="110022"/>
                  <a:pt x="1238701" y="120774"/>
                  <a:pt x="1245279" y="128339"/>
                </a:cubicBezTo>
                <a:cubicBezTo>
                  <a:pt x="1252053" y="136309"/>
                  <a:pt x="1261419" y="141089"/>
                  <a:pt x="1275768" y="141089"/>
                </a:cubicBezTo>
                <a:cubicBezTo>
                  <a:pt x="1290911" y="141089"/>
                  <a:pt x="1301672" y="134117"/>
                  <a:pt x="1309644" y="123760"/>
                </a:cubicBezTo>
                <a:cubicBezTo>
                  <a:pt x="1309045" y="121768"/>
                  <a:pt x="1307850" y="120774"/>
                  <a:pt x="1305457" y="120573"/>
                </a:cubicBezTo>
                <a:close/>
                <a:moveTo>
                  <a:pt x="1326185" y="53711"/>
                </a:moveTo>
                <a:cubicBezTo>
                  <a:pt x="1323393" y="53711"/>
                  <a:pt x="1322597" y="56104"/>
                  <a:pt x="1322597" y="57698"/>
                </a:cubicBezTo>
                <a:lnTo>
                  <a:pt x="1322597" y="60288"/>
                </a:lnTo>
                <a:cubicBezTo>
                  <a:pt x="1322597" y="61286"/>
                  <a:pt x="1322794" y="61483"/>
                  <a:pt x="1323594" y="61483"/>
                </a:cubicBezTo>
                <a:lnTo>
                  <a:pt x="1335349" y="61483"/>
                </a:lnTo>
                <a:lnTo>
                  <a:pt x="1335349" y="121376"/>
                </a:lnTo>
                <a:cubicBezTo>
                  <a:pt x="1335349" y="135509"/>
                  <a:pt x="1341528" y="141089"/>
                  <a:pt x="1350693" y="141089"/>
                </a:cubicBezTo>
                <a:cubicBezTo>
                  <a:pt x="1359861" y="141089"/>
                  <a:pt x="1369825" y="136708"/>
                  <a:pt x="1377597" y="127941"/>
                </a:cubicBezTo>
                <a:cubicBezTo>
                  <a:pt x="1377199" y="125953"/>
                  <a:pt x="1376004" y="124758"/>
                  <a:pt x="1374009" y="124560"/>
                </a:cubicBezTo>
                <a:cubicBezTo>
                  <a:pt x="1368828" y="128540"/>
                  <a:pt x="1362850" y="130130"/>
                  <a:pt x="1357668" y="130130"/>
                </a:cubicBezTo>
                <a:cubicBezTo>
                  <a:pt x="1352289" y="130130"/>
                  <a:pt x="1351094" y="124162"/>
                  <a:pt x="1351094" y="111825"/>
                </a:cubicBezTo>
                <a:lnTo>
                  <a:pt x="1351094" y="61483"/>
                </a:lnTo>
                <a:lnTo>
                  <a:pt x="1371817" y="61483"/>
                </a:lnTo>
                <a:cubicBezTo>
                  <a:pt x="1373811" y="61483"/>
                  <a:pt x="1376600" y="60687"/>
                  <a:pt x="1376600" y="58893"/>
                </a:cubicBezTo>
                <a:lnTo>
                  <a:pt x="1376600" y="54909"/>
                </a:lnTo>
                <a:cubicBezTo>
                  <a:pt x="1376600" y="54113"/>
                  <a:pt x="1376004" y="53711"/>
                  <a:pt x="1375006" y="53711"/>
                </a:cubicBezTo>
                <a:lnTo>
                  <a:pt x="1351094" y="53711"/>
                </a:lnTo>
                <a:lnTo>
                  <a:pt x="1351094" y="45942"/>
                </a:lnTo>
                <a:cubicBezTo>
                  <a:pt x="1351094" y="32989"/>
                  <a:pt x="1351891" y="25016"/>
                  <a:pt x="1351891" y="25016"/>
                </a:cubicBezTo>
                <a:cubicBezTo>
                  <a:pt x="1351891" y="23821"/>
                  <a:pt x="1351292" y="23222"/>
                  <a:pt x="1350295" y="23222"/>
                </a:cubicBezTo>
                <a:cubicBezTo>
                  <a:pt x="1349498" y="23222"/>
                  <a:pt x="1347704" y="24022"/>
                  <a:pt x="1345913" y="25016"/>
                </a:cubicBezTo>
                <a:cubicBezTo>
                  <a:pt x="1343721" y="26214"/>
                  <a:pt x="1341726" y="27208"/>
                  <a:pt x="1339135" y="27807"/>
                </a:cubicBezTo>
                <a:cubicBezTo>
                  <a:pt x="1336745" y="28604"/>
                  <a:pt x="1334753" y="29203"/>
                  <a:pt x="1334753" y="30596"/>
                </a:cubicBezTo>
                <a:cubicBezTo>
                  <a:pt x="1334753" y="32989"/>
                  <a:pt x="1335349" y="31593"/>
                  <a:pt x="1335349" y="53711"/>
                </a:cubicBezTo>
                <a:lnTo>
                  <a:pt x="1326185" y="53711"/>
                </a:lnTo>
                <a:close/>
                <a:moveTo>
                  <a:pt x="1438574" y="98224"/>
                </a:moveTo>
                <a:cubicBezTo>
                  <a:pt x="1438574" y="118564"/>
                  <a:pt x="1452126" y="141089"/>
                  <a:pt x="1480423" y="141089"/>
                </a:cubicBezTo>
                <a:cubicBezTo>
                  <a:pt x="1493176" y="141089"/>
                  <a:pt x="1502943" y="136507"/>
                  <a:pt x="1509717" y="129930"/>
                </a:cubicBezTo>
                <a:cubicBezTo>
                  <a:pt x="1518684" y="121154"/>
                  <a:pt x="1522671" y="108593"/>
                  <a:pt x="1522671" y="96430"/>
                </a:cubicBezTo>
                <a:cubicBezTo>
                  <a:pt x="1522671" y="75693"/>
                  <a:pt x="1511311" y="51571"/>
                  <a:pt x="1480821" y="51571"/>
                </a:cubicBezTo>
                <a:cubicBezTo>
                  <a:pt x="1467670" y="51571"/>
                  <a:pt x="1456909" y="56953"/>
                  <a:pt x="1449535" y="65524"/>
                </a:cubicBezTo>
                <a:cubicBezTo>
                  <a:pt x="1442362" y="74099"/>
                  <a:pt x="1438574" y="85663"/>
                  <a:pt x="1438574" y="98224"/>
                </a:cubicBezTo>
                <a:moveTo>
                  <a:pt x="1477832" y="58546"/>
                </a:moveTo>
                <a:cubicBezTo>
                  <a:pt x="1494970" y="58546"/>
                  <a:pt x="1505533" y="74099"/>
                  <a:pt x="1505533" y="102813"/>
                </a:cubicBezTo>
                <a:cubicBezTo>
                  <a:pt x="1505533" y="127935"/>
                  <a:pt x="1492580" y="134117"/>
                  <a:pt x="1483214" y="134117"/>
                </a:cubicBezTo>
                <a:cubicBezTo>
                  <a:pt x="1462489" y="134117"/>
                  <a:pt x="1455714" y="108991"/>
                  <a:pt x="1455714" y="93639"/>
                </a:cubicBezTo>
                <a:cubicBezTo>
                  <a:pt x="1455714" y="76292"/>
                  <a:pt x="1459898" y="58546"/>
                  <a:pt x="1477832" y="58546"/>
                </a:cubicBezTo>
                <a:close/>
                <a:moveTo>
                  <a:pt x="1565713" y="114842"/>
                </a:moveTo>
                <a:lnTo>
                  <a:pt x="1565713" y="61483"/>
                </a:lnTo>
                <a:lnTo>
                  <a:pt x="1584246" y="61483"/>
                </a:lnTo>
                <a:cubicBezTo>
                  <a:pt x="1586040" y="61483"/>
                  <a:pt x="1588831" y="60687"/>
                  <a:pt x="1588831" y="58893"/>
                </a:cubicBezTo>
                <a:lnTo>
                  <a:pt x="1588831" y="54909"/>
                </a:lnTo>
                <a:cubicBezTo>
                  <a:pt x="1588831" y="54113"/>
                  <a:pt x="1588232" y="53711"/>
                  <a:pt x="1587235" y="53711"/>
                </a:cubicBezTo>
                <a:lnTo>
                  <a:pt x="1565713" y="53711"/>
                </a:lnTo>
                <a:lnTo>
                  <a:pt x="1565713" y="42327"/>
                </a:lnTo>
                <a:cubicBezTo>
                  <a:pt x="1565713" y="11570"/>
                  <a:pt x="1574880" y="6778"/>
                  <a:pt x="1581458" y="6778"/>
                </a:cubicBezTo>
                <a:cubicBezTo>
                  <a:pt x="1587436" y="6778"/>
                  <a:pt x="1590622" y="9174"/>
                  <a:pt x="1593414" y="16164"/>
                </a:cubicBezTo>
                <a:cubicBezTo>
                  <a:pt x="1595007" y="19759"/>
                  <a:pt x="1597199" y="22556"/>
                  <a:pt x="1601383" y="22556"/>
                </a:cubicBezTo>
                <a:cubicBezTo>
                  <a:pt x="1604771" y="22556"/>
                  <a:pt x="1609554" y="18360"/>
                  <a:pt x="1609554" y="14367"/>
                </a:cubicBezTo>
                <a:cubicBezTo>
                  <a:pt x="1609554" y="10971"/>
                  <a:pt x="1607361" y="7377"/>
                  <a:pt x="1603177" y="4187"/>
                </a:cubicBezTo>
                <a:cubicBezTo>
                  <a:pt x="1597996" y="599"/>
                  <a:pt x="1592815" y="0"/>
                  <a:pt x="1585243" y="0"/>
                </a:cubicBezTo>
                <a:cubicBezTo>
                  <a:pt x="1568504" y="0"/>
                  <a:pt x="1549971" y="14565"/>
                  <a:pt x="1549971" y="45723"/>
                </a:cubicBezTo>
                <a:lnTo>
                  <a:pt x="1549971" y="53711"/>
                </a:lnTo>
                <a:lnTo>
                  <a:pt x="1539809" y="53711"/>
                </a:lnTo>
                <a:cubicBezTo>
                  <a:pt x="1536221" y="53711"/>
                  <a:pt x="1535223" y="56104"/>
                  <a:pt x="1535223" y="57698"/>
                </a:cubicBezTo>
                <a:lnTo>
                  <a:pt x="1535223" y="60288"/>
                </a:lnTo>
                <a:cubicBezTo>
                  <a:pt x="1535223" y="61286"/>
                  <a:pt x="1535424" y="61483"/>
                  <a:pt x="1536221" y="61483"/>
                </a:cubicBezTo>
                <a:lnTo>
                  <a:pt x="1549971" y="61483"/>
                </a:lnTo>
                <a:lnTo>
                  <a:pt x="1549971" y="114842"/>
                </a:lnTo>
                <a:cubicBezTo>
                  <a:pt x="1549971" y="131365"/>
                  <a:pt x="1546781" y="132162"/>
                  <a:pt x="1536020" y="132958"/>
                </a:cubicBezTo>
                <a:cubicBezTo>
                  <a:pt x="1534825" y="134153"/>
                  <a:pt x="1534825" y="138337"/>
                  <a:pt x="1536020" y="139532"/>
                </a:cubicBezTo>
                <a:cubicBezTo>
                  <a:pt x="1542995" y="139335"/>
                  <a:pt x="1549971" y="139134"/>
                  <a:pt x="1557941" y="139134"/>
                </a:cubicBezTo>
                <a:cubicBezTo>
                  <a:pt x="1565913" y="139134"/>
                  <a:pt x="1575479" y="139335"/>
                  <a:pt x="1582452" y="139532"/>
                </a:cubicBezTo>
                <a:cubicBezTo>
                  <a:pt x="1583650" y="138337"/>
                  <a:pt x="1583650" y="134153"/>
                  <a:pt x="1582452" y="132958"/>
                </a:cubicBezTo>
                <a:cubicBezTo>
                  <a:pt x="1566911" y="132162"/>
                  <a:pt x="1565713" y="131365"/>
                  <a:pt x="1565713" y="114842"/>
                </a:cubicBezTo>
                <a:close/>
                <a:moveTo>
                  <a:pt x="1685679" y="141089"/>
                </a:moveTo>
                <a:cubicBezTo>
                  <a:pt x="1693451" y="141089"/>
                  <a:pt x="1702816" y="137106"/>
                  <a:pt x="1712580" y="129139"/>
                </a:cubicBezTo>
                <a:cubicBezTo>
                  <a:pt x="1713577" y="128343"/>
                  <a:pt x="1715371" y="127944"/>
                  <a:pt x="1715569" y="129337"/>
                </a:cubicBezTo>
                <a:cubicBezTo>
                  <a:pt x="1716168" y="134314"/>
                  <a:pt x="1717761" y="141089"/>
                  <a:pt x="1717761" y="141089"/>
                </a:cubicBezTo>
                <a:cubicBezTo>
                  <a:pt x="1719355" y="141688"/>
                  <a:pt x="1720352" y="141491"/>
                  <a:pt x="1721547" y="141089"/>
                </a:cubicBezTo>
                <a:cubicBezTo>
                  <a:pt x="1725932" y="137504"/>
                  <a:pt x="1732907" y="134515"/>
                  <a:pt x="1745064" y="133119"/>
                </a:cubicBezTo>
                <a:cubicBezTo>
                  <a:pt x="1746259" y="131924"/>
                  <a:pt x="1746259" y="128939"/>
                  <a:pt x="1745064" y="127747"/>
                </a:cubicBezTo>
                <a:cubicBezTo>
                  <a:pt x="1732308" y="126749"/>
                  <a:pt x="1730514" y="122970"/>
                  <a:pt x="1730514" y="113221"/>
                </a:cubicBezTo>
                <a:lnTo>
                  <a:pt x="1730514" y="75021"/>
                </a:lnTo>
                <a:cubicBezTo>
                  <a:pt x="1730514" y="69052"/>
                  <a:pt x="1731314" y="54520"/>
                  <a:pt x="1731314" y="54520"/>
                </a:cubicBezTo>
                <a:cubicBezTo>
                  <a:pt x="1731314" y="53921"/>
                  <a:pt x="1730715" y="53322"/>
                  <a:pt x="1729718" y="53322"/>
                </a:cubicBezTo>
                <a:cubicBezTo>
                  <a:pt x="1728723" y="53523"/>
                  <a:pt x="1725734" y="53723"/>
                  <a:pt x="1722745" y="53723"/>
                </a:cubicBezTo>
                <a:cubicBezTo>
                  <a:pt x="1716366" y="53723"/>
                  <a:pt x="1709193" y="53523"/>
                  <a:pt x="1702418" y="53322"/>
                </a:cubicBezTo>
                <a:cubicBezTo>
                  <a:pt x="1701223" y="54520"/>
                  <a:pt x="1701223" y="58704"/>
                  <a:pt x="1702418" y="59899"/>
                </a:cubicBezTo>
                <a:cubicBezTo>
                  <a:pt x="1712182" y="60495"/>
                  <a:pt x="1714772" y="62885"/>
                  <a:pt x="1714772" y="76015"/>
                </a:cubicBezTo>
                <a:lnTo>
                  <a:pt x="1714772" y="114416"/>
                </a:lnTo>
                <a:cubicBezTo>
                  <a:pt x="1714772" y="118196"/>
                  <a:pt x="1714374" y="119786"/>
                  <a:pt x="1711586" y="122176"/>
                </a:cubicBezTo>
                <a:cubicBezTo>
                  <a:pt x="1704212" y="128540"/>
                  <a:pt x="1696638" y="131724"/>
                  <a:pt x="1691657" y="131724"/>
                </a:cubicBezTo>
                <a:cubicBezTo>
                  <a:pt x="1685679" y="131724"/>
                  <a:pt x="1675714" y="128939"/>
                  <a:pt x="1675714" y="111232"/>
                </a:cubicBezTo>
                <a:lnTo>
                  <a:pt x="1675714" y="75021"/>
                </a:lnTo>
                <a:cubicBezTo>
                  <a:pt x="1675714" y="69052"/>
                  <a:pt x="1676511" y="54520"/>
                  <a:pt x="1676511" y="54520"/>
                </a:cubicBezTo>
                <a:cubicBezTo>
                  <a:pt x="1676511" y="53921"/>
                  <a:pt x="1675915" y="53322"/>
                  <a:pt x="1674918" y="53322"/>
                </a:cubicBezTo>
                <a:cubicBezTo>
                  <a:pt x="1673920" y="53523"/>
                  <a:pt x="1670931" y="53723"/>
                  <a:pt x="1667942" y="53723"/>
                </a:cubicBezTo>
                <a:cubicBezTo>
                  <a:pt x="1661566" y="53723"/>
                  <a:pt x="1654393" y="53523"/>
                  <a:pt x="1647615" y="53322"/>
                </a:cubicBezTo>
                <a:cubicBezTo>
                  <a:pt x="1646420" y="54520"/>
                  <a:pt x="1646420" y="58704"/>
                  <a:pt x="1647615" y="59899"/>
                </a:cubicBezTo>
                <a:cubicBezTo>
                  <a:pt x="1657181" y="60696"/>
                  <a:pt x="1659973" y="62885"/>
                  <a:pt x="1659973" y="75817"/>
                </a:cubicBezTo>
                <a:lnTo>
                  <a:pt x="1659973" y="114018"/>
                </a:lnTo>
                <a:cubicBezTo>
                  <a:pt x="1659973" y="127747"/>
                  <a:pt x="1665951" y="141089"/>
                  <a:pt x="1685679" y="141089"/>
                </a:cubicBezTo>
                <a:close/>
                <a:moveTo>
                  <a:pt x="1783124" y="73102"/>
                </a:moveTo>
                <a:cubicBezTo>
                  <a:pt x="1788305" y="66719"/>
                  <a:pt x="1797473" y="60738"/>
                  <a:pt x="1803250" y="60738"/>
                </a:cubicBezTo>
                <a:cubicBezTo>
                  <a:pt x="1816006" y="60738"/>
                  <a:pt x="1826965" y="75094"/>
                  <a:pt x="1826965" y="97625"/>
                </a:cubicBezTo>
                <a:cubicBezTo>
                  <a:pt x="1826965" y="113978"/>
                  <a:pt x="1821187" y="134314"/>
                  <a:pt x="1798868" y="134314"/>
                </a:cubicBezTo>
                <a:cubicBezTo>
                  <a:pt x="1795280" y="134314"/>
                  <a:pt x="1788305" y="133317"/>
                  <a:pt x="1784720" y="130127"/>
                </a:cubicBezTo>
                <a:cubicBezTo>
                  <a:pt x="1780734" y="126539"/>
                  <a:pt x="1779937" y="125341"/>
                  <a:pt x="1779937" y="118165"/>
                </a:cubicBezTo>
                <a:lnTo>
                  <a:pt x="1779937" y="81874"/>
                </a:lnTo>
                <a:cubicBezTo>
                  <a:pt x="1779937" y="77687"/>
                  <a:pt x="1780734" y="75893"/>
                  <a:pt x="1783124" y="73102"/>
                </a:cubicBezTo>
                <a:moveTo>
                  <a:pt x="1779338" y="65722"/>
                </a:moveTo>
                <a:cubicBezTo>
                  <a:pt x="1779140" y="59741"/>
                  <a:pt x="1778742" y="54563"/>
                  <a:pt x="1777745" y="52568"/>
                </a:cubicBezTo>
                <a:cubicBezTo>
                  <a:pt x="1777346" y="51571"/>
                  <a:pt x="1776948" y="50975"/>
                  <a:pt x="1775351" y="50975"/>
                </a:cubicBezTo>
                <a:cubicBezTo>
                  <a:pt x="1769772" y="53167"/>
                  <a:pt x="1764590" y="54961"/>
                  <a:pt x="1750840" y="56752"/>
                </a:cubicBezTo>
                <a:cubicBezTo>
                  <a:pt x="1750442" y="57950"/>
                  <a:pt x="1750840" y="61137"/>
                  <a:pt x="1751242" y="62335"/>
                </a:cubicBezTo>
                <a:cubicBezTo>
                  <a:pt x="1762000" y="63332"/>
                  <a:pt x="1764192" y="64326"/>
                  <a:pt x="1764192" y="75893"/>
                </a:cubicBezTo>
                <a:lnTo>
                  <a:pt x="1764192" y="161082"/>
                </a:lnTo>
                <a:cubicBezTo>
                  <a:pt x="1764192" y="177675"/>
                  <a:pt x="1762000" y="178675"/>
                  <a:pt x="1749846" y="179275"/>
                </a:cubicBezTo>
                <a:cubicBezTo>
                  <a:pt x="1748651" y="180470"/>
                  <a:pt x="1748651" y="184654"/>
                  <a:pt x="1749846" y="185849"/>
                </a:cubicBezTo>
                <a:cubicBezTo>
                  <a:pt x="1756821" y="185651"/>
                  <a:pt x="1764192" y="185450"/>
                  <a:pt x="1772165" y="185450"/>
                </a:cubicBezTo>
                <a:cubicBezTo>
                  <a:pt x="1780135" y="185450"/>
                  <a:pt x="1789701" y="185651"/>
                  <a:pt x="1796278" y="185849"/>
                </a:cubicBezTo>
                <a:cubicBezTo>
                  <a:pt x="1797473" y="184654"/>
                  <a:pt x="1797473" y="180470"/>
                  <a:pt x="1796278" y="179275"/>
                </a:cubicBezTo>
                <a:cubicBezTo>
                  <a:pt x="1782129" y="178475"/>
                  <a:pt x="1779937" y="177675"/>
                  <a:pt x="1779937" y="161082"/>
                </a:cubicBezTo>
                <a:lnTo>
                  <a:pt x="1779937" y="139496"/>
                </a:lnTo>
                <a:cubicBezTo>
                  <a:pt x="1779937" y="136905"/>
                  <a:pt x="1780734" y="137106"/>
                  <a:pt x="1782725" y="138100"/>
                </a:cubicBezTo>
                <a:cubicBezTo>
                  <a:pt x="1787709" y="139894"/>
                  <a:pt x="1793687" y="141089"/>
                  <a:pt x="1800063" y="141089"/>
                </a:cubicBezTo>
                <a:cubicBezTo>
                  <a:pt x="1811223" y="141089"/>
                  <a:pt x="1821187" y="137702"/>
                  <a:pt x="1829358" y="129930"/>
                </a:cubicBezTo>
                <a:cubicBezTo>
                  <a:pt x="1838723" y="120756"/>
                  <a:pt x="1844102" y="108392"/>
                  <a:pt x="1844102" y="92243"/>
                </a:cubicBezTo>
                <a:cubicBezTo>
                  <a:pt x="1844102" y="71107"/>
                  <a:pt x="1829157" y="51571"/>
                  <a:pt x="1808830" y="51571"/>
                </a:cubicBezTo>
                <a:cubicBezTo>
                  <a:pt x="1799665" y="51571"/>
                  <a:pt x="1789500" y="57749"/>
                  <a:pt x="1781530" y="66522"/>
                </a:cubicBezTo>
                <a:cubicBezTo>
                  <a:pt x="1780335" y="67717"/>
                  <a:pt x="1779539" y="67717"/>
                  <a:pt x="1779338" y="65722"/>
                </a:cubicBezTo>
                <a:close/>
                <a:moveTo>
                  <a:pt x="1921820" y="114377"/>
                </a:moveTo>
                <a:cubicBezTo>
                  <a:pt x="1921820" y="118165"/>
                  <a:pt x="1921421" y="119762"/>
                  <a:pt x="1918633" y="122155"/>
                </a:cubicBezTo>
                <a:cubicBezTo>
                  <a:pt x="1911259" y="128534"/>
                  <a:pt x="1904883" y="131724"/>
                  <a:pt x="1899899" y="131724"/>
                </a:cubicBezTo>
                <a:cubicBezTo>
                  <a:pt x="1889141" y="131724"/>
                  <a:pt x="1877982" y="119959"/>
                  <a:pt x="1877982" y="95035"/>
                </a:cubicBezTo>
                <a:cubicBezTo>
                  <a:pt x="1877982" y="80679"/>
                  <a:pt x="1880770" y="72704"/>
                  <a:pt x="1883759" y="68516"/>
                </a:cubicBezTo>
                <a:cubicBezTo>
                  <a:pt x="1889938" y="59145"/>
                  <a:pt x="1898306" y="58546"/>
                  <a:pt x="1902292" y="58546"/>
                </a:cubicBezTo>
                <a:cubicBezTo>
                  <a:pt x="1909465" y="58546"/>
                  <a:pt x="1914449" y="61140"/>
                  <a:pt x="1918432" y="65725"/>
                </a:cubicBezTo>
                <a:cubicBezTo>
                  <a:pt x="1921224" y="68915"/>
                  <a:pt x="1921820" y="70310"/>
                  <a:pt x="1921820" y="76492"/>
                </a:cubicBezTo>
                <a:lnTo>
                  <a:pt x="1921820" y="114377"/>
                </a:lnTo>
                <a:moveTo>
                  <a:pt x="1919630" y="129133"/>
                </a:moveTo>
                <a:cubicBezTo>
                  <a:pt x="1920625" y="128336"/>
                  <a:pt x="1922419" y="127935"/>
                  <a:pt x="1922619" y="129331"/>
                </a:cubicBezTo>
                <a:cubicBezTo>
                  <a:pt x="1923215" y="134117"/>
                  <a:pt x="1924812" y="141089"/>
                  <a:pt x="1924812" y="141089"/>
                </a:cubicBezTo>
                <a:cubicBezTo>
                  <a:pt x="1926405" y="141688"/>
                  <a:pt x="1927399" y="141491"/>
                  <a:pt x="1928597" y="141089"/>
                </a:cubicBezTo>
                <a:cubicBezTo>
                  <a:pt x="1932979" y="137495"/>
                  <a:pt x="1939954" y="134506"/>
                  <a:pt x="1952111" y="133110"/>
                </a:cubicBezTo>
                <a:cubicBezTo>
                  <a:pt x="1953306" y="131915"/>
                  <a:pt x="1953306" y="128926"/>
                  <a:pt x="1952111" y="127731"/>
                </a:cubicBezTo>
                <a:cubicBezTo>
                  <a:pt x="1939358" y="126734"/>
                  <a:pt x="1937564" y="122945"/>
                  <a:pt x="1937564" y="113175"/>
                </a:cubicBezTo>
                <a:lnTo>
                  <a:pt x="1937564" y="22854"/>
                </a:lnTo>
                <a:cubicBezTo>
                  <a:pt x="1937564" y="9894"/>
                  <a:pt x="1938361" y="1967"/>
                  <a:pt x="1938361" y="1967"/>
                </a:cubicBezTo>
                <a:cubicBezTo>
                  <a:pt x="1938361" y="593"/>
                  <a:pt x="1937564" y="0"/>
                  <a:pt x="1935770" y="0"/>
                </a:cubicBezTo>
                <a:cubicBezTo>
                  <a:pt x="1930790" y="1967"/>
                  <a:pt x="1915842" y="4719"/>
                  <a:pt x="1907872" y="5309"/>
                </a:cubicBezTo>
                <a:cubicBezTo>
                  <a:pt x="1907473" y="6905"/>
                  <a:pt x="1907872" y="10092"/>
                  <a:pt x="1909067" y="11287"/>
                </a:cubicBezTo>
                <a:cubicBezTo>
                  <a:pt x="1919430" y="11886"/>
                  <a:pt x="1921820" y="10889"/>
                  <a:pt x="1921820" y="27640"/>
                </a:cubicBezTo>
                <a:lnTo>
                  <a:pt x="1921820" y="53167"/>
                </a:lnTo>
                <a:cubicBezTo>
                  <a:pt x="1921820" y="54563"/>
                  <a:pt x="1921421" y="54961"/>
                  <a:pt x="1920029" y="54961"/>
                </a:cubicBezTo>
                <a:cubicBezTo>
                  <a:pt x="1919229" y="54961"/>
                  <a:pt x="1911062" y="51571"/>
                  <a:pt x="1904484" y="51571"/>
                </a:cubicBezTo>
                <a:cubicBezTo>
                  <a:pt x="1891330" y="51571"/>
                  <a:pt x="1882564" y="55955"/>
                  <a:pt x="1874591" y="63530"/>
                </a:cubicBezTo>
                <a:cubicBezTo>
                  <a:pt x="1866022" y="72104"/>
                  <a:pt x="1860841" y="83869"/>
                  <a:pt x="1860841" y="98623"/>
                </a:cubicBezTo>
                <a:cubicBezTo>
                  <a:pt x="1860841" y="123152"/>
                  <a:pt x="1873199" y="141089"/>
                  <a:pt x="1894721" y="141089"/>
                </a:cubicBezTo>
                <a:cubicBezTo>
                  <a:pt x="1902490" y="141089"/>
                  <a:pt x="1909863" y="137106"/>
                  <a:pt x="1919630" y="129133"/>
                </a:cubicBezTo>
                <a:close/>
                <a:moveTo>
                  <a:pt x="2012294" y="92645"/>
                </a:moveTo>
                <a:lnTo>
                  <a:pt x="2012294" y="118962"/>
                </a:lnTo>
                <a:cubicBezTo>
                  <a:pt x="2012294" y="121556"/>
                  <a:pt x="2011096" y="122951"/>
                  <a:pt x="2009502" y="124146"/>
                </a:cubicBezTo>
                <a:cubicBezTo>
                  <a:pt x="2004321" y="128333"/>
                  <a:pt x="1997546" y="132922"/>
                  <a:pt x="1991966" y="132922"/>
                </a:cubicBezTo>
                <a:cubicBezTo>
                  <a:pt x="1982002" y="132922"/>
                  <a:pt x="1977617" y="124946"/>
                  <a:pt x="1977617" y="118764"/>
                </a:cubicBezTo>
                <a:cubicBezTo>
                  <a:pt x="1977617" y="109791"/>
                  <a:pt x="1981804" y="100617"/>
                  <a:pt x="1996549" y="96832"/>
                </a:cubicBezTo>
                <a:lnTo>
                  <a:pt x="2012294" y="92645"/>
                </a:lnTo>
                <a:moveTo>
                  <a:pt x="2012294" y="129531"/>
                </a:moveTo>
                <a:cubicBezTo>
                  <a:pt x="2013489" y="135710"/>
                  <a:pt x="2015681" y="141089"/>
                  <a:pt x="2025645" y="141089"/>
                </a:cubicBezTo>
                <a:cubicBezTo>
                  <a:pt x="2033217" y="141089"/>
                  <a:pt x="2040390" y="137702"/>
                  <a:pt x="2044574" y="133719"/>
                </a:cubicBezTo>
                <a:cubicBezTo>
                  <a:pt x="2044175" y="131325"/>
                  <a:pt x="2043379" y="129531"/>
                  <a:pt x="2041186" y="128336"/>
                </a:cubicBezTo>
                <a:cubicBezTo>
                  <a:pt x="2039794" y="129531"/>
                  <a:pt x="2036403" y="131526"/>
                  <a:pt x="2033813" y="131526"/>
                </a:cubicBezTo>
                <a:cubicBezTo>
                  <a:pt x="2028035" y="131526"/>
                  <a:pt x="2027835" y="123748"/>
                  <a:pt x="2027835" y="114577"/>
                </a:cubicBezTo>
                <a:lnTo>
                  <a:pt x="2027835" y="85265"/>
                </a:lnTo>
                <a:cubicBezTo>
                  <a:pt x="2027835" y="56953"/>
                  <a:pt x="2012294" y="51571"/>
                  <a:pt x="1997744" y="51571"/>
                </a:cubicBezTo>
                <a:cubicBezTo>
                  <a:pt x="1981403" y="51571"/>
                  <a:pt x="1964865" y="62335"/>
                  <a:pt x="1964865" y="73701"/>
                </a:cubicBezTo>
                <a:cubicBezTo>
                  <a:pt x="1964865" y="78487"/>
                  <a:pt x="1967255" y="80880"/>
                  <a:pt x="1971840" y="80880"/>
                </a:cubicBezTo>
                <a:cubicBezTo>
                  <a:pt x="1977617" y="80880"/>
                  <a:pt x="1981205" y="76693"/>
                  <a:pt x="1981205" y="74099"/>
                </a:cubicBezTo>
                <a:cubicBezTo>
                  <a:pt x="1981205" y="72704"/>
                  <a:pt x="1981005" y="71308"/>
                  <a:pt x="1980606" y="70511"/>
                </a:cubicBezTo>
                <a:cubicBezTo>
                  <a:pt x="1980409" y="69912"/>
                  <a:pt x="1980208" y="68717"/>
                  <a:pt x="1980208" y="66522"/>
                </a:cubicBezTo>
                <a:cubicBezTo>
                  <a:pt x="1980208" y="60340"/>
                  <a:pt x="1988579" y="58148"/>
                  <a:pt x="1996150" y="58148"/>
                </a:cubicBezTo>
                <a:cubicBezTo>
                  <a:pt x="2002925" y="58148"/>
                  <a:pt x="2012294" y="61538"/>
                  <a:pt x="2012294" y="84070"/>
                </a:cubicBezTo>
                <a:cubicBezTo>
                  <a:pt x="2012294" y="85465"/>
                  <a:pt x="2011695" y="86262"/>
                  <a:pt x="2011096" y="86463"/>
                </a:cubicBezTo>
                <a:lnTo>
                  <a:pt x="1993958" y="90650"/>
                </a:lnTo>
                <a:cubicBezTo>
                  <a:pt x="1974829" y="95436"/>
                  <a:pt x="1961079" y="106002"/>
                  <a:pt x="1961079" y="119561"/>
                </a:cubicBezTo>
                <a:cubicBezTo>
                  <a:pt x="1961079" y="135911"/>
                  <a:pt x="1972238" y="141089"/>
                  <a:pt x="1986186" y="141089"/>
                </a:cubicBezTo>
                <a:cubicBezTo>
                  <a:pt x="1993161" y="141089"/>
                  <a:pt x="1999139" y="139496"/>
                  <a:pt x="2007909" y="132721"/>
                </a:cubicBezTo>
                <a:lnTo>
                  <a:pt x="2011895" y="129531"/>
                </a:lnTo>
                <a:lnTo>
                  <a:pt x="2012294" y="129531"/>
                </a:lnTo>
                <a:close/>
                <a:moveTo>
                  <a:pt x="2053544" y="53711"/>
                </a:moveTo>
                <a:cubicBezTo>
                  <a:pt x="2050753" y="53711"/>
                  <a:pt x="2049956" y="56104"/>
                  <a:pt x="2049956" y="57698"/>
                </a:cubicBezTo>
                <a:lnTo>
                  <a:pt x="2049956" y="60288"/>
                </a:lnTo>
                <a:cubicBezTo>
                  <a:pt x="2049956" y="61286"/>
                  <a:pt x="2050153" y="61483"/>
                  <a:pt x="2050953" y="61483"/>
                </a:cubicBezTo>
                <a:lnTo>
                  <a:pt x="2062709" y="61483"/>
                </a:lnTo>
                <a:lnTo>
                  <a:pt x="2062709" y="121376"/>
                </a:lnTo>
                <a:cubicBezTo>
                  <a:pt x="2062709" y="135509"/>
                  <a:pt x="2068887" y="141089"/>
                  <a:pt x="2078052" y="141089"/>
                </a:cubicBezTo>
                <a:cubicBezTo>
                  <a:pt x="2087220" y="141089"/>
                  <a:pt x="2097184" y="136708"/>
                  <a:pt x="2104956" y="127941"/>
                </a:cubicBezTo>
                <a:cubicBezTo>
                  <a:pt x="2104558" y="125953"/>
                  <a:pt x="2103363" y="124758"/>
                  <a:pt x="2101368" y="124560"/>
                </a:cubicBezTo>
                <a:cubicBezTo>
                  <a:pt x="2096187" y="128540"/>
                  <a:pt x="2090209" y="130130"/>
                  <a:pt x="2085027" y="130130"/>
                </a:cubicBezTo>
                <a:cubicBezTo>
                  <a:pt x="2079648" y="130130"/>
                  <a:pt x="2078453" y="124162"/>
                  <a:pt x="2078453" y="111825"/>
                </a:cubicBezTo>
                <a:lnTo>
                  <a:pt x="2078453" y="61483"/>
                </a:lnTo>
                <a:lnTo>
                  <a:pt x="2099176" y="61483"/>
                </a:lnTo>
                <a:cubicBezTo>
                  <a:pt x="2101171" y="61483"/>
                  <a:pt x="2103959" y="60687"/>
                  <a:pt x="2103959" y="58893"/>
                </a:cubicBezTo>
                <a:lnTo>
                  <a:pt x="2103959" y="54909"/>
                </a:lnTo>
                <a:cubicBezTo>
                  <a:pt x="2103959" y="54113"/>
                  <a:pt x="2103363" y="53711"/>
                  <a:pt x="2102366" y="53711"/>
                </a:cubicBezTo>
                <a:lnTo>
                  <a:pt x="2078453" y="53711"/>
                </a:lnTo>
                <a:lnTo>
                  <a:pt x="2078453" y="45942"/>
                </a:lnTo>
                <a:cubicBezTo>
                  <a:pt x="2078453" y="32989"/>
                  <a:pt x="2079250" y="25016"/>
                  <a:pt x="2079250" y="25016"/>
                </a:cubicBezTo>
                <a:cubicBezTo>
                  <a:pt x="2079250" y="23821"/>
                  <a:pt x="2078651" y="23222"/>
                  <a:pt x="2077654" y="23222"/>
                </a:cubicBezTo>
                <a:cubicBezTo>
                  <a:pt x="2076857" y="23222"/>
                  <a:pt x="2075063" y="24022"/>
                  <a:pt x="2073272" y="25016"/>
                </a:cubicBezTo>
                <a:cubicBezTo>
                  <a:pt x="2071080" y="26214"/>
                  <a:pt x="2069085" y="27208"/>
                  <a:pt x="2066494" y="27807"/>
                </a:cubicBezTo>
                <a:cubicBezTo>
                  <a:pt x="2064104" y="28604"/>
                  <a:pt x="2062113" y="29203"/>
                  <a:pt x="2062113" y="30596"/>
                </a:cubicBezTo>
                <a:cubicBezTo>
                  <a:pt x="2062113" y="32989"/>
                  <a:pt x="2062709" y="31593"/>
                  <a:pt x="2062709" y="53711"/>
                </a:cubicBezTo>
                <a:lnTo>
                  <a:pt x="2053544" y="53711"/>
                </a:lnTo>
                <a:close/>
                <a:moveTo>
                  <a:pt x="2132656" y="82939"/>
                </a:moveTo>
                <a:cubicBezTo>
                  <a:pt x="2136442" y="60516"/>
                  <a:pt x="2150392" y="58731"/>
                  <a:pt x="2155175" y="58731"/>
                </a:cubicBezTo>
                <a:cubicBezTo>
                  <a:pt x="2162747" y="58731"/>
                  <a:pt x="2171714" y="62900"/>
                  <a:pt x="2171714" y="79566"/>
                </a:cubicBezTo>
                <a:cubicBezTo>
                  <a:pt x="2171714" y="81351"/>
                  <a:pt x="2170917" y="82346"/>
                  <a:pt x="2168725" y="82346"/>
                </a:cubicBezTo>
                <a:lnTo>
                  <a:pt x="2132656" y="82939"/>
                </a:lnTo>
                <a:moveTo>
                  <a:pt x="2184865" y="120573"/>
                </a:moveTo>
                <a:cubicBezTo>
                  <a:pt x="2177494" y="128142"/>
                  <a:pt x="2171714" y="131325"/>
                  <a:pt x="2160156" y="131325"/>
                </a:cubicBezTo>
                <a:cubicBezTo>
                  <a:pt x="2152983" y="131325"/>
                  <a:pt x="2144612" y="127144"/>
                  <a:pt x="2138436" y="116992"/>
                </a:cubicBezTo>
                <a:cubicBezTo>
                  <a:pt x="2134450" y="110421"/>
                  <a:pt x="2132057" y="101262"/>
                  <a:pt x="2132057" y="89713"/>
                </a:cubicBezTo>
                <a:lnTo>
                  <a:pt x="2185066" y="90112"/>
                </a:lnTo>
                <a:cubicBezTo>
                  <a:pt x="2187456" y="90112"/>
                  <a:pt x="2188851" y="88917"/>
                  <a:pt x="2188851" y="86724"/>
                </a:cubicBezTo>
                <a:cubicBezTo>
                  <a:pt x="2188851" y="70043"/>
                  <a:pt x="2182873" y="52154"/>
                  <a:pt x="2155175" y="52154"/>
                </a:cubicBezTo>
                <a:cubicBezTo>
                  <a:pt x="2137837" y="52154"/>
                  <a:pt x="2115318" y="68653"/>
                  <a:pt x="2115318" y="98872"/>
                </a:cubicBezTo>
                <a:cubicBezTo>
                  <a:pt x="2115318" y="110022"/>
                  <a:pt x="2118109" y="120774"/>
                  <a:pt x="2124686" y="128339"/>
                </a:cubicBezTo>
                <a:cubicBezTo>
                  <a:pt x="2131461" y="136309"/>
                  <a:pt x="2140826" y="141089"/>
                  <a:pt x="2155175" y="141089"/>
                </a:cubicBezTo>
                <a:cubicBezTo>
                  <a:pt x="2170318" y="141089"/>
                  <a:pt x="2181079" y="134117"/>
                  <a:pt x="2189052" y="123760"/>
                </a:cubicBezTo>
                <a:cubicBezTo>
                  <a:pt x="2188453" y="121768"/>
                  <a:pt x="2187258" y="120774"/>
                  <a:pt x="2184865" y="120573"/>
                </a:cubicBezTo>
                <a:close/>
                <a:moveTo>
                  <a:pt x="2206586" y="111585"/>
                </a:moveTo>
                <a:cubicBezTo>
                  <a:pt x="2207383" y="121355"/>
                  <a:pt x="2207982" y="130726"/>
                  <a:pt x="2207982" y="139098"/>
                </a:cubicBezTo>
                <a:cubicBezTo>
                  <a:pt x="2209974" y="138699"/>
                  <a:pt x="2211968" y="138502"/>
                  <a:pt x="2212963" y="138502"/>
                </a:cubicBezTo>
                <a:cubicBezTo>
                  <a:pt x="2214358" y="138502"/>
                  <a:pt x="2215553" y="138502"/>
                  <a:pt x="2216949" y="138900"/>
                </a:cubicBezTo>
                <a:cubicBezTo>
                  <a:pt x="2222331" y="140293"/>
                  <a:pt x="2227710" y="141089"/>
                  <a:pt x="2235084" y="141089"/>
                </a:cubicBezTo>
                <a:cubicBezTo>
                  <a:pt x="2246243" y="141089"/>
                  <a:pt x="2266768" y="135710"/>
                  <a:pt x="2266768" y="115970"/>
                </a:cubicBezTo>
                <a:cubicBezTo>
                  <a:pt x="2266768" y="102414"/>
                  <a:pt x="2257004" y="94439"/>
                  <a:pt x="2243452" y="89452"/>
                </a:cubicBezTo>
                <a:cubicBezTo>
                  <a:pt x="2231496" y="84866"/>
                  <a:pt x="2223526" y="81874"/>
                  <a:pt x="2223526" y="70909"/>
                </a:cubicBezTo>
                <a:cubicBezTo>
                  <a:pt x="2223526" y="62733"/>
                  <a:pt x="2230699" y="58148"/>
                  <a:pt x="2237474" y="58148"/>
                </a:cubicBezTo>
                <a:cubicBezTo>
                  <a:pt x="2241859" y="58148"/>
                  <a:pt x="2253416" y="59744"/>
                  <a:pt x="2256007" y="76693"/>
                </a:cubicBezTo>
                <a:cubicBezTo>
                  <a:pt x="2257202" y="77888"/>
                  <a:pt x="2261188" y="77687"/>
                  <a:pt x="2262383" y="76492"/>
                </a:cubicBezTo>
                <a:cubicBezTo>
                  <a:pt x="2262983" y="69313"/>
                  <a:pt x="2263381" y="61936"/>
                  <a:pt x="2263582" y="55359"/>
                </a:cubicBezTo>
                <a:cubicBezTo>
                  <a:pt x="2257403" y="54362"/>
                  <a:pt x="2247837" y="51571"/>
                  <a:pt x="2237474" y="51571"/>
                </a:cubicBezTo>
                <a:cubicBezTo>
                  <a:pt x="2222730" y="51571"/>
                  <a:pt x="2209378" y="61140"/>
                  <a:pt x="2209378" y="73902"/>
                </a:cubicBezTo>
                <a:cubicBezTo>
                  <a:pt x="2209378" y="88454"/>
                  <a:pt x="2215952" y="94636"/>
                  <a:pt x="2231298" y="101019"/>
                </a:cubicBezTo>
                <a:cubicBezTo>
                  <a:pt x="2247837" y="107796"/>
                  <a:pt x="2251622" y="111983"/>
                  <a:pt x="2251622" y="120558"/>
                </a:cubicBezTo>
                <a:cubicBezTo>
                  <a:pt x="2251622" y="130328"/>
                  <a:pt x="2242059" y="134515"/>
                  <a:pt x="2234686" y="134515"/>
                </a:cubicBezTo>
                <a:cubicBezTo>
                  <a:pt x="2226914" y="134515"/>
                  <a:pt x="2222529" y="131921"/>
                  <a:pt x="2220537" y="129729"/>
                </a:cubicBezTo>
                <a:cubicBezTo>
                  <a:pt x="2216152" y="125144"/>
                  <a:pt x="2213960" y="116371"/>
                  <a:pt x="2212765" y="111384"/>
                </a:cubicBezTo>
                <a:cubicBezTo>
                  <a:pt x="2211570" y="110189"/>
                  <a:pt x="2207781" y="110387"/>
                  <a:pt x="2206586" y="111585"/>
                </a:cubicBezTo>
                <a:close/>
                <a:moveTo>
                  <a:pt x="2333129" y="53711"/>
                </a:moveTo>
                <a:cubicBezTo>
                  <a:pt x="2330337" y="53711"/>
                  <a:pt x="2329541" y="56104"/>
                  <a:pt x="2329541" y="57698"/>
                </a:cubicBezTo>
                <a:lnTo>
                  <a:pt x="2329541" y="60288"/>
                </a:lnTo>
                <a:cubicBezTo>
                  <a:pt x="2329541" y="61286"/>
                  <a:pt x="2329738" y="61483"/>
                  <a:pt x="2330538" y="61483"/>
                </a:cubicBezTo>
                <a:lnTo>
                  <a:pt x="2342293" y="61483"/>
                </a:lnTo>
                <a:lnTo>
                  <a:pt x="2342293" y="121376"/>
                </a:lnTo>
                <a:cubicBezTo>
                  <a:pt x="2342293" y="135509"/>
                  <a:pt x="2348472" y="141089"/>
                  <a:pt x="2357637" y="141089"/>
                </a:cubicBezTo>
                <a:cubicBezTo>
                  <a:pt x="2366804" y="141089"/>
                  <a:pt x="2376769" y="136708"/>
                  <a:pt x="2384541" y="127941"/>
                </a:cubicBezTo>
                <a:cubicBezTo>
                  <a:pt x="2384143" y="125953"/>
                  <a:pt x="2382948" y="124758"/>
                  <a:pt x="2380953" y="124560"/>
                </a:cubicBezTo>
                <a:cubicBezTo>
                  <a:pt x="2375772" y="128540"/>
                  <a:pt x="2369793" y="130130"/>
                  <a:pt x="2364612" y="130130"/>
                </a:cubicBezTo>
                <a:cubicBezTo>
                  <a:pt x="2359233" y="130130"/>
                  <a:pt x="2358038" y="124162"/>
                  <a:pt x="2358038" y="111825"/>
                </a:cubicBezTo>
                <a:lnTo>
                  <a:pt x="2358038" y="61483"/>
                </a:lnTo>
                <a:lnTo>
                  <a:pt x="2378761" y="61483"/>
                </a:lnTo>
                <a:cubicBezTo>
                  <a:pt x="2380755" y="61483"/>
                  <a:pt x="2383544" y="60687"/>
                  <a:pt x="2383544" y="58893"/>
                </a:cubicBezTo>
                <a:lnTo>
                  <a:pt x="2383544" y="54909"/>
                </a:lnTo>
                <a:cubicBezTo>
                  <a:pt x="2383544" y="54113"/>
                  <a:pt x="2382948" y="53711"/>
                  <a:pt x="2381950" y="53711"/>
                </a:cubicBezTo>
                <a:lnTo>
                  <a:pt x="2358038" y="53711"/>
                </a:lnTo>
                <a:lnTo>
                  <a:pt x="2358038" y="45942"/>
                </a:lnTo>
                <a:cubicBezTo>
                  <a:pt x="2358038" y="32989"/>
                  <a:pt x="2358835" y="25016"/>
                  <a:pt x="2358835" y="25016"/>
                </a:cubicBezTo>
                <a:cubicBezTo>
                  <a:pt x="2358835" y="23821"/>
                  <a:pt x="2358236" y="23222"/>
                  <a:pt x="2357238" y="23222"/>
                </a:cubicBezTo>
                <a:cubicBezTo>
                  <a:pt x="2356442" y="23222"/>
                  <a:pt x="2354648" y="24022"/>
                  <a:pt x="2352857" y="25016"/>
                </a:cubicBezTo>
                <a:cubicBezTo>
                  <a:pt x="2350664" y="26214"/>
                  <a:pt x="2348670" y="27208"/>
                  <a:pt x="2346079" y="27807"/>
                </a:cubicBezTo>
                <a:cubicBezTo>
                  <a:pt x="2343689" y="28604"/>
                  <a:pt x="2341697" y="29203"/>
                  <a:pt x="2341697" y="30596"/>
                </a:cubicBezTo>
                <a:cubicBezTo>
                  <a:pt x="2341697" y="32989"/>
                  <a:pt x="2342293" y="31593"/>
                  <a:pt x="2342293" y="53711"/>
                </a:cubicBezTo>
                <a:lnTo>
                  <a:pt x="2333129" y="53711"/>
                </a:lnTo>
                <a:close/>
                <a:moveTo>
                  <a:pt x="2445920" y="92645"/>
                </a:moveTo>
                <a:lnTo>
                  <a:pt x="2445920" y="118962"/>
                </a:lnTo>
                <a:cubicBezTo>
                  <a:pt x="2445920" y="121556"/>
                  <a:pt x="2444721" y="122951"/>
                  <a:pt x="2443128" y="124146"/>
                </a:cubicBezTo>
                <a:cubicBezTo>
                  <a:pt x="2437947" y="128333"/>
                  <a:pt x="2431172" y="132922"/>
                  <a:pt x="2425592" y="132922"/>
                </a:cubicBezTo>
                <a:cubicBezTo>
                  <a:pt x="2415628" y="132922"/>
                  <a:pt x="2411243" y="124946"/>
                  <a:pt x="2411243" y="118764"/>
                </a:cubicBezTo>
                <a:cubicBezTo>
                  <a:pt x="2411243" y="109791"/>
                  <a:pt x="2415430" y="100617"/>
                  <a:pt x="2430175" y="96832"/>
                </a:cubicBezTo>
                <a:lnTo>
                  <a:pt x="2445920" y="92645"/>
                </a:lnTo>
                <a:moveTo>
                  <a:pt x="2445920" y="129531"/>
                </a:moveTo>
                <a:cubicBezTo>
                  <a:pt x="2447115" y="135710"/>
                  <a:pt x="2449307" y="141089"/>
                  <a:pt x="2459271" y="141089"/>
                </a:cubicBezTo>
                <a:cubicBezTo>
                  <a:pt x="2466843" y="141089"/>
                  <a:pt x="2474016" y="137702"/>
                  <a:pt x="2478200" y="133719"/>
                </a:cubicBezTo>
                <a:cubicBezTo>
                  <a:pt x="2477801" y="131325"/>
                  <a:pt x="2477005" y="129531"/>
                  <a:pt x="2474812" y="128336"/>
                </a:cubicBezTo>
                <a:cubicBezTo>
                  <a:pt x="2473420" y="129531"/>
                  <a:pt x="2470029" y="131526"/>
                  <a:pt x="2467439" y="131526"/>
                </a:cubicBezTo>
                <a:cubicBezTo>
                  <a:pt x="2461661" y="131526"/>
                  <a:pt x="2461461" y="123748"/>
                  <a:pt x="2461461" y="114577"/>
                </a:cubicBezTo>
                <a:lnTo>
                  <a:pt x="2461461" y="85265"/>
                </a:lnTo>
                <a:cubicBezTo>
                  <a:pt x="2461461" y="56953"/>
                  <a:pt x="2445920" y="51571"/>
                  <a:pt x="2431370" y="51571"/>
                </a:cubicBezTo>
                <a:cubicBezTo>
                  <a:pt x="2415029" y="51571"/>
                  <a:pt x="2398490" y="62335"/>
                  <a:pt x="2398490" y="73701"/>
                </a:cubicBezTo>
                <a:cubicBezTo>
                  <a:pt x="2398490" y="78487"/>
                  <a:pt x="2400880" y="80880"/>
                  <a:pt x="2405466" y="80880"/>
                </a:cubicBezTo>
                <a:cubicBezTo>
                  <a:pt x="2411243" y="80880"/>
                  <a:pt x="2414831" y="76693"/>
                  <a:pt x="2414831" y="74099"/>
                </a:cubicBezTo>
                <a:cubicBezTo>
                  <a:pt x="2414831" y="72704"/>
                  <a:pt x="2414631" y="71308"/>
                  <a:pt x="2414232" y="70511"/>
                </a:cubicBezTo>
                <a:cubicBezTo>
                  <a:pt x="2414035" y="69912"/>
                  <a:pt x="2413834" y="68717"/>
                  <a:pt x="2413834" y="66522"/>
                </a:cubicBezTo>
                <a:cubicBezTo>
                  <a:pt x="2413834" y="60340"/>
                  <a:pt x="2422205" y="58148"/>
                  <a:pt x="2429776" y="58148"/>
                </a:cubicBezTo>
                <a:cubicBezTo>
                  <a:pt x="2436551" y="58148"/>
                  <a:pt x="2445920" y="61538"/>
                  <a:pt x="2445920" y="84070"/>
                </a:cubicBezTo>
                <a:cubicBezTo>
                  <a:pt x="2445920" y="85465"/>
                  <a:pt x="2445320" y="86262"/>
                  <a:pt x="2444721" y="86463"/>
                </a:cubicBezTo>
                <a:lnTo>
                  <a:pt x="2427584" y="90650"/>
                </a:lnTo>
                <a:cubicBezTo>
                  <a:pt x="2408455" y="95436"/>
                  <a:pt x="2394705" y="106002"/>
                  <a:pt x="2394705" y="119561"/>
                </a:cubicBezTo>
                <a:cubicBezTo>
                  <a:pt x="2394705" y="135911"/>
                  <a:pt x="2405864" y="141089"/>
                  <a:pt x="2419812" y="141089"/>
                </a:cubicBezTo>
                <a:cubicBezTo>
                  <a:pt x="2426787" y="141089"/>
                  <a:pt x="2432765" y="139496"/>
                  <a:pt x="2441535" y="132721"/>
                </a:cubicBezTo>
                <a:lnTo>
                  <a:pt x="2445521" y="129531"/>
                </a:lnTo>
                <a:lnTo>
                  <a:pt x="2445920" y="129531"/>
                </a:lnTo>
                <a:close/>
                <a:moveTo>
                  <a:pt x="2513672" y="67717"/>
                </a:moveTo>
                <a:cubicBezTo>
                  <a:pt x="2513274" y="59741"/>
                  <a:pt x="2513073" y="54563"/>
                  <a:pt x="2512079" y="52568"/>
                </a:cubicBezTo>
                <a:cubicBezTo>
                  <a:pt x="2511677" y="51571"/>
                  <a:pt x="2511279" y="50975"/>
                  <a:pt x="2509686" y="50975"/>
                </a:cubicBezTo>
                <a:cubicBezTo>
                  <a:pt x="2504106" y="53167"/>
                  <a:pt x="2498925" y="54961"/>
                  <a:pt x="2485175" y="56752"/>
                </a:cubicBezTo>
                <a:cubicBezTo>
                  <a:pt x="2484776" y="57950"/>
                  <a:pt x="2485175" y="61137"/>
                  <a:pt x="2485573" y="62332"/>
                </a:cubicBezTo>
                <a:cubicBezTo>
                  <a:pt x="2496334" y="63329"/>
                  <a:pt x="2498526" y="64326"/>
                  <a:pt x="2498526" y="75896"/>
                </a:cubicBezTo>
                <a:lnTo>
                  <a:pt x="2498526" y="114802"/>
                </a:lnTo>
                <a:cubicBezTo>
                  <a:pt x="2498526" y="131362"/>
                  <a:pt x="2496136" y="132159"/>
                  <a:pt x="2483779" y="132958"/>
                </a:cubicBezTo>
                <a:cubicBezTo>
                  <a:pt x="2482584" y="134153"/>
                  <a:pt x="2482584" y="138337"/>
                  <a:pt x="2483779" y="139532"/>
                </a:cubicBezTo>
                <a:cubicBezTo>
                  <a:pt x="2490754" y="139335"/>
                  <a:pt x="2498526" y="139134"/>
                  <a:pt x="2506499" y="139134"/>
                </a:cubicBezTo>
                <a:cubicBezTo>
                  <a:pt x="2514469" y="139134"/>
                  <a:pt x="2523637" y="139335"/>
                  <a:pt x="2530609" y="139532"/>
                </a:cubicBezTo>
                <a:cubicBezTo>
                  <a:pt x="2531807" y="138337"/>
                  <a:pt x="2531807" y="134153"/>
                  <a:pt x="2530609" y="132958"/>
                </a:cubicBezTo>
                <a:cubicBezTo>
                  <a:pt x="2516661" y="131961"/>
                  <a:pt x="2514268" y="131362"/>
                  <a:pt x="2514268" y="114802"/>
                </a:cubicBezTo>
                <a:lnTo>
                  <a:pt x="2514268" y="87071"/>
                </a:lnTo>
                <a:cubicBezTo>
                  <a:pt x="2514268" y="81883"/>
                  <a:pt x="2516661" y="77295"/>
                  <a:pt x="2519051" y="73704"/>
                </a:cubicBezTo>
                <a:cubicBezTo>
                  <a:pt x="2521243" y="70511"/>
                  <a:pt x="2525829" y="63928"/>
                  <a:pt x="2528219" y="63928"/>
                </a:cubicBezTo>
                <a:cubicBezTo>
                  <a:pt x="2530013" y="63928"/>
                  <a:pt x="2531807" y="64326"/>
                  <a:pt x="2533400" y="66522"/>
                </a:cubicBezTo>
                <a:cubicBezTo>
                  <a:pt x="2534796" y="68516"/>
                  <a:pt x="2537186" y="71110"/>
                  <a:pt x="2540573" y="71110"/>
                </a:cubicBezTo>
                <a:cubicBezTo>
                  <a:pt x="2545356" y="71110"/>
                  <a:pt x="2549939" y="66120"/>
                  <a:pt x="2549939" y="61137"/>
                </a:cubicBezTo>
                <a:cubicBezTo>
                  <a:pt x="2549939" y="57351"/>
                  <a:pt x="2546354" y="51571"/>
                  <a:pt x="2537983" y="51571"/>
                </a:cubicBezTo>
                <a:cubicBezTo>
                  <a:pt x="2528617" y="51571"/>
                  <a:pt x="2520447" y="60340"/>
                  <a:pt x="2515864" y="68115"/>
                </a:cubicBezTo>
                <a:cubicBezTo>
                  <a:pt x="2514669" y="70310"/>
                  <a:pt x="2513672" y="68714"/>
                  <a:pt x="2513672" y="67717"/>
                </a:cubicBezTo>
                <a:close/>
                <a:moveTo>
                  <a:pt x="2616301" y="83504"/>
                </a:moveTo>
                <a:cubicBezTo>
                  <a:pt x="2616301" y="102074"/>
                  <a:pt x="2606933" y="105866"/>
                  <a:pt x="2599559" y="105866"/>
                </a:cubicBezTo>
                <a:cubicBezTo>
                  <a:pt x="2582820" y="105866"/>
                  <a:pt x="2581029" y="91693"/>
                  <a:pt x="2581029" y="78913"/>
                </a:cubicBezTo>
                <a:cubicBezTo>
                  <a:pt x="2581029" y="64938"/>
                  <a:pt x="2586009" y="57749"/>
                  <a:pt x="2596971" y="57749"/>
                </a:cubicBezTo>
                <a:cubicBezTo>
                  <a:pt x="2609523" y="57749"/>
                  <a:pt x="2616301" y="66935"/>
                  <a:pt x="2616301" y="83504"/>
                </a:cubicBezTo>
                <a:moveTo>
                  <a:pt x="2579034" y="141080"/>
                </a:moveTo>
                <a:cubicBezTo>
                  <a:pt x="2581226" y="141679"/>
                  <a:pt x="2584416" y="142080"/>
                  <a:pt x="2587007" y="142080"/>
                </a:cubicBezTo>
                <a:cubicBezTo>
                  <a:pt x="2593182" y="142080"/>
                  <a:pt x="2598762" y="141478"/>
                  <a:pt x="2601553" y="141478"/>
                </a:cubicBezTo>
                <a:cubicBezTo>
                  <a:pt x="2611518" y="141478"/>
                  <a:pt x="2619886" y="141679"/>
                  <a:pt x="2625666" y="144878"/>
                </a:cubicBezTo>
                <a:cubicBezTo>
                  <a:pt x="2633438" y="149275"/>
                  <a:pt x="2635828" y="152072"/>
                  <a:pt x="2635828" y="157269"/>
                </a:cubicBezTo>
                <a:cubicBezTo>
                  <a:pt x="2635828" y="171661"/>
                  <a:pt x="2614705" y="179256"/>
                  <a:pt x="2596770" y="179256"/>
                </a:cubicBezTo>
                <a:cubicBezTo>
                  <a:pt x="2589597" y="179256"/>
                  <a:pt x="2572858" y="173458"/>
                  <a:pt x="2572858" y="159869"/>
                </a:cubicBezTo>
                <a:cubicBezTo>
                  <a:pt x="2572858" y="153073"/>
                  <a:pt x="2573257" y="148077"/>
                  <a:pt x="2579034" y="141080"/>
                </a:cubicBezTo>
                <a:moveTo>
                  <a:pt x="2641210" y="61942"/>
                </a:moveTo>
                <a:cubicBezTo>
                  <a:pt x="2644996" y="61942"/>
                  <a:pt x="2648581" y="58348"/>
                  <a:pt x="2648581" y="54362"/>
                </a:cubicBezTo>
                <a:cubicBezTo>
                  <a:pt x="2648581" y="50178"/>
                  <a:pt x="2644796" y="46988"/>
                  <a:pt x="2639416" y="46988"/>
                </a:cubicBezTo>
                <a:cubicBezTo>
                  <a:pt x="2634235" y="46988"/>
                  <a:pt x="2624669" y="50376"/>
                  <a:pt x="2619488" y="57153"/>
                </a:cubicBezTo>
                <a:cubicBezTo>
                  <a:pt x="2617098" y="55557"/>
                  <a:pt x="2610521" y="51571"/>
                  <a:pt x="2598762" y="51571"/>
                </a:cubicBezTo>
                <a:cubicBezTo>
                  <a:pt x="2581029" y="51571"/>
                  <a:pt x="2564688" y="63539"/>
                  <a:pt x="2564688" y="81908"/>
                </a:cubicBezTo>
                <a:cubicBezTo>
                  <a:pt x="2564688" y="92690"/>
                  <a:pt x="2569471" y="98878"/>
                  <a:pt x="2575051" y="104269"/>
                </a:cubicBezTo>
                <a:cubicBezTo>
                  <a:pt x="2569471" y="109055"/>
                  <a:pt x="2566281" y="117606"/>
                  <a:pt x="2566281" y="124359"/>
                </a:cubicBezTo>
                <a:cubicBezTo>
                  <a:pt x="2566281" y="131517"/>
                  <a:pt x="2570268" y="137097"/>
                  <a:pt x="2575449" y="139687"/>
                </a:cubicBezTo>
                <a:cubicBezTo>
                  <a:pt x="2564688" y="146076"/>
                  <a:pt x="2559108" y="155271"/>
                  <a:pt x="2559108" y="163864"/>
                </a:cubicBezTo>
                <a:cubicBezTo>
                  <a:pt x="2559108" y="181248"/>
                  <a:pt x="2575449" y="186627"/>
                  <a:pt x="2590792" y="186627"/>
                </a:cubicBezTo>
                <a:cubicBezTo>
                  <a:pt x="2617694" y="186627"/>
                  <a:pt x="2646790" y="173658"/>
                  <a:pt x="2646790" y="152072"/>
                </a:cubicBezTo>
                <a:cubicBezTo>
                  <a:pt x="2646790" y="145678"/>
                  <a:pt x="2643801" y="140682"/>
                  <a:pt x="2638021" y="135899"/>
                </a:cubicBezTo>
                <a:cubicBezTo>
                  <a:pt x="2630249" y="129522"/>
                  <a:pt x="2616301" y="129325"/>
                  <a:pt x="2608927" y="129325"/>
                </a:cubicBezTo>
                <a:cubicBezTo>
                  <a:pt x="2605339" y="129325"/>
                  <a:pt x="2600358" y="129723"/>
                  <a:pt x="2595575" y="130319"/>
                </a:cubicBezTo>
                <a:cubicBezTo>
                  <a:pt x="2592586" y="130520"/>
                  <a:pt x="2590592" y="130720"/>
                  <a:pt x="2589597" y="130720"/>
                </a:cubicBezTo>
                <a:cubicBezTo>
                  <a:pt x="2583817" y="130720"/>
                  <a:pt x="2576842" y="127935"/>
                  <a:pt x="2576842" y="119394"/>
                </a:cubicBezTo>
                <a:cubicBezTo>
                  <a:pt x="2576842" y="115423"/>
                  <a:pt x="2578040" y="111248"/>
                  <a:pt x="2580430" y="107860"/>
                </a:cubicBezTo>
                <a:cubicBezTo>
                  <a:pt x="2585213" y="110649"/>
                  <a:pt x="2590792" y="112044"/>
                  <a:pt x="2598564" y="112044"/>
                </a:cubicBezTo>
                <a:cubicBezTo>
                  <a:pt x="2616100" y="112044"/>
                  <a:pt x="2632240" y="101076"/>
                  <a:pt x="2632240" y="81509"/>
                </a:cubicBezTo>
                <a:cubicBezTo>
                  <a:pt x="2632240" y="72126"/>
                  <a:pt x="2629452" y="66735"/>
                  <a:pt x="2623672" y="60744"/>
                </a:cubicBezTo>
                <a:cubicBezTo>
                  <a:pt x="2625067" y="58747"/>
                  <a:pt x="2629054" y="55955"/>
                  <a:pt x="2631644" y="55955"/>
                </a:cubicBezTo>
                <a:cubicBezTo>
                  <a:pt x="2633040" y="55955"/>
                  <a:pt x="2634433" y="56554"/>
                  <a:pt x="2635631" y="58348"/>
                </a:cubicBezTo>
                <a:cubicBezTo>
                  <a:pt x="2636427" y="59945"/>
                  <a:pt x="2639018" y="61942"/>
                  <a:pt x="2641210" y="61942"/>
                </a:cubicBezTo>
                <a:close/>
                <a:moveTo>
                  <a:pt x="2677079" y="82939"/>
                </a:moveTo>
                <a:cubicBezTo>
                  <a:pt x="2680865" y="60516"/>
                  <a:pt x="2694816" y="58731"/>
                  <a:pt x="2699599" y="58731"/>
                </a:cubicBezTo>
                <a:cubicBezTo>
                  <a:pt x="2707170" y="58731"/>
                  <a:pt x="2716137" y="62900"/>
                  <a:pt x="2716137" y="79566"/>
                </a:cubicBezTo>
                <a:cubicBezTo>
                  <a:pt x="2716137" y="81351"/>
                  <a:pt x="2715340" y="82346"/>
                  <a:pt x="2713148" y="82346"/>
                </a:cubicBezTo>
                <a:lnTo>
                  <a:pt x="2677079" y="82939"/>
                </a:lnTo>
                <a:moveTo>
                  <a:pt x="2729288" y="120573"/>
                </a:moveTo>
                <a:cubicBezTo>
                  <a:pt x="2721917" y="128142"/>
                  <a:pt x="2716137" y="131325"/>
                  <a:pt x="2704579" y="131325"/>
                </a:cubicBezTo>
                <a:cubicBezTo>
                  <a:pt x="2697406" y="131325"/>
                  <a:pt x="2689035" y="127144"/>
                  <a:pt x="2682859" y="116992"/>
                </a:cubicBezTo>
                <a:cubicBezTo>
                  <a:pt x="2678873" y="110421"/>
                  <a:pt x="2676480" y="101262"/>
                  <a:pt x="2676480" y="89713"/>
                </a:cubicBezTo>
                <a:lnTo>
                  <a:pt x="2729489" y="90112"/>
                </a:lnTo>
                <a:cubicBezTo>
                  <a:pt x="2731879" y="90112"/>
                  <a:pt x="2733275" y="88917"/>
                  <a:pt x="2733275" y="86724"/>
                </a:cubicBezTo>
                <a:cubicBezTo>
                  <a:pt x="2733275" y="70043"/>
                  <a:pt x="2727296" y="52154"/>
                  <a:pt x="2699599" y="52154"/>
                </a:cubicBezTo>
                <a:cubicBezTo>
                  <a:pt x="2682260" y="52154"/>
                  <a:pt x="2659741" y="68653"/>
                  <a:pt x="2659741" y="98872"/>
                </a:cubicBezTo>
                <a:cubicBezTo>
                  <a:pt x="2659741" y="110022"/>
                  <a:pt x="2662532" y="120774"/>
                  <a:pt x="2669109" y="128339"/>
                </a:cubicBezTo>
                <a:cubicBezTo>
                  <a:pt x="2675884" y="136309"/>
                  <a:pt x="2685249" y="141089"/>
                  <a:pt x="2699599" y="141089"/>
                </a:cubicBezTo>
                <a:cubicBezTo>
                  <a:pt x="2714741" y="141089"/>
                  <a:pt x="2725502" y="134117"/>
                  <a:pt x="2733475" y="123760"/>
                </a:cubicBezTo>
                <a:cubicBezTo>
                  <a:pt x="2732876" y="121768"/>
                  <a:pt x="2731681" y="120774"/>
                  <a:pt x="2729288" y="120573"/>
                </a:cubicBezTo>
                <a:close/>
                <a:moveTo>
                  <a:pt x="2750015" y="53711"/>
                </a:moveTo>
                <a:cubicBezTo>
                  <a:pt x="2747224" y="53711"/>
                  <a:pt x="2746427" y="56104"/>
                  <a:pt x="2746427" y="57698"/>
                </a:cubicBezTo>
                <a:lnTo>
                  <a:pt x="2746427" y="60288"/>
                </a:lnTo>
                <a:cubicBezTo>
                  <a:pt x="2746427" y="61286"/>
                  <a:pt x="2746625" y="61483"/>
                  <a:pt x="2747424" y="61483"/>
                </a:cubicBezTo>
                <a:lnTo>
                  <a:pt x="2759180" y="61483"/>
                </a:lnTo>
                <a:lnTo>
                  <a:pt x="2759180" y="121376"/>
                </a:lnTo>
                <a:cubicBezTo>
                  <a:pt x="2759180" y="135509"/>
                  <a:pt x="2765358" y="141089"/>
                  <a:pt x="2774523" y="141089"/>
                </a:cubicBezTo>
                <a:cubicBezTo>
                  <a:pt x="2783691" y="141089"/>
                  <a:pt x="2793655" y="136708"/>
                  <a:pt x="2801427" y="127941"/>
                </a:cubicBezTo>
                <a:cubicBezTo>
                  <a:pt x="2801029" y="125953"/>
                  <a:pt x="2799834" y="124758"/>
                  <a:pt x="2797839" y="124560"/>
                </a:cubicBezTo>
                <a:cubicBezTo>
                  <a:pt x="2792658" y="128540"/>
                  <a:pt x="2786680" y="130130"/>
                  <a:pt x="2781499" y="130130"/>
                </a:cubicBezTo>
                <a:cubicBezTo>
                  <a:pt x="2776119" y="130130"/>
                  <a:pt x="2774924" y="124162"/>
                  <a:pt x="2774924" y="111825"/>
                </a:cubicBezTo>
                <a:lnTo>
                  <a:pt x="2774924" y="61483"/>
                </a:lnTo>
                <a:lnTo>
                  <a:pt x="2795647" y="61483"/>
                </a:lnTo>
                <a:cubicBezTo>
                  <a:pt x="2797642" y="61483"/>
                  <a:pt x="2800430" y="60687"/>
                  <a:pt x="2800430" y="58893"/>
                </a:cubicBezTo>
                <a:lnTo>
                  <a:pt x="2800430" y="54909"/>
                </a:lnTo>
                <a:cubicBezTo>
                  <a:pt x="2800430" y="54113"/>
                  <a:pt x="2799834" y="53711"/>
                  <a:pt x="2798837" y="53711"/>
                </a:cubicBezTo>
                <a:lnTo>
                  <a:pt x="2774924" y="53711"/>
                </a:lnTo>
                <a:lnTo>
                  <a:pt x="2774924" y="45942"/>
                </a:lnTo>
                <a:cubicBezTo>
                  <a:pt x="2774924" y="32989"/>
                  <a:pt x="2775721" y="25016"/>
                  <a:pt x="2775721" y="25016"/>
                </a:cubicBezTo>
                <a:cubicBezTo>
                  <a:pt x="2775721" y="23821"/>
                  <a:pt x="2775122" y="23222"/>
                  <a:pt x="2774125" y="23222"/>
                </a:cubicBezTo>
                <a:cubicBezTo>
                  <a:pt x="2773328" y="23222"/>
                  <a:pt x="2771534" y="24022"/>
                  <a:pt x="2769743" y="25016"/>
                </a:cubicBezTo>
                <a:cubicBezTo>
                  <a:pt x="2767551" y="26214"/>
                  <a:pt x="2765556" y="27208"/>
                  <a:pt x="2762965" y="27807"/>
                </a:cubicBezTo>
                <a:cubicBezTo>
                  <a:pt x="2760575" y="28604"/>
                  <a:pt x="2758584" y="29203"/>
                  <a:pt x="2758584" y="30596"/>
                </a:cubicBezTo>
                <a:cubicBezTo>
                  <a:pt x="2758584" y="32989"/>
                  <a:pt x="2759180" y="31593"/>
                  <a:pt x="2759180" y="53711"/>
                </a:cubicBezTo>
                <a:lnTo>
                  <a:pt x="2750015" y="53711"/>
                </a:lnTo>
                <a:close/>
                <a:moveTo>
                  <a:pt x="2822352" y="19686"/>
                </a:moveTo>
                <a:cubicBezTo>
                  <a:pt x="2822352" y="24867"/>
                  <a:pt x="2827135" y="30048"/>
                  <a:pt x="2831915" y="30048"/>
                </a:cubicBezTo>
                <a:cubicBezTo>
                  <a:pt x="2837495" y="30048"/>
                  <a:pt x="2842278" y="24669"/>
                  <a:pt x="2842278" y="20482"/>
                </a:cubicBezTo>
                <a:cubicBezTo>
                  <a:pt x="2842278" y="15702"/>
                  <a:pt x="2838094" y="10119"/>
                  <a:pt x="2832715" y="10119"/>
                </a:cubicBezTo>
                <a:cubicBezTo>
                  <a:pt x="2827932" y="10119"/>
                  <a:pt x="2822352" y="14903"/>
                  <a:pt x="2822352" y="19686"/>
                </a:cubicBezTo>
                <a:moveTo>
                  <a:pt x="2840487" y="114820"/>
                </a:moveTo>
                <a:lnTo>
                  <a:pt x="2840487" y="75160"/>
                </a:lnTo>
                <a:cubicBezTo>
                  <a:pt x="2840487" y="65196"/>
                  <a:pt x="2841284" y="52398"/>
                  <a:pt x="2841284" y="52398"/>
                </a:cubicBezTo>
                <a:cubicBezTo>
                  <a:pt x="2841284" y="51592"/>
                  <a:pt x="2840286" y="50987"/>
                  <a:pt x="2838693" y="50987"/>
                </a:cubicBezTo>
                <a:cubicBezTo>
                  <a:pt x="2833113" y="53203"/>
                  <a:pt x="2825141" y="55016"/>
                  <a:pt x="2811390" y="56825"/>
                </a:cubicBezTo>
                <a:cubicBezTo>
                  <a:pt x="2810992" y="58023"/>
                  <a:pt x="2811390" y="61210"/>
                  <a:pt x="2811789" y="62408"/>
                </a:cubicBezTo>
                <a:cubicBezTo>
                  <a:pt x="2822751" y="63402"/>
                  <a:pt x="2824742" y="64600"/>
                  <a:pt x="2824742" y="75960"/>
                </a:cubicBezTo>
                <a:lnTo>
                  <a:pt x="2824742" y="114820"/>
                </a:lnTo>
                <a:cubicBezTo>
                  <a:pt x="2824742" y="131362"/>
                  <a:pt x="2822550" y="131961"/>
                  <a:pt x="2810396" y="132958"/>
                </a:cubicBezTo>
                <a:cubicBezTo>
                  <a:pt x="2809198" y="134153"/>
                  <a:pt x="2809198" y="138337"/>
                  <a:pt x="2810396" y="139532"/>
                </a:cubicBezTo>
                <a:cubicBezTo>
                  <a:pt x="2816970" y="139335"/>
                  <a:pt x="2824742" y="139134"/>
                  <a:pt x="2832715" y="139134"/>
                </a:cubicBezTo>
                <a:cubicBezTo>
                  <a:pt x="2840685" y="139134"/>
                  <a:pt x="2848256" y="139335"/>
                  <a:pt x="2854833" y="139532"/>
                </a:cubicBezTo>
                <a:cubicBezTo>
                  <a:pt x="2856028" y="138337"/>
                  <a:pt x="2856028" y="134153"/>
                  <a:pt x="2854833" y="132958"/>
                </a:cubicBezTo>
                <a:cubicBezTo>
                  <a:pt x="2842676" y="132162"/>
                  <a:pt x="2840487" y="131362"/>
                  <a:pt x="2840487" y="114820"/>
                </a:cubicBezTo>
                <a:close/>
                <a:moveTo>
                  <a:pt x="2895087" y="67720"/>
                </a:moveTo>
                <a:cubicBezTo>
                  <a:pt x="2893892" y="69115"/>
                  <a:pt x="2892697" y="69517"/>
                  <a:pt x="2892697" y="67720"/>
                </a:cubicBezTo>
                <a:cubicBezTo>
                  <a:pt x="2892496" y="62335"/>
                  <a:pt x="2892098" y="54563"/>
                  <a:pt x="2891100" y="52568"/>
                </a:cubicBezTo>
                <a:cubicBezTo>
                  <a:pt x="2890702" y="51571"/>
                  <a:pt x="2890304" y="50975"/>
                  <a:pt x="2888710" y="50975"/>
                </a:cubicBezTo>
                <a:cubicBezTo>
                  <a:pt x="2883131" y="53167"/>
                  <a:pt x="2877949" y="54961"/>
                  <a:pt x="2864199" y="56752"/>
                </a:cubicBezTo>
                <a:cubicBezTo>
                  <a:pt x="2863801" y="57950"/>
                  <a:pt x="2864199" y="61137"/>
                  <a:pt x="2864597" y="62335"/>
                </a:cubicBezTo>
                <a:cubicBezTo>
                  <a:pt x="2875358" y="63332"/>
                  <a:pt x="2877551" y="64329"/>
                  <a:pt x="2877551" y="75899"/>
                </a:cubicBezTo>
                <a:lnTo>
                  <a:pt x="2877551" y="114802"/>
                </a:lnTo>
                <a:cubicBezTo>
                  <a:pt x="2877551" y="131161"/>
                  <a:pt x="2875559" y="131961"/>
                  <a:pt x="2863600" y="132958"/>
                </a:cubicBezTo>
                <a:cubicBezTo>
                  <a:pt x="2862405" y="134153"/>
                  <a:pt x="2862405" y="138337"/>
                  <a:pt x="2863600" y="139532"/>
                </a:cubicBezTo>
                <a:cubicBezTo>
                  <a:pt x="2869581" y="139335"/>
                  <a:pt x="2877551" y="139134"/>
                  <a:pt x="2885521" y="139134"/>
                </a:cubicBezTo>
                <a:cubicBezTo>
                  <a:pt x="2893493" y="139134"/>
                  <a:pt x="2899471" y="139335"/>
                  <a:pt x="2905449" y="139532"/>
                </a:cubicBezTo>
                <a:cubicBezTo>
                  <a:pt x="2906644" y="138337"/>
                  <a:pt x="2906644" y="134153"/>
                  <a:pt x="2905449" y="132958"/>
                </a:cubicBezTo>
                <a:cubicBezTo>
                  <a:pt x="2895287" y="131961"/>
                  <a:pt x="2893293" y="131161"/>
                  <a:pt x="2893293" y="114802"/>
                </a:cubicBezTo>
                <a:lnTo>
                  <a:pt x="2893293" y="82084"/>
                </a:lnTo>
                <a:cubicBezTo>
                  <a:pt x="2893293" y="77894"/>
                  <a:pt x="2895087" y="75501"/>
                  <a:pt x="2896680" y="73707"/>
                </a:cubicBezTo>
                <a:cubicBezTo>
                  <a:pt x="2904254" y="66324"/>
                  <a:pt x="2913221" y="61933"/>
                  <a:pt x="2920994" y="61933"/>
                </a:cubicBezTo>
                <a:cubicBezTo>
                  <a:pt x="2924980" y="61933"/>
                  <a:pt x="2929164" y="64527"/>
                  <a:pt x="2931554" y="69115"/>
                </a:cubicBezTo>
                <a:cubicBezTo>
                  <a:pt x="2933549" y="73108"/>
                  <a:pt x="2933947" y="78493"/>
                  <a:pt x="2933947" y="84477"/>
                </a:cubicBezTo>
                <a:lnTo>
                  <a:pt x="2933947" y="114802"/>
                </a:lnTo>
                <a:cubicBezTo>
                  <a:pt x="2933947" y="131161"/>
                  <a:pt x="2931952" y="131961"/>
                  <a:pt x="2921590" y="132958"/>
                </a:cubicBezTo>
                <a:cubicBezTo>
                  <a:pt x="2920595" y="134153"/>
                  <a:pt x="2920595" y="138337"/>
                  <a:pt x="2921590" y="139532"/>
                </a:cubicBezTo>
                <a:cubicBezTo>
                  <a:pt x="2927571" y="139335"/>
                  <a:pt x="2933947" y="139134"/>
                  <a:pt x="2941917" y="139134"/>
                </a:cubicBezTo>
                <a:cubicBezTo>
                  <a:pt x="2949889" y="139134"/>
                  <a:pt x="2957062" y="139335"/>
                  <a:pt x="2963041" y="139532"/>
                </a:cubicBezTo>
                <a:cubicBezTo>
                  <a:pt x="2964038" y="138337"/>
                  <a:pt x="2964038" y="134153"/>
                  <a:pt x="2963041" y="132958"/>
                </a:cubicBezTo>
                <a:cubicBezTo>
                  <a:pt x="2951881" y="131961"/>
                  <a:pt x="2949689" y="131161"/>
                  <a:pt x="2949689" y="114802"/>
                </a:cubicBezTo>
                <a:lnTo>
                  <a:pt x="2949689" y="85076"/>
                </a:lnTo>
                <a:cubicBezTo>
                  <a:pt x="2949689" y="74105"/>
                  <a:pt x="2948892" y="64527"/>
                  <a:pt x="2944310" y="58348"/>
                </a:cubicBezTo>
                <a:cubicBezTo>
                  <a:pt x="2940919" y="53964"/>
                  <a:pt x="2934744" y="51571"/>
                  <a:pt x="2927768" y="51571"/>
                </a:cubicBezTo>
                <a:cubicBezTo>
                  <a:pt x="2918005" y="51571"/>
                  <a:pt x="2906845" y="54161"/>
                  <a:pt x="2895087" y="67720"/>
                </a:cubicBezTo>
                <a:close/>
                <a:moveTo>
                  <a:pt x="3029998" y="83504"/>
                </a:moveTo>
                <a:cubicBezTo>
                  <a:pt x="3029998" y="102074"/>
                  <a:pt x="3020630" y="105866"/>
                  <a:pt x="3013256" y="105866"/>
                </a:cubicBezTo>
                <a:cubicBezTo>
                  <a:pt x="2996517" y="105866"/>
                  <a:pt x="2994726" y="91693"/>
                  <a:pt x="2994726" y="78913"/>
                </a:cubicBezTo>
                <a:cubicBezTo>
                  <a:pt x="2994726" y="64938"/>
                  <a:pt x="2999707" y="57749"/>
                  <a:pt x="3010669" y="57749"/>
                </a:cubicBezTo>
                <a:cubicBezTo>
                  <a:pt x="3023221" y="57749"/>
                  <a:pt x="3029998" y="66935"/>
                  <a:pt x="3029998" y="83504"/>
                </a:cubicBezTo>
                <a:moveTo>
                  <a:pt x="2992731" y="141080"/>
                </a:moveTo>
                <a:cubicBezTo>
                  <a:pt x="2994924" y="141679"/>
                  <a:pt x="2998113" y="142080"/>
                  <a:pt x="3000704" y="142080"/>
                </a:cubicBezTo>
                <a:cubicBezTo>
                  <a:pt x="3006880" y="142080"/>
                  <a:pt x="3012460" y="141478"/>
                  <a:pt x="3015251" y="141478"/>
                </a:cubicBezTo>
                <a:cubicBezTo>
                  <a:pt x="3025215" y="141478"/>
                  <a:pt x="3033583" y="141679"/>
                  <a:pt x="3039364" y="144878"/>
                </a:cubicBezTo>
                <a:cubicBezTo>
                  <a:pt x="3047136" y="149275"/>
                  <a:pt x="3049526" y="152072"/>
                  <a:pt x="3049526" y="157269"/>
                </a:cubicBezTo>
                <a:cubicBezTo>
                  <a:pt x="3049526" y="171661"/>
                  <a:pt x="3028402" y="179256"/>
                  <a:pt x="3010468" y="179256"/>
                </a:cubicBezTo>
                <a:cubicBezTo>
                  <a:pt x="3003295" y="179256"/>
                  <a:pt x="2986556" y="173458"/>
                  <a:pt x="2986556" y="159869"/>
                </a:cubicBezTo>
                <a:cubicBezTo>
                  <a:pt x="2986556" y="153073"/>
                  <a:pt x="2986954" y="148077"/>
                  <a:pt x="2992731" y="141080"/>
                </a:cubicBezTo>
                <a:moveTo>
                  <a:pt x="3054908" y="61942"/>
                </a:moveTo>
                <a:cubicBezTo>
                  <a:pt x="3058694" y="61942"/>
                  <a:pt x="3062279" y="58348"/>
                  <a:pt x="3062279" y="54362"/>
                </a:cubicBezTo>
                <a:cubicBezTo>
                  <a:pt x="3062279" y="50178"/>
                  <a:pt x="3058493" y="46988"/>
                  <a:pt x="3053114" y="46988"/>
                </a:cubicBezTo>
                <a:cubicBezTo>
                  <a:pt x="3047933" y="46988"/>
                  <a:pt x="3038366" y="50376"/>
                  <a:pt x="3033185" y="57153"/>
                </a:cubicBezTo>
                <a:cubicBezTo>
                  <a:pt x="3030795" y="55557"/>
                  <a:pt x="3024218" y="51571"/>
                  <a:pt x="3012460" y="51571"/>
                </a:cubicBezTo>
                <a:cubicBezTo>
                  <a:pt x="2994726" y="51571"/>
                  <a:pt x="2978385" y="63539"/>
                  <a:pt x="2978385" y="81908"/>
                </a:cubicBezTo>
                <a:cubicBezTo>
                  <a:pt x="2978385" y="92690"/>
                  <a:pt x="2983168" y="98878"/>
                  <a:pt x="2988748" y="104269"/>
                </a:cubicBezTo>
                <a:cubicBezTo>
                  <a:pt x="2983168" y="109055"/>
                  <a:pt x="2979979" y="117606"/>
                  <a:pt x="2979979" y="124359"/>
                </a:cubicBezTo>
                <a:cubicBezTo>
                  <a:pt x="2979979" y="131517"/>
                  <a:pt x="2983965" y="137097"/>
                  <a:pt x="2989146" y="139687"/>
                </a:cubicBezTo>
                <a:cubicBezTo>
                  <a:pt x="2978385" y="146076"/>
                  <a:pt x="2972806" y="155271"/>
                  <a:pt x="2972806" y="163864"/>
                </a:cubicBezTo>
                <a:cubicBezTo>
                  <a:pt x="2972806" y="181248"/>
                  <a:pt x="2989146" y="186627"/>
                  <a:pt x="3004490" y="186627"/>
                </a:cubicBezTo>
                <a:cubicBezTo>
                  <a:pt x="3031391" y="186627"/>
                  <a:pt x="3060488" y="173658"/>
                  <a:pt x="3060488" y="152072"/>
                </a:cubicBezTo>
                <a:cubicBezTo>
                  <a:pt x="3060488" y="145678"/>
                  <a:pt x="3057499" y="140682"/>
                  <a:pt x="3051718" y="135899"/>
                </a:cubicBezTo>
                <a:cubicBezTo>
                  <a:pt x="3043946" y="129522"/>
                  <a:pt x="3029998" y="129325"/>
                  <a:pt x="3022625" y="129325"/>
                </a:cubicBezTo>
                <a:cubicBezTo>
                  <a:pt x="3019037" y="129325"/>
                  <a:pt x="3014056" y="129723"/>
                  <a:pt x="3009273" y="130319"/>
                </a:cubicBezTo>
                <a:cubicBezTo>
                  <a:pt x="3006284" y="130520"/>
                  <a:pt x="3004289" y="130720"/>
                  <a:pt x="3003295" y="130720"/>
                </a:cubicBezTo>
                <a:cubicBezTo>
                  <a:pt x="2997514" y="130720"/>
                  <a:pt x="2990539" y="127935"/>
                  <a:pt x="2990539" y="119394"/>
                </a:cubicBezTo>
                <a:cubicBezTo>
                  <a:pt x="2990539" y="115423"/>
                  <a:pt x="2991737" y="111248"/>
                  <a:pt x="2994127" y="107860"/>
                </a:cubicBezTo>
                <a:cubicBezTo>
                  <a:pt x="2998910" y="110649"/>
                  <a:pt x="3004490" y="112044"/>
                  <a:pt x="3012262" y="112044"/>
                </a:cubicBezTo>
                <a:cubicBezTo>
                  <a:pt x="3029798" y="112044"/>
                  <a:pt x="3045938" y="101076"/>
                  <a:pt x="3045938" y="81509"/>
                </a:cubicBezTo>
                <a:cubicBezTo>
                  <a:pt x="3045938" y="72126"/>
                  <a:pt x="3043149" y="66735"/>
                  <a:pt x="3037369" y="60744"/>
                </a:cubicBezTo>
                <a:cubicBezTo>
                  <a:pt x="3038765" y="58747"/>
                  <a:pt x="3042751" y="55955"/>
                  <a:pt x="3045342" y="55955"/>
                </a:cubicBezTo>
                <a:cubicBezTo>
                  <a:pt x="3046738" y="55955"/>
                  <a:pt x="3048130" y="56554"/>
                  <a:pt x="3049328" y="58348"/>
                </a:cubicBezTo>
                <a:cubicBezTo>
                  <a:pt x="3050125" y="59945"/>
                  <a:pt x="3052716" y="61942"/>
                  <a:pt x="3054908" y="61942"/>
                </a:cubicBezTo>
                <a:close/>
                <a:moveTo>
                  <a:pt x="3156156" y="139727"/>
                </a:moveTo>
                <a:cubicBezTo>
                  <a:pt x="3158147" y="139131"/>
                  <a:pt x="3160340" y="139131"/>
                  <a:pt x="3162331" y="139131"/>
                </a:cubicBezTo>
                <a:cubicBezTo>
                  <a:pt x="3164326" y="139131"/>
                  <a:pt x="3166518" y="139131"/>
                  <a:pt x="3168312" y="139727"/>
                </a:cubicBezTo>
                <a:cubicBezTo>
                  <a:pt x="3178672" y="110664"/>
                  <a:pt x="3191030" y="82394"/>
                  <a:pt x="3203980" y="53127"/>
                </a:cubicBezTo>
                <a:cubicBezTo>
                  <a:pt x="3202189" y="53726"/>
                  <a:pt x="3198400" y="53726"/>
                  <a:pt x="3196409" y="53726"/>
                </a:cubicBezTo>
                <a:cubicBezTo>
                  <a:pt x="3194417" y="53726"/>
                  <a:pt x="3191428" y="53726"/>
                  <a:pt x="3189634" y="53127"/>
                </a:cubicBezTo>
                <a:cubicBezTo>
                  <a:pt x="3181582" y="75626"/>
                  <a:pt x="3174649" y="101663"/>
                  <a:pt x="3165482" y="121176"/>
                </a:cubicBezTo>
                <a:lnTo>
                  <a:pt x="3165083" y="121176"/>
                </a:lnTo>
                <a:cubicBezTo>
                  <a:pt x="3155119" y="98401"/>
                  <a:pt x="3148624" y="75942"/>
                  <a:pt x="3141408" y="53127"/>
                </a:cubicBezTo>
                <a:cubicBezTo>
                  <a:pt x="3138818" y="53726"/>
                  <a:pt x="3134235" y="53726"/>
                  <a:pt x="3131444" y="53726"/>
                </a:cubicBezTo>
                <a:cubicBezTo>
                  <a:pt x="3128257" y="53726"/>
                  <a:pt x="3123076" y="53726"/>
                  <a:pt x="3119886" y="53127"/>
                </a:cubicBezTo>
                <a:cubicBezTo>
                  <a:pt x="3133238" y="82394"/>
                  <a:pt x="3144996" y="110664"/>
                  <a:pt x="3156156" y="139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Text 𝑦">
            <a:extLst xmlns:a="http://schemas.openxmlformats.org/drawingml/2006/main">
              <a:ext uri="{FF2B5EF4-FFF2-40B4-BE49-F238E27FC236}">
                <a16:creationId xmlns:a16="http://schemas.microsoft.com/office/drawing/2014/main" id="{66898CA8-EB1A-48BD-A73C-D37C6BA7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430" y="4371323"/>
            <a:ext cx="97465" cy="139941"/>
          </a:xfrm>
          <a:custGeom xmlns:a="http://schemas.openxmlformats.org/drawingml/2006/main">
            <a:pathLst>
              <a:path w="97465" h="139941">
                <a:moveTo>
                  <a:pt x="76891" y="17038"/>
                </a:moveTo>
                <a:lnTo>
                  <a:pt x="65878" y="67505"/>
                </a:lnTo>
                <a:cubicBezTo>
                  <a:pt x="62967" y="70413"/>
                  <a:pt x="49462" y="81835"/>
                  <a:pt x="38446" y="81835"/>
                </a:cubicBezTo>
                <a:cubicBezTo>
                  <a:pt x="33458" y="81835"/>
                  <a:pt x="27848" y="81835"/>
                  <a:pt x="27848" y="70619"/>
                </a:cubicBezTo>
                <a:cubicBezTo>
                  <a:pt x="27848" y="68127"/>
                  <a:pt x="28679" y="65219"/>
                  <a:pt x="29304" y="61899"/>
                </a:cubicBezTo>
                <a:lnTo>
                  <a:pt x="37409" y="25968"/>
                </a:lnTo>
                <a:cubicBezTo>
                  <a:pt x="39692" y="19321"/>
                  <a:pt x="43228" y="10807"/>
                  <a:pt x="43228" y="6856"/>
                </a:cubicBezTo>
                <a:cubicBezTo>
                  <a:pt x="43228" y="2908"/>
                  <a:pt x="41978" y="0"/>
                  <a:pt x="35122" y="0"/>
                </a:cubicBezTo>
                <a:cubicBezTo>
                  <a:pt x="23900" y="0"/>
                  <a:pt x="10598" y="7065"/>
                  <a:pt x="0" y="19321"/>
                </a:cubicBezTo>
                <a:cubicBezTo>
                  <a:pt x="625" y="21192"/>
                  <a:pt x="1871" y="22854"/>
                  <a:pt x="4779" y="22854"/>
                </a:cubicBezTo>
                <a:cubicBezTo>
                  <a:pt x="10807" y="16623"/>
                  <a:pt x="18081" y="13505"/>
                  <a:pt x="20368" y="13505"/>
                </a:cubicBezTo>
                <a:cubicBezTo>
                  <a:pt x="21820" y="13505"/>
                  <a:pt x="22445" y="14546"/>
                  <a:pt x="22445" y="17038"/>
                </a:cubicBezTo>
                <a:cubicBezTo>
                  <a:pt x="22445" y="18906"/>
                  <a:pt x="20989" y="22438"/>
                  <a:pt x="19534" y="27839"/>
                </a:cubicBezTo>
                <a:lnTo>
                  <a:pt x="11222" y="65013"/>
                </a:lnTo>
                <a:cubicBezTo>
                  <a:pt x="10598" y="68336"/>
                  <a:pt x="9767" y="71865"/>
                  <a:pt x="9767" y="74982"/>
                </a:cubicBezTo>
                <a:cubicBezTo>
                  <a:pt x="9767" y="85368"/>
                  <a:pt x="13093" y="93264"/>
                  <a:pt x="29925" y="93264"/>
                </a:cubicBezTo>
                <a:cubicBezTo>
                  <a:pt x="39070" y="93264"/>
                  <a:pt x="49668" y="90356"/>
                  <a:pt x="64632" y="77890"/>
                </a:cubicBezTo>
                <a:cubicBezTo>
                  <a:pt x="59229" y="114005"/>
                  <a:pt x="49877" y="132461"/>
                  <a:pt x="30134" y="132461"/>
                </a:cubicBezTo>
                <a:cubicBezTo>
                  <a:pt x="16001" y="132461"/>
                  <a:pt x="20989" y="121470"/>
                  <a:pt x="9767" y="121470"/>
                </a:cubicBezTo>
                <a:cubicBezTo>
                  <a:pt x="7274" y="121470"/>
                  <a:pt x="1246" y="124375"/>
                  <a:pt x="1246" y="129559"/>
                </a:cubicBezTo>
                <a:cubicBezTo>
                  <a:pt x="1246" y="138280"/>
                  <a:pt x="19118" y="139941"/>
                  <a:pt x="27433" y="139941"/>
                </a:cubicBezTo>
                <a:cubicBezTo>
                  <a:pt x="35538" y="139941"/>
                  <a:pt x="45720" y="137658"/>
                  <a:pt x="56112" y="127485"/>
                </a:cubicBezTo>
                <a:cubicBezTo>
                  <a:pt x="69205" y="114833"/>
                  <a:pt x="74399" y="106953"/>
                  <a:pt x="83126" y="70204"/>
                </a:cubicBezTo>
                <a:lnTo>
                  <a:pt x="94557" y="18075"/>
                </a:lnTo>
                <a:cubicBezTo>
                  <a:pt x="95388" y="14336"/>
                  <a:pt x="97465" y="8105"/>
                  <a:pt x="97465" y="5610"/>
                </a:cubicBezTo>
                <a:cubicBezTo>
                  <a:pt x="97465" y="2077"/>
                  <a:pt x="95182" y="0"/>
                  <a:pt x="87698" y="0"/>
                </a:cubicBezTo>
                <a:cubicBezTo>
                  <a:pt x="78972" y="0"/>
                  <a:pt x="78762" y="9142"/>
                  <a:pt x="76891" y="170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Text .W">
            <a:extLst xmlns:a="http://schemas.openxmlformats.org/drawingml/2006/main">
              <a:ext uri="{FF2B5EF4-FFF2-40B4-BE49-F238E27FC236}">
                <a16:creationId xmlns:a16="http://schemas.microsoft.com/office/drawing/2014/main" id="{A62E1B9E-4D15-49CE-9EF9-A3501821E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581" y="4333534"/>
            <a:ext cx="271016" cy="131359"/>
          </a:xfrm>
          <a:custGeom xmlns:a="http://schemas.openxmlformats.org/drawingml/2006/main">
            <a:pathLst>
              <a:path w="271016" h="131359">
                <a:moveTo>
                  <a:pt x="0" y="120409"/>
                </a:moveTo>
                <a:cubicBezTo>
                  <a:pt x="0" y="126190"/>
                  <a:pt x="4783" y="130970"/>
                  <a:pt x="10560" y="130970"/>
                </a:cubicBezTo>
                <a:cubicBezTo>
                  <a:pt x="16341" y="130970"/>
                  <a:pt x="21124" y="126190"/>
                  <a:pt x="21124" y="120409"/>
                </a:cubicBezTo>
                <a:cubicBezTo>
                  <a:pt x="21124" y="114632"/>
                  <a:pt x="16341" y="109849"/>
                  <a:pt x="10560" y="109849"/>
                </a:cubicBezTo>
                <a:cubicBezTo>
                  <a:pt x="4783" y="109849"/>
                  <a:pt x="0" y="114632"/>
                  <a:pt x="0" y="120409"/>
                </a:cubicBezTo>
                <a:close/>
                <a:moveTo>
                  <a:pt x="243716" y="16344"/>
                </a:moveTo>
                <a:lnTo>
                  <a:pt x="212628" y="102855"/>
                </a:lnTo>
                <a:lnTo>
                  <a:pt x="212032" y="102658"/>
                </a:lnTo>
                <a:lnTo>
                  <a:pt x="184531" y="18539"/>
                </a:lnTo>
                <a:cubicBezTo>
                  <a:pt x="181141" y="7775"/>
                  <a:pt x="188116" y="7176"/>
                  <a:pt x="194891" y="6577"/>
                </a:cubicBezTo>
                <a:cubicBezTo>
                  <a:pt x="196089" y="5382"/>
                  <a:pt x="196089" y="1198"/>
                  <a:pt x="194891" y="0"/>
                </a:cubicBezTo>
                <a:cubicBezTo>
                  <a:pt x="186721" y="201"/>
                  <a:pt x="177954" y="401"/>
                  <a:pt x="169982" y="401"/>
                </a:cubicBezTo>
                <a:cubicBezTo>
                  <a:pt x="163408" y="401"/>
                  <a:pt x="156432" y="201"/>
                  <a:pt x="150056" y="0"/>
                </a:cubicBezTo>
                <a:cubicBezTo>
                  <a:pt x="148861" y="1198"/>
                  <a:pt x="148861" y="5382"/>
                  <a:pt x="150056" y="6577"/>
                </a:cubicBezTo>
                <a:cubicBezTo>
                  <a:pt x="160616" y="7176"/>
                  <a:pt x="165001" y="13355"/>
                  <a:pt x="166795" y="18539"/>
                </a:cubicBezTo>
                <a:lnTo>
                  <a:pt x="171377" y="31693"/>
                </a:lnTo>
                <a:cubicBezTo>
                  <a:pt x="172174" y="34086"/>
                  <a:pt x="172773" y="36078"/>
                  <a:pt x="172773" y="37872"/>
                </a:cubicBezTo>
                <a:cubicBezTo>
                  <a:pt x="172773" y="39867"/>
                  <a:pt x="172572" y="41460"/>
                  <a:pt x="170979" y="44851"/>
                </a:cubicBezTo>
                <a:lnTo>
                  <a:pt x="145273" y="103254"/>
                </a:lnTo>
                <a:lnTo>
                  <a:pt x="144275" y="103056"/>
                </a:lnTo>
                <a:lnTo>
                  <a:pt x="115182" y="14951"/>
                </a:lnTo>
                <a:cubicBezTo>
                  <a:pt x="112792" y="7973"/>
                  <a:pt x="118171" y="6975"/>
                  <a:pt x="125146" y="6577"/>
                </a:cubicBezTo>
                <a:cubicBezTo>
                  <a:pt x="126341" y="5382"/>
                  <a:pt x="126341" y="1198"/>
                  <a:pt x="125146" y="0"/>
                </a:cubicBezTo>
                <a:cubicBezTo>
                  <a:pt x="118569" y="201"/>
                  <a:pt x="109800" y="401"/>
                  <a:pt x="102031" y="401"/>
                </a:cubicBezTo>
                <a:cubicBezTo>
                  <a:pt x="95055" y="401"/>
                  <a:pt x="89275" y="201"/>
                  <a:pt x="83498" y="0"/>
                </a:cubicBezTo>
                <a:cubicBezTo>
                  <a:pt x="82303" y="1198"/>
                  <a:pt x="82303" y="5382"/>
                  <a:pt x="83498" y="6577"/>
                </a:cubicBezTo>
                <a:cubicBezTo>
                  <a:pt x="92465" y="7176"/>
                  <a:pt x="93860" y="7374"/>
                  <a:pt x="97646" y="18138"/>
                </a:cubicBezTo>
                <a:lnTo>
                  <a:pt x="135111" y="125980"/>
                </a:lnTo>
                <a:cubicBezTo>
                  <a:pt x="136105" y="129167"/>
                  <a:pt x="137300" y="131359"/>
                  <a:pt x="139492" y="131359"/>
                </a:cubicBezTo>
                <a:cubicBezTo>
                  <a:pt x="142083" y="131359"/>
                  <a:pt x="143281" y="129367"/>
                  <a:pt x="144674" y="125980"/>
                </a:cubicBezTo>
                <a:lnTo>
                  <a:pt x="174366" y="59203"/>
                </a:lnTo>
                <a:cubicBezTo>
                  <a:pt x="176160" y="55216"/>
                  <a:pt x="176759" y="54219"/>
                  <a:pt x="177754" y="54219"/>
                </a:cubicBezTo>
                <a:cubicBezTo>
                  <a:pt x="178550" y="54219"/>
                  <a:pt x="179350" y="56411"/>
                  <a:pt x="180545" y="59799"/>
                </a:cubicBezTo>
                <a:lnTo>
                  <a:pt x="203460" y="125980"/>
                </a:lnTo>
                <a:cubicBezTo>
                  <a:pt x="204658" y="129367"/>
                  <a:pt x="205652" y="131359"/>
                  <a:pt x="208045" y="131359"/>
                </a:cubicBezTo>
                <a:cubicBezTo>
                  <a:pt x="210238" y="131359"/>
                  <a:pt x="211630" y="129167"/>
                  <a:pt x="212628" y="126178"/>
                </a:cubicBezTo>
                <a:lnTo>
                  <a:pt x="252683" y="18737"/>
                </a:lnTo>
                <a:cubicBezTo>
                  <a:pt x="255274" y="11761"/>
                  <a:pt x="258862" y="7176"/>
                  <a:pt x="269821" y="6577"/>
                </a:cubicBezTo>
                <a:cubicBezTo>
                  <a:pt x="271016" y="5382"/>
                  <a:pt x="271016" y="1198"/>
                  <a:pt x="269821" y="0"/>
                </a:cubicBezTo>
                <a:cubicBezTo>
                  <a:pt x="264040" y="201"/>
                  <a:pt x="257664" y="401"/>
                  <a:pt x="252482" y="401"/>
                </a:cubicBezTo>
                <a:cubicBezTo>
                  <a:pt x="247301" y="401"/>
                  <a:pt x="238535" y="201"/>
                  <a:pt x="230562" y="0"/>
                </a:cubicBezTo>
                <a:cubicBezTo>
                  <a:pt x="229367" y="1198"/>
                  <a:pt x="229367" y="5382"/>
                  <a:pt x="230562" y="6577"/>
                </a:cubicBezTo>
                <a:cubicBezTo>
                  <a:pt x="238732" y="7176"/>
                  <a:pt x="246705" y="7775"/>
                  <a:pt x="243716" y="163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Text eomittherestoftheroundsaf">
            <a:extLst xmlns:a="http://schemas.openxmlformats.org/drawingml/2006/main">
              <a:ext uri="{FF2B5EF4-FFF2-40B4-BE49-F238E27FC236}">
                <a16:creationId xmlns:a16="http://schemas.microsoft.com/office/drawing/2014/main" id="{B8FF2587-4F16-409A-8167-5E3F220F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7824" y="4323414"/>
            <a:ext cx="2523435" cy="141688"/>
          </a:xfrm>
          <a:custGeom xmlns:a="http://schemas.openxmlformats.org/drawingml/2006/main">
            <a:pathLst>
              <a:path w="2523435" h="141688">
                <a:moveTo>
                  <a:pt x="17338" y="82939"/>
                </a:moveTo>
                <a:cubicBezTo>
                  <a:pt x="21124" y="60516"/>
                  <a:pt x="35075" y="58731"/>
                  <a:pt x="39858" y="58731"/>
                </a:cubicBezTo>
                <a:cubicBezTo>
                  <a:pt x="47429" y="58731"/>
                  <a:pt x="56396" y="62900"/>
                  <a:pt x="56396" y="79566"/>
                </a:cubicBezTo>
                <a:cubicBezTo>
                  <a:pt x="56396" y="81351"/>
                  <a:pt x="55599" y="82346"/>
                  <a:pt x="53407" y="82346"/>
                </a:cubicBezTo>
                <a:lnTo>
                  <a:pt x="17338" y="82939"/>
                </a:lnTo>
                <a:moveTo>
                  <a:pt x="69547" y="120573"/>
                </a:moveTo>
                <a:cubicBezTo>
                  <a:pt x="62177" y="128142"/>
                  <a:pt x="56396" y="131325"/>
                  <a:pt x="44838" y="131325"/>
                </a:cubicBezTo>
                <a:cubicBezTo>
                  <a:pt x="37665" y="131325"/>
                  <a:pt x="29294" y="127144"/>
                  <a:pt x="23119" y="116992"/>
                </a:cubicBezTo>
                <a:cubicBezTo>
                  <a:pt x="19132" y="110421"/>
                  <a:pt x="16739" y="101262"/>
                  <a:pt x="16739" y="89713"/>
                </a:cubicBezTo>
                <a:lnTo>
                  <a:pt x="69748" y="90112"/>
                </a:lnTo>
                <a:cubicBezTo>
                  <a:pt x="72138" y="90112"/>
                  <a:pt x="73534" y="88917"/>
                  <a:pt x="73534" y="86724"/>
                </a:cubicBezTo>
                <a:cubicBezTo>
                  <a:pt x="73534" y="70043"/>
                  <a:pt x="67556" y="52154"/>
                  <a:pt x="39858" y="52154"/>
                </a:cubicBezTo>
                <a:cubicBezTo>
                  <a:pt x="22520" y="52154"/>
                  <a:pt x="0" y="68653"/>
                  <a:pt x="0" y="98872"/>
                </a:cubicBezTo>
                <a:cubicBezTo>
                  <a:pt x="0" y="110022"/>
                  <a:pt x="2791" y="120774"/>
                  <a:pt x="9368" y="128339"/>
                </a:cubicBezTo>
                <a:cubicBezTo>
                  <a:pt x="16143" y="136309"/>
                  <a:pt x="25509" y="141089"/>
                  <a:pt x="39858" y="141089"/>
                </a:cubicBezTo>
                <a:cubicBezTo>
                  <a:pt x="55000" y="141089"/>
                  <a:pt x="65762" y="134117"/>
                  <a:pt x="73734" y="123760"/>
                </a:cubicBezTo>
                <a:cubicBezTo>
                  <a:pt x="73135" y="121768"/>
                  <a:pt x="71940" y="120774"/>
                  <a:pt x="69547" y="120573"/>
                </a:cubicBezTo>
                <a:close/>
                <a:moveTo>
                  <a:pt x="139692" y="98224"/>
                </a:moveTo>
                <a:cubicBezTo>
                  <a:pt x="139692" y="118564"/>
                  <a:pt x="153244" y="141089"/>
                  <a:pt x="181541" y="141089"/>
                </a:cubicBezTo>
                <a:cubicBezTo>
                  <a:pt x="194294" y="141089"/>
                  <a:pt x="204061" y="136507"/>
                  <a:pt x="210835" y="129930"/>
                </a:cubicBezTo>
                <a:cubicBezTo>
                  <a:pt x="219802" y="121154"/>
                  <a:pt x="223789" y="108593"/>
                  <a:pt x="223789" y="96430"/>
                </a:cubicBezTo>
                <a:cubicBezTo>
                  <a:pt x="223789" y="75693"/>
                  <a:pt x="212429" y="51571"/>
                  <a:pt x="181939" y="51571"/>
                </a:cubicBezTo>
                <a:cubicBezTo>
                  <a:pt x="168788" y="51571"/>
                  <a:pt x="158027" y="56953"/>
                  <a:pt x="150654" y="65524"/>
                </a:cubicBezTo>
                <a:cubicBezTo>
                  <a:pt x="143480" y="74099"/>
                  <a:pt x="139692" y="85663"/>
                  <a:pt x="139692" y="98224"/>
                </a:cubicBezTo>
                <a:moveTo>
                  <a:pt x="178950" y="58546"/>
                </a:moveTo>
                <a:cubicBezTo>
                  <a:pt x="196088" y="58546"/>
                  <a:pt x="206651" y="74099"/>
                  <a:pt x="206651" y="102813"/>
                </a:cubicBezTo>
                <a:cubicBezTo>
                  <a:pt x="206651" y="127935"/>
                  <a:pt x="193698" y="134117"/>
                  <a:pt x="184332" y="134117"/>
                </a:cubicBezTo>
                <a:cubicBezTo>
                  <a:pt x="163607" y="134117"/>
                  <a:pt x="156832" y="108991"/>
                  <a:pt x="156832" y="93639"/>
                </a:cubicBezTo>
                <a:cubicBezTo>
                  <a:pt x="156832" y="76292"/>
                  <a:pt x="161016" y="58546"/>
                  <a:pt x="178950" y="58546"/>
                </a:cubicBezTo>
                <a:close/>
                <a:moveTo>
                  <a:pt x="265836" y="67720"/>
                </a:moveTo>
                <a:cubicBezTo>
                  <a:pt x="265636" y="61736"/>
                  <a:pt x="265237" y="54563"/>
                  <a:pt x="264240" y="52568"/>
                </a:cubicBezTo>
                <a:cubicBezTo>
                  <a:pt x="263842" y="51571"/>
                  <a:pt x="263443" y="50975"/>
                  <a:pt x="261850" y="50975"/>
                </a:cubicBezTo>
                <a:cubicBezTo>
                  <a:pt x="256270" y="53167"/>
                  <a:pt x="251089" y="54961"/>
                  <a:pt x="237339" y="56752"/>
                </a:cubicBezTo>
                <a:cubicBezTo>
                  <a:pt x="236940" y="57950"/>
                  <a:pt x="237339" y="61137"/>
                  <a:pt x="237737" y="62335"/>
                </a:cubicBezTo>
                <a:cubicBezTo>
                  <a:pt x="248498" y="63332"/>
                  <a:pt x="250691" y="64329"/>
                  <a:pt x="250691" y="75899"/>
                </a:cubicBezTo>
                <a:lnTo>
                  <a:pt x="250691" y="114802"/>
                </a:lnTo>
                <a:cubicBezTo>
                  <a:pt x="250691" y="131161"/>
                  <a:pt x="248100" y="132159"/>
                  <a:pt x="237138" y="132958"/>
                </a:cubicBezTo>
                <a:cubicBezTo>
                  <a:pt x="235943" y="134153"/>
                  <a:pt x="235943" y="138337"/>
                  <a:pt x="237138" y="139532"/>
                </a:cubicBezTo>
                <a:cubicBezTo>
                  <a:pt x="243119" y="139335"/>
                  <a:pt x="250691" y="139134"/>
                  <a:pt x="258660" y="139134"/>
                </a:cubicBezTo>
                <a:cubicBezTo>
                  <a:pt x="266633" y="139134"/>
                  <a:pt x="272809" y="139335"/>
                  <a:pt x="278787" y="139532"/>
                </a:cubicBezTo>
                <a:cubicBezTo>
                  <a:pt x="279985" y="138337"/>
                  <a:pt x="279985" y="134153"/>
                  <a:pt x="278787" y="132958"/>
                </a:cubicBezTo>
                <a:cubicBezTo>
                  <a:pt x="268625" y="131961"/>
                  <a:pt x="266432" y="131161"/>
                  <a:pt x="266432" y="114802"/>
                </a:cubicBezTo>
                <a:lnTo>
                  <a:pt x="266432" y="82084"/>
                </a:lnTo>
                <a:cubicBezTo>
                  <a:pt x="266432" y="77894"/>
                  <a:pt x="268226" y="75501"/>
                  <a:pt x="269820" y="73707"/>
                </a:cubicBezTo>
                <a:cubicBezTo>
                  <a:pt x="277792" y="65926"/>
                  <a:pt x="285166" y="61933"/>
                  <a:pt x="291342" y="61933"/>
                </a:cubicBezTo>
                <a:cubicBezTo>
                  <a:pt x="298916" y="61933"/>
                  <a:pt x="304496" y="66722"/>
                  <a:pt x="304496" y="80089"/>
                </a:cubicBezTo>
                <a:lnTo>
                  <a:pt x="304496" y="114802"/>
                </a:lnTo>
                <a:cubicBezTo>
                  <a:pt x="304496" y="131161"/>
                  <a:pt x="302900" y="132159"/>
                  <a:pt x="292139" y="132958"/>
                </a:cubicBezTo>
                <a:cubicBezTo>
                  <a:pt x="291144" y="134153"/>
                  <a:pt x="291144" y="138337"/>
                  <a:pt x="292139" y="139532"/>
                </a:cubicBezTo>
                <a:cubicBezTo>
                  <a:pt x="297122" y="139335"/>
                  <a:pt x="304496" y="139134"/>
                  <a:pt x="312466" y="139134"/>
                </a:cubicBezTo>
                <a:cubicBezTo>
                  <a:pt x="320439" y="139134"/>
                  <a:pt x="327013" y="139335"/>
                  <a:pt x="331996" y="139532"/>
                </a:cubicBezTo>
                <a:cubicBezTo>
                  <a:pt x="332991" y="138337"/>
                  <a:pt x="332991" y="134153"/>
                  <a:pt x="331996" y="132958"/>
                </a:cubicBezTo>
                <a:cubicBezTo>
                  <a:pt x="322032" y="132159"/>
                  <a:pt x="320238" y="131161"/>
                  <a:pt x="320238" y="114802"/>
                </a:cubicBezTo>
                <a:lnTo>
                  <a:pt x="320238" y="83081"/>
                </a:lnTo>
                <a:cubicBezTo>
                  <a:pt x="320238" y="80290"/>
                  <a:pt x="320238" y="77496"/>
                  <a:pt x="320037" y="75103"/>
                </a:cubicBezTo>
                <a:cubicBezTo>
                  <a:pt x="329603" y="64527"/>
                  <a:pt x="338570" y="61933"/>
                  <a:pt x="346342" y="61933"/>
                </a:cubicBezTo>
                <a:cubicBezTo>
                  <a:pt x="353917" y="61933"/>
                  <a:pt x="358298" y="66324"/>
                  <a:pt x="358298" y="79691"/>
                </a:cubicBezTo>
                <a:lnTo>
                  <a:pt x="358298" y="114802"/>
                </a:lnTo>
                <a:cubicBezTo>
                  <a:pt x="358298" y="131161"/>
                  <a:pt x="356307" y="132159"/>
                  <a:pt x="345944" y="132958"/>
                </a:cubicBezTo>
                <a:cubicBezTo>
                  <a:pt x="344947" y="134153"/>
                  <a:pt x="344947" y="138337"/>
                  <a:pt x="345944" y="139532"/>
                </a:cubicBezTo>
                <a:cubicBezTo>
                  <a:pt x="350928" y="139335"/>
                  <a:pt x="358298" y="139134"/>
                  <a:pt x="366271" y="139134"/>
                </a:cubicBezTo>
                <a:cubicBezTo>
                  <a:pt x="374241" y="139134"/>
                  <a:pt x="381216" y="139335"/>
                  <a:pt x="386796" y="139532"/>
                </a:cubicBezTo>
                <a:cubicBezTo>
                  <a:pt x="387793" y="138337"/>
                  <a:pt x="387793" y="134153"/>
                  <a:pt x="386796" y="132958"/>
                </a:cubicBezTo>
                <a:cubicBezTo>
                  <a:pt x="375837" y="132159"/>
                  <a:pt x="374043" y="131161"/>
                  <a:pt x="374043" y="114802"/>
                </a:cubicBezTo>
                <a:lnTo>
                  <a:pt x="374043" y="83282"/>
                </a:lnTo>
                <a:cubicBezTo>
                  <a:pt x="374043" y="65527"/>
                  <a:pt x="371054" y="51571"/>
                  <a:pt x="353518" y="51571"/>
                </a:cubicBezTo>
                <a:cubicBezTo>
                  <a:pt x="343353" y="51571"/>
                  <a:pt x="330999" y="55359"/>
                  <a:pt x="320636" y="66324"/>
                </a:cubicBezTo>
                <a:cubicBezTo>
                  <a:pt x="320037" y="66923"/>
                  <a:pt x="318842" y="67920"/>
                  <a:pt x="318444" y="66123"/>
                </a:cubicBezTo>
                <a:cubicBezTo>
                  <a:pt x="316650" y="57950"/>
                  <a:pt x="308878" y="51571"/>
                  <a:pt x="298518" y="51571"/>
                </a:cubicBezTo>
                <a:cubicBezTo>
                  <a:pt x="286957" y="51571"/>
                  <a:pt x="276597" y="58348"/>
                  <a:pt x="268226" y="67720"/>
                </a:cubicBezTo>
                <a:cubicBezTo>
                  <a:pt x="267229" y="68717"/>
                  <a:pt x="266034" y="70116"/>
                  <a:pt x="265836" y="67720"/>
                </a:cubicBezTo>
                <a:close/>
                <a:moveTo>
                  <a:pt x="407322" y="19686"/>
                </a:moveTo>
                <a:cubicBezTo>
                  <a:pt x="407322" y="24867"/>
                  <a:pt x="412105" y="30048"/>
                  <a:pt x="416885" y="30048"/>
                </a:cubicBezTo>
                <a:cubicBezTo>
                  <a:pt x="422465" y="30048"/>
                  <a:pt x="427248" y="24669"/>
                  <a:pt x="427248" y="20482"/>
                </a:cubicBezTo>
                <a:cubicBezTo>
                  <a:pt x="427248" y="15702"/>
                  <a:pt x="423064" y="10119"/>
                  <a:pt x="417685" y="10119"/>
                </a:cubicBezTo>
                <a:cubicBezTo>
                  <a:pt x="412902" y="10119"/>
                  <a:pt x="407322" y="14903"/>
                  <a:pt x="407322" y="19686"/>
                </a:cubicBezTo>
                <a:moveTo>
                  <a:pt x="425457" y="114820"/>
                </a:moveTo>
                <a:lnTo>
                  <a:pt x="425457" y="75160"/>
                </a:lnTo>
                <a:cubicBezTo>
                  <a:pt x="425457" y="65196"/>
                  <a:pt x="426254" y="52398"/>
                  <a:pt x="426254" y="52398"/>
                </a:cubicBezTo>
                <a:cubicBezTo>
                  <a:pt x="426254" y="51592"/>
                  <a:pt x="425256" y="50987"/>
                  <a:pt x="423663" y="50987"/>
                </a:cubicBezTo>
                <a:cubicBezTo>
                  <a:pt x="418083" y="53203"/>
                  <a:pt x="410111" y="55016"/>
                  <a:pt x="396360" y="56825"/>
                </a:cubicBezTo>
                <a:cubicBezTo>
                  <a:pt x="395962" y="58023"/>
                  <a:pt x="396360" y="61210"/>
                  <a:pt x="396759" y="62408"/>
                </a:cubicBezTo>
                <a:cubicBezTo>
                  <a:pt x="407721" y="63402"/>
                  <a:pt x="409712" y="64600"/>
                  <a:pt x="409712" y="75960"/>
                </a:cubicBezTo>
                <a:lnTo>
                  <a:pt x="409712" y="114820"/>
                </a:lnTo>
                <a:cubicBezTo>
                  <a:pt x="409712" y="131362"/>
                  <a:pt x="407520" y="131961"/>
                  <a:pt x="395366" y="132958"/>
                </a:cubicBezTo>
                <a:cubicBezTo>
                  <a:pt x="394168" y="134153"/>
                  <a:pt x="394168" y="138337"/>
                  <a:pt x="395366" y="139532"/>
                </a:cubicBezTo>
                <a:cubicBezTo>
                  <a:pt x="401940" y="139335"/>
                  <a:pt x="409712" y="139134"/>
                  <a:pt x="417685" y="139134"/>
                </a:cubicBezTo>
                <a:cubicBezTo>
                  <a:pt x="425655" y="139134"/>
                  <a:pt x="433226" y="139335"/>
                  <a:pt x="439803" y="139532"/>
                </a:cubicBezTo>
                <a:cubicBezTo>
                  <a:pt x="440998" y="138337"/>
                  <a:pt x="440998" y="134153"/>
                  <a:pt x="439803" y="132958"/>
                </a:cubicBezTo>
                <a:cubicBezTo>
                  <a:pt x="427646" y="132162"/>
                  <a:pt x="425457" y="131362"/>
                  <a:pt x="425457" y="114820"/>
                </a:cubicBezTo>
                <a:close/>
                <a:moveTo>
                  <a:pt x="451961" y="53711"/>
                </a:moveTo>
                <a:cubicBezTo>
                  <a:pt x="449169" y="53711"/>
                  <a:pt x="448373" y="56104"/>
                  <a:pt x="448373" y="57698"/>
                </a:cubicBezTo>
                <a:lnTo>
                  <a:pt x="448373" y="60288"/>
                </a:lnTo>
                <a:cubicBezTo>
                  <a:pt x="448373" y="61286"/>
                  <a:pt x="448570" y="61483"/>
                  <a:pt x="449370" y="61483"/>
                </a:cubicBezTo>
                <a:lnTo>
                  <a:pt x="461125" y="61483"/>
                </a:lnTo>
                <a:lnTo>
                  <a:pt x="461125" y="121376"/>
                </a:lnTo>
                <a:cubicBezTo>
                  <a:pt x="461125" y="135509"/>
                  <a:pt x="467304" y="141089"/>
                  <a:pt x="476469" y="141089"/>
                </a:cubicBezTo>
                <a:cubicBezTo>
                  <a:pt x="485637" y="141089"/>
                  <a:pt x="495601" y="136708"/>
                  <a:pt x="503373" y="127941"/>
                </a:cubicBezTo>
                <a:cubicBezTo>
                  <a:pt x="502975" y="125953"/>
                  <a:pt x="501780" y="124758"/>
                  <a:pt x="499785" y="124560"/>
                </a:cubicBezTo>
                <a:cubicBezTo>
                  <a:pt x="494604" y="128540"/>
                  <a:pt x="488626" y="130130"/>
                  <a:pt x="483444" y="130130"/>
                </a:cubicBezTo>
                <a:cubicBezTo>
                  <a:pt x="478065" y="130130"/>
                  <a:pt x="476870" y="124162"/>
                  <a:pt x="476870" y="111825"/>
                </a:cubicBezTo>
                <a:lnTo>
                  <a:pt x="476870" y="61483"/>
                </a:lnTo>
                <a:lnTo>
                  <a:pt x="497593" y="61483"/>
                </a:lnTo>
                <a:cubicBezTo>
                  <a:pt x="499587" y="61483"/>
                  <a:pt x="502376" y="60687"/>
                  <a:pt x="502376" y="58893"/>
                </a:cubicBezTo>
                <a:lnTo>
                  <a:pt x="502376" y="54909"/>
                </a:lnTo>
                <a:cubicBezTo>
                  <a:pt x="502376" y="54113"/>
                  <a:pt x="501780" y="53711"/>
                  <a:pt x="500782" y="53711"/>
                </a:cubicBezTo>
                <a:lnTo>
                  <a:pt x="476870" y="53711"/>
                </a:lnTo>
                <a:lnTo>
                  <a:pt x="476870" y="45942"/>
                </a:lnTo>
                <a:cubicBezTo>
                  <a:pt x="476870" y="32989"/>
                  <a:pt x="477667" y="25016"/>
                  <a:pt x="477667" y="25016"/>
                </a:cubicBezTo>
                <a:cubicBezTo>
                  <a:pt x="477667" y="23821"/>
                  <a:pt x="477068" y="23222"/>
                  <a:pt x="476070" y="23222"/>
                </a:cubicBezTo>
                <a:cubicBezTo>
                  <a:pt x="475274" y="23222"/>
                  <a:pt x="473480" y="24022"/>
                  <a:pt x="471689" y="25016"/>
                </a:cubicBezTo>
                <a:cubicBezTo>
                  <a:pt x="469496" y="26214"/>
                  <a:pt x="467502" y="27208"/>
                  <a:pt x="464911" y="27807"/>
                </a:cubicBezTo>
                <a:cubicBezTo>
                  <a:pt x="462521" y="28604"/>
                  <a:pt x="460529" y="29203"/>
                  <a:pt x="460529" y="30596"/>
                </a:cubicBezTo>
                <a:cubicBezTo>
                  <a:pt x="460529" y="32989"/>
                  <a:pt x="461125" y="31593"/>
                  <a:pt x="461125" y="53711"/>
                </a:cubicBezTo>
                <a:lnTo>
                  <a:pt x="451961" y="53711"/>
                </a:lnTo>
                <a:close/>
                <a:moveTo>
                  <a:pt x="564751" y="53711"/>
                </a:moveTo>
                <a:cubicBezTo>
                  <a:pt x="561960" y="53711"/>
                  <a:pt x="561163" y="56104"/>
                  <a:pt x="561163" y="57698"/>
                </a:cubicBezTo>
                <a:lnTo>
                  <a:pt x="561163" y="60288"/>
                </a:lnTo>
                <a:cubicBezTo>
                  <a:pt x="561163" y="61286"/>
                  <a:pt x="561361" y="61483"/>
                  <a:pt x="562160" y="61483"/>
                </a:cubicBezTo>
                <a:lnTo>
                  <a:pt x="573916" y="61483"/>
                </a:lnTo>
                <a:lnTo>
                  <a:pt x="573916" y="121376"/>
                </a:lnTo>
                <a:cubicBezTo>
                  <a:pt x="573916" y="135509"/>
                  <a:pt x="580094" y="141089"/>
                  <a:pt x="589259" y="141089"/>
                </a:cubicBezTo>
                <a:cubicBezTo>
                  <a:pt x="598427" y="141089"/>
                  <a:pt x="608391" y="136708"/>
                  <a:pt x="616163" y="127941"/>
                </a:cubicBezTo>
                <a:cubicBezTo>
                  <a:pt x="615765" y="125953"/>
                  <a:pt x="614570" y="124758"/>
                  <a:pt x="612575" y="124560"/>
                </a:cubicBezTo>
                <a:cubicBezTo>
                  <a:pt x="607394" y="128540"/>
                  <a:pt x="601416" y="130130"/>
                  <a:pt x="596235" y="130130"/>
                </a:cubicBezTo>
                <a:cubicBezTo>
                  <a:pt x="590856" y="130130"/>
                  <a:pt x="589661" y="124162"/>
                  <a:pt x="589661" y="111825"/>
                </a:cubicBezTo>
                <a:lnTo>
                  <a:pt x="589661" y="61483"/>
                </a:lnTo>
                <a:lnTo>
                  <a:pt x="610383" y="61483"/>
                </a:lnTo>
                <a:cubicBezTo>
                  <a:pt x="612378" y="61483"/>
                  <a:pt x="615166" y="60687"/>
                  <a:pt x="615166" y="58893"/>
                </a:cubicBezTo>
                <a:lnTo>
                  <a:pt x="615166" y="54909"/>
                </a:lnTo>
                <a:cubicBezTo>
                  <a:pt x="615166" y="54113"/>
                  <a:pt x="614570" y="53711"/>
                  <a:pt x="613573" y="53711"/>
                </a:cubicBezTo>
                <a:lnTo>
                  <a:pt x="589661" y="53711"/>
                </a:lnTo>
                <a:lnTo>
                  <a:pt x="589661" y="45942"/>
                </a:lnTo>
                <a:cubicBezTo>
                  <a:pt x="589661" y="32989"/>
                  <a:pt x="590457" y="25016"/>
                  <a:pt x="590457" y="25016"/>
                </a:cubicBezTo>
                <a:cubicBezTo>
                  <a:pt x="590457" y="23821"/>
                  <a:pt x="589858" y="23222"/>
                  <a:pt x="588861" y="23222"/>
                </a:cubicBezTo>
                <a:cubicBezTo>
                  <a:pt x="588064" y="23222"/>
                  <a:pt x="586270" y="24022"/>
                  <a:pt x="584479" y="25016"/>
                </a:cubicBezTo>
                <a:cubicBezTo>
                  <a:pt x="582287" y="26214"/>
                  <a:pt x="580292" y="27208"/>
                  <a:pt x="577701" y="27807"/>
                </a:cubicBezTo>
                <a:cubicBezTo>
                  <a:pt x="575311" y="28604"/>
                  <a:pt x="573320" y="29203"/>
                  <a:pt x="573320" y="30596"/>
                </a:cubicBezTo>
                <a:cubicBezTo>
                  <a:pt x="573320" y="32989"/>
                  <a:pt x="573916" y="31593"/>
                  <a:pt x="573916" y="53711"/>
                </a:cubicBezTo>
                <a:lnTo>
                  <a:pt x="564751" y="53711"/>
                </a:lnTo>
                <a:close/>
                <a:moveTo>
                  <a:pt x="652432" y="82084"/>
                </a:moveTo>
                <a:cubicBezTo>
                  <a:pt x="652432" y="77894"/>
                  <a:pt x="654226" y="75501"/>
                  <a:pt x="655819" y="73707"/>
                </a:cubicBezTo>
                <a:cubicBezTo>
                  <a:pt x="663394" y="66324"/>
                  <a:pt x="673556" y="61933"/>
                  <a:pt x="681328" y="61933"/>
                </a:cubicBezTo>
                <a:cubicBezTo>
                  <a:pt x="685311" y="61933"/>
                  <a:pt x="689498" y="64527"/>
                  <a:pt x="691888" y="69115"/>
                </a:cubicBezTo>
                <a:cubicBezTo>
                  <a:pt x="693883" y="73108"/>
                  <a:pt x="694281" y="78493"/>
                  <a:pt x="694281" y="84477"/>
                </a:cubicBezTo>
                <a:lnTo>
                  <a:pt x="694281" y="114802"/>
                </a:lnTo>
                <a:cubicBezTo>
                  <a:pt x="694281" y="131161"/>
                  <a:pt x="692286" y="131961"/>
                  <a:pt x="681924" y="132958"/>
                </a:cubicBezTo>
                <a:cubicBezTo>
                  <a:pt x="680929" y="134153"/>
                  <a:pt x="680929" y="138337"/>
                  <a:pt x="681924" y="139532"/>
                </a:cubicBezTo>
                <a:cubicBezTo>
                  <a:pt x="687503" y="139335"/>
                  <a:pt x="694281" y="139134"/>
                  <a:pt x="702251" y="139134"/>
                </a:cubicBezTo>
                <a:cubicBezTo>
                  <a:pt x="710224" y="139134"/>
                  <a:pt x="716798" y="139335"/>
                  <a:pt x="723375" y="139532"/>
                </a:cubicBezTo>
                <a:cubicBezTo>
                  <a:pt x="724372" y="138337"/>
                  <a:pt x="724372" y="134153"/>
                  <a:pt x="723375" y="132958"/>
                </a:cubicBezTo>
                <a:cubicBezTo>
                  <a:pt x="712215" y="131961"/>
                  <a:pt x="710023" y="131161"/>
                  <a:pt x="710023" y="114802"/>
                </a:cubicBezTo>
                <a:lnTo>
                  <a:pt x="710023" y="85076"/>
                </a:lnTo>
                <a:cubicBezTo>
                  <a:pt x="710023" y="74105"/>
                  <a:pt x="709226" y="64329"/>
                  <a:pt x="704644" y="58348"/>
                </a:cubicBezTo>
                <a:cubicBezTo>
                  <a:pt x="701254" y="53964"/>
                  <a:pt x="695078" y="51571"/>
                  <a:pt x="688102" y="51571"/>
                </a:cubicBezTo>
                <a:cubicBezTo>
                  <a:pt x="678339" y="51571"/>
                  <a:pt x="666383" y="54161"/>
                  <a:pt x="654226" y="67720"/>
                </a:cubicBezTo>
                <a:cubicBezTo>
                  <a:pt x="653627" y="68519"/>
                  <a:pt x="652231" y="70514"/>
                  <a:pt x="652231" y="67720"/>
                </a:cubicBezTo>
                <a:lnTo>
                  <a:pt x="652432" y="22854"/>
                </a:lnTo>
                <a:cubicBezTo>
                  <a:pt x="652432" y="9894"/>
                  <a:pt x="653228" y="1967"/>
                  <a:pt x="653228" y="1967"/>
                </a:cubicBezTo>
                <a:cubicBezTo>
                  <a:pt x="653228" y="593"/>
                  <a:pt x="652432" y="0"/>
                  <a:pt x="650638" y="0"/>
                </a:cubicBezTo>
                <a:cubicBezTo>
                  <a:pt x="645657" y="1967"/>
                  <a:pt x="630712" y="4719"/>
                  <a:pt x="622739" y="5309"/>
                </a:cubicBezTo>
                <a:cubicBezTo>
                  <a:pt x="622341" y="6905"/>
                  <a:pt x="622739" y="10092"/>
                  <a:pt x="623934" y="11287"/>
                </a:cubicBezTo>
                <a:cubicBezTo>
                  <a:pt x="634297" y="11886"/>
                  <a:pt x="636690" y="10889"/>
                  <a:pt x="636690" y="27640"/>
                </a:cubicBezTo>
                <a:lnTo>
                  <a:pt x="636690" y="114802"/>
                </a:lnTo>
                <a:cubicBezTo>
                  <a:pt x="636690" y="131362"/>
                  <a:pt x="634297" y="132159"/>
                  <a:pt x="622739" y="132958"/>
                </a:cubicBezTo>
                <a:cubicBezTo>
                  <a:pt x="621544" y="134153"/>
                  <a:pt x="621544" y="138337"/>
                  <a:pt x="622739" y="139532"/>
                </a:cubicBezTo>
                <a:cubicBezTo>
                  <a:pt x="629316" y="139335"/>
                  <a:pt x="636690" y="139134"/>
                  <a:pt x="644660" y="139134"/>
                </a:cubicBezTo>
                <a:cubicBezTo>
                  <a:pt x="652231" y="139134"/>
                  <a:pt x="658808" y="139335"/>
                  <a:pt x="664388" y="139532"/>
                </a:cubicBezTo>
                <a:cubicBezTo>
                  <a:pt x="665583" y="138337"/>
                  <a:pt x="665583" y="134153"/>
                  <a:pt x="664388" y="132958"/>
                </a:cubicBezTo>
                <a:cubicBezTo>
                  <a:pt x="654226" y="132159"/>
                  <a:pt x="652432" y="131362"/>
                  <a:pt x="652432" y="114802"/>
                </a:cubicBezTo>
                <a:lnTo>
                  <a:pt x="652432" y="82084"/>
                </a:lnTo>
                <a:close/>
                <a:moveTo>
                  <a:pt x="751074" y="82939"/>
                </a:moveTo>
                <a:cubicBezTo>
                  <a:pt x="754859" y="60516"/>
                  <a:pt x="768810" y="58731"/>
                  <a:pt x="773593" y="58731"/>
                </a:cubicBezTo>
                <a:cubicBezTo>
                  <a:pt x="781165" y="58731"/>
                  <a:pt x="790132" y="62900"/>
                  <a:pt x="790132" y="79566"/>
                </a:cubicBezTo>
                <a:cubicBezTo>
                  <a:pt x="790132" y="81351"/>
                  <a:pt x="789335" y="82346"/>
                  <a:pt x="787143" y="82346"/>
                </a:cubicBezTo>
                <a:lnTo>
                  <a:pt x="751074" y="82939"/>
                </a:lnTo>
                <a:moveTo>
                  <a:pt x="803283" y="120573"/>
                </a:moveTo>
                <a:cubicBezTo>
                  <a:pt x="795912" y="128142"/>
                  <a:pt x="790132" y="131325"/>
                  <a:pt x="778574" y="131325"/>
                </a:cubicBezTo>
                <a:cubicBezTo>
                  <a:pt x="771401" y="131325"/>
                  <a:pt x="763030" y="127144"/>
                  <a:pt x="756854" y="116992"/>
                </a:cubicBezTo>
                <a:cubicBezTo>
                  <a:pt x="752868" y="110421"/>
                  <a:pt x="750475" y="101262"/>
                  <a:pt x="750475" y="89713"/>
                </a:cubicBezTo>
                <a:lnTo>
                  <a:pt x="803483" y="90112"/>
                </a:lnTo>
                <a:cubicBezTo>
                  <a:pt x="805873" y="90112"/>
                  <a:pt x="807269" y="88917"/>
                  <a:pt x="807269" y="86724"/>
                </a:cubicBezTo>
                <a:cubicBezTo>
                  <a:pt x="807269" y="70043"/>
                  <a:pt x="801291" y="52154"/>
                  <a:pt x="773593" y="52154"/>
                </a:cubicBezTo>
                <a:cubicBezTo>
                  <a:pt x="756255" y="52154"/>
                  <a:pt x="733735" y="68653"/>
                  <a:pt x="733735" y="98872"/>
                </a:cubicBezTo>
                <a:cubicBezTo>
                  <a:pt x="733735" y="110022"/>
                  <a:pt x="736527" y="120774"/>
                  <a:pt x="743104" y="128339"/>
                </a:cubicBezTo>
                <a:cubicBezTo>
                  <a:pt x="749879" y="136309"/>
                  <a:pt x="759244" y="141089"/>
                  <a:pt x="773593" y="141089"/>
                </a:cubicBezTo>
                <a:cubicBezTo>
                  <a:pt x="788736" y="141089"/>
                  <a:pt x="799497" y="134117"/>
                  <a:pt x="807470" y="123760"/>
                </a:cubicBezTo>
                <a:cubicBezTo>
                  <a:pt x="806871" y="121768"/>
                  <a:pt x="805676" y="120774"/>
                  <a:pt x="803283" y="120573"/>
                </a:cubicBezTo>
                <a:close/>
                <a:moveTo>
                  <a:pt x="900331" y="67717"/>
                </a:moveTo>
                <a:cubicBezTo>
                  <a:pt x="899933" y="59741"/>
                  <a:pt x="899732" y="54563"/>
                  <a:pt x="898738" y="52568"/>
                </a:cubicBezTo>
                <a:cubicBezTo>
                  <a:pt x="898336" y="51571"/>
                  <a:pt x="897938" y="50975"/>
                  <a:pt x="896344" y="50975"/>
                </a:cubicBezTo>
                <a:cubicBezTo>
                  <a:pt x="890765" y="53167"/>
                  <a:pt x="885583" y="54961"/>
                  <a:pt x="871833" y="56752"/>
                </a:cubicBezTo>
                <a:cubicBezTo>
                  <a:pt x="871435" y="57950"/>
                  <a:pt x="871833" y="61137"/>
                  <a:pt x="872232" y="62332"/>
                </a:cubicBezTo>
                <a:cubicBezTo>
                  <a:pt x="882993" y="63329"/>
                  <a:pt x="885185" y="64326"/>
                  <a:pt x="885185" y="75896"/>
                </a:cubicBezTo>
                <a:lnTo>
                  <a:pt x="885185" y="114802"/>
                </a:lnTo>
                <a:cubicBezTo>
                  <a:pt x="885185" y="131362"/>
                  <a:pt x="882795" y="132159"/>
                  <a:pt x="870438" y="132958"/>
                </a:cubicBezTo>
                <a:cubicBezTo>
                  <a:pt x="869243" y="134153"/>
                  <a:pt x="869243" y="138337"/>
                  <a:pt x="870438" y="139532"/>
                </a:cubicBezTo>
                <a:cubicBezTo>
                  <a:pt x="877413" y="139335"/>
                  <a:pt x="885185" y="139134"/>
                  <a:pt x="893158" y="139134"/>
                </a:cubicBezTo>
                <a:cubicBezTo>
                  <a:pt x="901128" y="139134"/>
                  <a:pt x="910295" y="139335"/>
                  <a:pt x="917268" y="139532"/>
                </a:cubicBezTo>
                <a:cubicBezTo>
                  <a:pt x="918466" y="138337"/>
                  <a:pt x="918466" y="134153"/>
                  <a:pt x="917268" y="132958"/>
                </a:cubicBezTo>
                <a:cubicBezTo>
                  <a:pt x="903320" y="131961"/>
                  <a:pt x="900927" y="131362"/>
                  <a:pt x="900927" y="114802"/>
                </a:cubicBezTo>
                <a:lnTo>
                  <a:pt x="900927" y="87071"/>
                </a:lnTo>
                <a:cubicBezTo>
                  <a:pt x="900927" y="81883"/>
                  <a:pt x="903320" y="77295"/>
                  <a:pt x="905710" y="73704"/>
                </a:cubicBezTo>
                <a:cubicBezTo>
                  <a:pt x="907902" y="70511"/>
                  <a:pt x="912488" y="63928"/>
                  <a:pt x="914878" y="63928"/>
                </a:cubicBezTo>
                <a:cubicBezTo>
                  <a:pt x="916672" y="63928"/>
                  <a:pt x="918466" y="64326"/>
                  <a:pt x="920059" y="66522"/>
                </a:cubicBezTo>
                <a:cubicBezTo>
                  <a:pt x="921455" y="68516"/>
                  <a:pt x="923845" y="71110"/>
                  <a:pt x="927232" y="71110"/>
                </a:cubicBezTo>
                <a:cubicBezTo>
                  <a:pt x="932015" y="71110"/>
                  <a:pt x="936597" y="66120"/>
                  <a:pt x="936597" y="61137"/>
                </a:cubicBezTo>
                <a:cubicBezTo>
                  <a:pt x="936597" y="57351"/>
                  <a:pt x="933012" y="51571"/>
                  <a:pt x="924641" y="51571"/>
                </a:cubicBezTo>
                <a:cubicBezTo>
                  <a:pt x="915276" y="51571"/>
                  <a:pt x="907106" y="60340"/>
                  <a:pt x="902523" y="68115"/>
                </a:cubicBezTo>
                <a:cubicBezTo>
                  <a:pt x="901328" y="70310"/>
                  <a:pt x="900331" y="68714"/>
                  <a:pt x="900331" y="67717"/>
                </a:cubicBezTo>
                <a:close/>
                <a:moveTo>
                  <a:pt x="962506" y="82939"/>
                </a:moveTo>
                <a:cubicBezTo>
                  <a:pt x="966291" y="60516"/>
                  <a:pt x="980242" y="58731"/>
                  <a:pt x="985025" y="58731"/>
                </a:cubicBezTo>
                <a:cubicBezTo>
                  <a:pt x="992597" y="58731"/>
                  <a:pt x="1001564" y="62900"/>
                  <a:pt x="1001564" y="79566"/>
                </a:cubicBezTo>
                <a:cubicBezTo>
                  <a:pt x="1001564" y="81351"/>
                  <a:pt x="1000767" y="82346"/>
                  <a:pt x="998575" y="82346"/>
                </a:cubicBezTo>
                <a:lnTo>
                  <a:pt x="962506" y="82939"/>
                </a:lnTo>
                <a:moveTo>
                  <a:pt x="1014715" y="120573"/>
                </a:moveTo>
                <a:cubicBezTo>
                  <a:pt x="1007344" y="128142"/>
                  <a:pt x="1001564" y="131325"/>
                  <a:pt x="990006" y="131325"/>
                </a:cubicBezTo>
                <a:cubicBezTo>
                  <a:pt x="982833" y="131325"/>
                  <a:pt x="974462" y="127144"/>
                  <a:pt x="968286" y="116992"/>
                </a:cubicBezTo>
                <a:cubicBezTo>
                  <a:pt x="964300" y="110421"/>
                  <a:pt x="961907" y="101262"/>
                  <a:pt x="961907" y="89713"/>
                </a:cubicBezTo>
                <a:lnTo>
                  <a:pt x="1014915" y="90112"/>
                </a:lnTo>
                <a:cubicBezTo>
                  <a:pt x="1017305" y="90112"/>
                  <a:pt x="1018701" y="88917"/>
                  <a:pt x="1018701" y="86724"/>
                </a:cubicBezTo>
                <a:cubicBezTo>
                  <a:pt x="1018701" y="70043"/>
                  <a:pt x="1012723" y="52154"/>
                  <a:pt x="985025" y="52154"/>
                </a:cubicBezTo>
                <a:cubicBezTo>
                  <a:pt x="967687" y="52154"/>
                  <a:pt x="945168" y="68653"/>
                  <a:pt x="945168" y="98872"/>
                </a:cubicBezTo>
                <a:cubicBezTo>
                  <a:pt x="945168" y="110022"/>
                  <a:pt x="947959" y="120774"/>
                  <a:pt x="954536" y="128339"/>
                </a:cubicBezTo>
                <a:cubicBezTo>
                  <a:pt x="961311" y="136309"/>
                  <a:pt x="970676" y="141089"/>
                  <a:pt x="985025" y="141089"/>
                </a:cubicBezTo>
                <a:cubicBezTo>
                  <a:pt x="1000168" y="141089"/>
                  <a:pt x="1010929" y="134117"/>
                  <a:pt x="1018902" y="123760"/>
                </a:cubicBezTo>
                <a:cubicBezTo>
                  <a:pt x="1018303" y="121768"/>
                  <a:pt x="1017108" y="120774"/>
                  <a:pt x="1014715" y="120573"/>
                </a:cubicBezTo>
                <a:close/>
                <a:moveTo>
                  <a:pt x="1036436" y="111585"/>
                </a:moveTo>
                <a:cubicBezTo>
                  <a:pt x="1037233" y="121355"/>
                  <a:pt x="1037832" y="130726"/>
                  <a:pt x="1037832" y="139098"/>
                </a:cubicBezTo>
                <a:cubicBezTo>
                  <a:pt x="1039824" y="138699"/>
                  <a:pt x="1041818" y="138502"/>
                  <a:pt x="1042813" y="138502"/>
                </a:cubicBezTo>
                <a:cubicBezTo>
                  <a:pt x="1044208" y="138502"/>
                  <a:pt x="1045403" y="138502"/>
                  <a:pt x="1046799" y="138900"/>
                </a:cubicBezTo>
                <a:cubicBezTo>
                  <a:pt x="1052181" y="140293"/>
                  <a:pt x="1057560" y="141089"/>
                  <a:pt x="1064934" y="141089"/>
                </a:cubicBezTo>
                <a:cubicBezTo>
                  <a:pt x="1076093" y="141089"/>
                  <a:pt x="1096618" y="135710"/>
                  <a:pt x="1096618" y="115970"/>
                </a:cubicBezTo>
                <a:cubicBezTo>
                  <a:pt x="1096618" y="102414"/>
                  <a:pt x="1086854" y="94439"/>
                  <a:pt x="1073302" y="89452"/>
                </a:cubicBezTo>
                <a:cubicBezTo>
                  <a:pt x="1061346" y="84866"/>
                  <a:pt x="1053376" y="81874"/>
                  <a:pt x="1053376" y="70909"/>
                </a:cubicBezTo>
                <a:cubicBezTo>
                  <a:pt x="1053376" y="62733"/>
                  <a:pt x="1060549" y="58148"/>
                  <a:pt x="1067324" y="58148"/>
                </a:cubicBezTo>
                <a:cubicBezTo>
                  <a:pt x="1071708" y="58148"/>
                  <a:pt x="1083266" y="59744"/>
                  <a:pt x="1085857" y="76693"/>
                </a:cubicBezTo>
                <a:cubicBezTo>
                  <a:pt x="1087052" y="77888"/>
                  <a:pt x="1091038" y="77687"/>
                  <a:pt x="1092233" y="76492"/>
                </a:cubicBezTo>
                <a:cubicBezTo>
                  <a:pt x="1092832" y="69313"/>
                  <a:pt x="1093231" y="61936"/>
                  <a:pt x="1093431" y="55359"/>
                </a:cubicBezTo>
                <a:cubicBezTo>
                  <a:pt x="1087253" y="54362"/>
                  <a:pt x="1077687" y="51571"/>
                  <a:pt x="1067324" y="51571"/>
                </a:cubicBezTo>
                <a:cubicBezTo>
                  <a:pt x="1052579" y="51571"/>
                  <a:pt x="1039228" y="61140"/>
                  <a:pt x="1039228" y="73902"/>
                </a:cubicBezTo>
                <a:cubicBezTo>
                  <a:pt x="1039228" y="88454"/>
                  <a:pt x="1045802" y="94636"/>
                  <a:pt x="1061148" y="101019"/>
                </a:cubicBezTo>
                <a:cubicBezTo>
                  <a:pt x="1077687" y="107796"/>
                  <a:pt x="1081472" y="111983"/>
                  <a:pt x="1081472" y="120558"/>
                </a:cubicBezTo>
                <a:cubicBezTo>
                  <a:pt x="1081472" y="130328"/>
                  <a:pt x="1071909" y="134515"/>
                  <a:pt x="1064535" y="134515"/>
                </a:cubicBezTo>
                <a:cubicBezTo>
                  <a:pt x="1056763" y="134515"/>
                  <a:pt x="1052379" y="131921"/>
                  <a:pt x="1050387" y="129729"/>
                </a:cubicBezTo>
                <a:cubicBezTo>
                  <a:pt x="1046002" y="125144"/>
                  <a:pt x="1043810" y="116371"/>
                  <a:pt x="1042615" y="111384"/>
                </a:cubicBezTo>
                <a:cubicBezTo>
                  <a:pt x="1041420" y="110189"/>
                  <a:pt x="1037631" y="110387"/>
                  <a:pt x="1036436" y="111585"/>
                </a:cubicBezTo>
                <a:close/>
                <a:moveTo>
                  <a:pt x="1113160" y="53711"/>
                </a:moveTo>
                <a:cubicBezTo>
                  <a:pt x="1110368" y="53711"/>
                  <a:pt x="1109572" y="56104"/>
                  <a:pt x="1109572" y="57698"/>
                </a:cubicBezTo>
                <a:lnTo>
                  <a:pt x="1109572" y="60288"/>
                </a:lnTo>
                <a:cubicBezTo>
                  <a:pt x="1109572" y="61286"/>
                  <a:pt x="1109769" y="61483"/>
                  <a:pt x="1110569" y="61483"/>
                </a:cubicBezTo>
                <a:lnTo>
                  <a:pt x="1122324" y="61483"/>
                </a:lnTo>
                <a:lnTo>
                  <a:pt x="1122324" y="121376"/>
                </a:lnTo>
                <a:cubicBezTo>
                  <a:pt x="1122324" y="135509"/>
                  <a:pt x="1128503" y="141089"/>
                  <a:pt x="1137668" y="141089"/>
                </a:cubicBezTo>
                <a:cubicBezTo>
                  <a:pt x="1146836" y="141089"/>
                  <a:pt x="1156800" y="136708"/>
                  <a:pt x="1164572" y="127941"/>
                </a:cubicBezTo>
                <a:cubicBezTo>
                  <a:pt x="1164174" y="125953"/>
                  <a:pt x="1162979" y="124758"/>
                  <a:pt x="1160984" y="124560"/>
                </a:cubicBezTo>
                <a:cubicBezTo>
                  <a:pt x="1155803" y="128540"/>
                  <a:pt x="1149825" y="130130"/>
                  <a:pt x="1144643" y="130130"/>
                </a:cubicBezTo>
                <a:cubicBezTo>
                  <a:pt x="1139264" y="130130"/>
                  <a:pt x="1138069" y="124162"/>
                  <a:pt x="1138069" y="111825"/>
                </a:cubicBezTo>
                <a:lnTo>
                  <a:pt x="1138069" y="61483"/>
                </a:lnTo>
                <a:lnTo>
                  <a:pt x="1158792" y="61483"/>
                </a:lnTo>
                <a:cubicBezTo>
                  <a:pt x="1160786" y="61483"/>
                  <a:pt x="1163575" y="60687"/>
                  <a:pt x="1163575" y="58893"/>
                </a:cubicBezTo>
                <a:lnTo>
                  <a:pt x="1163575" y="54909"/>
                </a:lnTo>
                <a:cubicBezTo>
                  <a:pt x="1163575" y="54113"/>
                  <a:pt x="1162979" y="53711"/>
                  <a:pt x="1161981" y="53711"/>
                </a:cubicBezTo>
                <a:lnTo>
                  <a:pt x="1138069" y="53711"/>
                </a:lnTo>
                <a:lnTo>
                  <a:pt x="1138069" y="45942"/>
                </a:lnTo>
                <a:cubicBezTo>
                  <a:pt x="1138069" y="32989"/>
                  <a:pt x="1138866" y="25016"/>
                  <a:pt x="1138866" y="25016"/>
                </a:cubicBezTo>
                <a:cubicBezTo>
                  <a:pt x="1138866" y="23821"/>
                  <a:pt x="1138267" y="23222"/>
                  <a:pt x="1137269" y="23222"/>
                </a:cubicBezTo>
                <a:cubicBezTo>
                  <a:pt x="1136473" y="23222"/>
                  <a:pt x="1134679" y="24022"/>
                  <a:pt x="1132888" y="25016"/>
                </a:cubicBezTo>
                <a:cubicBezTo>
                  <a:pt x="1130695" y="26214"/>
                  <a:pt x="1128701" y="27208"/>
                  <a:pt x="1126110" y="27807"/>
                </a:cubicBezTo>
                <a:cubicBezTo>
                  <a:pt x="1123720" y="28604"/>
                  <a:pt x="1121728" y="29203"/>
                  <a:pt x="1121728" y="30596"/>
                </a:cubicBezTo>
                <a:cubicBezTo>
                  <a:pt x="1121728" y="32989"/>
                  <a:pt x="1122324" y="31593"/>
                  <a:pt x="1122324" y="53711"/>
                </a:cubicBezTo>
                <a:lnTo>
                  <a:pt x="1113160" y="53711"/>
                </a:lnTo>
                <a:close/>
                <a:moveTo>
                  <a:pt x="1225549" y="98224"/>
                </a:moveTo>
                <a:cubicBezTo>
                  <a:pt x="1225549" y="118564"/>
                  <a:pt x="1239101" y="141089"/>
                  <a:pt x="1267398" y="141089"/>
                </a:cubicBezTo>
                <a:cubicBezTo>
                  <a:pt x="1280151" y="141089"/>
                  <a:pt x="1289918" y="136507"/>
                  <a:pt x="1296693" y="129930"/>
                </a:cubicBezTo>
                <a:cubicBezTo>
                  <a:pt x="1305660" y="121154"/>
                  <a:pt x="1309646" y="108593"/>
                  <a:pt x="1309646" y="96430"/>
                </a:cubicBezTo>
                <a:cubicBezTo>
                  <a:pt x="1309646" y="75693"/>
                  <a:pt x="1298286" y="51571"/>
                  <a:pt x="1267797" y="51571"/>
                </a:cubicBezTo>
                <a:cubicBezTo>
                  <a:pt x="1254645" y="51571"/>
                  <a:pt x="1243884" y="56953"/>
                  <a:pt x="1236511" y="65524"/>
                </a:cubicBezTo>
                <a:cubicBezTo>
                  <a:pt x="1229338" y="74099"/>
                  <a:pt x="1225549" y="85663"/>
                  <a:pt x="1225549" y="98224"/>
                </a:cubicBezTo>
                <a:moveTo>
                  <a:pt x="1264808" y="58546"/>
                </a:moveTo>
                <a:cubicBezTo>
                  <a:pt x="1281945" y="58546"/>
                  <a:pt x="1292508" y="74099"/>
                  <a:pt x="1292508" y="102813"/>
                </a:cubicBezTo>
                <a:cubicBezTo>
                  <a:pt x="1292508" y="127935"/>
                  <a:pt x="1279555" y="134117"/>
                  <a:pt x="1270190" y="134117"/>
                </a:cubicBezTo>
                <a:cubicBezTo>
                  <a:pt x="1249464" y="134117"/>
                  <a:pt x="1242689" y="108991"/>
                  <a:pt x="1242689" y="93639"/>
                </a:cubicBezTo>
                <a:cubicBezTo>
                  <a:pt x="1242689" y="76292"/>
                  <a:pt x="1246873" y="58546"/>
                  <a:pt x="1264808" y="58546"/>
                </a:cubicBezTo>
                <a:close/>
                <a:moveTo>
                  <a:pt x="1352688" y="114842"/>
                </a:moveTo>
                <a:lnTo>
                  <a:pt x="1352688" y="61483"/>
                </a:lnTo>
                <a:lnTo>
                  <a:pt x="1371221" y="61483"/>
                </a:lnTo>
                <a:cubicBezTo>
                  <a:pt x="1373015" y="61483"/>
                  <a:pt x="1375806" y="60687"/>
                  <a:pt x="1375806" y="58893"/>
                </a:cubicBezTo>
                <a:lnTo>
                  <a:pt x="1375806" y="54909"/>
                </a:lnTo>
                <a:cubicBezTo>
                  <a:pt x="1375806" y="54113"/>
                  <a:pt x="1375207" y="53711"/>
                  <a:pt x="1374210" y="53711"/>
                </a:cubicBezTo>
                <a:lnTo>
                  <a:pt x="1352688" y="53711"/>
                </a:lnTo>
                <a:lnTo>
                  <a:pt x="1352688" y="42327"/>
                </a:lnTo>
                <a:cubicBezTo>
                  <a:pt x="1352688" y="11570"/>
                  <a:pt x="1361856" y="6778"/>
                  <a:pt x="1368433" y="6778"/>
                </a:cubicBezTo>
                <a:cubicBezTo>
                  <a:pt x="1374411" y="6778"/>
                  <a:pt x="1377597" y="9174"/>
                  <a:pt x="1380389" y="16164"/>
                </a:cubicBezTo>
                <a:cubicBezTo>
                  <a:pt x="1381982" y="19759"/>
                  <a:pt x="1384174" y="22556"/>
                  <a:pt x="1388358" y="22556"/>
                </a:cubicBezTo>
                <a:cubicBezTo>
                  <a:pt x="1391746" y="22556"/>
                  <a:pt x="1396529" y="18360"/>
                  <a:pt x="1396529" y="14367"/>
                </a:cubicBezTo>
                <a:cubicBezTo>
                  <a:pt x="1396529" y="10971"/>
                  <a:pt x="1394337" y="7377"/>
                  <a:pt x="1390153" y="4187"/>
                </a:cubicBezTo>
                <a:cubicBezTo>
                  <a:pt x="1384971" y="599"/>
                  <a:pt x="1379790" y="0"/>
                  <a:pt x="1372218" y="0"/>
                </a:cubicBezTo>
                <a:cubicBezTo>
                  <a:pt x="1355479" y="0"/>
                  <a:pt x="1336946" y="14565"/>
                  <a:pt x="1336946" y="45723"/>
                </a:cubicBezTo>
                <a:lnTo>
                  <a:pt x="1336946" y="53711"/>
                </a:lnTo>
                <a:lnTo>
                  <a:pt x="1326784" y="53711"/>
                </a:lnTo>
                <a:cubicBezTo>
                  <a:pt x="1323196" y="53711"/>
                  <a:pt x="1322199" y="56104"/>
                  <a:pt x="1322199" y="57698"/>
                </a:cubicBezTo>
                <a:lnTo>
                  <a:pt x="1322199" y="60288"/>
                </a:lnTo>
                <a:cubicBezTo>
                  <a:pt x="1322199" y="61286"/>
                  <a:pt x="1322399" y="61483"/>
                  <a:pt x="1323196" y="61483"/>
                </a:cubicBezTo>
                <a:lnTo>
                  <a:pt x="1336946" y="61483"/>
                </a:lnTo>
                <a:lnTo>
                  <a:pt x="1336946" y="114842"/>
                </a:lnTo>
                <a:cubicBezTo>
                  <a:pt x="1336946" y="131365"/>
                  <a:pt x="1333756" y="132162"/>
                  <a:pt x="1322995" y="132958"/>
                </a:cubicBezTo>
                <a:cubicBezTo>
                  <a:pt x="1321800" y="134153"/>
                  <a:pt x="1321800" y="138337"/>
                  <a:pt x="1322995" y="139532"/>
                </a:cubicBezTo>
                <a:cubicBezTo>
                  <a:pt x="1329971" y="139335"/>
                  <a:pt x="1336946" y="139134"/>
                  <a:pt x="1344916" y="139134"/>
                </a:cubicBezTo>
                <a:cubicBezTo>
                  <a:pt x="1352889" y="139134"/>
                  <a:pt x="1362455" y="139335"/>
                  <a:pt x="1369427" y="139532"/>
                </a:cubicBezTo>
                <a:cubicBezTo>
                  <a:pt x="1370625" y="138337"/>
                  <a:pt x="1370625" y="134153"/>
                  <a:pt x="1369427" y="132958"/>
                </a:cubicBezTo>
                <a:cubicBezTo>
                  <a:pt x="1353886" y="132162"/>
                  <a:pt x="1352688" y="131365"/>
                  <a:pt x="1352688" y="114842"/>
                </a:cubicBezTo>
                <a:close/>
                <a:moveTo>
                  <a:pt x="1437980" y="53711"/>
                </a:moveTo>
                <a:cubicBezTo>
                  <a:pt x="1435188" y="53711"/>
                  <a:pt x="1434392" y="56104"/>
                  <a:pt x="1434392" y="57698"/>
                </a:cubicBezTo>
                <a:lnTo>
                  <a:pt x="1434392" y="60288"/>
                </a:lnTo>
                <a:cubicBezTo>
                  <a:pt x="1434392" y="61286"/>
                  <a:pt x="1434589" y="61483"/>
                  <a:pt x="1435389" y="61483"/>
                </a:cubicBezTo>
                <a:lnTo>
                  <a:pt x="1447144" y="61483"/>
                </a:lnTo>
                <a:lnTo>
                  <a:pt x="1447144" y="121376"/>
                </a:lnTo>
                <a:cubicBezTo>
                  <a:pt x="1447144" y="135509"/>
                  <a:pt x="1453323" y="141089"/>
                  <a:pt x="1462488" y="141089"/>
                </a:cubicBezTo>
                <a:cubicBezTo>
                  <a:pt x="1471656" y="141089"/>
                  <a:pt x="1481620" y="136708"/>
                  <a:pt x="1489392" y="127941"/>
                </a:cubicBezTo>
                <a:cubicBezTo>
                  <a:pt x="1488994" y="125953"/>
                  <a:pt x="1487799" y="124758"/>
                  <a:pt x="1485804" y="124560"/>
                </a:cubicBezTo>
                <a:cubicBezTo>
                  <a:pt x="1480623" y="128540"/>
                  <a:pt x="1474645" y="130130"/>
                  <a:pt x="1469463" y="130130"/>
                </a:cubicBezTo>
                <a:cubicBezTo>
                  <a:pt x="1464084" y="130130"/>
                  <a:pt x="1462889" y="124162"/>
                  <a:pt x="1462889" y="111825"/>
                </a:cubicBezTo>
                <a:lnTo>
                  <a:pt x="1462889" y="61483"/>
                </a:lnTo>
                <a:lnTo>
                  <a:pt x="1483612" y="61483"/>
                </a:lnTo>
                <a:cubicBezTo>
                  <a:pt x="1485606" y="61483"/>
                  <a:pt x="1488395" y="60687"/>
                  <a:pt x="1488395" y="58893"/>
                </a:cubicBezTo>
                <a:lnTo>
                  <a:pt x="1488395" y="54909"/>
                </a:lnTo>
                <a:cubicBezTo>
                  <a:pt x="1488395" y="54113"/>
                  <a:pt x="1487799" y="53711"/>
                  <a:pt x="1486801" y="53711"/>
                </a:cubicBezTo>
                <a:lnTo>
                  <a:pt x="1462889" y="53711"/>
                </a:lnTo>
                <a:lnTo>
                  <a:pt x="1462889" y="45942"/>
                </a:lnTo>
                <a:cubicBezTo>
                  <a:pt x="1462889" y="32989"/>
                  <a:pt x="1463686" y="25016"/>
                  <a:pt x="1463686" y="25016"/>
                </a:cubicBezTo>
                <a:cubicBezTo>
                  <a:pt x="1463686" y="23821"/>
                  <a:pt x="1463087" y="23222"/>
                  <a:pt x="1462089" y="23222"/>
                </a:cubicBezTo>
                <a:cubicBezTo>
                  <a:pt x="1461293" y="23222"/>
                  <a:pt x="1459499" y="24022"/>
                  <a:pt x="1457708" y="25016"/>
                </a:cubicBezTo>
                <a:cubicBezTo>
                  <a:pt x="1455515" y="26214"/>
                  <a:pt x="1453521" y="27208"/>
                  <a:pt x="1450930" y="27807"/>
                </a:cubicBezTo>
                <a:cubicBezTo>
                  <a:pt x="1448540" y="28604"/>
                  <a:pt x="1446548" y="29203"/>
                  <a:pt x="1446548" y="30596"/>
                </a:cubicBezTo>
                <a:cubicBezTo>
                  <a:pt x="1446548" y="32989"/>
                  <a:pt x="1447144" y="31593"/>
                  <a:pt x="1447144" y="53711"/>
                </a:cubicBezTo>
                <a:lnTo>
                  <a:pt x="1437980" y="53711"/>
                </a:lnTo>
                <a:close/>
                <a:moveTo>
                  <a:pt x="1525660" y="82084"/>
                </a:moveTo>
                <a:cubicBezTo>
                  <a:pt x="1525660" y="77894"/>
                  <a:pt x="1527454" y="75501"/>
                  <a:pt x="1529048" y="73707"/>
                </a:cubicBezTo>
                <a:cubicBezTo>
                  <a:pt x="1536622" y="66324"/>
                  <a:pt x="1546784" y="61933"/>
                  <a:pt x="1554556" y="61933"/>
                </a:cubicBezTo>
                <a:cubicBezTo>
                  <a:pt x="1558540" y="61933"/>
                  <a:pt x="1562727" y="64527"/>
                  <a:pt x="1565117" y="69115"/>
                </a:cubicBezTo>
                <a:cubicBezTo>
                  <a:pt x="1567111" y="73108"/>
                  <a:pt x="1567510" y="78493"/>
                  <a:pt x="1567510" y="84477"/>
                </a:cubicBezTo>
                <a:lnTo>
                  <a:pt x="1567510" y="114802"/>
                </a:lnTo>
                <a:cubicBezTo>
                  <a:pt x="1567510" y="131161"/>
                  <a:pt x="1565515" y="131961"/>
                  <a:pt x="1555152" y="132958"/>
                </a:cubicBezTo>
                <a:cubicBezTo>
                  <a:pt x="1554158" y="134153"/>
                  <a:pt x="1554158" y="138337"/>
                  <a:pt x="1555152" y="139532"/>
                </a:cubicBezTo>
                <a:cubicBezTo>
                  <a:pt x="1560732" y="139335"/>
                  <a:pt x="1567510" y="139134"/>
                  <a:pt x="1575479" y="139134"/>
                </a:cubicBezTo>
                <a:cubicBezTo>
                  <a:pt x="1583452" y="139134"/>
                  <a:pt x="1590026" y="139335"/>
                  <a:pt x="1596603" y="139532"/>
                </a:cubicBezTo>
                <a:cubicBezTo>
                  <a:pt x="1597601" y="138337"/>
                  <a:pt x="1597601" y="134153"/>
                  <a:pt x="1596603" y="132958"/>
                </a:cubicBezTo>
                <a:cubicBezTo>
                  <a:pt x="1585444" y="131961"/>
                  <a:pt x="1583251" y="131161"/>
                  <a:pt x="1583251" y="114802"/>
                </a:cubicBezTo>
                <a:lnTo>
                  <a:pt x="1583251" y="85076"/>
                </a:lnTo>
                <a:cubicBezTo>
                  <a:pt x="1583251" y="74105"/>
                  <a:pt x="1582455" y="64329"/>
                  <a:pt x="1577872" y="58348"/>
                </a:cubicBezTo>
                <a:cubicBezTo>
                  <a:pt x="1574482" y="53964"/>
                  <a:pt x="1568306" y="51571"/>
                  <a:pt x="1561331" y="51571"/>
                </a:cubicBezTo>
                <a:cubicBezTo>
                  <a:pt x="1551567" y="51571"/>
                  <a:pt x="1539611" y="54161"/>
                  <a:pt x="1527454" y="67720"/>
                </a:cubicBezTo>
                <a:cubicBezTo>
                  <a:pt x="1526855" y="68519"/>
                  <a:pt x="1525460" y="70514"/>
                  <a:pt x="1525460" y="67720"/>
                </a:cubicBezTo>
                <a:lnTo>
                  <a:pt x="1525660" y="22854"/>
                </a:lnTo>
                <a:cubicBezTo>
                  <a:pt x="1525660" y="9894"/>
                  <a:pt x="1526457" y="1967"/>
                  <a:pt x="1526457" y="1967"/>
                </a:cubicBezTo>
                <a:cubicBezTo>
                  <a:pt x="1526457" y="593"/>
                  <a:pt x="1525660" y="0"/>
                  <a:pt x="1523866" y="0"/>
                </a:cubicBezTo>
                <a:cubicBezTo>
                  <a:pt x="1518886" y="1967"/>
                  <a:pt x="1503941" y="4719"/>
                  <a:pt x="1495968" y="5309"/>
                </a:cubicBezTo>
                <a:cubicBezTo>
                  <a:pt x="1495569" y="6905"/>
                  <a:pt x="1495968" y="10092"/>
                  <a:pt x="1497163" y="11287"/>
                </a:cubicBezTo>
                <a:cubicBezTo>
                  <a:pt x="1507526" y="11886"/>
                  <a:pt x="1509919" y="10889"/>
                  <a:pt x="1509919" y="27640"/>
                </a:cubicBezTo>
                <a:lnTo>
                  <a:pt x="1509919" y="114802"/>
                </a:lnTo>
                <a:cubicBezTo>
                  <a:pt x="1509919" y="131362"/>
                  <a:pt x="1507526" y="132159"/>
                  <a:pt x="1495968" y="132958"/>
                </a:cubicBezTo>
                <a:cubicBezTo>
                  <a:pt x="1494773" y="134153"/>
                  <a:pt x="1494773" y="138337"/>
                  <a:pt x="1495968" y="139532"/>
                </a:cubicBezTo>
                <a:cubicBezTo>
                  <a:pt x="1502545" y="139335"/>
                  <a:pt x="1509919" y="139134"/>
                  <a:pt x="1517888" y="139134"/>
                </a:cubicBezTo>
                <a:cubicBezTo>
                  <a:pt x="1525460" y="139134"/>
                  <a:pt x="1532037" y="139335"/>
                  <a:pt x="1537616" y="139532"/>
                </a:cubicBezTo>
                <a:cubicBezTo>
                  <a:pt x="1538811" y="138337"/>
                  <a:pt x="1538811" y="134153"/>
                  <a:pt x="1537616" y="132958"/>
                </a:cubicBezTo>
                <a:cubicBezTo>
                  <a:pt x="1527454" y="132159"/>
                  <a:pt x="1525660" y="131362"/>
                  <a:pt x="1525660" y="114802"/>
                </a:cubicBezTo>
                <a:lnTo>
                  <a:pt x="1525660" y="82084"/>
                </a:lnTo>
                <a:close/>
                <a:moveTo>
                  <a:pt x="1624302" y="82939"/>
                </a:moveTo>
                <a:cubicBezTo>
                  <a:pt x="1628088" y="60516"/>
                  <a:pt x="1642038" y="58731"/>
                  <a:pt x="1646821" y="58731"/>
                </a:cubicBezTo>
                <a:cubicBezTo>
                  <a:pt x="1654393" y="58731"/>
                  <a:pt x="1663360" y="62900"/>
                  <a:pt x="1663360" y="79566"/>
                </a:cubicBezTo>
                <a:cubicBezTo>
                  <a:pt x="1663360" y="81351"/>
                  <a:pt x="1662563" y="82346"/>
                  <a:pt x="1660371" y="82346"/>
                </a:cubicBezTo>
                <a:lnTo>
                  <a:pt x="1624302" y="82939"/>
                </a:lnTo>
                <a:moveTo>
                  <a:pt x="1676511" y="120573"/>
                </a:moveTo>
                <a:cubicBezTo>
                  <a:pt x="1669140" y="128142"/>
                  <a:pt x="1663360" y="131325"/>
                  <a:pt x="1651802" y="131325"/>
                </a:cubicBezTo>
                <a:cubicBezTo>
                  <a:pt x="1644629" y="131325"/>
                  <a:pt x="1636258" y="127144"/>
                  <a:pt x="1630082" y="116992"/>
                </a:cubicBezTo>
                <a:cubicBezTo>
                  <a:pt x="1626096" y="110421"/>
                  <a:pt x="1623703" y="101262"/>
                  <a:pt x="1623703" y="89713"/>
                </a:cubicBezTo>
                <a:lnTo>
                  <a:pt x="1676712" y="90112"/>
                </a:lnTo>
                <a:cubicBezTo>
                  <a:pt x="1679102" y="90112"/>
                  <a:pt x="1680497" y="88917"/>
                  <a:pt x="1680497" y="86724"/>
                </a:cubicBezTo>
                <a:cubicBezTo>
                  <a:pt x="1680497" y="70043"/>
                  <a:pt x="1674519" y="52154"/>
                  <a:pt x="1646821" y="52154"/>
                </a:cubicBezTo>
                <a:cubicBezTo>
                  <a:pt x="1629483" y="52154"/>
                  <a:pt x="1606964" y="68653"/>
                  <a:pt x="1606964" y="98872"/>
                </a:cubicBezTo>
                <a:cubicBezTo>
                  <a:pt x="1606964" y="110022"/>
                  <a:pt x="1609755" y="120774"/>
                  <a:pt x="1616332" y="128339"/>
                </a:cubicBezTo>
                <a:cubicBezTo>
                  <a:pt x="1623107" y="136309"/>
                  <a:pt x="1632472" y="141089"/>
                  <a:pt x="1646821" y="141089"/>
                </a:cubicBezTo>
                <a:cubicBezTo>
                  <a:pt x="1661964" y="141089"/>
                  <a:pt x="1672725" y="134117"/>
                  <a:pt x="1680698" y="123760"/>
                </a:cubicBezTo>
                <a:cubicBezTo>
                  <a:pt x="1680099" y="121768"/>
                  <a:pt x="1678904" y="120774"/>
                  <a:pt x="1676511" y="120573"/>
                </a:cubicBezTo>
                <a:close/>
                <a:moveTo>
                  <a:pt x="1773560" y="67717"/>
                </a:moveTo>
                <a:cubicBezTo>
                  <a:pt x="1773161" y="59741"/>
                  <a:pt x="1772961" y="54563"/>
                  <a:pt x="1771966" y="52568"/>
                </a:cubicBezTo>
                <a:cubicBezTo>
                  <a:pt x="1771565" y="51571"/>
                  <a:pt x="1771167" y="50975"/>
                  <a:pt x="1769573" y="50975"/>
                </a:cubicBezTo>
                <a:cubicBezTo>
                  <a:pt x="1763994" y="53167"/>
                  <a:pt x="1758812" y="54961"/>
                  <a:pt x="1745062" y="56752"/>
                </a:cubicBezTo>
                <a:cubicBezTo>
                  <a:pt x="1744664" y="57950"/>
                  <a:pt x="1745062" y="61137"/>
                  <a:pt x="1745460" y="62332"/>
                </a:cubicBezTo>
                <a:cubicBezTo>
                  <a:pt x="1756222" y="63329"/>
                  <a:pt x="1758414" y="64326"/>
                  <a:pt x="1758414" y="75896"/>
                </a:cubicBezTo>
                <a:lnTo>
                  <a:pt x="1758414" y="114802"/>
                </a:lnTo>
                <a:cubicBezTo>
                  <a:pt x="1758414" y="131362"/>
                  <a:pt x="1756024" y="132159"/>
                  <a:pt x="1743666" y="132958"/>
                </a:cubicBezTo>
                <a:cubicBezTo>
                  <a:pt x="1742471" y="134153"/>
                  <a:pt x="1742471" y="138337"/>
                  <a:pt x="1743666" y="139532"/>
                </a:cubicBezTo>
                <a:cubicBezTo>
                  <a:pt x="1750642" y="139335"/>
                  <a:pt x="1758414" y="139134"/>
                  <a:pt x="1766387" y="139134"/>
                </a:cubicBezTo>
                <a:cubicBezTo>
                  <a:pt x="1774356" y="139134"/>
                  <a:pt x="1783524" y="139335"/>
                  <a:pt x="1790496" y="139532"/>
                </a:cubicBezTo>
                <a:cubicBezTo>
                  <a:pt x="1791695" y="138337"/>
                  <a:pt x="1791695" y="134153"/>
                  <a:pt x="1790496" y="132958"/>
                </a:cubicBezTo>
                <a:cubicBezTo>
                  <a:pt x="1776549" y="131961"/>
                  <a:pt x="1774156" y="131362"/>
                  <a:pt x="1774156" y="114802"/>
                </a:cubicBezTo>
                <a:lnTo>
                  <a:pt x="1774156" y="87071"/>
                </a:lnTo>
                <a:cubicBezTo>
                  <a:pt x="1774156" y="81883"/>
                  <a:pt x="1776549" y="77295"/>
                  <a:pt x="1778939" y="73704"/>
                </a:cubicBezTo>
                <a:cubicBezTo>
                  <a:pt x="1781131" y="70511"/>
                  <a:pt x="1785716" y="63928"/>
                  <a:pt x="1788106" y="63928"/>
                </a:cubicBezTo>
                <a:cubicBezTo>
                  <a:pt x="1789900" y="63928"/>
                  <a:pt x="1791695" y="64326"/>
                  <a:pt x="1793288" y="66522"/>
                </a:cubicBezTo>
                <a:cubicBezTo>
                  <a:pt x="1794684" y="68516"/>
                  <a:pt x="1797074" y="71110"/>
                  <a:pt x="1800461" y="71110"/>
                </a:cubicBezTo>
                <a:cubicBezTo>
                  <a:pt x="1805244" y="71110"/>
                  <a:pt x="1809826" y="66120"/>
                  <a:pt x="1809826" y="61137"/>
                </a:cubicBezTo>
                <a:cubicBezTo>
                  <a:pt x="1809826" y="57351"/>
                  <a:pt x="1806241" y="51571"/>
                  <a:pt x="1797870" y="51571"/>
                </a:cubicBezTo>
                <a:cubicBezTo>
                  <a:pt x="1788505" y="51571"/>
                  <a:pt x="1780334" y="60340"/>
                  <a:pt x="1775752" y="68115"/>
                </a:cubicBezTo>
                <a:cubicBezTo>
                  <a:pt x="1774557" y="70310"/>
                  <a:pt x="1773560" y="68714"/>
                  <a:pt x="1773560" y="67717"/>
                </a:cubicBezTo>
                <a:close/>
                <a:moveTo>
                  <a:pt x="1819193" y="98224"/>
                </a:moveTo>
                <a:cubicBezTo>
                  <a:pt x="1819193" y="118564"/>
                  <a:pt x="1832745" y="141089"/>
                  <a:pt x="1861042" y="141089"/>
                </a:cubicBezTo>
                <a:cubicBezTo>
                  <a:pt x="1873795" y="141089"/>
                  <a:pt x="1883561" y="136507"/>
                  <a:pt x="1890336" y="129930"/>
                </a:cubicBezTo>
                <a:cubicBezTo>
                  <a:pt x="1899303" y="121154"/>
                  <a:pt x="1903290" y="108593"/>
                  <a:pt x="1903290" y="96430"/>
                </a:cubicBezTo>
                <a:cubicBezTo>
                  <a:pt x="1903290" y="75693"/>
                  <a:pt x="1891929" y="51571"/>
                  <a:pt x="1861440" y="51571"/>
                </a:cubicBezTo>
                <a:cubicBezTo>
                  <a:pt x="1848289" y="51571"/>
                  <a:pt x="1837528" y="56953"/>
                  <a:pt x="1830154" y="65524"/>
                </a:cubicBezTo>
                <a:cubicBezTo>
                  <a:pt x="1822981" y="74099"/>
                  <a:pt x="1819193" y="85663"/>
                  <a:pt x="1819193" y="98224"/>
                </a:cubicBezTo>
                <a:moveTo>
                  <a:pt x="1858451" y="58546"/>
                </a:moveTo>
                <a:cubicBezTo>
                  <a:pt x="1875589" y="58546"/>
                  <a:pt x="1886152" y="74099"/>
                  <a:pt x="1886152" y="102813"/>
                </a:cubicBezTo>
                <a:cubicBezTo>
                  <a:pt x="1886152" y="127935"/>
                  <a:pt x="1873199" y="134117"/>
                  <a:pt x="1863833" y="134117"/>
                </a:cubicBezTo>
                <a:cubicBezTo>
                  <a:pt x="1843108" y="134117"/>
                  <a:pt x="1836333" y="108991"/>
                  <a:pt x="1836333" y="93639"/>
                </a:cubicBezTo>
                <a:cubicBezTo>
                  <a:pt x="1836333" y="76292"/>
                  <a:pt x="1840517" y="58546"/>
                  <a:pt x="1858451" y="58546"/>
                </a:cubicBezTo>
                <a:close/>
                <a:moveTo>
                  <a:pt x="1954703" y="141089"/>
                </a:moveTo>
                <a:cubicBezTo>
                  <a:pt x="1962475" y="141089"/>
                  <a:pt x="1971840" y="137106"/>
                  <a:pt x="1981604" y="129139"/>
                </a:cubicBezTo>
                <a:cubicBezTo>
                  <a:pt x="1982601" y="128343"/>
                  <a:pt x="1984395" y="127944"/>
                  <a:pt x="1984593" y="129337"/>
                </a:cubicBezTo>
                <a:cubicBezTo>
                  <a:pt x="1985192" y="134314"/>
                  <a:pt x="1986785" y="141089"/>
                  <a:pt x="1986785" y="141089"/>
                </a:cubicBezTo>
                <a:cubicBezTo>
                  <a:pt x="1988379" y="141688"/>
                  <a:pt x="1989376" y="141491"/>
                  <a:pt x="1990571" y="141089"/>
                </a:cubicBezTo>
                <a:cubicBezTo>
                  <a:pt x="1994956" y="137504"/>
                  <a:pt x="2001931" y="134515"/>
                  <a:pt x="2014088" y="133119"/>
                </a:cubicBezTo>
                <a:cubicBezTo>
                  <a:pt x="2015283" y="131924"/>
                  <a:pt x="2015283" y="128939"/>
                  <a:pt x="2014088" y="127747"/>
                </a:cubicBezTo>
                <a:cubicBezTo>
                  <a:pt x="2001332" y="126749"/>
                  <a:pt x="1999538" y="122970"/>
                  <a:pt x="1999538" y="113221"/>
                </a:cubicBezTo>
                <a:lnTo>
                  <a:pt x="1999538" y="75021"/>
                </a:lnTo>
                <a:cubicBezTo>
                  <a:pt x="1999538" y="69052"/>
                  <a:pt x="2000338" y="54520"/>
                  <a:pt x="2000338" y="54520"/>
                </a:cubicBezTo>
                <a:cubicBezTo>
                  <a:pt x="2000338" y="53921"/>
                  <a:pt x="1999739" y="53322"/>
                  <a:pt x="1998741" y="53322"/>
                </a:cubicBezTo>
                <a:cubicBezTo>
                  <a:pt x="1997747" y="53523"/>
                  <a:pt x="1994758" y="53723"/>
                  <a:pt x="1991769" y="53723"/>
                </a:cubicBezTo>
                <a:cubicBezTo>
                  <a:pt x="1985389" y="53723"/>
                  <a:pt x="1978216" y="53523"/>
                  <a:pt x="1971442" y="53322"/>
                </a:cubicBezTo>
                <a:cubicBezTo>
                  <a:pt x="1970247" y="54520"/>
                  <a:pt x="1970247" y="58704"/>
                  <a:pt x="1971442" y="59899"/>
                </a:cubicBezTo>
                <a:cubicBezTo>
                  <a:pt x="1981205" y="60495"/>
                  <a:pt x="1983796" y="62885"/>
                  <a:pt x="1983796" y="76015"/>
                </a:cubicBezTo>
                <a:lnTo>
                  <a:pt x="1983796" y="114416"/>
                </a:lnTo>
                <a:cubicBezTo>
                  <a:pt x="1983796" y="118196"/>
                  <a:pt x="1983398" y="119786"/>
                  <a:pt x="1980609" y="122176"/>
                </a:cubicBezTo>
                <a:cubicBezTo>
                  <a:pt x="1973236" y="128540"/>
                  <a:pt x="1965661" y="131724"/>
                  <a:pt x="1960681" y="131724"/>
                </a:cubicBezTo>
                <a:cubicBezTo>
                  <a:pt x="1954703" y="131724"/>
                  <a:pt x="1944738" y="128939"/>
                  <a:pt x="1944738" y="111232"/>
                </a:cubicBezTo>
                <a:lnTo>
                  <a:pt x="1944738" y="75021"/>
                </a:lnTo>
                <a:cubicBezTo>
                  <a:pt x="1944738" y="69052"/>
                  <a:pt x="1945535" y="54520"/>
                  <a:pt x="1945535" y="54520"/>
                </a:cubicBezTo>
                <a:cubicBezTo>
                  <a:pt x="1945535" y="53921"/>
                  <a:pt x="1944939" y="53322"/>
                  <a:pt x="1943941" y="53322"/>
                </a:cubicBezTo>
                <a:cubicBezTo>
                  <a:pt x="1942944" y="53523"/>
                  <a:pt x="1939955" y="53723"/>
                  <a:pt x="1936966" y="53723"/>
                </a:cubicBezTo>
                <a:cubicBezTo>
                  <a:pt x="1930590" y="53723"/>
                  <a:pt x="1923417" y="53523"/>
                  <a:pt x="1916639" y="53322"/>
                </a:cubicBezTo>
                <a:cubicBezTo>
                  <a:pt x="1915444" y="54520"/>
                  <a:pt x="1915444" y="58704"/>
                  <a:pt x="1916639" y="59899"/>
                </a:cubicBezTo>
                <a:cubicBezTo>
                  <a:pt x="1926205" y="60696"/>
                  <a:pt x="1928996" y="62885"/>
                  <a:pt x="1928996" y="75817"/>
                </a:cubicBezTo>
                <a:lnTo>
                  <a:pt x="1928996" y="114018"/>
                </a:lnTo>
                <a:cubicBezTo>
                  <a:pt x="1928996" y="127747"/>
                  <a:pt x="1934974" y="141089"/>
                  <a:pt x="1954703" y="141089"/>
                </a:cubicBezTo>
                <a:close/>
                <a:moveTo>
                  <a:pt x="2053942" y="67720"/>
                </a:moveTo>
                <a:cubicBezTo>
                  <a:pt x="2052747" y="69115"/>
                  <a:pt x="2051552" y="69517"/>
                  <a:pt x="2051552" y="67720"/>
                </a:cubicBezTo>
                <a:cubicBezTo>
                  <a:pt x="2051351" y="62335"/>
                  <a:pt x="2050953" y="54563"/>
                  <a:pt x="2049955" y="52568"/>
                </a:cubicBezTo>
                <a:cubicBezTo>
                  <a:pt x="2049557" y="51571"/>
                  <a:pt x="2049159" y="50975"/>
                  <a:pt x="2047565" y="50975"/>
                </a:cubicBezTo>
                <a:cubicBezTo>
                  <a:pt x="2041985" y="53167"/>
                  <a:pt x="2036804" y="54961"/>
                  <a:pt x="2023054" y="56752"/>
                </a:cubicBezTo>
                <a:cubicBezTo>
                  <a:pt x="2022656" y="57950"/>
                  <a:pt x="2023054" y="61137"/>
                  <a:pt x="2023452" y="62335"/>
                </a:cubicBezTo>
                <a:cubicBezTo>
                  <a:pt x="2034213" y="63332"/>
                  <a:pt x="2036406" y="64329"/>
                  <a:pt x="2036406" y="75899"/>
                </a:cubicBezTo>
                <a:lnTo>
                  <a:pt x="2036406" y="114802"/>
                </a:lnTo>
                <a:cubicBezTo>
                  <a:pt x="2036406" y="131161"/>
                  <a:pt x="2034414" y="131961"/>
                  <a:pt x="2022455" y="132958"/>
                </a:cubicBezTo>
                <a:cubicBezTo>
                  <a:pt x="2021260" y="134153"/>
                  <a:pt x="2021260" y="138337"/>
                  <a:pt x="2022455" y="139532"/>
                </a:cubicBezTo>
                <a:cubicBezTo>
                  <a:pt x="2028436" y="139335"/>
                  <a:pt x="2036406" y="139134"/>
                  <a:pt x="2044375" y="139134"/>
                </a:cubicBezTo>
                <a:cubicBezTo>
                  <a:pt x="2052348" y="139134"/>
                  <a:pt x="2058326" y="139335"/>
                  <a:pt x="2064304" y="139532"/>
                </a:cubicBezTo>
                <a:cubicBezTo>
                  <a:pt x="2065499" y="138337"/>
                  <a:pt x="2065499" y="134153"/>
                  <a:pt x="2064304" y="132958"/>
                </a:cubicBezTo>
                <a:cubicBezTo>
                  <a:pt x="2054142" y="131961"/>
                  <a:pt x="2052148" y="131161"/>
                  <a:pt x="2052148" y="114802"/>
                </a:cubicBezTo>
                <a:lnTo>
                  <a:pt x="2052148" y="82084"/>
                </a:lnTo>
                <a:cubicBezTo>
                  <a:pt x="2052148" y="77894"/>
                  <a:pt x="2053942" y="75501"/>
                  <a:pt x="2055535" y="73707"/>
                </a:cubicBezTo>
                <a:cubicBezTo>
                  <a:pt x="2063109" y="66324"/>
                  <a:pt x="2072076" y="61933"/>
                  <a:pt x="2079848" y="61933"/>
                </a:cubicBezTo>
                <a:cubicBezTo>
                  <a:pt x="2083835" y="61933"/>
                  <a:pt x="2088019" y="64527"/>
                  <a:pt x="2090409" y="69115"/>
                </a:cubicBezTo>
                <a:cubicBezTo>
                  <a:pt x="2092404" y="73108"/>
                  <a:pt x="2092802" y="78493"/>
                  <a:pt x="2092802" y="84477"/>
                </a:cubicBezTo>
                <a:lnTo>
                  <a:pt x="2092802" y="114802"/>
                </a:lnTo>
                <a:cubicBezTo>
                  <a:pt x="2092802" y="131161"/>
                  <a:pt x="2090807" y="131961"/>
                  <a:pt x="2080444" y="132958"/>
                </a:cubicBezTo>
                <a:cubicBezTo>
                  <a:pt x="2079450" y="134153"/>
                  <a:pt x="2079450" y="138337"/>
                  <a:pt x="2080444" y="139532"/>
                </a:cubicBezTo>
                <a:cubicBezTo>
                  <a:pt x="2086426" y="139335"/>
                  <a:pt x="2092802" y="139134"/>
                  <a:pt x="2100772" y="139134"/>
                </a:cubicBezTo>
                <a:cubicBezTo>
                  <a:pt x="2108744" y="139134"/>
                  <a:pt x="2115917" y="139335"/>
                  <a:pt x="2121896" y="139532"/>
                </a:cubicBezTo>
                <a:cubicBezTo>
                  <a:pt x="2122893" y="138337"/>
                  <a:pt x="2122893" y="134153"/>
                  <a:pt x="2121896" y="132958"/>
                </a:cubicBezTo>
                <a:cubicBezTo>
                  <a:pt x="2110736" y="131961"/>
                  <a:pt x="2108544" y="131161"/>
                  <a:pt x="2108544" y="114802"/>
                </a:cubicBezTo>
                <a:lnTo>
                  <a:pt x="2108544" y="85076"/>
                </a:lnTo>
                <a:cubicBezTo>
                  <a:pt x="2108544" y="74105"/>
                  <a:pt x="2107747" y="64527"/>
                  <a:pt x="2103165" y="58348"/>
                </a:cubicBezTo>
                <a:cubicBezTo>
                  <a:pt x="2099774" y="53964"/>
                  <a:pt x="2093599" y="51571"/>
                  <a:pt x="2086623" y="51571"/>
                </a:cubicBezTo>
                <a:cubicBezTo>
                  <a:pt x="2076859" y="51571"/>
                  <a:pt x="2065700" y="54161"/>
                  <a:pt x="2053942" y="67720"/>
                </a:cubicBezTo>
                <a:close/>
                <a:moveTo>
                  <a:pt x="2194031" y="114377"/>
                </a:moveTo>
                <a:cubicBezTo>
                  <a:pt x="2194031" y="118165"/>
                  <a:pt x="2193633" y="119762"/>
                  <a:pt x="2190845" y="122155"/>
                </a:cubicBezTo>
                <a:cubicBezTo>
                  <a:pt x="2183471" y="128534"/>
                  <a:pt x="2177095" y="131724"/>
                  <a:pt x="2172111" y="131724"/>
                </a:cubicBezTo>
                <a:cubicBezTo>
                  <a:pt x="2161353" y="131724"/>
                  <a:pt x="2150193" y="119959"/>
                  <a:pt x="2150193" y="95035"/>
                </a:cubicBezTo>
                <a:cubicBezTo>
                  <a:pt x="2150193" y="80679"/>
                  <a:pt x="2152982" y="72704"/>
                  <a:pt x="2155971" y="68516"/>
                </a:cubicBezTo>
                <a:cubicBezTo>
                  <a:pt x="2162149" y="59145"/>
                  <a:pt x="2170518" y="58546"/>
                  <a:pt x="2174504" y="58546"/>
                </a:cubicBezTo>
                <a:cubicBezTo>
                  <a:pt x="2181677" y="58546"/>
                  <a:pt x="2186661" y="61140"/>
                  <a:pt x="2190644" y="65725"/>
                </a:cubicBezTo>
                <a:cubicBezTo>
                  <a:pt x="2193435" y="68915"/>
                  <a:pt x="2194031" y="70310"/>
                  <a:pt x="2194031" y="76492"/>
                </a:cubicBezTo>
                <a:lnTo>
                  <a:pt x="2194031" y="114377"/>
                </a:lnTo>
                <a:moveTo>
                  <a:pt x="2191842" y="129133"/>
                </a:moveTo>
                <a:cubicBezTo>
                  <a:pt x="2192836" y="128336"/>
                  <a:pt x="2194630" y="127935"/>
                  <a:pt x="2194831" y="129331"/>
                </a:cubicBezTo>
                <a:cubicBezTo>
                  <a:pt x="2195427" y="134117"/>
                  <a:pt x="2197023" y="141089"/>
                  <a:pt x="2197023" y="141089"/>
                </a:cubicBezTo>
                <a:cubicBezTo>
                  <a:pt x="2198617" y="141688"/>
                  <a:pt x="2199611" y="141491"/>
                  <a:pt x="2200809" y="141089"/>
                </a:cubicBezTo>
                <a:cubicBezTo>
                  <a:pt x="2205191" y="137495"/>
                  <a:pt x="2212166" y="134506"/>
                  <a:pt x="2224323" y="133110"/>
                </a:cubicBezTo>
                <a:cubicBezTo>
                  <a:pt x="2225518" y="131915"/>
                  <a:pt x="2225518" y="128926"/>
                  <a:pt x="2224323" y="127731"/>
                </a:cubicBezTo>
                <a:cubicBezTo>
                  <a:pt x="2211570" y="126734"/>
                  <a:pt x="2209776" y="122945"/>
                  <a:pt x="2209776" y="113175"/>
                </a:cubicBezTo>
                <a:lnTo>
                  <a:pt x="2209776" y="22854"/>
                </a:lnTo>
                <a:cubicBezTo>
                  <a:pt x="2209776" y="9894"/>
                  <a:pt x="2210573" y="1967"/>
                  <a:pt x="2210573" y="1967"/>
                </a:cubicBezTo>
                <a:cubicBezTo>
                  <a:pt x="2210573" y="593"/>
                  <a:pt x="2209776" y="0"/>
                  <a:pt x="2207982" y="0"/>
                </a:cubicBezTo>
                <a:cubicBezTo>
                  <a:pt x="2203002" y="1967"/>
                  <a:pt x="2188053" y="4719"/>
                  <a:pt x="2180084" y="5309"/>
                </a:cubicBezTo>
                <a:cubicBezTo>
                  <a:pt x="2179685" y="6905"/>
                  <a:pt x="2180084" y="10092"/>
                  <a:pt x="2181279" y="11287"/>
                </a:cubicBezTo>
                <a:cubicBezTo>
                  <a:pt x="2191641" y="11886"/>
                  <a:pt x="2194031" y="10889"/>
                  <a:pt x="2194031" y="27640"/>
                </a:cubicBezTo>
                <a:lnTo>
                  <a:pt x="2194031" y="53167"/>
                </a:lnTo>
                <a:cubicBezTo>
                  <a:pt x="2194031" y="54563"/>
                  <a:pt x="2193633" y="54961"/>
                  <a:pt x="2192240" y="54961"/>
                </a:cubicBezTo>
                <a:cubicBezTo>
                  <a:pt x="2191441" y="54961"/>
                  <a:pt x="2183273" y="51571"/>
                  <a:pt x="2176696" y="51571"/>
                </a:cubicBezTo>
                <a:cubicBezTo>
                  <a:pt x="2163542" y="51571"/>
                  <a:pt x="2154776" y="55955"/>
                  <a:pt x="2146803" y="63530"/>
                </a:cubicBezTo>
                <a:cubicBezTo>
                  <a:pt x="2138234" y="72104"/>
                  <a:pt x="2133053" y="83869"/>
                  <a:pt x="2133053" y="98623"/>
                </a:cubicBezTo>
                <a:cubicBezTo>
                  <a:pt x="2133053" y="123152"/>
                  <a:pt x="2145410" y="141089"/>
                  <a:pt x="2166933" y="141089"/>
                </a:cubicBezTo>
                <a:cubicBezTo>
                  <a:pt x="2174702" y="141089"/>
                  <a:pt x="2182075" y="137106"/>
                  <a:pt x="2191842" y="129133"/>
                </a:cubicBezTo>
                <a:close/>
                <a:moveTo>
                  <a:pt x="2235681" y="111585"/>
                </a:moveTo>
                <a:cubicBezTo>
                  <a:pt x="2236478" y="121355"/>
                  <a:pt x="2237077" y="130726"/>
                  <a:pt x="2237077" y="139098"/>
                </a:cubicBezTo>
                <a:cubicBezTo>
                  <a:pt x="2239068" y="138699"/>
                  <a:pt x="2241063" y="138502"/>
                  <a:pt x="2242057" y="138502"/>
                </a:cubicBezTo>
                <a:cubicBezTo>
                  <a:pt x="2243453" y="138502"/>
                  <a:pt x="2244648" y="138502"/>
                  <a:pt x="2246044" y="138900"/>
                </a:cubicBezTo>
                <a:cubicBezTo>
                  <a:pt x="2251426" y="140293"/>
                  <a:pt x="2256805" y="141089"/>
                  <a:pt x="2264179" y="141089"/>
                </a:cubicBezTo>
                <a:cubicBezTo>
                  <a:pt x="2275338" y="141089"/>
                  <a:pt x="2295863" y="135710"/>
                  <a:pt x="2295863" y="115970"/>
                </a:cubicBezTo>
                <a:cubicBezTo>
                  <a:pt x="2295863" y="102414"/>
                  <a:pt x="2286099" y="94439"/>
                  <a:pt x="2272547" y="89452"/>
                </a:cubicBezTo>
                <a:cubicBezTo>
                  <a:pt x="2260590" y="84866"/>
                  <a:pt x="2252621" y="81874"/>
                  <a:pt x="2252621" y="70909"/>
                </a:cubicBezTo>
                <a:cubicBezTo>
                  <a:pt x="2252621" y="62733"/>
                  <a:pt x="2259794" y="58148"/>
                  <a:pt x="2266569" y="58148"/>
                </a:cubicBezTo>
                <a:cubicBezTo>
                  <a:pt x="2270953" y="58148"/>
                  <a:pt x="2282511" y="59744"/>
                  <a:pt x="2285102" y="76693"/>
                </a:cubicBezTo>
                <a:cubicBezTo>
                  <a:pt x="2286297" y="77888"/>
                  <a:pt x="2290283" y="77687"/>
                  <a:pt x="2291478" y="76492"/>
                </a:cubicBezTo>
                <a:cubicBezTo>
                  <a:pt x="2292077" y="69313"/>
                  <a:pt x="2292475" y="61936"/>
                  <a:pt x="2292676" y="55359"/>
                </a:cubicBezTo>
                <a:cubicBezTo>
                  <a:pt x="2286497" y="54362"/>
                  <a:pt x="2276931" y="51571"/>
                  <a:pt x="2266569" y="51571"/>
                </a:cubicBezTo>
                <a:cubicBezTo>
                  <a:pt x="2251824" y="51571"/>
                  <a:pt x="2238472" y="61140"/>
                  <a:pt x="2238472" y="73902"/>
                </a:cubicBezTo>
                <a:cubicBezTo>
                  <a:pt x="2238472" y="88454"/>
                  <a:pt x="2245046" y="94636"/>
                  <a:pt x="2260393" y="101019"/>
                </a:cubicBezTo>
                <a:cubicBezTo>
                  <a:pt x="2276931" y="107796"/>
                  <a:pt x="2280717" y="111983"/>
                  <a:pt x="2280717" y="120558"/>
                </a:cubicBezTo>
                <a:cubicBezTo>
                  <a:pt x="2280717" y="130328"/>
                  <a:pt x="2271154" y="134515"/>
                  <a:pt x="2263780" y="134515"/>
                </a:cubicBezTo>
                <a:cubicBezTo>
                  <a:pt x="2256008" y="134515"/>
                  <a:pt x="2251623" y="131921"/>
                  <a:pt x="2249632" y="129729"/>
                </a:cubicBezTo>
                <a:cubicBezTo>
                  <a:pt x="2245247" y="125144"/>
                  <a:pt x="2243055" y="116371"/>
                  <a:pt x="2241860" y="111384"/>
                </a:cubicBezTo>
                <a:cubicBezTo>
                  <a:pt x="2240665" y="110189"/>
                  <a:pt x="2236876" y="110387"/>
                  <a:pt x="2235681" y="111585"/>
                </a:cubicBezTo>
                <a:close/>
                <a:moveTo>
                  <a:pt x="2412042" y="92645"/>
                </a:moveTo>
                <a:lnTo>
                  <a:pt x="2412042" y="118962"/>
                </a:lnTo>
                <a:cubicBezTo>
                  <a:pt x="2412042" y="121556"/>
                  <a:pt x="2410844" y="122951"/>
                  <a:pt x="2409250" y="124146"/>
                </a:cubicBezTo>
                <a:cubicBezTo>
                  <a:pt x="2404069" y="128333"/>
                  <a:pt x="2397294" y="132922"/>
                  <a:pt x="2391714" y="132922"/>
                </a:cubicBezTo>
                <a:cubicBezTo>
                  <a:pt x="2381750" y="132922"/>
                  <a:pt x="2377365" y="124946"/>
                  <a:pt x="2377365" y="118764"/>
                </a:cubicBezTo>
                <a:cubicBezTo>
                  <a:pt x="2377365" y="109791"/>
                  <a:pt x="2381552" y="100617"/>
                  <a:pt x="2396297" y="96832"/>
                </a:cubicBezTo>
                <a:lnTo>
                  <a:pt x="2412042" y="92645"/>
                </a:lnTo>
                <a:moveTo>
                  <a:pt x="2412042" y="129531"/>
                </a:moveTo>
                <a:cubicBezTo>
                  <a:pt x="2413237" y="135710"/>
                  <a:pt x="2415429" y="141089"/>
                  <a:pt x="2425393" y="141089"/>
                </a:cubicBezTo>
                <a:cubicBezTo>
                  <a:pt x="2432965" y="141089"/>
                  <a:pt x="2440138" y="137702"/>
                  <a:pt x="2444322" y="133719"/>
                </a:cubicBezTo>
                <a:cubicBezTo>
                  <a:pt x="2443924" y="131325"/>
                  <a:pt x="2443127" y="129531"/>
                  <a:pt x="2440935" y="128336"/>
                </a:cubicBezTo>
                <a:cubicBezTo>
                  <a:pt x="2439542" y="129531"/>
                  <a:pt x="2436151" y="131526"/>
                  <a:pt x="2433561" y="131526"/>
                </a:cubicBezTo>
                <a:cubicBezTo>
                  <a:pt x="2427783" y="131526"/>
                  <a:pt x="2427583" y="123748"/>
                  <a:pt x="2427583" y="114577"/>
                </a:cubicBezTo>
                <a:lnTo>
                  <a:pt x="2427583" y="85265"/>
                </a:lnTo>
                <a:cubicBezTo>
                  <a:pt x="2427583" y="56953"/>
                  <a:pt x="2412042" y="51571"/>
                  <a:pt x="2397492" y="51571"/>
                </a:cubicBezTo>
                <a:cubicBezTo>
                  <a:pt x="2381151" y="51571"/>
                  <a:pt x="2364613" y="62335"/>
                  <a:pt x="2364613" y="73701"/>
                </a:cubicBezTo>
                <a:cubicBezTo>
                  <a:pt x="2364613" y="78487"/>
                  <a:pt x="2367003" y="80880"/>
                  <a:pt x="2371588" y="80880"/>
                </a:cubicBezTo>
                <a:cubicBezTo>
                  <a:pt x="2377365" y="80880"/>
                  <a:pt x="2380953" y="76693"/>
                  <a:pt x="2380953" y="74099"/>
                </a:cubicBezTo>
                <a:cubicBezTo>
                  <a:pt x="2380953" y="72704"/>
                  <a:pt x="2380753" y="71308"/>
                  <a:pt x="2380354" y="70511"/>
                </a:cubicBezTo>
                <a:cubicBezTo>
                  <a:pt x="2380157" y="69912"/>
                  <a:pt x="2379956" y="68717"/>
                  <a:pt x="2379956" y="66522"/>
                </a:cubicBezTo>
                <a:cubicBezTo>
                  <a:pt x="2379956" y="60340"/>
                  <a:pt x="2388327" y="58148"/>
                  <a:pt x="2395898" y="58148"/>
                </a:cubicBezTo>
                <a:cubicBezTo>
                  <a:pt x="2402673" y="58148"/>
                  <a:pt x="2412042" y="61538"/>
                  <a:pt x="2412042" y="84070"/>
                </a:cubicBezTo>
                <a:cubicBezTo>
                  <a:pt x="2412042" y="85465"/>
                  <a:pt x="2411443" y="86262"/>
                  <a:pt x="2410844" y="86463"/>
                </a:cubicBezTo>
                <a:lnTo>
                  <a:pt x="2393706" y="90650"/>
                </a:lnTo>
                <a:cubicBezTo>
                  <a:pt x="2374577" y="95436"/>
                  <a:pt x="2360827" y="106002"/>
                  <a:pt x="2360827" y="119561"/>
                </a:cubicBezTo>
                <a:cubicBezTo>
                  <a:pt x="2360827" y="135911"/>
                  <a:pt x="2371986" y="141089"/>
                  <a:pt x="2385934" y="141089"/>
                </a:cubicBezTo>
                <a:cubicBezTo>
                  <a:pt x="2392909" y="141089"/>
                  <a:pt x="2398888" y="139496"/>
                  <a:pt x="2407657" y="132721"/>
                </a:cubicBezTo>
                <a:lnTo>
                  <a:pt x="2411643" y="129531"/>
                </a:lnTo>
                <a:lnTo>
                  <a:pt x="2412042" y="129531"/>
                </a:lnTo>
                <a:close/>
                <a:moveTo>
                  <a:pt x="2479594" y="114842"/>
                </a:moveTo>
                <a:lnTo>
                  <a:pt x="2479594" y="61483"/>
                </a:lnTo>
                <a:lnTo>
                  <a:pt x="2498128" y="61483"/>
                </a:lnTo>
                <a:cubicBezTo>
                  <a:pt x="2499922" y="61483"/>
                  <a:pt x="2502713" y="60687"/>
                  <a:pt x="2502713" y="58893"/>
                </a:cubicBezTo>
                <a:lnTo>
                  <a:pt x="2502713" y="54909"/>
                </a:lnTo>
                <a:cubicBezTo>
                  <a:pt x="2502713" y="54113"/>
                  <a:pt x="2502114" y="53711"/>
                  <a:pt x="2501117" y="53711"/>
                </a:cubicBezTo>
                <a:lnTo>
                  <a:pt x="2479594" y="53711"/>
                </a:lnTo>
                <a:lnTo>
                  <a:pt x="2479594" y="42327"/>
                </a:lnTo>
                <a:cubicBezTo>
                  <a:pt x="2479594" y="11570"/>
                  <a:pt x="2488762" y="6778"/>
                  <a:pt x="2495339" y="6778"/>
                </a:cubicBezTo>
                <a:cubicBezTo>
                  <a:pt x="2501317" y="6778"/>
                  <a:pt x="2504504" y="9174"/>
                  <a:pt x="2507295" y="16164"/>
                </a:cubicBezTo>
                <a:cubicBezTo>
                  <a:pt x="2508889" y="19759"/>
                  <a:pt x="2511081" y="22556"/>
                  <a:pt x="2515265" y="22556"/>
                </a:cubicBezTo>
                <a:cubicBezTo>
                  <a:pt x="2518652" y="22556"/>
                  <a:pt x="2523435" y="18360"/>
                  <a:pt x="2523435" y="14367"/>
                </a:cubicBezTo>
                <a:cubicBezTo>
                  <a:pt x="2523435" y="10971"/>
                  <a:pt x="2521243" y="7377"/>
                  <a:pt x="2517059" y="4187"/>
                </a:cubicBezTo>
                <a:cubicBezTo>
                  <a:pt x="2511878" y="599"/>
                  <a:pt x="2506696" y="0"/>
                  <a:pt x="2499125" y="0"/>
                </a:cubicBezTo>
                <a:cubicBezTo>
                  <a:pt x="2482386" y="0"/>
                  <a:pt x="2463853" y="14565"/>
                  <a:pt x="2463853" y="45723"/>
                </a:cubicBezTo>
                <a:lnTo>
                  <a:pt x="2463853" y="53711"/>
                </a:lnTo>
                <a:lnTo>
                  <a:pt x="2453691" y="53711"/>
                </a:lnTo>
                <a:cubicBezTo>
                  <a:pt x="2450103" y="53711"/>
                  <a:pt x="2449105" y="56104"/>
                  <a:pt x="2449105" y="57698"/>
                </a:cubicBezTo>
                <a:lnTo>
                  <a:pt x="2449105" y="60288"/>
                </a:lnTo>
                <a:cubicBezTo>
                  <a:pt x="2449105" y="61286"/>
                  <a:pt x="2449306" y="61483"/>
                  <a:pt x="2450103" y="61483"/>
                </a:cubicBezTo>
                <a:lnTo>
                  <a:pt x="2463853" y="61483"/>
                </a:lnTo>
                <a:lnTo>
                  <a:pt x="2463853" y="114842"/>
                </a:lnTo>
                <a:cubicBezTo>
                  <a:pt x="2463853" y="131365"/>
                  <a:pt x="2460663" y="132162"/>
                  <a:pt x="2449902" y="132958"/>
                </a:cubicBezTo>
                <a:cubicBezTo>
                  <a:pt x="2448707" y="134153"/>
                  <a:pt x="2448707" y="138337"/>
                  <a:pt x="2449902" y="139532"/>
                </a:cubicBezTo>
                <a:cubicBezTo>
                  <a:pt x="2456877" y="139335"/>
                  <a:pt x="2463853" y="139134"/>
                  <a:pt x="2471822" y="139134"/>
                </a:cubicBezTo>
                <a:cubicBezTo>
                  <a:pt x="2479795" y="139134"/>
                  <a:pt x="2489361" y="139335"/>
                  <a:pt x="2496334" y="139532"/>
                </a:cubicBezTo>
                <a:cubicBezTo>
                  <a:pt x="2497532" y="138337"/>
                  <a:pt x="2497532" y="134153"/>
                  <a:pt x="2496334" y="132958"/>
                </a:cubicBezTo>
                <a:cubicBezTo>
                  <a:pt x="2480792" y="132162"/>
                  <a:pt x="2479594" y="131365"/>
                  <a:pt x="2479594" y="1148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Text terround">
            <a:extLst xmlns:a="http://schemas.openxmlformats.org/drawingml/2006/main">
              <a:ext uri="{FF2B5EF4-FFF2-40B4-BE49-F238E27FC236}">
                <a16:creationId xmlns:a16="http://schemas.microsoft.com/office/drawing/2014/main" id="{4522A5C9-F730-4F30-969A-B7D5995D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9304" y="4323414"/>
            <a:ext cx="758047" cy="141688"/>
          </a:xfrm>
          <a:custGeom xmlns:a="http://schemas.openxmlformats.org/drawingml/2006/main">
            <a:pathLst>
              <a:path w="758047" h="141688">
                <a:moveTo>
                  <a:pt x="3588" y="53711"/>
                </a:moveTo>
                <a:cubicBezTo>
                  <a:pt x="797" y="53711"/>
                  <a:pt x="0" y="56104"/>
                  <a:pt x="0" y="57698"/>
                </a:cubicBezTo>
                <a:lnTo>
                  <a:pt x="0" y="60288"/>
                </a:lnTo>
                <a:cubicBezTo>
                  <a:pt x="0" y="61286"/>
                  <a:pt x="198" y="61483"/>
                  <a:pt x="997" y="61483"/>
                </a:cubicBezTo>
                <a:lnTo>
                  <a:pt x="12753" y="61483"/>
                </a:lnTo>
                <a:lnTo>
                  <a:pt x="12753" y="121376"/>
                </a:lnTo>
                <a:cubicBezTo>
                  <a:pt x="12753" y="135509"/>
                  <a:pt x="18931" y="141089"/>
                  <a:pt x="28096" y="141089"/>
                </a:cubicBezTo>
                <a:cubicBezTo>
                  <a:pt x="37264" y="141089"/>
                  <a:pt x="47228" y="136708"/>
                  <a:pt x="55000" y="127941"/>
                </a:cubicBezTo>
                <a:cubicBezTo>
                  <a:pt x="54602" y="125953"/>
                  <a:pt x="53407" y="124758"/>
                  <a:pt x="51412" y="124560"/>
                </a:cubicBezTo>
                <a:cubicBezTo>
                  <a:pt x="46231" y="128540"/>
                  <a:pt x="40253" y="130130"/>
                  <a:pt x="35072" y="130130"/>
                </a:cubicBezTo>
                <a:cubicBezTo>
                  <a:pt x="29693" y="130130"/>
                  <a:pt x="28498" y="124162"/>
                  <a:pt x="28498" y="111825"/>
                </a:cubicBezTo>
                <a:lnTo>
                  <a:pt x="28498" y="61483"/>
                </a:lnTo>
                <a:lnTo>
                  <a:pt x="49220" y="61483"/>
                </a:lnTo>
                <a:cubicBezTo>
                  <a:pt x="51215" y="61483"/>
                  <a:pt x="54003" y="60687"/>
                  <a:pt x="54003" y="58893"/>
                </a:cubicBezTo>
                <a:lnTo>
                  <a:pt x="54003" y="54909"/>
                </a:lnTo>
                <a:cubicBezTo>
                  <a:pt x="54003" y="54113"/>
                  <a:pt x="53407" y="53711"/>
                  <a:pt x="52410" y="53711"/>
                </a:cubicBezTo>
                <a:lnTo>
                  <a:pt x="28498" y="53711"/>
                </a:lnTo>
                <a:lnTo>
                  <a:pt x="28498" y="45942"/>
                </a:lnTo>
                <a:cubicBezTo>
                  <a:pt x="28498" y="32989"/>
                  <a:pt x="29294" y="25016"/>
                  <a:pt x="29294" y="25016"/>
                </a:cubicBezTo>
                <a:cubicBezTo>
                  <a:pt x="29294" y="23821"/>
                  <a:pt x="28695" y="23222"/>
                  <a:pt x="27698" y="23222"/>
                </a:cubicBezTo>
                <a:cubicBezTo>
                  <a:pt x="26901" y="23222"/>
                  <a:pt x="25107" y="24022"/>
                  <a:pt x="23316" y="25016"/>
                </a:cubicBezTo>
                <a:cubicBezTo>
                  <a:pt x="21124" y="26214"/>
                  <a:pt x="19129" y="27208"/>
                  <a:pt x="16538" y="27807"/>
                </a:cubicBezTo>
                <a:cubicBezTo>
                  <a:pt x="14148" y="28604"/>
                  <a:pt x="12157" y="29203"/>
                  <a:pt x="12157" y="30596"/>
                </a:cubicBezTo>
                <a:cubicBezTo>
                  <a:pt x="12157" y="32989"/>
                  <a:pt x="12753" y="31593"/>
                  <a:pt x="12753" y="53711"/>
                </a:cubicBezTo>
                <a:lnTo>
                  <a:pt x="3588" y="53711"/>
                </a:lnTo>
                <a:close/>
                <a:moveTo>
                  <a:pt x="82700" y="82939"/>
                </a:moveTo>
                <a:cubicBezTo>
                  <a:pt x="86486" y="60516"/>
                  <a:pt x="100437" y="58731"/>
                  <a:pt x="105220" y="58731"/>
                </a:cubicBezTo>
                <a:cubicBezTo>
                  <a:pt x="112791" y="58731"/>
                  <a:pt x="121758" y="62900"/>
                  <a:pt x="121758" y="79566"/>
                </a:cubicBezTo>
                <a:cubicBezTo>
                  <a:pt x="121758" y="81351"/>
                  <a:pt x="120961" y="82346"/>
                  <a:pt x="118769" y="82346"/>
                </a:cubicBezTo>
                <a:lnTo>
                  <a:pt x="82700" y="82939"/>
                </a:lnTo>
                <a:moveTo>
                  <a:pt x="134909" y="120573"/>
                </a:moveTo>
                <a:cubicBezTo>
                  <a:pt x="127538" y="128142"/>
                  <a:pt x="121758" y="131325"/>
                  <a:pt x="110200" y="131325"/>
                </a:cubicBezTo>
                <a:cubicBezTo>
                  <a:pt x="103027" y="131325"/>
                  <a:pt x="94656" y="127144"/>
                  <a:pt x="88480" y="116992"/>
                </a:cubicBezTo>
                <a:cubicBezTo>
                  <a:pt x="84494" y="110421"/>
                  <a:pt x="82101" y="101262"/>
                  <a:pt x="82101" y="89713"/>
                </a:cubicBezTo>
                <a:lnTo>
                  <a:pt x="135110" y="90112"/>
                </a:lnTo>
                <a:cubicBezTo>
                  <a:pt x="137500" y="90112"/>
                  <a:pt x="138895" y="88917"/>
                  <a:pt x="138895" y="86724"/>
                </a:cubicBezTo>
                <a:cubicBezTo>
                  <a:pt x="138895" y="70043"/>
                  <a:pt x="132917" y="52154"/>
                  <a:pt x="105220" y="52154"/>
                </a:cubicBezTo>
                <a:cubicBezTo>
                  <a:pt x="87881" y="52154"/>
                  <a:pt x="65362" y="68653"/>
                  <a:pt x="65362" y="98872"/>
                </a:cubicBezTo>
                <a:cubicBezTo>
                  <a:pt x="65362" y="110022"/>
                  <a:pt x="68153" y="120774"/>
                  <a:pt x="74730" y="128339"/>
                </a:cubicBezTo>
                <a:cubicBezTo>
                  <a:pt x="81505" y="136309"/>
                  <a:pt x="90870" y="141089"/>
                  <a:pt x="105220" y="141089"/>
                </a:cubicBezTo>
                <a:cubicBezTo>
                  <a:pt x="120362" y="141089"/>
                  <a:pt x="131123" y="134117"/>
                  <a:pt x="139096" y="123760"/>
                </a:cubicBezTo>
                <a:cubicBezTo>
                  <a:pt x="138497" y="121768"/>
                  <a:pt x="137302" y="120774"/>
                  <a:pt x="134909" y="120573"/>
                </a:cubicBezTo>
                <a:close/>
                <a:moveTo>
                  <a:pt x="182138" y="67717"/>
                </a:moveTo>
                <a:cubicBezTo>
                  <a:pt x="181740" y="59741"/>
                  <a:pt x="181539" y="54563"/>
                  <a:pt x="180545" y="52568"/>
                </a:cubicBezTo>
                <a:cubicBezTo>
                  <a:pt x="180144" y="51571"/>
                  <a:pt x="179745" y="50975"/>
                  <a:pt x="178152" y="50975"/>
                </a:cubicBezTo>
                <a:cubicBezTo>
                  <a:pt x="172572" y="53167"/>
                  <a:pt x="167391" y="54961"/>
                  <a:pt x="153641" y="56752"/>
                </a:cubicBezTo>
                <a:cubicBezTo>
                  <a:pt x="153243" y="57950"/>
                  <a:pt x="153641" y="61137"/>
                  <a:pt x="154039" y="62332"/>
                </a:cubicBezTo>
                <a:cubicBezTo>
                  <a:pt x="164800" y="63329"/>
                  <a:pt x="166993" y="64326"/>
                  <a:pt x="166993" y="75896"/>
                </a:cubicBezTo>
                <a:lnTo>
                  <a:pt x="166993" y="114802"/>
                </a:lnTo>
                <a:cubicBezTo>
                  <a:pt x="166993" y="131362"/>
                  <a:pt x="164603" y="132159"/>
                  <a:pt x="152245" y="132958"/>
                </a:cubicBezTo>
                <a:cubicBezTo>
                  <a:pt x="151050" y="134153"/>
                  <a:pt x="151050" y="138337"/>
                  <a:pt x="152245" y="139532"/>
                </a:cubicBezTo>
                <a:cubicBezTo>
                  <a:pt x="159221" y="139335"/>
                  <a:pt x="166993" y="139134"/>
                  <a:pt x="174965" y="139134"/>
                </a:cubicBezTo>
                <a:cubicBezTo>
                  <a:pt x="182935" y="139134"/>
                  <a:pt x="192103" y="139335"/>
                  <a:pt x="199075" y="139532"/>
                </a:cubicBezTo>
                <a:cubicBezTo>
                  <a:pt x="200273" y="138337"/>
                  <a:pt x="200273" y="134153"/>
                  <a:pt x="199075" y="132958"/>
                </a:cubicBezTo>
                <a:cubicBezTo>
                  <a:pt x="185128" y="131961"/>
                  <a:pt x="182734" y="131362"/>
                  <a:pt x="182734" y="114802"/>
                </a:cubicBezTo>
                <a:lnTo>
                  <a:pt x="182734" y="87071"/>
                </a:lnTo>
                <a:cubicBezTo>
                  <a:pt x="182734" y="81883"/>
                  <a:pt x="185128" y="77295"/>
                  <a:pt x="187518" y="73704"/>
                </a:cubicBezTo>
                <a:cubicBezTo>
                  <a:pt x="189710" y="70511"/>
                  <a:pt x="194295" y="63928"/>
                  <a:pt x="196685" y="63928"/>
                </a:cubicBezTo>
                <a:cubicBezTo>
                  <a:pt x="198479" y="63928"/>
                  <a:pt x="200273" y="64326"/>
                  <a:pt x="201867" y="66522"/>
                </a:cubicBezTo>
                <a:cubicBezTo>
                  <a:pt x="203262" y="68516"/>
                  <a:pt x="205652" y="71110"/>
                  <a:pt x="209040" y="71110"/>
                </a:cubicBezTo>
                <a:cubicBezTo>
                  <a:pt x="213823" y="71110"/>
                  <a:pt x="218405" y="66120"/>
                  <a:pt x="218405" y="61137"/>
                </a:cubicBezTo>
                <a:cubicBezTo>
                  <a:pt x="218405" y="57351"/>
                  <a:pt x="214820" y="51571"/>
                  <a:pt x="206449" y="51571"/>
                </a:cubicBezTo>
                <a:cubicBezTo>
                  <a:pt x="197084" y="51571"/>
                  <a:pt x="188913" y="60340"/>
                  <a:pt x="184331" y="68115"/>
                </a:cubicBezTo>
                <a:cubicBezTo>
                  <a:pt x="183136" y="70310"/>
                  <a:pt x="182138" y="68714"/>
                  <a:pt x="182138" y="67717"/>
                </a:cubicBezTo>
                <a:close/>
                <a:moveTo>
                  <a:pt x="306088" y="67717"/>
                </a:moveTo>
                <a:cubicBezTo>
                  <a:pt x="305690" y="59741"/>
                  <a:pt x="305489" y="54563"/>
                  <a:pt x="304495" y="52568"/>
                </a:cubicBezTo>
                <a:cubicBezTo>
                  <a:pt x="304094" y="51571"/>
                  <a:pt x="303695" y="50975"/>
                  <a:pt x="302102" y="50975"/>
                </a:cubicBezTo>
                <a:cubicBezTo>
                  <a:pt x="296522" y="53167"/>
                  <a:pt x="291341" y="54961"/>
                  <a:pt x="277591" y="56752"/>
                </a:cubicBezTo>
                <a:cubicBezTo>
                  <a:pt x="277192" y="57950"/>
                  <a:pt x="277591" y="61137"/>
                  <a:pt x="277989" y="62332"/>
                </a:cubicBezTo>
                <a:cubicBezTo>
                  <a:pt x="288750" y="63329"/>
                  <a:pt x="290942" y="64326"/>
                  <a:pt x="290942" y="75896"/>
                </a:cubicBezTo>
                <a:lnTo>
                  <a:pt x="290942" y="114802"/>
                </a:lnTo>
                <a:cubicBezTo>
                  <a:pt x="290942" y="131362"/>
                  <a:pt x="288552" y="132159"/>
                  <a:pt x="276195" y="132958"/>
                </a:cubicBezTo>
                <a:cubicBezTo>
                  <a:pt x="275000" y="134153"/>
                  <a:pt x="275000" y="138337"/>
                  <a:pt x="276195" y="139532"/>
                </a:cubicBezTo>
                <a:cubicBezTo>
                  <a:pt x="283170" y="139335"/>
                  <a:pt x="290942" y="139134"/>
                  <a:pt x="298915" y="139134"/>
                </a:cubicBezTo>
                <a:cubicBezTo>
                  <a:pt x="306885" y="139134"/>
                  <a:pt x="316053" y="139335"/>
                  <a:pt x="323025" y="139532"/>
                </a:cubicBezTo>
                <a:cubicBezTo>
                  <a:pt x="324223" y="138337"/>
                  <a:pt x="324223" y="134153"/>
                  <a:pt x="323025" y="132958"/>
                </a:cubicBezTo>
                <a:cubicBezTo>
                  <a:pt x="309077" y="131961"/>
                  <a:pt x="306684" y="131362"/>
                  <a:pt x="306684" y="114802"/>
                </a:cubicBezTo>
                <a:lnTo>
                  <a:pt x="306684" y="87071"/>
                </a:lnTo>
                <a:cubicBezTo>
                  <a:pt x="306684" y="81883"/>
                  <a:pt x="309077" y="77295"/>
                  <a:pt x="311467" y="73704"/>
                </a:cubicBezTo>
                <a:cubicBezTo>
                  <a:pt x="313660" y="70511"/>
                  <a:pt x="318245" y="63928"/>
                  <a:pt x="320635" y="63928"/>
                </a:cubicBezTo>
                <a:cubicBezTo>
                  <a:pt x="322429" y="63928"/>
                  <a:pt x="324223" y="64326"/>
                  <a:pt x="325816" y="66522"/>
                </a:cubicBezTo>
                <a:cubicBezTo>
                  <a:pt x="327212" y="68516"/>
                  <a:pt x="329602" y="71110"/>
                  <a:pt x="332989" y="71110"/>
                </a:cubicBezTo>
                <a:cubicBezTo>
                  <a:pt x="337773" y="71110"/>
                  <a:pt x="342355" y="66120"/>
                  <a:pt x="342355" y="61137"/>
                </a:cubicBezTo>
                <a:cubicBezTo>
                  <a:pt x="342355" y="57351"/>
                  <a:pt x="338770" y="51571"/>
                  <a:pt x="330399" y="51571"/>
                </a:cubicBezTo>
                <a:cubicBezTo>
                  <a:pt x="321033" y="51571"/>
                  <a:pt x="312863" y="60340"/>
                  <a:pt x="308281" y="68115"/>
                </a:cubicBezTo>
                <a:cubicBezTo>
                  <a:pt x="307086" y="70310"/>
                  <a:pt x="306088" y="68714"/>
                  <a:pt x="306088" y="67717"/>
                </a:cubicBezTo>
                <a:close/>
                <a:moveTo>
                  <a:pt x="351722" y="98224"/>
                </a:moveTo>
                <a:cubicBezTo>
                  <a:pt x="351722" y="118564"/>
                  <a:pt x="365274" y="141089"/>
                  <a:pt x="393571" y="141089"/>
                </a:cubicBezTo>
                <a:cubicBezTo>
                  <a:pt x="406324" y="141089"/>
                  <a:pt x="416091" y="136507"/>
                  <a:pt x="422865" y="129930"/>
                </a:cubicBezTo>
                <a:cubicBezTo>
                  <a:pt x="431832" y="121154"/>
                  <a:pt x="435819" y="108593"/>
                  <a:pt x="435819" y="96430"/>
                </a:cubicBezTo>
                <a:cubicBezTo>
                  <a:pt x="435819" y="75693"/>
                  <a:pt x="424459" y="51571"/>
                  <a:pt x="393969" y="51571"/>
                </a:cubicBezTo>
                <a:cubicBezTo>
                  <a:pt x="380818" y="51571"/>
                  <a:pt x="370057" y="56953"/>
                  <a:pt x="362683" y="65524"/>
                </a:cubicBezTo>
                <a:cubicBezTo>
                  <a:pt x="355510" y="74099"/>
                  <a:pt x="351722" y="85663"/>
                  <a:pt x="351722" y="98224"/>
                </a:cubicBezTo>
                <a:moveTo>
                  <a:pt x="390980" y="58546"/>
                </a:moveTo>
                <a:cubicBezTo>
                  <a:pt x="408118" y="58546"/>
                  <a:pt x="418681" y="74099"/>
                  <a:pt x="418681" y="102813"/>
                </a:cubicBezTo>
                <a:cubicBezTo>
                  <a:pt x="418681" y="127935"/>
                  <a:pt x="405728" y="134117"/>
                  <a:pt x="396362" y="134117"/>
                </a:cubicBezTo>
                <a:cubicBezTo>
                  <a:pt x="375637" y="134117"/>
                  <a:pt x="368862" y="108991"/>
                  <a:pt x="368862" y="93639"/>
                </a:cubicBezTo>
                <a:cubicBezTo>
                  <a:pt x="368862" y="76292"/>
                  <a:pt x="373046" y="58546"/>
                  <a:pt x="390980" y="58546"/>
                </a:cubicBezTo>
                <a:close/>
                <a:moveTo>
                  <a:pt x="487232" y="141089"/>
                </a:moveTo>
                <a:cubicBezTo>
                  <a:pt x="495004" y="141089"/>
                  <a:pt x="504369" y="137106"/>
                  <a:pt x="514133" y="129139"/>
                </a:cubicBezTo>
                <a:cubicBezTo>
                  <a:pt x="515130" y="128343"/>
                  <a:pt x="516924" y="127944"/>
                  <a:pt x="517122" y="129337"/>
                </a:cubicBezTo>
                <a:cubicBezTo>
                  <a:pt x="517721" y="134314"/>
                  <a:pt x="519314" y="141089"/>
                  <a:pt x="519314" y="141089"/>
                </a:cubicBezTo>
                <a:cubicBezTo>
                  <a:pt x="520908" y="141688"/>
                  <a:pt x="521905" y="141491"/>
                  <a:pt x="523100" y="141089"/>
                </a:cubicBezTo>
                <a:cubicBezTo>
                  <a:pt x="527485" y="137504"/>
                  <a:pt x="534460" y="134515"/>
                  <a:pt x="546617" y="133119"/>
                </a:cubicBezTo>
                <a:cubicBezTo>
                  <a:pt x="547812" y="131924"/>
                  <a:pt x="547812" y="128939"/>
                  <a:pt x="546617" y="127747"/>
                </a:cubicBezTo>
                <a:cubicBezTo>
                  <a:pt x="533861" y="126749"/>
                  <a:pt x="532067" y="122970"/>
                  <a:pt x="532067" y="113221"/>
                </a:cubicBezTo>
                <a:lnTo>
                  <a:pt x="532067" y="75021"/>
                </a:lnTo>
                <a:cubicBezTo>
                  <a:pt x="532067" y="69052"/>
                  <a:pt x="532867" y="54520"/>
                  <a:pt x="532867" y="54520"/>
                </a:cubicBezTo>
                <a:cubicBezTo>
                  <a:pt x="532867" y="53921"/>
                  <a:pt x="532268" y="53322"/>
                  <a:pt x="531270" y="53322"/>
                </a:cubicBezTo>
                <a:cubicBezTo>
                  <a:pt x="530276" y="53523"/>
                  <a:pt x="527287" y="53723"/>
                  <a:pt x="524298" y="53723"/>
                </a:cubicBezTo>
                <a:cubicBezTo>
                  <a:pt x="517919" y="53723"/>
                  <a:pt x="510746" y="53523"/>
                  <a:pt x="503971" y="53322"/>
                </a:cubicBezTo>
                <a:cubicBezTo>
                  <a:pt x="502776" y="54520"/>
                  <a:pt x="502776" y="58704"/>
                  <a:pt x="503971" y="59899"/>
                </a:cubicBezTo>
                <a:cubicBezTo>
                  <a:pt x="513735" y="60495"/>
                  <a:pt x="516325" y="62885"/>
                  <a:pt x="516325" y="76015"/>
                </a:cubicBezTo>
                <a:lnTo>
                  <a:pt x="516325" y="114416"/>
                </a:lnTo>
                <a:cubicBezTo>
                  <a:pt x="516325" y="118196"/>
                  <a:pt x="515927" y="119786"/>
                  <a:pt x="513139" y="122176"/>
                </a:cubicBezTo>
                <a:cubicBezTo>
                  <a:pt x="505765" y="128540"/>
                  <a:pt x="498190" y="131724"/>
                  <a:pt x="493210" y="131724"/>
                </a:cubicBezTo>
                <a:cubicBezTo>
                  <a:pt x="487232" y="131724"/>
                  <a:pt x="477267" y="128939"/>
                  <a:pt x="477267" y="111232"/>
                </a:cubicBezTo>
                <a:lnTo>
                  <a:pt x="477267" y="75021"/>
                </a:lnTo>
                <a:cubicBezTo>
                  <a:pt x="477267" y="69052"/>
                  <a:pt x="478064" y="54520"/>
                  <a:pt x="478064" y="54520"/>
                </a:cubicBezTo>
                <a:cubicBezTo>
                  <a:pt x="478064" y="53921"/>
                  <a:pt x="477468" y="53322"/>
                  <a:pt x="476471" y="53322"/>
                </a:cubicBezTo>
                <a:cubicBezTo>
                  <a:pt x="475473" y="53523"/>
                  <a:pt x="472484" y="53723"/>
                  <a:pt x="469495" y="53723"/>
                </a:cubicBezTo>
                <a:cubicBezTo>
                  <a:pt x="463119" y="53723"/>
                  <a:pt x="455946" y="53523"/>
                  <a:pt x="449168" y="53322"/>
                </a:cubicBezTo>
                <a:cubicBezTo>
                  <a:pt x="447973" y="54520"/>
                  <a:pt x="447973" y="58704"/>
                  <a:pt x="449168" y="59899"/>
                </a:cubicBezTo>
                <a:cubicBezTo>
                  <a:pt x="458734" y="60696"/>
                  <a:pt x="461526" y="62885"/>
                  <a:pt x="461526" y="75817"/>
                </a:cubicBezTo>
                <a:lnTo>
                  <a:pt x="461526" y="114018"/>
                </a:lnTo>
                <a:cubicBezTo>
                  <a:pt x="461526" y="127747"/>
                  <a:pt x="467504" y="141089"/>
                  <a:pt x="487232" y="141089"/>
                </a:cubicBezTo>
                <a:close/>
                <a:moveTo>
                  <a:pt x="586471" y="67720"/>
                </a:moveTo>
                <a:cubicBezTo>
                  <a:pt x="585276" y="69115"/>
                  <a:pt x="584081" y="69517"/>
                  <a:pt x="584081" y="67720"/>
                </a:cubicBezTo>
                <a:cubicBezTo>
                  <a:pt x="583880" y="62335"/>
                  <a:pt x="583482" y="54563"/>
                  <a:pt x="582484" y="52568"/>
                </a:cubicBezTo>
                <a:cubicBezTo>
                  <a:pt x="582086" y="51571"/>
                  <a:pt x="581688" y="50975"/>
                  <a:pt x="580094" y="50975"/>
                </a:cubicBezTo>
                <a:cubicBezTo>
                  <a:pt x="574515" y="53167"/>
                  <a:pt x="569333" y="54961"/>
                  <a:pt x="555583" y="56752"/>
                </a:cubicBezTo>
                <a:cubicBezTo>
                  <a:pt x="555185" y="57950"/>
                  <a:pt x="555583" y="61137"/>
                  <a:pt x="555981" y="62335"/>
                </a:cubicBezTo>
                <a:cubicBezTo>
                  <a:pt x="566743" y="63332"/>
                  <a:pt x="568935" y="64329"/>
                  <a:pt x="568935" y="75899"/>
                </a:cubicBezTo>
                <a:lnTo>
                  <a:pt x="568935" y="114802"/>
                </a:lnTo>
                <a:cubicBezTo>
                  <a:pt x="568935" y="131161"/>
                  <a:pt x="566943" y="131961"/>
                  <a:pt x="554984" y="132958"/>
                </a:cubicBezTo>
                <a:cubicBezTo>
                  <a:pt x="553789" y="134153"/>
                  <a:pt x="553789" y="138337"/>
                  <a:pt x="554984" y="139532"/>
                </a:cubicBezTo>
                <a:cubicBezTo>
                  <a:pt x="560965" y="139335"/>
                  <a:pt x="568935" y="139134"/>
                  <a:pt x="576905" y="139134"/>
                </a:cubicBezTo>
                <a:cubicBezTo>
                  <a:pt x="584877" y="139134"/>
                  <a:pt x="590855" y="139335"/>
                  <a:pt x="596833" y="139532"/>
                </a:cubicBezTo>
                <a:cubicBezTo>
                  <a:pt x="598028" y="138337"/>
                  <a:pt x="598028" y="134153"/>
                  <a:pt x="596833" y="132958"/>
                </a:cubicBezTo>
                <a:cubicBezTo>
                  <a:pt x="586671" y="131961"/>
                  <a:pt x="584677" y="131161"/>
                  <a:pt x="584677" y="114802"/>
                </a:cubicBezTo>
                <a:lnTo>
                  <a:pt x="584677" y="82084"/>
                </a:lnTo>
                <a:cubicBezTo>
                  <a:pt x="584677" y="77894"/>
                  <a:pt x="586471" y="75501"/>
                  <a:pt x="588064" y="73707"/>
                </a:cubicBezTo>
                <a:cubicBezTo>
                  <a:pt x="595638" y="66324"/>
                  <a:pt x="604606" y="61933"/>
                  <a:pt x="612378" y="61933"/>
                </a:cubicBezTo>
                <a:cubicBezTo>
                  <a:pt x="616364" y="61933"/>
                  <a:pt x="620548" y="64527"/>
                  <a:pt x="622938" y="69115"/>
                </a:cubicBezTo>
                <a:cubicBezTo>
                  <a:pt x="624933" y="73108"/>
                  <a:pt x="625331" y="78493"/>
                  <a:pt x="625331" y="84477"/>
                </a:cubicBezTo>
                <a:lnTo>
                  <a:pt x="625331" y="114802"/>
                </a:lnTo>
                <a:cubicBezTo>
                  <a:pt x="625331" y="131161"/>
                  <a:pt x="623336" y="131961"/>
                  <a:pt x="612974" y="132958"/>
                </a:cubicBezTo>
                <a:cubicBezTo>
                  <a:pt x="611979" y="134153"/>
                  <a:pt x="611979" y="138337"/>
                  <a:pt x="612974" y="139532"/>
                </a:cubicBezTo>
                <a:cubicBezTo>
                  <a:pt x="618955" y="139335"/>
                  <a:pt x="625331" y="139134"/>
                  <a:pt x="633301" y="139134"/>
                </a:cubicBezTo>
                <a:cubicBezTo>
                  <a:pt x="641274" y="139134"/>
                  <a:pt x="648447" y="139335"/>
                  <a:pt x="654425" y="139532"/>
                </a:cubicBezTo>
                <a:cubicBezTo>
                  <a:pt x="655422" y="138337"/>
                  <a:pt x="655422" y="134153"/>
                  <a:pt x="654425" y="132958"/>
                </a:cubicBezTo>
                <a:cubicBezTo>
                  <a:pt x="643265" y="131961"/>
                  <a:pt x="641073" y="131161"/>
                  <a:pt x="641073" y="114802"/>
                </a:cubicBezTo>
                <a:lnTo>
                  <a:pt x="641073" y="85076"/>
                </a:lnTo>
                <a:cubicBezTo>
                  <a:pt x="641073" y="74105"/>
                  <a:pt x="640276" y="64527"/>
                  <a:pt x="635694" y="58348"/>
                </a:cubicBezTo>
                <a:cubicBezTo>
                  <a:pt x="632303" y="53964"/>
                  <a:pt x="626128" y="51571"/>
                  <a:pt x="619152" y="51571"/>
                </a:cubicBezTo>
                <a:cubicBezTo>
                  <a:pt x="609389" y="51571"/>
                  <a:pt x="598229" y="54161"/>
                  <a:pt x="586471" y="67720"/>
                </a:cubicBezTo>
                <a:close/>
                <a:moveTo>
                  <a:pt x="726561" y="114377"/>
                </a:moveTo>
                <a:cubicBezTo>
                  <a:pt x="726561" y="118165"/>
                  <a:pt x="726162" y="119762"/>
                  <a:pt x="723374" y="122155"/>
                </a:cubicBezTo>
                <a:cubicBezTo>
                  <a:pt x="716000" y="128534"/>
                  <a:pt x="709624" y="131724"/>
                  <a:pt x="704640" y="131724"/>
                </a:cubicBezTo>
                <a:cubicBezTo>
                  <a:pt x="693882" y="131724"/>
                  <a:pt x="682723" y="119959"/>
                  <a:pt x="682723" y="95035"/>
                </a:cubicBezTo>
                <a:cubicBezTo>
                  <a:pt x="682723" y="80679"/>
                  <a:pt x="685511" y="72704"/>
                  <a:pt x="688500" y="68516"/>
                </a:cubicBezTo>
                <a:cubicBezTo>
                  <a:pt x="694679" y="59145"/>
                  <a:pt x="703047" y="58546"/>
                  <a:pt x="707033" y="58546"/>
                </a:cubicBezTo>
                <a:cubicBezTo>
                  <a:pt x="714206" y="58546"/>
                  <a:pt x="719190" y="61140"/>
                  <a:pt x="723173" y="65725"/>
                </a:cubicBezTo>
                <a:cubicBezTo>
                  <a:pt x="725965" y="68915"/>
                  <a:pt x="726561" y="70310"/>
                  <a:pt x="726561" y="76492"/>
                </a:cubicBezTo>
                <a:lnTo>
                  <a:pt x="726561" y="114377"/>
                </a:lnTo>
                <a:moveTo>
                  <a:pt x="724372" y="129133"/>
                </a:moveTo>
                <a:cubicBezTo>
                  <a:pt x="725366" y="128336"/>
                  <a:pt x="727160" y="127935"/>
                  <a:pt x="727361" y="129331"/>
                </a:cubicBezTo>
                <a:cubicBezTo>
                  <a:pt x="727957" y="134117"/>
                  <a:pt x="729553" y="141089"/>
                  <a:pt x="729553" y="141089"/>
                </a:cubicBezTo>
                <a:cubicBezTo>
                  <a:pt x="731146" y="141688"/>
                  <a:pt x="732141" y="141491"/>
                  <a:pt x="733339" y="141089"/>
                </a:cubicBezTo>
                <a:cubicBezTo>
                  <a:pt x="737720" y="137495"/>
                  <a:pt x="744696" y="134506"/>
                  <a:pt x="756852" y="133110"/>
                </a:cubicBezTo>
                <a:cubicBezTo>
                  <a:pt x="758047" y="131915"/>
                  <a:pt x="758047" y="128926"/>
                  <a:pt x="756852" y="127731"/>
                </a:cubicBezTo>
                <a:cubicBezTo>
                  <a:pt x="744100" y="126734"/>
                  <a:pt x="742306" y="122945"/>
                  <a:pt x="742306" y="113175"/>
                </a:cubicBezTo>
                <a:lnTo>
                  <a:pt x="742306" y="22854"/>
                </a:lnTo>
                <a:cubicBezTo>
                  <a:pt x="742306" y="9894"/>
                  <a:pt x="743102" y="1967"/>
                  <a:pt x="743102" y="1967"/>
                </a:cubicBezTo>
                <a:cubicBezTo>
                  <a:pt x="743102" y="593"/>
                  <a:pt x="742306" y="0"/>
                  <a:pt x="740512" y="0"/>
                </a:cubicBezTo>
                <a:cubicBezTo>
                  <a:pt x="735531" y="1967"/>
                  <a:pt x="720583" y="4719"/>
                  <a:pt x="712613" y="5309"/>
                </a:cubicBezTo>
                <a:cubicBezTo>
                  <a:pt x="712215" y="6905"/>
                  <a:pt x="712613" y="10092"/>
                  <a:pt x="713808" y="11287"/>
                </a:cubicBezTo>
                <a:cubicBezTo>
                  <a:pt x="724171" y="11886"/>
                  <a:pt x="726561" y="10889"/>
                  <a:pt x="726561" y="27640"/>
                </a:cubicBezTo>
                <a:lnTo>
                  <a:pt x="726561" y="53167"/>
                </a:lnTo>
                <a:cubicBezTo>
                  <a:pt x="726561" y="54563"/>
                  <a:pt x="726162" y="54961"/>
                  <a:pt x="724770" y="54961"/>
                </a:cubicBezTo>
                <a:cubicBezTo>
                  <a:pt x="723970" y="54961"/>
                  <a:pt x="715803" y="51571"/>
                  <a:pt x="709226" y="51571"/>
                </a:cubicBezTo>
                <a:cubicBezTo>
                  <a:pt x="696072" y="51571"/>
                  <a:pt x="687305" y="55955"/>
                  <a:pt x="679332" y="63530"/>
                </a:cubicBezTo>
                <a:cubicBezTo>
                  <a:pt x="670764" y="72104"/>
                  <a:pt x="665582" y="83869"/>
                  <a:pt x="665582" y="98623"/>
                </a:cubicBezTo>
                <a:cubicBezTo>
                  <a:pt x="665582" y="123152"/>
                  <a:pt x="677940" y="141089"/>
                  <a:pt x="699462" y="141089"/>
                </a:cubicBezTo>
                <a:cubicBezTo>
                  <a:pt x="707231" y="141089"/>
                  <a:pt x="714605" y="137106"/>
                  <a:pt x="724372" y="129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Text 2">
            <a:extLst xmlns:a="http://schemas.openxmlformats.org/drawingml/2006/main">
              <a:ext uri="{FF2B5EF4-FFF2-40B4-BE49-F238E27FC236}">
                <a16:creationId xmlns:a16="http://schemas.microsoft.com/office/drawing/2014/main" id="{D9D10C27-FB2C-4A6B-AF17-EDF186D2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591" y="4335716"/>
            <a:ext cx="74814" cy="127260"/>
          </a:xfrm>
          <a:custGeom xmlns:a="http://schemas.openxmlformats.org/drawingml/2006/main">
            <a:pathLst>
              <a:path w="74814" h="127260">
                <a:moveTo>
                  <a:pt x="1871" y="29459"/>
                </a:moveTo>
                <a:cubicBezTo>
                  <a:pt x="1871" y="33816"/>
                  <a:pt x="5819" y="37545"/>
                  <a:pt x="10185" y="37545"/>
                </a:cubicBezTo>
                <a:cubicBezTo>
                  <a:pt x="13718" y="37545"/>
                  <a:pt x="19952" y="33816"/>
                  <a:pt x="19952" y="29253"/>
                </a:cubicBezTo>
                <a:cubicBezTo>
                  <a:pt x="19952" y="27594"/>
                  <a:pt x="19537" y="26351"/>
                  <a:pt x="19121" y="24899"/>
                </a:cubicBezTo>
                <a:cubicBezTo>
                  <a:pt x="18706" y="23447"/>
                  <a:pt x="17457" y="21582"/>
                  <a:pt x="17457" y="19924"/>
                </a:cubicBezTo>
                <a:cubicBezTo>
                  <a:pt x="17457" y="14739"/>
                  <a:pt x="22860" y="7274"/>
                  <a:pt x="38030" y="7274"/>
                </a:cubicBezTo>
                <a:cubicBezTo>
                  <a:pt x="45514" y="7274"/>
                  <a:pt x="56112" y="12459"/>
                  <a:pt x="56112" y="32364"/>
                </a:cubicBezTo>
                <a:cubicBezTo>
                  <a:pt x="56112" y="45666"/>
                  <a:pt x="51333" y="56492"/>
                  <a:pt x="39070" y="68986"/>
                </a:cubicBezTo>
                <a:lnTo>
                  <a:pt x="23691" y="84185"/>
                </a:lnTo>
                <a:cubicBezTo>
                  <a:pt x="3326" y="105006"/>
                  <a:pt x="0" y="114998"/>
                  <a:pt x="0" y="127260"/>
                </a:cubicBezTo>
                <a:cubicBezTo>
                  <a:pt x="0" y="127260"/>
                  <a:pt x="10601" y="126842"/>
                  <a:pt x="17250" y="126842"/>
                </a:cubicBezTo>
                <a:lnTo>
                  <a:pt x="53619" y="126842"/>
                </a:lnTo>
                <a:cubicBezTo>
                  <a:pt x="60269" y="126842"/>
                  <a:pt x="69830" y="127260"/>
                  <a:pt x="69830" y="127260"/>
                </a:cubicBezTo>
                <a:cubicBezTo>
                  <a:pt x="72528" y="116244"/>
                  <a:pt x="74608" y="100633"/>
                  <a:pt x="74814" y="94389"/>
                </a:cubicBezTo>
                <a:cubicBezTo>
                  <a:pt x="73568" y="93346"/>
                  <a:pt x="70866" y="92931"/>
                  <a:pt x="68789" y="93346"/>
                </a:cubicBezTo>
                <a:cubicBezTo>
                  <a:pt x="65257" y="108129"/>
                  <a:pt x="61724" y="113336"/>
                  <a:pt x="54241" y="113336"/>
                </a:cubicBezTo>
                <a:lnTo>
                  <a:pt x="17250" y="113336"/>
                </a:lnTo>
                <a:cubicBezTo>
                  <a:pt x="17250" y="103341"/>
                  <a:pt x="31590" y="89182"/>
                  <a:pt x="32630" y="88142"/>
                </a:cubicBezTo>
                <a:lnTo>
                  <a:pt x="53619" y="67946"/>
                </a:lnTo>
                <a:cubicBezTo>
                  <a:pt x="65463" y="56492"/>
                  <a:pt x="74399" y="47331"/>
                  <a:pt x="74399" y="31533"/>
                </a:cubicBezTo>
                <a:cubicBezTo>
                  <a:pt x="74399" y="9142"/>
                  <a:pt x="56112" y="0"/>
                  <a:pt x="39280" y="0"/>
                </a:cubicBezTo>
                <a:cubicBezTo>
                  <a:pt x="16210" y="0"/>
                  <a:pt x="1871" y="17019"/>
                  <a:pt x="1871" y="294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Text .">
            <a:extLst xmlns:a="http://schemas.openxmlformats.org/drawingml/2006/main">
              <a:ext uri="{FF2B5EF4-FFF2-40B4-BE49-F238E27FC236}">
                <a16:creationId xmlns:a16="http://schemas.microsoft.com/office/drawing/2014/main" id="{3A2BABCC-F3EF-49D6-ABDF-4A3994C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785" y="4443383"/>
            <a:ext cx="21124" cy="21121"/>
          </a:xfrm>
          <a:custGeom xmlns:a="http://schemas.openxmlformats.org/drawingml/2006/main">
            <a:pathLst>
              <a:path w="21124" h="21121">
                <a:moveTo>
                  <a:pt x="0" y="10560"/>
                </a:moveTo>
                <a:cubicBezTo>
                  <a:pt x="0" y="16341"/>
                  <a:pt x="4783" y="21121"/>
                  <a:pt x="10560" y="21121"/>
                </a:cubicBezTo>
                <a:cubicBezTo>
                  <a:pt x="16341" y="21121"/>
                  <a:pt x="21124" y="16341"/>
                  <a:pt x="21124" y="10560"/>
                </a:cubicBezTo>
                <a:cubicBezTo>
                  <a:pt x="21124" y="4783"/>
                  <a:pt x="16341" y="0"/>
                  <a:pt x="10560" y="0"/>
                </a:cubicBezTo>
                <a:cubicBezTo>
                  <a:pt x="4783" y="0"/>
                  <a:pt x="0" y="4783"/>
                  <a:pt x="0" y="105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983587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2026-09-05T17:41:57.8300000Z</dcterms:created>
  <dcterms:modified xsi:type="dcterms:W3CDTF">2026-09-05T17:41:57.8300000Z</dcterms:modified>
</coreProperties>
</file>