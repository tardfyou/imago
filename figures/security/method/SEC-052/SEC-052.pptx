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e1bcc2195b4af2" /><Relationship Type="http://schemas.openxmlformats.org/officeDocument/2006/relationships/extended-properties" Target="/docProps/app.xml" Id="Rfc35eff199614272" /><Relationship Type="http://schemas.openxmlformats.org/officeDocument/2006/relationships/officeDocument" Target="/ppt/presentation.xml" Id="R9eb31ec0bc4c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b47313f3f47f2"/>
  </p:sldMasterIdLst>
  <p:notesMasterIdLst>
    <p:notesMasterId xmlns:r="http://schemas.openxmlformats.org/officeDocument/2006/relationships" r:id="R985d4096d704427c"/>
  </p:notesMasterIdLst>
  <p:sldIdLst>
    <p:sldId xmlns:r="http://schemas.openxmlformats.org/officeDocument/2006/relationships" id="256" r:id="R80b9d5cd963d4ccb"/>
  </p:sldIdLst>
  <p:sldSz cx="7086600" cy="622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22f09af09144ff" /><Relationship Type="http://schemas.openxmlformats.org/officeDocument/2006/relationships/slideMaster" Target="/ppt/slideMasters/slideMaster1.xml" Id="Rb32b47313f3f47f2" /><Relationship Type="http://schemas.openxmlformats.org/officeDocument/2006/relationships/notesMaster" Target="/ppt/notesMasters/notesMaster1.xml" Id="R985d4096d704427c" /><Relationship Type="http://schemas.openxmlformats.org/officeDocument/2006/relationships/presProps" Target="/ppt/presProps.xml" Id="Rb4659ff79bb0465e" /><Relationship Type="http://schemas.openxmlformats.org/officeDocument/2006/relationships/tableStyles" Target="/ppt/tableStyles.xml" Id="Rbbc8e157073c4246" /><Relationship Type="http://schemas.openxmlformats.org/officeDocument/2006/relationships/slide" Target="/ppt/slides/slide1.xml" Id="R80b9d5cd963d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f8758de41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292d6b6152426f" /><Relationship Type="http://schemas.openxmlformats.org/officeDocument/2006/relationships/notesMaster" Target="/ppt/notesMasters/notesMaster1.xml" Id="R8ae71aa21ae7456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素材ID：SEC-052</ns1:t>
            </ns1:r>
          </ns1:p>
          <ns1:p>
            <ns1:r>
              <ns1:t>论文：Enter, Exit, Page Fault, Leak: Testing Isolation Boundaries for Microarchitectural Leaks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类型：方法细节</ns1:t>
            </ns1:r>
          </ns1:p>
          <ns1:p>
            <ns1:r>
              <ns1:t>借鉴点：两种输入结构对齐主机/客体内存，以色带区分代码、数据和页表；细连接线展示装载前后对应关系。</ns1:t>
            </ns1:r>
          </ns1:p>
          <ns1:p>
            <ns1:r>
              <ns1:t>论文URL：https://www.microsoft.com/en-us/research/wp-content/uploads/2025/07/Enter-Exit-SP26.pdf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b74f17f36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7a35232774399" /><Relationship Type="http://schemas.openxmlformats.org/officeDocument/2006/relationships/slideLayout" Target="/ppt/slideLayouts/slideLayout1.xml" Id="R71c2929f5306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2929f5306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7ad08b80464f" /><Relationship Type="http://schemas.openxmlformats.org/officeDocument/2006/relationships/notesSlide" Target="/ppt/notesSlides/notesSlide1.xml" Id="R0a8645f8713649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5DFB6-9BCF-4381-830C-C6B8EDD9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34815"/>
            <a:ext cx="6941253" cy="6131959"/>
          </a:xfrm>
          <a:custGeom xmlns:a="http://schemas.openxmlformats.org/drawingml/2006/main">
            <a:pathLst>
              <a:path w="6941253" h="6131959">
                <a:moveTo>
                  <a:pt x="0" y="0"/>
                </a:moveTo>
                <a:lnTo>
                  <a:pt x="6941253" y="0"/>
                </a:lnTo>
                <a:lnTo>
                  <a:pt x="6941253" y="6131959"/>
                </a:lnTo>
                <a:lnTo>
                  <a:pt x="0" y="61319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BDFCD-707D-4F84-88FD-743AA3EE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430" y="1303228"/>
            <a:ext cx="3735204" cy="4046470"/>
          </a:xfrm>
          <a:custGeom xmlns:a="http://schemas.openxmlformats.org/drawingml/2006/main">
            <a:pathLst>
              <a:path w="3735204" h="4046470">
                <a:moveTo>
                  <a:pt x="560281" y="0"/>
                </a:moveTo>
                <a:lnTo>
                  <a:pt x="3174923" y="0"/>
                </a:lnTo>
                <a:cubicBezTo>
                  <a:pt x="3193273" y="0"/>
                  <a:pt x="3211579" y="899"/>
                  <a:pt x="3229840" y="2698"/>
                </a:cubicBezTo>
                <a:cubicBezTo>
                  <a:pt x="3248102" y="4497"/>
                  <a:pt x="3266231" y="7186"/>
                  <a:pt x="3284228" y="10766"/>
                </a:cubicBezTo>
                <a:cubicBezTo>
                  <a:pt x="3302226" y="14346"/>
                  <a:pt x="3320005" y="18799"/>
                  <a:pt x="3337564" y="24126"/>
                </a:cubicBezTo>
                <a:cubicBezTo>
                  <a:pt x="3355124" y="29452"/>
                  <a:pt x="3372380" y="35627"/>
                  <a:pt x="3389333" y="42649"/>
                </a:cubicBezTo>
                <a:cubicBezTo>
                  <a:pt x="3406286" y="49671"/>
                  <a:pt x="3422854" y="57507"/>
                  <a:pt x="3439038" y="66157"/>
                </a:cubicBezTo>
                <a:cubicBezTo>
                  <a:pt x="3455220" y="74807"/>
                  <a:pt x="3470941" y="84230"/>
                  <a:pt x="3486198" y="94424"/>
                </a:cubicBezTo>
                <a:cubicBezTo>
                  <a:pt x="3501456" y="104619"/>
                  <a:pt x="3516177" y="115537"/>
                  <a:pt x="3530362" y="127178"/>
                </a:cubicBezTo>
                <a:cubicBezTo>
                  <a:pt x="3544546" y="138819"/>
                  <a:pt x="3558126" y="151127"/>
                  <a:pt x="3571101" y="164102"/>
                </a:cubicBezTo>
                <a:cubicBezTo>
                  <a:pt x="3584077" y="177078"/>
                  <a:pt x="3596385" y="190658"/>
                  <a:pt x="3608026" y="204842"/>
                </a:cubicBezTo>
                <a:cubicBezTo>
                  <a:pt x="3619666" y="219027"/>
                  <a:pt x="3630584" y="233748"/>
                  <a:pt x="3640779" y="249005"/>
                </a:cubicBezTo>
                <a:cubicBezTo>
                  <a:pt x="3650974" y="264263"/>
                  <a:pt x="3660396" y="279983"/>
                  <a:pt x="3669046" y="296166"/>
                </a:cubicBezTo>
                <a:cubicBezTo>
                  <a:pt x="3677696" y="312349"/>
                  <a:pt x="3685532" y="328917"/>
                  <a:pt x="3692554" y="345870"/>
                </a:cubicBezTo>
                <a:cubicBezTo>
                  <a:pt x="3699577" y="362823"/>
                  <a:pt x="3705751" y="380080"/>
                  <a:pt x="3711078" y="397639"/>
                </a:cubicBezTo>
                <a:cubicBezTo>
                  <a:pt x="3716405" y="415199"/>
                  <a:pt x="3720858" y="432978"/>
                  <a:pt x="3724437" y="450975"/>
                </a:cubicBezTo>
                <a:cubicBezTo>
                  <a:pt x="3728018" y="468972"/>
                  <a:pt x="3730707" y="487102"/>
                  <a:pt x="3732506" y="505363"/>
                </a:cubicBezTo>
                <a:cubicBezTo>
                  <a:pt x="3734305" y="523625"/>
                  <a:pt x="3735204" y="541931"/>
                  <a:pt x="3735204" y="560281"/>
                </a:cubicBezTo>
                <a:lnTo>
                  <a:pt x="3735204" y="3486190"/>
                </a:lnTo>
                <a:cubicBezTo>
                  <a:pt x="3735204" y="3504540"/>
                  <a:pt x="3734305" y="3522846"/>
                  <a:pt x="3732506" y="3541107"/>
                </a:cubicBezTo>
                <a:cubicBezTo>
                  <a:pt x="3730707" y="3559369"/>
                  <a:pt x="3728018" y="3577497"/>
                  <a:pt x="3724437" y="3595495"/>
                </a:cubicBezTo>
                <a:cubicBezTo>
                  <a:pt x="3720858" y="3613493"/>
                  <a:pt x="3716405" y="3631271"/>
                  <a:pt x="3711078" y="3648831"/>
                </a:cubicBezTo>
                <a:cubicBezTo>
                  <a:pt x="3705751" y="3666391"/>
                  <a:pt x="3699577" y="3683647"/>
                  <a:pt x="3692554" y="3700600"/>
                </a:cubicBezTo>
                <a:cubicBezTo>
                  <a:pt x="3685532" y="3717553"/>
                  <a:pt x="3677696" y="3734121"/>
                  <a:pt x="3669046" y="3750304"/>
                </a:cubicBezTo>
                <a:cubicBezTo>
                  <a:pt x="3660396" y="3766487"/>
                  <a:pt x="3650974" y="3782208"/>
                  <a:pt x="3640779" y="3797465"/>
                </a:cubicBezTo>
                <a:cubicBezTo>
                  <a:pt x="3630584" y="3812723"/>
                  <a:pt x="3619666" y="3827444"/>
                  <a:pt x="3608026" y="3841629"/>
                </a:cubicBezTo>
                <a:cubicBezTo>
                  <a:pt x="3596385" y="3855813"/>
                  <a:pt x="3584077" y="3869393"/>
                  <a:pt x="3571101" y="3882367"/>
                </a:cubicBezTo>
                <a:cubicBezTo>
                  <a:pt x="3558126" y="3895343"/>
                  <a:pt x="3544546" y="3907651"/>
                  <a:pt x="3530362" y="3919293"/>
                </a:cubicBezTo>
                <a:cubicBezTo>
                  <a:pt x="3516177" y="3930933"/>
                  <a:pt x="3501456" y="3941851"/>
                  <a:pt x="3486198" y="3952046"/>
                </a:cubicBezTo>
                <a:cubicBezTo>
                  <a:pt x="3470941" y="3962241"/>
                  <a:pt x="3455220" y="3971663"/>
                  <a:pt x="3439038" y="3980313"/>
                </a:cubicBezTo>
                <a:cubicBezTo>
                  <a:pt x="3422854" y="3988963"/>
                  <a:pt x="3406286" y="3996799"/>
                  <a:pt x="3389333" y="4003821"/>
                </a:cubicBezTo>
                <a:cubicBezTo>
                  <a:pt x="3372380" y="4010844"/>
                  <a:pt x="3355124" y="4017018"/>
                  <a:pt x="3337564" y="4022345"/>
                </a:cubicBezTo>
                <a:cubicBezTo>
                  <a:pt x="3320005" y="4027672"/>
                  <a:pt x="3302226" y="4032125"/>
                  <a:pt x="3284228" y="4035705"/>
                </a:cubicBezTo>
                <a:cubicBezTo>
                  <a:pt x="3266231" y="4039285"/>
                  <a:pt x="3248102" y="4041974"/>
                  <a:pt x="3229840" y="4043773"/>
                </a:cubicBezTo>
                <a:cubicBezTo>
                  <a:pt x="3211579" y="4045572"/>
                  <a:pt x="3193273" y="4046470"/>
                  <a:pt x="3174923" y="4046470"/>
                </a:cubicBezTo>
                <a:lnTo>
                  <a:pt x="560281" y="4046470"/>
                </a:lnTo>
                <a:cubicBezTo>
                  <a:pt x="541931" y="4046470"/>
                  <a:pt x="523625" y="4045572"/>
                  <a:pt x="505363" y="4043773"/>
                </a:cubicBezTo>
                <a:cubicBezTo>
                  <a:pt x="487102" y="4041974"/>
                  <a:pt x="468972" y="4039285"/>
                  <a:pt x="450975" y="4035705"/>
                </a:cubicBezTo>
                <a:cubicBezTo>
                  <a:pt x="432978" y="4032125"/>
                  <a:pt x="415199" y="4027672"/>
                  <a:pt x="397639" y="4022345"/>
                </a:cubicBezTo>
                <a:cubicBezTo>
                  <a:pt x="380080" y="4017018"/>
                  <a:pt x="362823" y="4010844"/>
                  <a:pt x="345870" y="4003821"/>
                </a:cubicBezTo>
                <a:cubicBezTo>
                  <a:pt x="328917" y="3996799"/>
                  <a:pt x="312349" y="3988963"/>
                  <a:pt x="296166" y="3980313"/>
                </a:cubicBezTo>
                <a:cubicBezTo>
                  <a:pt x="279983" y="3971663"/>
                  <a:pt x="264262" y="3962241"/>
                  <a:pt x="249005" y="3952046"/>
                </a:cubicBezTo>
                <a:cubicBezTo>
                  <a:pt x="233747" y="3941851"/>
                  <a:pt x="219027" y="3930933"/>
                  <a:pt x="204842" y="3919293"/>
                </a:cubicBezTo>
                <a:cubicBezTo>
                  <a:pt x="190657" y="3907651"/>
                  <a:pt x="177078" y="3895343"/>
                  <a:pt x="164102" y="3882367"/>
                </a:cubicBezTo>
                <a:cubicBezTo>
                  <a:pt x="151127" y="3869393"/>
                  <a:pt x="138819" y="3855813"/>
                  <a:pt x="127178" y="3841629"/>
                </a:cubicBezTo>
                <a:cubicBezTo>
                  <a:pt x="115537" y="3827444"/>
                  <a:pt x="104619" y="3812723"/>
                  <a:pt x="94424" y="3797465"/>
                </a:cubicBezTo>
                <a:cubicBezTo>
                  <a:pt x="84230" y="3782208"/>
                  <a:pt x="74807" y="3766487"/>
                  <a:pt x="66157" y="3750304"/>
                </a:cubicBezTo>
                <a:cubicBezTo>
                  <a:pt x="57507" y="3734121"/>
                  <a:pt x="49671" y="3717553"/>
                  <a:pt x="42648" y="3700600"/>
                </a:cubicBezTo>
                <a:cubicBezTo>
                  <a:pt x="35627" y="3683647"/>
                  <a:pt x="29452" y="3666391"/>
                  <a:pt x="24125" y="3648831"/>
                </a:cubicBezTo>
                <a:cubicBezTo>
                  <a:pt x="18799" y="3631271"/>
                  <a:pt x="14345" y="3613493"/>
                  <a:pt x="10765" y="3595495"/>
                </a:cubicBezTo>
                <a:cubicBezTo>
                  <a:pt x="7186" y="3577497"/>
                  <a:pt x="4497" y="3559369"/>
                  <a:pt x="2698" y="3541107"/>
                </a:cubicBezTo>
                <a:cubicBezTo>
                  <a:pt x="900" y="3522846"/>
                  <a:pt x="0" y="3504540"/>
                  <a:pt x="0" y="3486190"/>
                </a:cubicBezTo>
                <a:lnTo>
                  <a:pt x="0" y="560281"/>
                </a:lnTo>
                <a:cubicBezTo>
                  <a:pt x="0" y="541931"/>
                  <a:pt x="900" y="523625"/>
                  <a:pt x="2698" y="505364"/>
                </a:cubicBezTo>
                <a:cubicBezTo>
                  <a:pt x="4497" y="487102"/>
                  <a:pt x="7186" y="468972"/>
                  <a:pt x="10765" y="450975"/>
                </a:cubicBezTo>
                <a:cubicBezTo>
                  <a:pt x="14345" y="432978"/>
                  <a:pt x="18799" y="415199"/>
                  <a:pt x="24125" y="397639"/>
                </a:cubicBezTo>
                <a:cubicBezTo>
                  <a:pt x="29452" y="380080"/>
                  <a:pt x="35627" y="362823"/>
                  <a:pt x="42648" y="345870"/>
                </a:cubicBezTo>
                <a:cubicBezTo>
                  <a:pt x="49671" y="328917"/>
                  <a:pt x="57507" y="312349"/>
                  <a:pt x="66157" y="296166"/>
                </a:cubicBezTo>
                <a:cubicBezTo>
                  <a:pt x="74807" y="279983"/>
                  <a:pt x="84230" y="264263"/>
                  <a:pt x="94424" y="249005"/>
                </a:cubicBezTo>
                <a:cubicBezTo>
                  <a:pt x="104619" y="233748"/>
                  <a:pt x="115537" y="219027"/>
                  <a:pt x="127178" y="204842"/>
                </a:cubicBezTo>
                <a:cubicBezTo>
                  <a:pt x="138819" y="190658"/>
                  <a:pt x="151127" y="177078"/>
                  <a:pt x="164102" y="164102"/>
                </a:cubicBezTo>
                <a:cubicBezTo>
                  <a:pt x="177078" y="151127"/>
                  <a:pt x="190657" y="138819"/>
                  <a:pt x="204842" y="127178"/>
                </a:cubicBezTo>
                <a:cubicBezTo>
                  <a:pt x="219027" y="115537"/>
                  <a:pt x="233748" y="104619"/>
                  <a:pt x="249005" y="94424"/>
                </a:cubicBezTo>
                <a:cubicBezTo>
                  <a:pt x="264263" y="84230"/>
                  <a:pt x="279983" y="74807"/>
                  <a:pt x="296166" y="66157"/>
                </a:cubicBezTo>
                <a:cubicBezTo>
                  <a:pt x="312349" y="57507"/>
                  <a:pt x="328917" y="49671"/>
                  <a:pt x="345870" y="42649"/>
                </a:cubicBezTo>
                <a:cubicBezTo>
                  <a:pt x="362824" y="35627"/>
                  <a:pt x="380080" y="29452"/>
                  <a:pt x="397639" y="24126"/>
                </a:cubicBezTo>
                <a:cubicBezTo>
                  <a:pt x="415199" y="18799"/>
                  <a:pt x="432978" y="14346"/>
                  <a:pt x="450975" y="10766"/>
                </a:cubicBezTo>
                <a:cubicBezTo>
                  <a:pt x="468972" y="7186"/>
                  <a:pt x="487102" y="4497"/>
                  <a:pt x="505363" y="2698"/>
                </a:cubicBezTo>
                <a:cubicBezTo>
                  <a:pt x="523625" y="899"/>
                  <a:pt x="541931" y="0"/>
                  <a:pt x="560281" y="0"/>
                </a:cubicBezTo>
                <a:close/>
              </a:path>
            </a:pathLst>
          </a:custGeom>
          <a:solidFill xmlns:a="http://schemas.openxmlformats.org/drawingml/2006/main">
            <a:srgbClr val="FCF7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F0897-ECA9-4E55-A30A-F040B7A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37" y="3637730"/>
            <a:ext cx="2178869" cy="2490136"/>
          </a:xfrm>
          <a:custGeom xmlns:a="http://schemas.openxmlformats.org/drawingml/2006/main">
            <a:pathLst>
              <a:path w="2178869" h="2490136">
                <a:moveTo>
                  <a:pt x="326830" y="0"/>
                </a:moveTo>
                <a:lnTo>
                  <a:pt x="1852038" y="0"/>
                </a:lnTo>
                <a:cubicBezTo>
                  <a:pt x="1873498" y="0"/>
                  <a:pt x="1894752" y="2093"/>
                  <a:pt x="1915800" y="6280"/>
                </a:cubicBezTo>
                <a:cubicBezTo>
                  <a:pt x="1936847" y="10466"/>
                  <a:pt x="1957284" y="16666"/>
                  <a:pt x="1977111" y="24878"/>
                </a:cubicBezTo>
                <a:cubicBezTo>
                  <a:pt x="1996937" y="33091"/>
                  <a:pt x="2015772" y="43158"/>
                  <a:pt x="2033615" y="55081"/>
                </a:cubicBezTo>
                <a:cubicBezTo>
                  <a:pt x="2051459" y="67003"/>
                  <a:pt x="2067967" y="80552"/>
                  <a:pt x="2083142" y="95726"/>
                </a:cubicBezTo>
                <a:cubicBezTo>
                  <a:pt x="2098317" y="110901"/>
                  <a:pt x="2111865" y="127409"/>
                  <a:pt x="2123788" y="145253"/>
                </a:cubicBezTo>
                <a:cubicBezTo>
                  <a:pt x="2135710" y="163096"/>
                  <a:pt x="2145778" y="181931"/>
                  <a:pt x="2153990" y="201757"/>
                </a:cubicBezTo>
                <a:cubicBezTo>
                  <a:pt x="2162202" y="221584"/>
                  <a:pt x="2168402" y="242021"/>
                  <a:pt x="2172589" y="263069"/>
                </a:cubicBezTo>
                <a:cubicBezTo>
                  <a:pt x="2176775" y="284116"/>
                  <a:pt x="2178869" y="305370"/>
                  <a:pt x="2178869" y="326830"/>
                </a:cubicBezTo>
                <a:lnTo>
                  <a:pt x="2178869" y="2163305"/>
                </a:lnTo>
                <a:cubicBezTo>
                  <a:pt x="2178869" y="2184766"/>
                  <a:pt x="2176775" y="2206019"/>
                  <a:pt x="2172589" y="2227067"/>
                </a:cubicBezTo>
                <a:cubicBezTo>
                  <a:pt x="2168402" y="2248114"/>
                  <a:pt x="2162202" y="2268551"/>
                  <a:pt x="2153990" y="2288378"/>
                </a:cubicBezTo>
                <a:cubicBezTo>
                  <a:pt x="2145778" y="2308203"/>
                  <a:pt x="2135710" y="2327038"/>
                  <a:pt x="2123788" y="2344882"/>
                </a:cubicBezTo>
                <a:cubicBezTo>
                  <a:pt x="2111865" y="2362725"/>
                  <a:pt x="2098317" y="2379234"/>
                  <a:pt x="2083142" y="2394409"/>
                </a:cubicBezTo>
                <a:cubicBezTo>
                  <a:pt x="2067967" y="2409583"/>
                  <a:pt x="2051459" y="2423131"/>
                  <a:pt x="2033615" y="2435054"/>
                </a:cubicBezTo>
                <a:cubicBezTo>
                  <a:pt x="2015772" y="2446977"/>
                  <a:pt x="1996937" y="2457044"/>
                  <a:pt x="1977111" y="2465257"/>
                </a:cubicBezTo>
                <a:cubicBezTo>
                  <a:pt x="1957284" y="2473469"/>
                  <a:pt x="1936847" y="2479669"/>
                  <a:pt x="1915800" y="2483856"/>
                </a:cubicBezTo>
                <a:cubicBezTo>
                  <a:pt x="1894752" y="2488042"/>
                  <a:pt x="1873498" y="2490136"/>
                  <a:pt x="1852038" y="2490136"/>
                </a:cubicBezTo>
                <a:lnTo>
                  <a:pt x="326830" y="2490136"/>
                </a:lnTo>
                <a:cubicBezTo>
                  <a:pt x="305370" y="2490136"/>
                  <a:pt x="284117" y="2488042"/>
                  <a:pt x="263069" y="2483856"/>
                </a:cubicBezTo>
                <a:cubicBezTo>
                  <a:pt x="242021" y="2479669"/>
                  <a:pt x="221584" y="2473469"/>
                  <a:pt x="201758" y="2465257"/>
                </a:cubicBezTo>
                <a:cubicBezTo>
                  <a:pt x="181931" y="2457044"/>
                  <a:pt x="163096" y="2446977"/>
                  <a:pt x="145253" y="2435054"/>
                </a:cubicBezTo>
                <a:cubicBezTo>
                  <a:pt x="127410" y="2423131"/>
                  <a:pt x="110901" y="2409583"/>
                  <a:pt x="95726" y="2394409"/>
                </a:cubicBezTo>
                <a:cubicBezTo>
                  <a:pt x="80552" y="2379234"/>
                  <a:pt x="67003" y="2362725"/>
                  <a:pt x="55081" y="2344882"/>
                </a:cubicBezTo>
                <a:cubicBezTo>
                  <a:pt x="43158" y="2327038"/>
                  <a:pt x="33091" y="2308203"/>
                  <a:pt x="24878" y="2288378"/>
                </a:cubicBezTo>
                <a:cubicBezTo>
                  <a:pt x="16666" y="2268551"/>
                  <a:pt x="10467" y="2248114"/>
                  <a:pt x="6280" y="2227067"/>
                </a:cubicBezTo>
                <a:cubicBezTo>
                  <a:pt x="2093" y="2206019"/>
                  <a:pt x="0" y="2184766"/>
                  <a:pt x="0" y="2163305"/>
                </a:cubicBezTo>
                <a:lnTo>
                  <a:pt x="0" y="326830"/>
                </a:lnTo>
                <a:cubicBezTo>
                  <a:pt x="0" y="305370"/>
                  <a:pt x="2093" y="284116"/>
                  <a:pt x="6280" y="263069"/>
                </a:cubicBezTo>
                <a:cubicBezTo>
                  <a:pt x="10467" y="242021"/>
                  <a:pt x="16666" y="221584"/>
                  <a:pt x="24878" y="201757"/>
                </a:cubicBezTo>
                <a:cubicBezTo>
                  <a:pt x="33091" y="181931"/>
                  <a:pt x="43158" y="163096"/>
                  <a:pt x="55081" y="145253"/>
                </a:cubicBezTo>
                <a:cubicBezTo>
                  <a:pt x="67003" y="127410"/>
                  <a:pt x="80552" y="110901"/>
                  <a:pt x="95726" y="95726"/>
                </a:cubicBezTo>
                <a:cubicBezTo>
                  <a:pt x="110901" y="80552"/>
                  <a:pt x="127410" y="67003"/>
                  <a:pt x="145253" y="55080"/>
                </a:cubicBezTo>
                <a:cubicBezTo>
                  <a:pt x="163096" y="43158"/>
                  <a:pt x="181931" y="33091"/>
                  <a:pt x="201758" y="24878"/>
                </a:cubicBezTo>
                <a:cubicBezTo>
                  <a:pt x="221584" y="16666"/>
                  <a:pt x="242021" y="10466"/>
                  <a:pt x="263069" y="6280"/>
                </a:cubicBezTo>
                <a:cubicBezTo>
                  <a:pt x="284117" y="2093"/>
                  <a:pt x="305370" y="0"/>
                  <a:pt x="326830" y="0"/>
                </a:cubicBezTo>
                <a:close/>
              </a:path>
            </a:pathLst>
          </a:custGeom>
          <a:solidFill xmlns:a="http://schemas.openxmlformats.org/drawingml/2006/main">
            <a:srgbClr val="FCF7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F39B4-8944-4380-8054-EE7DA10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94" y="836328"/>
            <a:ext cx="2178869" cy="2645769"/>
          </a:xfrm>
          <a:custGeom xmlns:a="http://schemas.openxmlformats.org/drawingml/2006/main">
            <a:pathLst>
              <a:path w="2178869" h="2645769">
                <a:moveTo>
                  <a:pt x="326830" y="0"/>
                </a:moveTo>
                <a:lnTo>
                  <a:pt x="1852038" y="0"/>
                </a:lnTo>
                <a:cubicBezTo>
                  <a:pt x="1873498" y="0"/>
                  <a:pt x="1894752" y="2093"/>
                  <a:pt x="1915800" y="6280"/>
                </a:cubicBezTo>
                <a:cubicBezTo>
                  <a:pt x="1936847" y="10467"/>
                  <a:pt x="1957285" y="16666"/>
                  <a:pt x="1977111" y="24878"/>
                </a:cubicBezTo>
                <a:cubicBezTo>
                  <a:pt x="1996937" y="33091"/>
                  <a:pt x="2015772" y="43158"/>
                  <a:pt x="2033616" y="55081"/>
                </a:cubicBezTo>
                <a:cubicBezTo>
                  <a:pt x="2051459" y="67003"/>
                  <a:pt x="2067968" y="80552"/>
                  <a:pt x="2083142" y="95726"/>
                </a:cubicBezTo>
                <a:cubicBezTo>
                  <a:pt x="2098317" y="110901"/>
                  <a:pt x="2111865" y="127410"/>
                  <a:pt x="2123788" y="145253"/>
                </a:cubicBezTo>
                <a:cubicBezTo>
                  <a:pt x="2135710" y="163096"/>
                  <a:pt x="2145778" y="181931"/>
                  <a:pt x="2153990" y="201758"/>
                </a:cubicBezTo>
                <a:cubicBezTo>
                  <a:pt x="2162202" y="221584"/>
                  <a:pt x="2168402" y="242021"/>
                  <a:pt x="2172589" y="263069"/>
                </a:cubicBezTo>
                <a:cubicBezTo>
                  <a:pt x="2176775" y="284117"/>
                  <a:pt x="2178869" y="305370"/>
                  <a:pt x="2178869" y="326830"/>
                </a:cubicBezTo>
                <a:lnTo>
                  <a:pt x="2178869" y="2318939"/>
                </a:lnTo>
                <a:cubicBezTo>
                  <a:pt x="2178869" y="2340399"/>
                  <a:pt x="2176775" y="2361652"/>
                  <a:pt x="2172589" y="2382700"/>
                </a:cubicBezTo>
                <a:cubicBezTo>
                  <a:pt x="2168402" y="2403748"/>
                  <a:pt x="2162202" y="2424185"/>
                  <a:pt x="2153990" y="2444011"/>
                </a:cubicBezTo>
                <a:cubicBezTo>
                  <a:pt x="2145778" y="2463837"/>
                  <a:pt x="2135710" y="2482672"/>
                  <a:pt x="2123788" y="2500516"/>
                </a:cubicBezTo>
                <a:cubicBezTo>
                  <a:pt x="2111865" y="2518359"/>
                  <a:pt x="2098317" y="2534868"/>
                  <a:pt x="2083142" y="2550043"/>
                </a:cubicBezTo>
                <a:cubicBezTo>
                  <a:pt x="2067968" y="2565217"/>
                  <a:pt x="2051459" y="2578766"/>
                  <a:pt x="2033616" y="2590688"/>
                </a:cubicBezTo>
                <a:cubicBezTo>
                  <a:pt x="2015772" y="2602610"/>
                  <a:pt x="1996937" y="2612678"/>
                  <a:pt x="1977111" y="2620890"/>
                </a:cubicBezTo>
                <a:cubicBezTo>
                  <a:pt x="1957285" y="2629103"/>
                  <a:pt x="1936847" y="2635302"/>
                  <a:pt x="1915800" y="2639489"/>
                </a:cubicBezTo>
                <a:cubicBezTo>
                  <a:pt x="1894752" y="2643676"/>
                  <a:pt x="1873498" y="2645769"/>
                  <a:pt x="1852038" y="2645769"/>
                </a:cubicBezTo>
                <a:lnTo>
                  <a:pt x="326830" y="2645769"/>
                </a:lnTo>
                <a:cubicBezTo>
                  <a:pt x="305370" y="2645769"/>
                  <a:pt x="284117" y="2643676"/>
                  <a:pt x="263069" y="2639489"/>
                </a:cubicBezTo>
                <a:cubicBezTo>
                  <a:pt x="242021" y="2635302"/>
                  <a:pt x="221584" y="2629103"/>
                  <a:pt x="201758" y="2620890"/>
                </a:cubicBezTo>
                <a:cubicBezTo>
                  <a:pt x="181931" y="2612678"/>
                  <a:pt x="163096" y="2602611"/>
                  <a:pt x="145253" y="2590688"/>
                </a:cubicBezTo>
                <a:cubicBezTo>
                  <a:pt x="127410" y="2578766"/>
                  <a:pt x="110901" y="2565217"/>
                  <a:pt x="95726" y="2550043"/>
                </a:cubicBezTo>
                <a:cubicBezTo>
                  <a:pt x="80552" y="2534868"/>
                  <a:pt x="67003" y="2518359"/>
                  <a:pt x="55081" y="2500516"/>
                </a:cubicBezTo>
                <a:cubicBezTo>
                  <a:pt x="43158" y="2482672"/>
                  <a:pt x="33091" y="2463837"/>
                  <a:pt x="24878" y="2444011"/>
                </a:cubicBezTo>
                <a:cubicBezTo>
                  <a:pt x="16666" y="2424185"/>
                  <a:pt x="10467" y="2403748"/>
                  <a:pt x="6280" y="2382700"/>
                </a:cubicBezTo>
                <a:cubicBezTo>
                  <a:pt x="2093" y="2361652"/>
                  <a:pt x="0" y="2340399"/>
                  <a:pt x="0" y="2318939"/>
                </a:cubicBezTo>
                <a:lnTo>
                  <a:pt x="0" y="326830"/>
                </a:lnTo>
                <a:cubicBezTo>
                  <a:pt x="0" y="305370"/>
                  <a:pt x="2093" y="284117"/>
                  <a:pt x="6280" y="263069"/>
                </a:cubicBezTo>
                <a:cubicBezTo>
                  <a:pt x="10467" y="242021"/>
                  <a:pt x="16666" y="221584"/>
                  <a:pt x="24878" y="201758"/>
                </a:cubicBezTo>
                <a:cubicBezTo>
                  <a:pt x="33091" y="181931"/>
                  <a:pt x="43158" y="163096"/>
                  <a:pt x="55081" y="145253"/>
                </a:cubicBezTo>
                <a:cubicBezTo>
                  <a:pt x="67003" y="127410"/>
                  <a:pt x="80552" y="110901"/>
                  <a:pt x="95726" y="95726"/>
                </a:cubicBezTo>
                <a:cubicBezTo>
                  <a:pt x="110901" y="80552"/>
                  <a:pt x="127410" y="67003"/>
                  <a:pt x="145253" y="55081"/>
                </a:cubicBezTo>
                <a:cubicBezTo>
                  <a:pt x="163096" y="43158"/>
                  <a:pt x="181931" y="33091"/>
                  <a:pt x="201758" y="24878"/>
                </a:cubicBezTo>
                <a:cubicBezTo>
                  <a:pt x="221584" y="16666"/>
                  <a:pt x="242021" y="10467"/>
                  <a:pt x="263069" y="6280"/>
                </a:cubicBezTo>
                <a:cubicBezTo>
                  <a:pt x="284117" y="2093"/>
                  <a:pt x="305370" y="0"/>
                  <a:pt x="326830" y="0"/>
                </a:cubicBezTo>
                <a:close/>
              </a:path>
            </a:pathLst>
          </a:custGeom>
          <a:solidFill xmlns:a="http://schemas.openxmlformats.org/drawingml/2006/main">
            <a:srgbClr val="FCF7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Hostmemory">
            <a:extLst xmlns:a="http://schemas.openxmlformats.org/drawingml/2006/main">
              <a:ext uri="{FF2B5EF4-FFF2-40B4-BE49-F238E27FC236}">
                <a16:creationId xmlns:a16="http://schemas.microsoft.com/office/drawing/2014/main" id="{B359CD6D-410B-496F-B187-F006FA41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95" y="1540387"/>
            <a:ext cx="1094605" cy="167428"/>
          </a:xfrm>
          <a:custGeom xmlns:a="http://schemas.openxmlformats.org/drawingml/2006/main">
            <a:pathLst>
              <a:path w="1094605" h="167428">
                <a:moveTo>
                  <a:pt x="86906" y="128580"/>
                </a:moveTo>
                <a:lnTo>
                  <a:pt x="86906" y="68941"/>
                </a:lnTo>
                <a:lnTo>
                  <a:pt x="17418" y="68941"/>
                </a:lnTo>
                <a:lnTo>
                  <a:pt x="17418" y="128580"/>
                </a:lnTo>
                <a:lnTo>
                  <a:pt x="0" y="128580"/>
                </a:lnTo>
                <a:lnTo>
                  <a:pt x="0" y="0"/>
                </a:lnTo>
                <a:lnTo>
                  <a:pt x="17418" y="0"/>
                </a:lnTo>
                <a:lnTo>
                  <a:pt x="17418" y="54350"/>
                </a:lnTo>
                <a:lnTo>
                  <a:pt x="86906" y="54350"/>
                </a:lnTo>
                <a:lnTo>
                  <a:pt x="86906" y="0"/>
                </a:lnTo>
                <a:lnTo>
                  <a:pt x="104323" y="0"/>
                </a:lnTo>
                <a:lnTo>
                  <a:pt x="104323" y="128580"/>
                </a:lnTo>
                <a:lnTo>
                  <a:pt x="86906" y="128580"/>
                </a:lnTo>
                <a:close/>
                <a:moveTo>
                  <a:pt x="215546" y="79154"/>
                </a:moveTo>
                <a:cubicBezTo>
                  <a:pt x="215546" y="96420"/>
                  <a:pt x="211746" y="109278"/>
                  <a:pt x="204147" y="117728"/>
                </a:cubicBezTo>
                <a:cubicBezTo>
                  <a:pt x="196547" y="126179"/>
                  <a:pt x="185513" y="130404"/>
                  <a:pt x="171044" y="130404"/>
                </a:cubicBezTo>
                <a:cubicBezTo>
                  <a:pt x="156636" y="130404"/>
                  <a:pt x="145754" y="126011"/>
                  <a:pt x="138398" y="117227"/>
                </a:cubicBezTo>
                <a:cubicBezTo>
                  <a:pt x="131041" y="108442"/>
                  <a:pt x="127363" y="95751"/>
                  <a:pt x="127363" y="79154"/>
                </a:cubicBezTo>
                <a:cubicBezTo>
                  <a:pt x="127363" y="45109"/>
                  <a:pt x="142106" y="28087"/>
                  <a:pt x="171591" y="28087"/>
                </a:cubicBezTo>
                <a:cubicBezTo>
                  <a:pt x="186668" y="28087"/>
                  <a:pt x="197763" y="32236"/>
                  <a:pt x="204876" y="40535"/>
                </a:cubicBezTo>
                <a:cubicBezTo>
                  <a:pt x="211989" y="48833"/>
                  <a:pt x="215546" y="61706"/>
                  <a:pt x="215546" y="79154"/>
                </a:cubicBezTo>
                <a:moveTo>
                  <a:pt x="198310" y="79154"/>
                </a:moveTo>
                <a:cubicBezTo>
                  <a:pt x="198310" y="65536"/>
                  <a:pt x="196289" y="55642"/>
                  <a:pt x="192246" y="49471"/>
                </a:cubicBezTo>
                <a:cubicBezTo>
                  <a:pt x="188203" y="43301"/>
                  <a:pt x="181410" y="40215"/>
                  <a:pt x="171865" y="40215"/>
                </a:cubicBezTo>
                <a:cubicBezTo>
                  <a:pt x="162259" y="40215"/>
                  <a:pt x="155314" y="43362"/>
                  <a:pt x="151028" y="49654"/>
                </a:cubicBezTo>
                <a:cubicBezTo>
                  <a:pt x="146742" y="55946"/>
                  <a:pt x="144599" y="65779"/>
                  <a:pt x="144599" y="79154"/>
                </a:cubicBezTo>
                <a:cubicBezTo>
                  <a:pt x="144599" y="92164"/>
                  <a:pt x="146711" y="101937"/>
                  <a:pt x="150936" y="108472"/>
                </a:cubicBezTo>
                <a:cubicBezTo>
                  <a:pt x="155162" y="115008"/>
                  <a:pt x="161803" y="118275"/>
                  <a:pt x="170862" y="118275"/>
                </a:cubicBezTo>
                <a:cubicBezTo>
                  <a:pt x="180710" y="118275"/>
                  <a:pt x="187747" y="115114"/>
                  <a:pt x="191973" y="108791"/>
                </a:cubicBezTo>
                <a:cubicBezTo>
                  <a:pt x="196198" y="102469"/>
                  <a:pt x="198310" y="92590"/>
                  <a:pt x="198310" y="79154"/>
                </a:cubicBezTo>
                <a:close/>
                <a:moveTo>
                  <a:pt x="309992" y="101288"/>
                </a:moveTo>
                <a:cubicBezTo>
                  <a:pt x="309992" y="110597"/>
                  <a:pt x="306481" y="117778"/>
                  <a:pt x="299459" y="122829"/>
                </a:cubicBezTo>
                <a:cubicBezTo>
                  <a:pt x="292437" y="127879"/>
                  <a:pt x="282604" y="130404"/>
                  <a:pt x="269959" y="130404"/>
                </a:cubicBezTo>
                <a:cubicBezTo>
                  <a:pt x="257678" y="130404"/>
                  <a:pt x="248209" y="128382"/>
                  <a:pt x="241552" y="124340"/>
                </a:cubicBezTo>
                <a:cubicBezTo>
                  <a:pt x="234895" y="120297"/>
                  <a:pt x="230564" y="113989"/>
                  <a:pt x="228558" y="105417"/>
                </a:cubicBezTo>
                <a:lnTo>
                  <a:pt x="243057" y="102590"/>
                </a:lnTo>
                <a:cubicBezTo>
                  <a:pt x="244455" y="107880"/>
                  <a:pt x="247343" y="111755"/>
                  <a:pt x="251720" y="114217"/>
                </a:cubicBezTo>
                <a:cubicBezTo>
                  <a:pt x="256097" y="116680"/>
                  <a:pt x="262177" y="117911"/>
                  <a:pt x="269959" y="117911"/>
                </a:cubicBezTo>
                <a:cubicBezTo>
                  <a:pt x="278287" y="117911"/>
                  <a:pt x="284382" y="116632"/>
                  <a:pt x="288242" y="114075"/>
                </a:cubicBezTo>
                <a:cubicBezTo>
                  <a:pt x="292103" y="111516"/>
                  <a:pt x="294033" y="107679"/>
                  <a:pt x="294033" y="102565"/>
                </a:cubicBezTo>
                <a:cubicBezTo>
                  <a:pt x="294033" y="98670"/>
                  <a:pt x="292696" y="95506"/>
                  <a:pt x="290021" y="93072"/>
                </a:cubicBezTo>
                <a:cubicBezTo>
                  <a:pt x="287346" y="90639"/>
                  <a:pt x="283029" y="88631"/>
                  <a:pt x="277071" y="87048"/>
                </a:cubicBezTo>
                <a:lnTo>
                  <a:pt x="265308" y="83945"/>
                </a:lnTo>
                <a:cubicBezTo>
                  <a:pt x="255885" y="81511"/>
                  <a:pt x="249182" y="79123"/>
                  <a:pt x="245200" y="76780"/>
                </a:cubicBezTo>
                <a:cubicBezTo>
                  <a:pt x="241218" y="74438"/>
                  <a:pt x="238102" y="71594"/>
                  <a:pt x="235853" y="68248"/>
                </a:cubicBezTo>
                <a:cubicBezTo>
                  <a:pt x="233604" y="64901"/>
                  <a:pt x="232479" y="60793"/>
                  <a:pt x="232479" y="55926"/>
                </a:cubicBezTo>
                <a:cubicBezTo>
                  <a:pt x="232479" y="46919"/>
                  <a:pt x="235686" y="40058"/>
                  <a:pt x="242100" y="35342"/>
                </a:cubicBezTo>
                <a:cubicBezTo>
                  <a:pt x="248513" y="30627"/>
                  <a:pt x="257860" y="28269"/>
                  <a:pt x="270141" y="28269"/>
                </a:cubicBezTo>
                <a:cubicBezTo>
                  <a:pt x="281023" y="28269"/>
                  <a:pt x="289671" y="30184"/>
                  <a:pt x="296085" y="34014"/>
                </a:cubicBezTo>
                <a:cubicBezTo>
                  <a:pt x="302499" y="37844"/>
                  <a:pt x="306557" y="43985"/>
                  <a:pt x="308259" y="52435"/>
                </a:cubicBezTo>
                <a:lnTo>
                  <a:pt x="293486" y="54259"/>
                </a:lnTo>
                <a:cubicBezTo>
                  <a:pt x="292574" y="49882"/>
                  <a:pt x="290127" y="46523"/>
                  <a:pt x="286145" y="44182"/>
                </a:cubicBezTo>
                <a:cubicBezTo>
                  <a:pt x="282163" y="41842"/>
                  <a:pt x="276828" y="40671"/>
                  <a:pt x="270141" y="40671"/>
                </a:cubicBezTo>
                <a:cubicBezTo>
                  <a:pt x="262724" y="40671"/>
                  <a:pt x="257252" y="41798"/>
                  <a:pt x="253726" y="44051"/>
                </a:cubicBezTo>
                <a:cubicBezTo>
                  <a:pt x="250200" y="46304"/>
                  <a:pt x="248437" y="49715"/>
                  <a:pt x="248437" y="54282"/>
                </a:cubicBezTo>
                <a:cubicBezTo>
                  <a:pt x="248437" y="57080"/>
                  <a:pt x="249167" y="59392"/>
                  <a:pt x="250626" y="61218"/>
                </a:cubicBezTo>
                <a:cubicBezTo>
                  <a:pt x="252085" y="63044"/>
                  <a:pt x="254243" y="64596"/>
                  <a:pt x="257101" y="65874"/>
                </a:cubicBezTo>
                <a:cubicBezTo>
                  <a:pt x="259958" y="67151"/>
                  <a:pt x="265976" y="68915"/>
                  <a:pt x="275156" y="71166"/>
                </a:cubicBezTo>
                <a:cubicBezTo>
                  <a:pt x="283850" y="73357"/>
                  <a:pt x="290112" y="75380"/>
                  <a:pt x="293942" y="77236"/>
                </a:cubicBezTo>
                <a:cubicBezTo>
                  <a:pt x="297772" y="79092"/>
                  <a:pt x="300796" y="81146"/>
                  <a:pt x="303015" y="83397"/>
                </a:cubicBezTo>
                <a:cubicBezTo>
                  <a:pt x="305234" y="85649"/>
                  <a:pt x="306952" y="88251"/>
                  <a:pt x="308168" y="91203"/>
                </a:cubicBezTo>
                <a:cubicBezTo>
                  <a:pt x="309384" y="94153"/>
                  <a:pt x="309992" y="97515"/>
                  <a:pt x="309992" y="101288"/>
                </a:cubicBezTo>
                <a:close/>
                <a:moveTo>
                  <a:pt x="367259" y="127850"/>
                </a:moveTo>
                <a:cubicBezTo>
                  <a:pt x="361849" y="129310"/>
                  <a:pt x="356316" y="130039"/>
                  <a:pt x="350663" y="130039"/>
                </a:cubicBezTo>
                <a:cubicBezTo>
                  <a:pt x="337531" y="130039"/>
                  <a:pt x="330965" y="122592"/>
                  <a:pt x="330965" y="107697"/>
                </a:cubicBezTo>
                <a:lnTo>
                  <a:pt x="330965" y="41857"/>
                </a:lnTo>
                <a:lnTo>
                  <a:pt x="319566" y="41857"/>
                </a:lnTo>
                <a:lnTo>
                  <a:pt x="319566" y="29911"/>
                </a:lnTo>
                <a:lnTo>
                  <a:pt x="331604" y="29911"/>
                </a:lnTo>
                <a:lnTo>
                  <a:pt x="336437" y="7842"/>
                </a:lnTo>
                <a:lnTo>
                  <a:pt x="347380" y="7842"/>
                </a:lnTo>
                <a:lnTo>
                  <a:pt x="347380" y="29911"/>
                </a:lnTo>
                <a:lnTo>
                  <a:pt x="365618" y="29911"/>
                </a:lnTo>
                <a:lnTo>
                  <a:pt x="365618" y="41857"/>
                </a:lnTo>
                <a:lnTo>
                  <a:pt x="347380" y="41857"/>
                </a:lnTo>
                <a:lnTo>
                  <a:pt x="347380" y="104141"/>
                </a:lnTo>
                <a:cubicBezTo>
                  <a:pt x="347380" y="108883"/>
                  <a:pt x="348155" y="112211"/>
                  <a:pt x="349705" y="114126"/>
                </a:cubicBezTo>
                <a:cubicBezTo>
                  <a:pt x="351255" y="116041"/>
                  <a:pt x="353945" y="116999"/>
                  <a:pt x="357776" y="116999"/>
                </a:cubicBezTo>
                <a:cubicBezTo>
                  <a:pt x="359964" y="116999"/>
                  <a:pt x="363125" y="116573"/>
                  <a:pt x="367259" y="115722"/>
                </a:cubicBezTo>
                <a:lnTo>
                  <a:pt x="367259" y="127850"/>
                </a:lnTo>
                <a:close/>
                <a:moveTo>
                  <a:pt x="490613" y="128580"/>
                </a:moveTo>
                <a:lnTo>
                  <a:pt x="490613" y="66023"/>
                </a:lnTo>
                <a:cubicBezTo>
                  <a:pt x="490613" y="56478"/>
                  <a:pt x="489306" y="49882"/>
                  <a:pt x="486692" y="46234"/>
                </a:cubicBezTo>
                <a:cubicBezTo>
                  <a:pt x="484078" y="42586"/>
                  <a:pt x="479366" y="40763"/>
                  <a:pt x="472557" y="40763"/>
                </a:cubicBezTo>
                <a:cubicBezTo>
                  <a:pt x="465566" y="40763"/>
                  <a:pt x="460034" y="43438"/>
                  <a:pt x="455961" y="48787"/>
                </a:cubicBezTo>
                <a:cubicBezTo>
                  <a:pt x="451887" y="54137"/>
                  <a:pt x="449851" y="61676"/>
                  <a:pt x="449851" y="71403"/>
                </a:cubicBezTo>
                <a:lnTo>
                  <a:pt x="449851" y="128580"/>
                </a:lnTo>
                <a:lnTo>
                  <a:pt x="433528" y="128580"/>
                </a:lnTo>
                <a:lnTo>
                  <a:pt x="433528" y="50976"/>
                </a:lnTo>
                <a:cubicBezTo>
                  <a:pt x="433528" y="39486"/>
                  <a:pt x="433345" y="32464"/>
                  <a:pt x="432980" y="29911"/>
                </a:cubicBezTo>
                <a:lnTo>
                  <a:pt x="448483" y="29911"/>
                </a:lnTo>
                <a:cubicBezTo>
                  <a:pt x="448544" y="30215"/>
                  <a:pt x="448604" y="31036"/>
                  <a:pt x="448665" y="32373"/>
                </a:cubicBezTo>
                <a:cubicBezTo>
                  <a:pt x="448726" y="33710"/>
                  <a:pt x="448802" y="35246"/>
                  <a:pt x="448893" y="36978"/>
                </a:cubicBezTo>
                <a:cubicBezTo>
                  <a:pt x="448984" y="38711"/>
                  <a:pt x="449091" y="41978"/>
                  <a:pt x="449212" y="46781"/>
                </a:cubicBezTo>
                <a:lnTo>
                  <a:pt x="449486" y="46781"/>
                </a:lnTo>
                <a:cubicBezTo>
                  <a:pt x="453012" y="39790"/>
                  <a:pt x="457055" y="34926"/>
                  <a:pt x="461614" y="32191"/>
                </a:cubicBezTo>
                <a:cubicBezTo>
                  <a:pt x="466174" y="29455"/>
                  <a:pt x="471737" y="28087"/>
                  <a:pt x="478303" y="28087"/>
                </a:cubicBezTo>
                <a:cubicBezTo>
                  <a:pt x="485780" y="28087"/>
                  <a:pt x="491692" y="29576"/>
                  <a:pt x="496039" y="32555"/>
                </a:cubicBezTo>
                <a:cubicBezTo>
                  <a:pt x="500386" y="35534"/>
                  <a:pt x="503411" y="40276"/>
                  <a:pt x="505113" y="46781"/>
                </a:cubicBezTo>
                <a:lnTo>
                  <a:pt x="505386" y="46781"/>
                </a:lnTo>
                <a:cubicBezTo>
                  <a:pt x="508791" y="40155"/>
                  <a:pt x="512910" y="35382"/>
                  <a:pt x="517743" y="32464"/>
                </a:cubicBezTo>
                <a:cubicBezTo>
                  <a:pt x="522576" y="29546"/>
                  <a:pt x="528427" y="28087"/>
                  <a:pt x="535297" y="28087"/>
                </a:cubicBezTo>
                <a:cubicBezTo>
                  <a:pt x="545267" y="28087"/>
                  <a:pt x="552517" y="30792"/>
                  <a:pt x="557046" y="36203"/>
                </a:cubicBezTo>
                <a:cubicBezTo>
                  <a:pt x="561576" y="41614"/>
                  <a:pt x="563840" y="50490"/>
                  <a:pt x="563840" y="62831"/>
                </a:cubicBezTo>
                <a:lnTo>
                  <a:pt x="563840" y="128580"/>
                </a:lnTo>
                <a:lnTo>
                  <a:pt x="547608" y="128580"/>
                </a:lnTo>
                <a:lnTo>
                  <a:pt x="547608" y="66023"/>
                </a:lnTo>
                <a:cubicBezTo>
                  <a:pt x="547608" y="56478"/>
                  <a:pt x="546301" y="49882"/>
                  <a:pt x="543687" y="46234"/>
                </a:cubicBezTo>
                <a:cubicBezTo>
                  <a:pt x="541073" y="42586"/>
                  <a:pt x="536361" y="40763"/>
                  <a:pt x="529552" y="40763"/>
                </a:cubicBezTo>
                <a:cubicBezTo>
                  <a:pt x="522378" y="40763"/>
                  <a:pt x="516801" y="43422"/>
                  <a:pt x="512819" y="48742"/>
                </a:cubicBezTo>
                <a:cubicBezTo>
                  <a:pt x="508836" y="54061"/>
                  <a:pt x="506845" y="61615"/>
                  <a:pt x="506845" y="71403"/>
                </a:cubicBezTo>
                <a:lnTo>
                  <a:pt x="506845" y="128580"/>
                </a:lnTo>
                <a:lnTo>
                  <a:pt x="490613" y="128580"/>
                </a:lnTo>
                <a:close/>
                <a:moveTo>
                  <a:pt x="601318" y="82620"/>
                </a:moveTo>
                <a:cubicBezTo>
                  <a:pt x="601318" y="93956"/>
                  <a:pt x="603659" y="102703"/>
                  <a:pt x="608340" y="108860"/>
                </a:cubicBezTo>
                <a:cubicBezTo>
                  <a:pt x="613021" y="115015"/>
                  <a:pt x="619861" y="118093"/>
                  <a:pt x="628858" y="118093"/>
                </a:cubicBezTo>
                <a:cubicBezTo>
                  <a:pt x="635971" y="118093"/>
                  <a:pt x="641671" y="116656"/>
                  <a:pt x="645957" y="113781"/>
                </a:cubicBezTo>
                <a:cubicBezTo>
                  <a:pt x="650243" y="110907"/>
                  <a:pt x="653145" y="107268"/>
                  <a:pt x="654665" y="102864"/>
                </a:cubicBezTo>
                <a:lnTo>
                  <a:pt x="669074" y="106982"/>
                </a:lnTo>
                <a:cubicBezTo>
                  <a:pt x="663177" y="122597"/>
                  <a:pt x="649771" y="130404"/>
                  <a:pt x="628858" y="130404"/>
                </a:cubicBezTo>
                <a:cubicBezTo>
                  <a:pt x="614268" y="130404"/>
                  <a:pt x="603157" y="126057"/>
                  <a:pt x="595528" y="117363"/>
                </a:cubicBezTo>
                <a:cubicBezTo>
                  <a:pt x="587898" y="108670"/>
                  <a:pt x="584083" y="95751"/>
                  <a:pt x="584083" y="78607"/>
                </a:cubicBezTo>
                <a:cubicBezTo>
                  <a:pt x="584083" y="62314"/>
                  <a:pt x="587898" y="49821"/>
                  <a:pt x="595528" y="41127"/>
                </a:cubicBezTo>
                <a:cubicBezTo>
                  <a:pt x="603157" y="32434"/>
                  <a:pt x="614055" y="28087"/>
                  <a:pt x="628220" y="28087"/>
                </a:cubicBezTo>
                <a:cubicBezTo>
                  <a:pt x="657219" y="28087"/>
                  <a:pt x="671718" y="45536"/>
                  <a:pt x="671718" y="80434"/>
                </a:cubicBezTo>
                <a:lnTo>
                  <a:pt x="671718" y="82620"/>
                </a:lnTo>
                <a:lnTo>
                  <a:pt x="601318" y="82620"/>
                </a:lnTo>
                <a:moveTo>
                  <a:pt x="654757" y="70035"/>
                </a:moveTo>
                <a:cubicBezTo>
                  <a:pt x="653845" y="59672"/>
                  <a:pt x="651200" y="52111"/>
                  <a:pt x="646823" y="47354"/>
                </a:cubicBezTo>
                <a:cubicBezTo>
                  <a:pt x="642446" y="42595"/>
                  <a:pt x="636153" y="40215"/>
                  <a:pt x="627946" y="40215"/>
                </a:cubicBezTo>
                <a:cubicBezTo>
                  <a:pt x="619982" y="40215"/>
                  <a:pt x="613675" y="42868"/>
                  <a:pt x="609024" y="48172"/>
                </a:cubicBezTo>
                <a:cubicBezTo>
                  <a:pt x="604373" y="53474"/>
                  <a:pt x="601865" y="60762"/>
                  <a:pt x="601501" y="70035"/>
                </a:cubicBezTo>
                <a:lnTo>
                  <a:pt x="654757" y="70035"/>
                </a:lnTo>
                <a:close/>
                <a:moveTo>
                  <a:pt x="750023" y="128580"/>
                </a:moveTo>
                <a:lnTo>
                  <a:pt x="750023" y="66023"/>
                </a:lnTo>
                <a:cubicBezTo>
                  <a:pt x="750023" y="56478"/>
                  <a:pt x="748716" y="49882"/>
                  <a:pt x="746102" y="46234"/>
                </a:cubicBezTo>
                <a:cubicBezTo>
                  <a:pt x="743488" y="42586"/>
                  <a:pt x="738776" y="40763"/>
                  <a:pt x="731967" y="40763"/>
                </a:cubicBezTo>
                <a:cubicBezTo>
                  <a:pt x="724976" y="40763"/>
                  <a:pt x="719443" y="43438"/>
                  <a:pt x="715370" y="48787"/>
                </a:cubicBezTo>
                <a:cubicBezTo>
                  <a:pt x="711297" y="54137"/>
                  <a:pt x="709260" y="61676"/>
                  <a:pt x="709260" y="71403"/>
                </a:cubicBezTo>
                <a:lnTo>
                  <a:pt x="709260" y="128580"/>
                </a:lnTo>
                <a:lnTo>
                  <a:pt x="692937" y="128580"/>
                </a:lnTo>
                <a:lnTo>
                  <a:pt x="692937" y="50976"/>
                </a:lnTo>
                <a:cubicBezTo>
                  <a:pt x="692937" y="39486"/>
                  <a:pt x="692755" y="32464"/>
                  <a:pt x="692390" y="29911"/>
                </a:cubicBezTo>
                <a:lnTo>
                  <a:pt x="707892" y="29911"/>
                </a:lnTo>
                <a:cubicBezTo>
                  <a:pt x="707953" y="30215"/>
                  <a:pt x="708014" y="31036"/>
                  <a:pt x="708075" y="32373"/>
                </a:cubicBezTo>
                <a:cubicBezTo>
                  <a:pt x="708136" y="33710"/>
                  <a:pt x="708212" y="35246"/>
                  <a:pt x="708303" y="36978"/>
                </a:cubicBezTo>
                <a:cubicBezTo>
                  <a:pt x="708394" y="38711"/>
                  <a:pt x="708500" y="41978"/>
                  <a:pt x="708622" y="46781"/>
                </a:cubicBezTo>
                <a:lnTo>
                  <a:pt x="708896" y="46781"/>
                </a:lnTo>
                <a:cubicBezTo>
                  <a:pt x="712422" y="39790"/>
                  <a:pt x="716464" y="34926"/>
                  <a:pt x="721024" y="32191"/>
                </a:cubicBezTo>
                <a:cubicBezTo>
                  <a:pt x="725584" y="29455"/>
                  <a:pt x="731146" y="28087"/>
                  <a:pt x="737712" y="28087"/>
                </a:cubicBezTo>
                <a:cubicBezTo>
                  <a:pt x="745190" y="28087"/>
                  <a:pt x="751102" y="29576"/>
                  <a:pt x="755449" y="32555"/>
                </a:cubicBezTo>
                <a:cubicBezTo>
                  <a:pt x="759796" y="35534"/>
                  <a:pt x="762820" y="40276"/>
                  <a:pt x="764522" y="46781"/>
                </a:cubicBezTo>
                <a:lnTo>
                  <a:pt x="764796" y="46781"/>
                </a:lnTo>
                <a:cubicBezTo>
                  <a:pt x="768200" y="40155"/>
                  <a:pt x="772319" y="35382"/>
                  <a:pt x="777152" y="32464"/>
                </a:cubicBezTo>
                <a:cubicBezTo>
                  <a:pt x="781986" y="29546"/>
                  <a:pt x="787837" y="28087"/>
                  <a:pt x="794707" y="28087"/>
                </a:cubicBezTo>
                <a:cubicBezTo>
                  <a:pt x="804677" y="28087"/>
                  <a:pt x="811927" y="30792"/>
                  <a:pt x="816456" y="36203"/>
                </a:cubicBezTo>
                <a:cubicBezTo>
                  <a:pt x="820985" y="41614"/>
                  <a:pt x="823250" y="50490"/>
                  <a:pt x="823250" y="62831"/>
                </a:cubicBezTo>
                <a:lnTo>
                  <a:pt x="823250" y="128580"/>
                </a:lnTo>
                <a:lnTo>
                  <a:pt x="807018" y="128580"/>
                </a:lnTo>
                <a:lnTo>
                  <a:pt x="807018" y="66023"/>
                </a:lnTo>
                <a:cubicBezTo>
                  <a:pt x="807018" y="56478"/>
                  <a:pt x="805711" y="49882"/>
                  <a:pt x="803096" y="46234"/>
                </a:cubicBezTo>
                <a:cubicBezTo>
                  <a:pt x="800482" y="42586"/>
                  <a:pt x="795771" y="40763"/>
                  <a:pt x="788962" y="40763"/>
                </a:cubicBezTo>
                <a:cubicBezTo>
                  <a:pt x="781788" y="40763"/>
                  <a:pt x="776210" y="43422"/>
                  <a:pt x="772228" y="48742"/>
                </a:cubicBezTo>
                <a:cubicBezTo>
                  <a:pt x="768246" y="54061"/>
                  <a:pt x="766255" y="61615"/>
                  <a:pt x="766255" y="71403"/>
                </a:cubicBezTo>
                <a:lnTo>
                  <a:pt x="766255" y="128580"/>
                </a:lnTo>
                <a:lnTo>
                  <a:pt x="750023" y="128580"/>
                </a:lnTo>
                <a:close/>
                <a:moveTo>
                  <a:pt x="931584" y="79154"/>
                </a:moveTo>
                <a:cubicBezTo>
                  <a:pt x="931584" y="96420"/>
                  <a:pt x="927785" y="109278"/>
                  <a:pt x="920185" y="117728"/>
                </a:cubicBezTo>
                <a:cubicBezTo>
                  <a:pt x="912586" y="126179"/>
                  <a:pt x="901552" y="130404"/>
                  <a:pt x="887083" y="130404"/>
                </a:cubicBezTo>
                <a:cubicBezTo>
                  <a:pt x="872675" y="130404"/>
                  <a:pt x="861792" y="126011"/>
                  <a:pt x="854436" y="117227"/>
                </a:cubicBezTo>
                <a:cubicBezTo>
                  <a:pt x="847080" y="108442"/>
                  <a:pt x="843402" y="95751"/>
                  <a:pt x="843402" y="79154"/>
                </a:cubicBezTo>
                <a:cubicBezTo>
                  <a:pt x="843402" y="45109"/>
                  <a:pt x="858145" y="28087"/>
                  <a:pt x="887630" y="28087"/>
                </a:cubicBezTo>
                <a:cubicBezTo>
                  <a:pt x="902707" y="28087"/>
                  <a:pt x="913802" y="32236"/>
                  <a:pt x="920915" y="40535"/>
                </a:cubicBezTo>
                <a:cubicBezTo>
                  <a:pt x="928028" y="48833"/>
                  <a:pt x="931584" y="61706"/>
                  <a:pt x="931584" y="79154"/>
                </a:cubicBezTo>
                <a:moveTo>
                  <a:pt x="914349" y="79154"/>
                </a:moveTo>
                <a:cubicBezTo>
                  <a:pt x="914349" y="65536"/>
                  <a:pt x="912328" y="55642"/>
                  <a:pt x="908285" y="49471"/>
                </a:cubicBezTo>
                <a:cubicBezTo>
                  <a:pt x="904242" y="43301"/>
                  <a:pt x="897448" y="40215"/>
                  <a:pt x="887904" y="40215"/>
                </a:cubicBezTo>
                <a:cubicBezTo>
                  <a:pt x="878298" y="40215"/>
                  <a:pt x="871352" y="43362"/>
                  <a:pt x="867066" y="49654"/>
                </a:cubicBezTo>
                <a:cubicBezTo>
                  <a:pt x="862780" y="55946"/>
                  <a:pt x="860637" y="65779"/>
                  <a:pt x="860637" y="79154"/>
                </a:cubicBezTo>
                <a:cubicBezTo>
                  <a:pt x="860637" y="92164"/>
                  <a:pt x="862750" y="101937"/>
                  <a:pt x="866975" y="108472"/>
                </a:cubicBezTo>
                <a:cubicBezTo>
                  <a:pt x="871200" y="115008"/>
                  <a:pt x="877842" y="118275"/>
                  <a:pt x="886900" y="118275"/>
                </a:cubicBezTo>
                <a:cubicBezTo>
                  <a:pt x="896749" y="118275"/>
                  <a:pt x="903786" y="115114"/>
                  <a:pt x="908011" y="108791"/>
                </a:cubicBezTo>
                <a:cubicBezTo>
                  <a:pt x="912236" y="102469"/>
                  <a:pt x="914349" y="92590"/>
                  <a:pt x="914349" y="79154"/>
                </a:cubicBezTo>
                <a:close/>
                <a:moveTo>
                  <a:pt x="952347" y="128580"/>
                </a:moveTo>
                <a:lnTo>
                  <a:pt x="952347" y="52891"/>
                </a:lnTo>
                <a:cubicBezTo>
                  <a:pt x="952347" y="45961"/>
                  <a:pt x="952165" y="38300"/>
                  <a:pt x="951800" y="29911"/>
                </a:cubicBezTo>
                <a:lnTo>
                  <a:pt x="967303" y="29911"/>
                </a:lnTo>
                <a:cubicBezTo>
                  <a:pt x="967789" y="41097"/>
                  <a:pt x="968032" y="47815"/>
                  <a:pt x="968032" y="50064"/>
                </a:cubicBezTo>
                <a:lnTo>
                  <a:pt x="968397" y="50064"/>
                </a:lnTo>
                <a:cubicBezTo>
                  <a:pt x="971011" y="41614"/>
                  <a:pt x="974020" y="35838"/>
                  <a:pt x="977425" y="32738"/>
                </a:cubicBezTo>
                <a:cubicBezTo>
                  <a:pt x="980829" y="29637"/>
                  <a:pt x="985632" y="28087"/>
                  <a:pt x="991833" y="28087"/>
                </a:cubicBezTo>
                <a:cubicBezTo>
                  <a:pt x="994022" y="28087"/>
                  <a:pt x="996241" y="28391"/>
                  <a:pt x="998490" y="28999"/>
                </a:cubicBezTo>
                <a:lnTo>
                  <a:pt x="998490" y="44045"/>
                </a:lnTo>
                <a:cubicBezTo>
                  <a:pt x="996302" y="43438"/>
                  <a:pt x="993383" y="43134"/>
                  <a:pt x="989736" y="43134"/>
                </a:cubicBezTo>
                <a:cubicBezTo>
                  <a:pt x="982927" y="43134"/>
                  <a:pt x="977729" y="46067"/>
                  <a:pt x="974142" y="51934"/>
                </a:cubicBezTo>
                <a:cubicBezTo>
                  <a:pt x="970555" y="57800"/>
                  <a:pt x="968762" y="66205"/>
                  <a:pt x="968762" y="77148"/>
                </a:cubicBezTo>
                <a:lnTo>
                  <a:pt x="968762" y="128580"/>
                </a:lnTo>
                <a:lnTo>
                  <a:pt x="952347" y="128580"/>
                </a:lnTo>
                <a:close/>
                <a:moveTo>
                  <a:pt x="1019007" y="167428"/>
                </a:moveTo>
                <a:cubicBezTo>
                  <a:pt x="1014508" y="167428"/>
                  <a:pt x="1010739" y="167093"/>
                  <a:pt x="1007699" y="166424"/>
                </a:cubicBezTo>
                <a:lnTo>
                  <a:pt x="1007699" y="154114"/>
                </a:lnTo>
                <a:cubicBezTo>
                  <a:pt x="1010009" y="154478"/>
                  <a:pt x="1012563" y="154661"/>
                  <a:pt x="1015359" y="154661"/>
                </a:cubicBezTo>
                <a:cubicBezTo>
                  <a:pt x="1025573" y="154661"/>
                  <a:pt x="1033658" y="147127"/>
                  <a:pt x="1039616" y="132060"/>
                </a:cubicBezTo>
                <a:lnTo>
                  <a:pt x="1041166" y="128124"/>
                </a:lnTo>
                <a:lnTo>
                  <a:pt x="1002045" y="29911"/>
                </a:lnTo>
                <a:lnTo>
                  <a:pt x="1019554" y="29911"/>
                </a:lnTo>
                <a:lnTo>
                  <a:pt x="1040346" y="84443"/>
                </a:lnTo>
                <a:cubicBezTo>
                  <a:pt x="1040650" y="85294"/>
                  <a:pt x="1041014" y="86313"/>
                  <a:pt x="1041440" y="87498"/>
                </a:cubicBezTo>
                <a:cubicBezTo>
                  <a:pt x="1041865" y="88684"/>
                  <a:pt x="1043233" y="92651"/>
                  <a:pt x="1045544" y="99399"/>
                </a:cubicBezTo>
                <a:cubicBezTo>
                  <a:pt x="1047854" y="106147"/>
                  <a:pt x="1049100" y="109916"/>
                  <a:pt x="1049282" y="110706"/>
                </a:cubicBezTo>
                <a:lnTo>
                  <a:pt x="1055666" y="92742"/>
                </a:lnTo>
                <a:lnTo>
                  <a:pt x="1077278" y="29911"/>
                </a:lnTo>
                <a:lnTo>
                  <a:pt x="1094605" y="29911"/>
                </a:lnTo>
                <a:lnTo>
                  <a:pt x="1056669" y="128580"/>
                </a:lnTo>
                <a:cubicBezTo>
                  <a:pt x="1052596" y="139122"/>
                  <a:pt x="1048796" y="146967"/>
                  <a:pt x="1045270" y="152116"/>
                </a:cubicBezTo>
                <a:cubicBezTo>
                  <a:pt x="1041744" y="157266"/>
                  <a:pt x="1037838" y="161106"/>
                  <a:pt x="1033552" y="163635"/>
                </a:cubicBezTo>
                <a:cubicBezTo>
                  <a:pt x="1029266" y="166163"/>
                  <a:pt x="1024417" y="167428"/>
                  <a:pt x="1019007" y="1674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A8063-E414-43C4-AC7A-4AC2036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1925762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AE5D2-3A2D-45DB-85EE-753A820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1925762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8" name="Text code:main">
            <a:extLst xmlns:a="http://schemas.openxmlformats.org/drawingml/2006/main">
              <a:ext uri="{FF2B5EF4-FFF2-40B4-BE49-F238E27FC236}">
                <a16:creationId xmlns:a16="http://schemas.microsoft.com/office/drawing/2014/main" id="{0B365BE7-67D7-4BD3-897A-E83C395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53" y="2000539"/>
            <a:ext cx="893410" cy="137152"/>
          </a:xfrm>
          <a:custGeom xmlns:a="http://schemas.openxmlformats.org/drawingml/2006/main">
            <a:pathLst>
              <a:path w="893410" h="137152">
                <a:moveTo>
                  <a:pt x="17144" y="85538"/>
                </a:moveTo>
                <a:cubicBezTo>
                  <a:pt x="17144" y="98669"/>
                  <a:pt x="19211" y="108396"/>
                  <a:pt x="23345" y="114719"/>
                </a:cubicBezTo>
                <a:cubicBezTo>
                  <a:pt x="27479" y="121042"/>
                  <a:pt x="33710" y="124203"/>
                  <a:pt x="42039" y="124203"/>
                </a:cubicBezTo>
                <a:cubicBezTo>
                  <a:pt x="47876" y="124203"/>
                  <a:pt x="52754" y="122622"/>
                  <a:pt x="56676" y="119461"/>
                </a:cubicBezTo>
                <a:cubicBezTo>
                  <a:pt x="60597" y="116300"/>
                  <a:pt x="63013" y="111436"/>
                  <a:pt x="63925" y="104870"/>
                </a:cubicBezTo>
                <a:lnTo>
                  <a:pt x="80522" y="105965"/>
                </a:lnTo>
                <a:cubicBezTo>
                  <a:pt x="79245" y="115448"/>
                  <a:pt x="75203" y="123017"/>
                  <a:pt x="68394" y="128671"/>
                </a:cubicBezTo>
                <a:cubicBezTo>
                  <a:pt x="61585" y="134325"/>
                  <a:pt x="52952" y="137152"/>
                  <a:pt x="42495" y="137152"/>
                </a:cubicBezTo>
                <a:cubicBezTo>
                  <a:pt x="28695" y="137152"/>
                  <a:pt x="18162" y="132790"/>
                  <a:pt x="10897" y="124066"/>
                </a:cubicBezTo>
                <a:cubicBezTo>
                  <a:pt x="3632" y="115342"/>
                  <a:pt x="0" y="102621"/>
                  <a:pt x="0" y="85902"/>
                </a:cubicBezTo>
                <a:cubicBezTo>
                  <a:pt x="0" y="69306"/>
                  <a:pt x="3648" y="56645"/>
                  <a:pt x="10943" y="47921"/>
                </a:cubicBezTo>
                <a:cubicBezTo>
                  <a:pt x="18238" y="39197"/>
                  <a:pt x="28695" y="34835"/>
                  <a:pt x="42313" y="34835"/>
                </a:cubicBezTo>
                <a:cubicBezTo>
                  <a:pt x="52405" y="34835"/>
                  <a:pt x="60779" y="37442"/>
                  <a:pt x="67436" y="42655"/>
                </a:cubicBezTo>
                <a:cubicBezTo>
                  <a:pt x="74093" y="47868"/>
                  <a:pt x="78273" y="55050"/>
                  <a:pt x="79975" y="64202"/>
                </a:cubicBezTo>
                <a:lnTo>
                  <a:pt x="63105" y="65475"/>
                </a:lnTo>
                <a:cubicBezTo>
                  <a:pt x="62253" y="60033"/>
                  <a:pt x="60095" y="55709"/>
                  <a:pt x="56630" y="52504"/>
                </a:cubicBezTo>
                <a:cubicBezTo>
                  <a:pt x="53165" y="49297"/>
                  <a:pt x="48240" y="47693"/>
                  <a:pt x="41857" y="47693"/>
                </a:cubicBezTo>
                <a:cubicBezTo>
                  <a:pt x="33163" y="47693"/>
                  <a:pt x="26871" y="50581"/>
                  <a:pt x="22980" y="56356"/>
                </a:cubicBezTo>
                <a:cubicBezTo>
                  <a:pt x="19089" y="62132"/>
                  <a:pt x="17144" y="71859"/>
                  <a:pt x="17144" y="85538"/>
                </a:cubicBezTo>
                <a:close/>
                <a:moveTo>
                  <a:pt x="181471" y="85902"/>
                </a:moveTo>
                <a:cubicBezTo>
                  <a:pt x="181471" y="103168"/>
                  <a:pt x="177672" y="116026"/>
                  <a:pt x="170072" y="124476"/>
                </a:cubicBezTo>
                <a:cubicBezTo>
                  <a:pt x="162473" y="132927"/>
                  <a:pt x="151439" y="137152"/>
                  <a:pt x="136970" y="137152"/>
                </a:cubicBezTo>
                <a:cubicBezTo>
                  <a:pt x="122562" y="137152"/>
                  <a:pt x="111679" y="132760"/>
                  <a:pt x="104323" y="123975"/>
                </a:cubicBezTo>
                <a:cubicBezTo>
                  <a:pt x="96967" y="115190"/>
                  <a:pt x="93289" y="102499"/>
                  <a:pt x="93289" y="85902"/>
                </a:cubicBezTo>
                <a:cubicBezTo>
                  <a:pt x="93289" y="51858"/>
                  <a:pt x="108032" y="34835"/>
                  <a:pt x="137517" y="34835"/>
                </a:cubicBezTo>
                <a:cubicBezTo>
                  <a:pt x="152594" y="34835"/>
                  <a:pt x="163689" y="38984"/>
                  <a:pt x="170802" y="47283"/>
                </a:cubicBezTo>
                <a:cubicBezTo>
                  <a:pt x="177915" y="55581"/>
                  <a:pt x="181471" y="68454"/>
                  <a:pt x="181471" y="85902"/>
                </a:cubicBezTo>
                <a:moveTo>
                  <a:pt x="164236" y="85902"/>
                </a:moveTo>
                <a:cubicBezTo>
                  <a:pt x="164236" y="72284"/>
                  <a:pt x="162215" y="62390"/>
                  <a:pt x="158172" y="56220"/>
                </a:cubicBezTo>
                <a:cubicBezTo>
                  <a:pt x="154129" y="50049"/>
                  <a:pt x="147335" y="46964"/>
                  <a:pt x="137791" y="46964"/>
                </a:cubicBezTo>
                <a:cubicBezTo>
                  <a:pt x="128185" y="46964"/>
                  <a:pt x="121239" y="50110"/>
                  <a:pt x="116953" y="56402"/>
                </a:cubicBezTo>
                <a:cubicBezTo>
                  <a:pt x="112667" y="62694"/>
                  <a:pt x="110524" y="72528"/>
                  <a:pt x="110524" y="85902"/>
                </a:cubicBezTo>
                <a:cubicBezTo>
                  <a:pt x="110524" y="98912"/>
                  <a:pt x="112637" y="108685"/>
                  <a:pt x="116862" y="115220"/>
                </a:cubicBezTo>
                <a:cubicBezTo>
                  <a:pt x="121087" y="121756"/>
                  <a:pt x="127729" y="125024"/>
                  <a:pt x="136787" y="125024"/>
                </a:cubicBezTo>
                <a:cubicBezTo>
                  <a:pt x="146636" y="125024"/>
                  <a:pt x="153673" y="121862"/>
                  <a:pt x="157898" y="115540"/>
                </a:cubicBezTo>
                <a:cubicBezTo>
                  <a:pt x="162123" y="109217"/>
                  <a:pt x="164236" y="99338"/>
                  <a:pt x="164236" y="85902"/>
                </a:cubicBezTo>
                <a:close/>
                <a:moveTo>
                  <a:pt x="264153" y="119461"/>
                </a:moveTo>
                <a:cubicBezTo>
                  <a:pt x="261113" y="125783"/>
                  <a:pt x="257086" y="130313"/>
                  <a:pt x="252070" y="133048"/>
                </a:cubicBezTo>
                <a:cubicBezTo>
                  <a:pt x="247055" y="135784"/>
                  <a:pt x="240839" y="137152"/>
                  <a:pt x="233422" y="137152"/>
                </a:cubicBezTo>
                <a:cubicBezTo>
                  <a:pt x="220959" y="137152"/>
                  <a:pt x="211794" y="132957"/>
                  <a:pt x="205927" y="124568"/>
                </a:cubicBezTo>
                <a:cubicBezTo>
                  <a:pt x="200061" y="116178"/>
                  <a:pt x="197127" y="103472"/>
                  <a:pt x="197127" y="86450"/>
                </a:cubicBezTo>
                <a:cubicBezTo>
                  <a:pt x="197127" y="52040"/>
                  <a:pt x="209226" y="34835"/>
                  <a:pt x="233422" y="34835"/>
                </a:cubicBezTo>
                <a:cubicBezTo>
                  <a:pt x="240899" y="34835"/>
                  <a:pt x="247131" y="36203"/>
                  <a:pt x="252116" y="38939"/>
                </a:cubicBezTo>
                <a:cubicBezTo>
                  <a:pt x="257101" y="41675"/>
                  <a:pt x="261113" y="46021"/>
                  <a:pt x="264153" y="51979"/>
                </a:cubicBezTo>
                <a:lnTo>
                  <a:pt x="264336" y="51979"/>
                </a:lnTo>
                <a:lnTo>
                  <a:pt x="264153" y="40945"/>
                </a:lnTo>
                <a:lnTo>
                  <a:pt x="264153" y="0"/>
                </a:lnTo>
                <a:lnTo>
                  <a:pt x="280568" y="0"/>
                </a:lnTo>
                <a:lnTo>
                  <a:pt x="280568" y="114992"/>
                </a:lnTo>
                <a:cubicBezTo>
                  <a:pt x="280568" y="125267"/>
                  <a:pt x="280750" y="132045"/>
                  <a:pt x="281115" y="135328"/>
                </a:cubicBezTo>
                <a:lnTo>
                  <a:pt x="265430" y="135328"/>
                </a:lnTo>
                <a:cubicBezTo>
                  <a:pt x="265248" y="134355"/>
                  <a:pt x="265050" y="132106"/>
                  <a:pt x="264837" y="128580"/>
                </a:cubicBezTo>
                <a:cubicBezTo>
                  <a:pt x="264624" y="125054"/>
                  <a:pt x="264518" y="122014"/>
                  <a:pt x="264518" y="119461"/>
                </a:cubicBezTo>
                <a:lnTo>
                  <a:pt x="264153" y="119461"/>
                </a:lnTo>
                <a:moveTo>
                  <a:pt x="214363" y="85902"/>
                </a:moveTo>
                <a:cubicBezTo>
                  <a:pt x="214363" y="99703"/>
                  <a:pt x="216186" y="109582"/>
                  <a:pt x="219834" y="115540"/>
                </a:cubicBezTo>
                <a:cubicBezTo>
                  <a:pt x="223482" y="121497"/>
                  <a:pt x="229409" y="124476"/>
                  <a:pt x="237616" y="124476"/>
                </a:cubicBezTo>
                <a:cubicBezTo>
                  <a:pt x="246918" y="124476"/>
                  <a:pt x="253666" y="121254"/>
                  <a:pt x="257861" y="114810"/>
                </a:cubicBezTo>
                <a:cubicBezTo>
                  <a:pt x="262056" y="108366"/>
                  <a:pt x="264153" y="98365"/>
                  <a:pt x="264153" y="84808"/>
                </a:cubicBezTo>
                <a:cubicBezTo>
                  <a:pt x="264153" y="71737"/>
                  <a:pt x="262056" y="62162"/>
                  <a:pt x="257861" y="56083"/>
                </a:cubicBezTo>
                <a:cubicBezTo>
                  <a:pt x="253666" y="50003"/>
                  <a:pt x="246979" y="46964"/>
                  <a:pt x="237799" y="46964"/>
                </a:cubicBezTo>
                <a:cubicBezTo>
                  <a:pt x="229531" y="46964"/>
                  <a:pt x="223558" y="50019"/>
                  <a:pt x="219880" y="56128"/>
                </a:cubicBezTo>
                <a:cubicBezTo>
                  <a:pt x="216202" y="62238"/>
                  <a:pt x="214363" y="72163"/>
                  <a:pt x="214363" y="85902"/>
                </a:cubicBezTo>
                <a:close/>
                <a:moveTo>
                  <a:pt x="318292" y="89368"/>
                </a:moveTo>
                <a:cubicBezTo>
                  <a:pt x="318292" y="100704"/>
                  <a:pt x="320633" y="109451"/>
                  <a:pt x="325314" y="115608"/>
                </a:cubicBezTo>
                <a:cubicBezTo>
                  <a:pt x="329995" y="121763"/>
                  <a:pt x="336835" y="124841"/>
                  <a:pt x="345832" y="124841"/>
                </a:cubicBezTo>
                <a:cubicBezTo>
                  <a:pt x="352945" y="124841"/>
                  <a:pt x="358644" y="123404"/>
                  <a:pt x="362930" y="120530"/>
                </a:cubicBezTo>
                <a:cubicBezTo>
                  <a:pt x="367216" y="117655"/>
                  <a:pt x="370119" y="114016"/>
                  <a:pt x="371639" y="109612"/>
                </a:cubicBezTo>
                <a:lnTo>
                  <a:pt x="386048" y="113730"/>
                </a:lnTo>
                <a:cubicBezTo>
                  <a:pt x="380150" y="129345"/>
                  <a:pt x="366745" y="137152"/>
                  <a:pt x="345832" y="137152"/>
                </a:cubicBezTo>
                <a:cubicBezTo>
                  <a:pt x="331241" y="137152"/>
                  <a:pt x="320131" y="132805"/>
                  <a:pt x="312502" y="124112"/>
                </a:cubicBezTo>
                <a:cubicBezTo>
                  <a:pt x="304872" y="115418"/>
                  <a:pt x="301057" y="102499"/>
                  <a:pt x="301057" y="85355"/>
                </a:cubicBezTo>
                <a:cubicBezTo>
                  <a:pt x="301057" y="69062"/>
                  <a:pt x="304872" y="56569"/>
                  <a:pt x="312502" y="47876"/>
                </a:cubicBezTo>
                <a:cubicBezTo>
                  <a:pt x="320131" y="39182"/>
                  <a:pt x="331029" y="34835"/>
                  <a:pt x="345194" y="34835"/>
                </a:cubicBezTo>
                <a:cubicBezTo>
                  <a:pt x="374193" y="34835"/>
                  <a:pt x="388692" y="52284"/>
                  <a:pt x="388692" y="87182"/>
                </a:cubicBezTo>
                <a:lnTo>
                  <a:pt x="388692" y="89368"/>
                </a:lnTo>
                <a:lnTo>
                  <a:pt x="318292" y="89368"/>
                </a:lnTo>
                <a:moveTo>
                  <a:pt x="371730" y="76783"/>
                </a:moveTo>
                <a:cubicBezTo>
                  <a:pt x="370819" y="66420"/>
                  <a:pt x="368174" y="58859"/>
                  <a:pt x="363797" y="54102"/>
                </a:cubicBezTo>
                <a:cubicBezTo>
                  <a:pt x="359420" y="49343"/>
                  <a:pt x="353127" y="46964"/>
                  <a:pt x="344920" y="46964"/>
                </a:cubicBezTo>
                <a:cubicBezTo>
                  <a:pt x="336956" y="46964"/>
                  <a:pt x="330649" y="49616"/>
                  <a:pt x="325998" y="54920"/>
                </a:cubicBezTo>
                <a:cubicBezTo>
                  <a:pt x="321347" y="60222"/>
                  <a:pt x="318839" y="67510"/>
                  <a:pt x="318475" y="76783"/>
                </a:cubicBezTo>
                <a:lnTo>
                  <a:pt x="371730" y="76783"/>
                </a:lnTo>
                <a:close/>
                <a:moveTo>
                  <a:pt x="414015" y="55627"/>
                </a:moveTo>
                <a:lnTo>
                  <a:pt x="414015" y="36659"/>
                </a:lnTo>
                <a:lnTo>
                  <a:pt x="431797" y="36659"/>
                </a:lnTo>
                <a:lnTo>
                  <a:pt x="431797" y="55627"/>
                </a:lnTo>
                <a:lnTo>
                  <a:pt x="414015" y="55627"/>
                </a:lnTo>
                <a:moveTo>
                  <a:pt x="414015" y="135328"/>
                </a:moveTo>
                <a:lnTo>
                  <a:pt x="414015" y="116360"/>
                </a:lnTo>
                <a:lnTo>
                  <a:pt x="431797" y="116360"/>
                </a:lnTo>
                <a:lnTo>
                  <a:pt x="431797" y="135328"/>
                </a:lnTo>
                <a:lnTo>
                  <a:pt x="414015" y="135328"/>
                </a:lnTo>
                <a:close/>
                <a:moveTo>
                  <a:pt x="570836" y="135328"/>
                </a:moveTo>
                <a:lnTo>
                  <a:pt x="570836" y="72771"/>
                </a:lnTo>
                <a:cubicBezTo>
                  <a:pt x="570836" y="63226"/>
                  <a:pt x="569529" y="56630"/>
                  <a:pt x="566915" y="52982"/>
                </a:cubicBezTo>
                <a:cubicBezTo>
                  <a:pt x="564300" y="49335"/>
                  <a:pt x="559589" y="47511"/>
                  <a:pt x="552780" y="47511"/>
                </a:cubicBezTo>
                <a:cubicBezTo>
                  <a:pt x="545789" y="47511"/>
                  <a:pt x="540256" y="50186"/>
                  <a:pt x="536183" y="55536"/>
                </a:cubicBezTo>
                <a:cubicBezTo>
                  <a:pt x="532110" y="60886"/>
                  <a:pt x="530073" y="68424"/>
                  <a:pt x="530073" y="78151"/>
                </a:cubicBezTo>
                <a:lnTo>
                  <a:pt x="530073" y="135328"/>
                </a:lnTo>
                <a:lnTo>
                  <a:pt x="513750" y="135328"/>
                </a:lnTo>
                <a:lnTo>
                  <a:pt x="513750" y="57724"/>
                </a:lnTo>
                <a:cubicBezTo>
                  <a:pt x="513750" y="46234"/>
                  <a:pt x="513568" y="39212"/>
                  <a:pt x="513203" y="36659"/>
                </a:cubicBezTo>
                <a:lnTo>
                  <a:pt x="528705" y="36659"/>
                </a:lnTo>
                <a:cubicBezTo>
                  <a:pt x="528766" y="36963"/>
                  <a:pt x="528827" y="37784"/>
                  <a:pt x="528888" y="39121"/>
                </a:cubicBezTo>
                <a:cubicBezTo>
                  <a:pt x="528949" y="40459"/>
                  <a:pt x="529025" y="41994"/>
                  <a:pt x="529116" y="43726"/>
                </a:cubicBezTo>
                <a:cubicBezTo>
                  <a:pt x="529207" y="45459"/>
                  <a:pt x="529313" y="48727"/>
                  <a:pt x="529435" y="53529"/>
                </a:cubicBezTo>
                <a:lnTo>
                  <a:pt x="529708" y="53529"/>
                </a:lnTo>
                <a:cubicBezTo>
                  <a:pt x="533235" y="46538"/>
                  <a:pt x="537277" y="41675"/>
                  <a:pt x="541837" y="38939"/>
                </a:cubicBezTo>
                <a:cubicBezTo>
                  <a:pt x="546397" y="36203"/>
                  <a:pt x="551959" y="34835"/>
                  <a:pt x="558525" y="34835"/>
                </a:cubicBezTo>
                <a:cubicBezTo>
                  <a:pt x="566003" y="34835"/>
                  <a:pt x="571915" y="36325"/>
                  <a:pt x="576262" y="39304"/>
                </a:cubicBezTo>
                <a:cubicBezTo>
                  <a:pt x="580609" y="42282"/>
                  <a:pt x="583633" y="47024"/>
                  <a:pt x="585335" y="53529"/>
                </a:cubicBezTo>
                <a:lnTo>
                  <a:pt x="585609" y="53529"/>
                </a:lnTo>
                <a:cubicBezTo>
                  <a:pt x="589013" y="46903"/>
                  <a:pt x="593132" y="42130"/>
                  <a:pt x="597965" y="39212"/>
                </a:cubicBezTo>
                <a:cubicBezTo>
                  <a:pt x="602798" y="36294"/>
                  <a:pt x="608650" y="34835"/>
                  <a:pt x="615520" y="34835"/>
                </a:cubicBezTo>
                <a:cubicBezTo>
                  <a:pt x="625490" y="34835"/>
                  <a:pt x="632740" y="37540"/>
                  <a:pt x="637269" y="42951"/>
                </a:cubicBezTo>
                <a:cubicBezTo>
                  <a:pt x="641798" y="48362"/>
                  <a:pt x="644063" y="57238"/>
                  <a:pt x="644063" y="69579"/>
                </a:cubicBezTo>
                <a:lnTo>
                  <a:pt x="644063" y="135328"/>
                </a:lnTo>
                <a:lnTo>
                  <a:pt x="627831" y="135328"/>
                </a:lnTo>
                <a:lnTo>
                  <a:pt x="627831" y="72771"/>
                </a:lnTo>
                <a:cubicBezTo>
                  <a:pt x="627831" y="63226"/>
                  <a:pt x="626523" y="56630"/>
                  <a:pt x="623909" y="52982"/>
                </a:cubicBezTo>
                <a:cubicBezTo>
                  <a:pt x="621295" y="49335"/>
                  <a:pt x="616584" y="47511"/>
                  <a:pt x="609775" y="47511"/>
                </a:cubicBezTo>
                <a:cubicBezTo>
                  <a:pt x="602601" y="47511"/>
                  <a:pt x="597023" y="50171"/>
                  <a:pt x="593041" y="55490"/>
                </a:cubicBezTo>
                <a:cubicBezTo>
                  <a:pt x="589059" y="60810"/>
                  <a:pt x="587068" y="68363"/>
                  <a:pt x="587068" y="78151"/>
                </a:cubicBezTo>
                <a:lnTo>
                  <a:pt x="587068" y="135328"/>
                </a:lnTo>
                <a:lnTo>
                  <a:pt x="570836" y="135328"/>
                </a:lnTo>
                <a:close/>
                <a:moveTo>
                  <a:pt x="694125" y="137152"/>
                </a:moveTo>
                <a:cubicBezTo>
                  <a:pt x="684215" y="137152"/>
                  <a:pt x="676768" y="134538"/>
                  <a:pt x="671783" y="129310"/>
                </a:cubicBezTo>
                <a:cubicBezTo>
                  <a:pt x="666798" y="124081"/>
                  <a:pt x="664305" y="116908"/>
                  <a:pt x="664305" y="107788"/>
                </a:cubicBezTo>
                <a:cubicBezTo>
                  <a:pt x="664305" y="97575"/>
                  <a:pt x="667664" y="89732"/>
                  <a:pt x="674382" y="84261"/>
                </a:cubicBezTo>
                <a:cubicBezTo>
                  <a:pt x="681100" y="78789"/>
                  <a:pt x="691936" y="75871"/>
                  <a:pt x="706892" y="75507"/>
                </a:cubicBezTo>
                <a:lnTo>
                  <a:pt x="729051" y="75142"/>
                </a:lnTo>
                <a:lnTo>
                  <a:pt x="729051" y="69761"/>
                </a:lnTo>
                <a:cubicBezTo>
                  <a:pt x="729051" y="61737"/>
                  <a:pt x="727349" y="55992"/>
                  <a:pt x="723945" y="52526"/>
                </a:cubicBezTo>
                <a:cubicBezTo>
                  <a:pt x="720540" y="49061"/>
                  <a:pt x="715190" y="47328"/>
                  <a:pt x="707895" y="47328"/>
                </a:cubicBezTo>
                <a:cubicBezTo>
                  <a:pt x="700539" y="47328"/>
                  <a:pt x="695189" y="48568"/>
                  <a:pt x="691845" y="51047"/>
                </a:cubicBezTo>
                <a:cubicBezTo>
                  <a:pt x="688501" y="53525"/>
                  <a:pt x="686495" y="57483"/>
                  <a:pt x="685827" y="62922"/>
                </a:cubicBezTo>
                <a:lnTo>
                  <a:pt x="668683" y="61378"/>
                </a:lnTo>
                <a:cubicBezTo>
                  <a:pt x="671479" y="43683"/>
                  <a:pt x="684671" y="34835"/>
                  <a:pt x="708260" y="34835"/>
                </a:cubicBezTo>
                <a:cubicBezTo>
                  <a:pt x="720662" y="34835"/>
                  <a:pt x="729994" y="37677"/>
                  <a:pt x="736255" y="43362"/>
                </a:cubicBezTo>
                <a:cubicBezTo>
                  <a:pt x="742517" y="49046"/>
                  <a:pt x="745648" y="57268"/>
                  <a:pt x="745648" y="68029"/>
                </a:cubicBezTo>
                <a:lnTo>
                  <a:pt x="745648" y="110524"/>
                </a:lnTo>
                <a:cubicBezTo>
                  <a:pt x="745648" y="115388"/>
                  <a:pt x="746286" y="119051"/>
                  <a:pt x="747563" y="121513"/>
                </a:cubicBezTo>
                <a:cubicBezTo>
                  <a:pt x="748840" y="123975"/>
                  <a:pt x="751272" y="125206"/>
                  <a:pt x="754858" y="125206"/>
                </a:cubicBezTo>
                <a:cubicBezTo>
                  <a:pt x="756439" y="125206"/>
                  <a:pt x="758233" y="124993"/>
                  <a:pt x="760239" y="124568"/>
                </a:cubicBezTo>
                <a:lnTo>
                  <a:pt x="760239" y="134781"/>
                </a:lnTo>
                <a:cubicBezTo>
                  <a:pt x="756105" y="135754"/>
                  <a:pt x="751880" y="136240"/>
                  <a:pt x="747563" y="136240"/>
                </a:cubicBezTo>
                <a:cubicBezTo>
                  <a:pt x="741484" y="136240"/>
                  <a:pt x="737061" y="134644"/>
                  <a:pt x="734295" y="131453"/>
                </a:cubicBezTo>
                <a:cubicBezTo>
                  <a:pt x="731529" y="128261"/>
                  <a:pt x="729963" y="123261"/>
                  <a:pt x="729598" y="116452"/>
                </a:cubicBezTo>
                <a:lnTo>
                  <a:pt x="729051" y="116452"/>
                </a:lnTo>
                <a:cubicBezTo>
                  <a:pt x="724856" y="123990"/>
                  <a:pt x="719978" y="129325"/>
                  <a:pt x="714415" y="132456"/>
                </a:cubicBezTo>
                <a:cubicBezTo>
                  <a:pt x="708852" y="135587"/>
                  <a:pt x="702089" y="137152"/>
                  <a:pt x="694125" y="137152"/>
                </a:cubicBezTo>
                <a:moveTo>
                  <a:pt x="697864" y="124841"/>
                </a:moveTo>
                <a:cubicBezTo>
                  <a:pt x="703882" y="124841"/>
                  <a:pt x="709232" y="123473"/>
                  <a:pt x="713913" y="120738"/>
                </a:cubicBezTo>
                <a:cubicBezTo>
                  <a:pt x="718595" y="118002"/>
                  <a:pt x="722288" y="114248"/>
                  <a:pt x="724993" y="109475"/>
                </a:cubicBezTo>
                <a:cubicBezTo>
                  <a:pt x="727699" y="104703"/>
                  <a:pt x="729051" y="99794"/>
                  <a:pt x="729051" y="94748"/>
                </a:cubicBezTo>
                <a:lnTo>
                  <a:pt x="729051" y="86632"/>
                </a:lnTo>
                <a:lnTo>
                  <a:pt x="711087" y="86997"/>
                </a:lnTo>
                <a:cubicBezTo>
                  <a:pt x="703366" y="87118"/>
                  <a:pt x="697514" y="87909"/>
                  <a:pt x="693532" y="89368"/>
                </a:cubicBezTo>
                <a:cubicBezTo>
                  <a:pt x="689550" y="90827"/>
                  <a:pt x="686495" y="93076"/>
                  <a:pt x="684367" y="96116"/>
                </a:cubicBezTo>
                <a:cubicBezTo>
                  <a:pt x="682240" y="99156"/>
                  <a:pt x="681176" y="103138"/>
                  <a:pt x="681176" y="108062"/>
                </a:cubicBezTo>
                <a:cubicBezTo>
                  <a:pt x="681176" y="113412"/>
                  <a:pt x="682620" y="117546"/>
                  <a:pt x="685507" y="120464"/>
                </a:cubicBezTo>
                <a:cubicBezTo>
                  <a:pt x="688395" y="123382"/>
                  <a:pt x="692514" y="124841"/>
                  <a:pt x="697864" y="124841"/>
                </a:cubicBezTo>
                <a:close/>
                <a:moveTo>
                  <a:pt x="772704" y="15685"/>
                </a:moveTo>
                <a:lnTo>
                  <a:pt x="772704" y="0"/>
                </a:lnTo>
                <a:lnTo>
                  <a:pt x="789119" y="0"/>
                </a:lnTo>
                <a:lnTo>
                  <a:pt x="789119" y="15685"/>
                </a:lnTo>
                <a:lnTo>
                  <a:pt x="772704" y="15685"/>
                </a:lnTo>
                <a:moveTo>
                  <a:pt x="772704" y="135328"/>
                </a:moveTo>
                <a:lnTo>
                  <a:pt x="772704" y="36659"/>
                </a:lnTo>
                <a:lnTo>
                  <a:pt x="789119" y="36659"/>
                </a:lnTo>
                <a:lnTo>
                  <a:pt x="789119" y="135328"/>
                </a:lnTo>
                <a:lnTo>
                  <a:pt x="772704" y="135328"/>
                </a:lnTo>
                <a:close/>
                <a:moveTo>
                  <a:pt x="876905" y="135328"/>
                </a:moveTo>
                <a:lnTo>
                  <a:pt x="876905" y="72771"/>
                </a:lnTo>
                <a:cubicBezTo>
                  <a:pt x="876905" y="66266"/>
                  <a:pt x="876266" y="61220"/>
                  <a:pt x="874989" y="57633"/>
                </a:cubicBezTo>
                <a:cubicBezTo>
                  <a:pt x="873713" y="54046"/>
                  <a:pt x="871676" y="51462"/>
                  <a:pt x="868880" y="49882"/>
                </a:cubicBezTo>
                <a:cubicBezTo>
                  <a:pt x="866083" y="48301"/>
                  <a:pt x="861980" y="47511"/>
                  <a:pt x="856569" y="47511"/>
                </a:cubicBezTo>
                <a:cubicBezTo>
                  <a:pt x="848666" y="47511"/>
                  <a:pt x="842434" y="50216"/>
                  <a:pt x="837875" y="55627"/>
                </a:cubicBezTo>
                <a:cubicBezTo>
                  <a:pt x="833315" y="61038"/>
                  <a:pt x="831035" y="68546"/>
                  <a:pt x="831035" y="78151"/>
                </a:cubicBezTo>
                <a:lnTo>
                  <a:pt x="831035" y="135328"/>
                </a:lnTo>
                <a:lnTo>
                  <a:pt x="814621" y="135328"/>
                </a:lnTo>
                <a:lnTo>
                  <a:pt x="814621" y="57724"/>
                </a:lnTo>
                <a:cubicBezTo>
                  <a:pt x="814621" y="46234"/>
                  <a:pt x="814438" y="39212"/>
                  <a:pt x="814074" y="36659"/>
                </a:cubicBezTo>
                <a:lnTo>
                  <a:pt x="829576" y="36659"/>
                </a:lnTo>
                <a:cubicBezTo>
                  <a:pt x="829637" y="36963"/>
                  <a:pt x="829698" y="37784"/>
                  <a:pt x="829759" y="39121"/>
                </a:cubicBezTo>
                <a:cubicBezTo>
                  <a:pt x="829819" y="40459"/>
                  <a:pt x="829895" y="41994"/>
                  <a:pt x="829986" y="43726"/>
                </a:cubicBezTo>
                <a:cubicBezTo>
                  <a:pt x="830078" y="45459"/>
                  <a:pt x="830184" y="48727"/>
                  <a:pt x="830306" y="53529"/>
                </a:cubicBezTo>
                <a:lnTo>
                  <a:pt x="830579" y="53529"/>
                </a:lnTo>
                <a:cubicBezTo>
                  <a:pt x="834348" y="46720"/>
                  <a:pt x="838710" y="41902"/>
                  <a:pt x="843665" y="39076"/>
                </a:cubicBezTo>
                <a:cubicBezTo>
                  <a:pt x="848620" y="36249"/>
                  <a:pt x="854775" y="34835"/>
                  <a:pt x="862131" y="34835"/>
                </a:cubicBezTo>
                <a:cubicBezTo>
                  <a:pt x="872953" y="34835"/>
                  <a:pt x="880871" y="37525"/>
                  <a:pt x="885887" y="42906"/>
                </a:cubicBezTo>
                <a:cubicBezTo>
                  <a:pt x="890902" y="48286"/>
                  <a:pt x="893410" y="57177"/>
                  <a:pt x="893410" y="69579"/>
                </a:cubicBezTo>
                <a:lnTo>
                  <a:pt x="893410" y="135328"/>
                </a:lnTo>
                <a:lnTo>
                  <a:pt x="876905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4821C-5C57-4FCC-96E3-69F902A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237029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48D39-8758-419D-B7BC-F5B6A61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237029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11" name="Text macros:main">
            <a:extLst xmlns:a="http://schemas.openxmlformats.org/drawingml/2006/main">
              <a:ext uri="{FF2B5EF4-FFF2-40B4-BE49-F238E27FC236}">
                <a16:creationId xmlns:a16="http://schemas.microsoft.com/office/drawing/2014/main" id="{ACB3AEFE-8472-4142-A0E4-855923C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327" y="2311806"/>
            <a:ext cx="1096246" cy="137152"/>
          </a:xfrm>
          <a:custGeom xmlns:a="http://schemas.openxmlformats.org/drawingml/2006/main">
            <a:pathLst>
              <a:path w="1096246" h="137152">
                <a:moveTo>
                  <a:pt x="57633" y="135328"/>
                </a:moveTo>
                <a:lnTo>
                  <a:pt x="57633" y="72771"/>
                </a:lnTo>
                <a:cubicBezTo>
                  <a:pt x="57633" y="63226"/>
                  <a:pt x="56326" y="56630"/>
                  <a:pt x="53712" y="52982"/>
                </a:cubicBezTo>
                <a:cubicBezTo>
                  <a:pt x="51098" y="49335"/>
                  <a:pt x="46386" y="47511"/>
                  <a:pt x="39577" y="47511"/>
                </a:cubicBezTo>
                <a:cubicBezTo>
                  <a:pt x="32586" y="47511"/>
                  <a:pt x="27053" y="50186"/>
                  <a:pt x="22980" y="55536"/>
                </a:cubicBezTo>
                <a:cubicBezTo>
                  <a:pt x="18907" y="60886"/>
                  <a:pt x="16870" y="68424"/>
                  <a:pt x="16870" y="78151"/>
                </a:cubicBezTo>
                <a:lnTo>
                  <a:pt x="16870" y="135328"/>
                </a:lnTo>
                <a:lnTo>
                  <a:pt x="547" y="135328"/>
                </a:lnTo>
                <a:lnTo>
                  <a:pt x="547" y="57724"/>
                </a:lnTo>
                <a:cubicBezTo>
                  <a:pt x="547" y="46234"/>
                  <a:pt x="365" y="39212"/>
                  <a:pt x="0" y="36659"/>
                </a:cubicBezTo>
                <a:lnTo>
                  <a:pt x="15503" y="36659"/>
                </a:lnTo>
                <a:cubicBezTo>
                  <a:pt x="15563" y="36963"/>
                  <a:pt x="15624" y="37784"/>
                  <a:pt x="15685" y="39121"/>
                </a:cubicBezTo>
                <a:cubicBezTo>
                  <a:pt x="15746" y="40459"/>
                  <a:pt x="15822" y="41994"/>
                  <a:pt x="15913" y="43726"/>
                </a:cubicBezTo>
                <a:cubicBezTo>
                  <a:pt x="16004" y="45459"/>
                  <a:pt x="16110" y="48727"/>
                  <a:pt x="16232" y="53529"/>
                </a:cubicBezTo>
                <a:lnTo>
                  <a:pt x="16506" y="53529"/>
                </a:lnTo>
                <a:cubicBezTo>
                  <a:pt x="20032" y="46538"/>
                  <a:pt x="24075" y="41675"/>
                  <a:pt x="28634" y="38939"/>
                </a:cubicBezTo>
                <a:cubicBezTo>
                  <a:pt x="33194" y="36203"/>
                  <a:pt x="38756" y="34835"/>
                  <a:pt x="45322" y="34835"/>
                </a:cubicBezTo>
                <a:cubicBezTo>
                  <a:pt x="52800" y="34835"/>
                  <a:pt x="58712" y="36325"/>
                  <a:pt x="63059" y="39304"/>
                </a:cubicBezTo>
                <a:cubicBezTo>
                  <a:pt x="67406" y="42282"/>
                  <a:pt x="70430" y="47024"/>
                  <a:pt x="72132" y="53529"/>
                </a:cubicBezTo>
                <a:lnTo>
                  <a:pt x="72406" y="53529"/>
                </a:lnTo>
                <a:cubicBezTo>
                  <a:pt x="75811" y="46903"/>
                  <a:pt x="79929" y="42130"/>
                  <a:pt x="84763" y="39212"/>
                </a:cubicBezTo>
                <a:cubicBezTo>
                  <a:pt x="89596" y="36294"/>
                  <a:pt x="95447" y="34835"/>
                  <a:pt x="102317" y="34835"/>
                </a:cubicBezTo>
                <a:cubicBezTo>
                  <a:pt x="112287" y="34835"/>
                  <a:pt x="119537" y="37540"/>
                  <a:pt x="124066" y="42951"/>
                </a:cubicBezTo>
                <a:cubicBezTo>
                  <a:pt x="128595" y="48362"/>
                  <a:pt x="130860" y="57238"/>
                  <a:pt x="130860" y="69579"/>
                </a:cubicBezTo>
                <a:lnTo>
                  <a:pt x="130860" y="135328"/>
                </a:lnTo>
                <a:lnTo>
                  <a:pt x="114628" y="135328"/>
                </a:lnTo>
                <a:lnTo>
                  <a:pt x="114628" y="72771"/>
                </a:lnTo>
                <a:cubicBezTo>
                  <a:pt x="114628" y="63226"/>
                  <a:pt x="113321" y="56630"/>
                  <a:pt x="110706" y="52982"/>
                </a:cubicBezTo>
                <a:cubicBezTo>
                  <a:pt x="108092" y="49335"/>
                  <a:pt x="103381" y="47511"/>
                  <a:pt x="96572" y="47511"/>
                </a:cubicBezTo>
                <a:cubicBezTo>
                  <a:pt x="89398" y="47511"/>
                  <a:pt x="83820" y="50171"/>
                  <a:pt x="79838" y="55490"/>
                </a:cubicBezTo>
                <a:cubicBezTo>
                  <a:pt x="75856" y="60810"/>
                  <a:pt x="73865" y="68363"/>
                  <a:pt x="73865" y="78151"/>
                </a:cubicBezTo>
                <a:lnTo>
                  <a:pt x="73865" y="135328"/>
                </a:lnTo>
                <a:lnTo>
                  <a:pt x="57633" y="135328"/>
                </a:lnTo>
                <a:close/>
                <a:moveTo>
                  <a:pt x="180922" y="137152"/>
                </a:moveTo>
                <a:cubicBezTo>
                  <a:pt x="171013" y="137152"/>
                  <a:pt x="163566" y="134538"/>
                  <a:pt x="158580" y="129310"/>
                </a:cubicBezTo>
                <a:cubicBezTo>
                  <a:pt x="153595" y="124081"/>
                  <a:pt x="151103" y="116908"/>
                  <a:pt x="151103" y="107788"/>
                </a:cubicBezTo>
                <a:cubicBezTo>
                  <a:pt x="151103" y="97575"/>
                  <a:pt x="154462" y="89732"/>
                  <a:pt x="161179" y="84261"/>
                </a:cubicBezTo>
                <a:cubicBezTo>
                  <a:pt x="167897" y="78789"/>
                  <a:pt x="178734" y="75871"/>
                  <a:pt x="193689" y="75507"/>
                </a:cubicBezTo>
                <a:lnTo>
                  <a:pt x="215849" y="75142"/>
                </a:lnTo>
                <a:lnTo>
                  <a:pt x="215849" y="69761"/>
                </a:lnTo>
                <a:cubicBezTo>
                  <a:pt x="215849" y="61737"/>
                  <a:pt x="214146" y="55992"/>
                  <a:pt x="210742" y="52526"/>
                </a:cubicBezTo>
                <a:cubicBezTo>
                  <a:pt x="207338" y="49061"/>
                  <a:pt x="201988" y="47328"/>
                  <a:pt x="194692" y="47328"/>
                </a:cubicBezTo>
                <a:cubicBezTo>
                  <a:pt x="187336" y="47328"/>
                  <a:pt x="181986" y="48568"/>
                  <a:pt x="178643" y="51047"/>
                </a:cubicBezTo>
                <a:cubicBezTo>
                  <a:pt x="175299" y="53525"/>
                  <a:pt x="173293" y="57483"/>
                  <a:pt x="172624" y="62922"/>
                </a:cubicBezTo>
                <a:lnTo>
                  <a:pt x="155480" y="61378"/>
                </a:lnTo>
                <a:cubicBezTo>
                  <a:pt x="158277" y="43683"/>
                  <a:pt x="171469" y="34835"/>
                  <a:pt x="195057" y="34835"/>
                </a:cubicBezTo>
                <a:cubicBezTo>
                  <a:pt x="207459" y="34835"/>
                  <a:pt x="216791" y="37677"/>
                  <a:pt x="223053" y="43362"/>
                </a:cubicBezTo>
                <a:cubicBezTo>
                  <a:pt x="229315" y="49046"/>
                  <a:pt x="232446" y="57268"/>
                  <a:pt x="232446" y="68029"/>
                </a:cubicBezTo>
                <a:lnTo>
                  <a:pt x="232446" y="110524"/>
                </a:lnTo>
                <a:cubicBezTo>
                  <a:pt x="232446" y="115388"/>
                  <a:pt x="233084" y="119051"/>
                  <a:pt x="234361" y="121513"/>
                </a:cubicBezTo>
                <a:cubicBezTo>
                  <a:pt x="235637" y="123975"/>
                  <a:pt x="238069" y="125206"/>
                  <a:pt x="241656" y="125206"/>
                </a:cubicBezTo>
                <a:cubicBezTo>
                  <a:pt x="243237" y="125206"/>
                  <a:pt x="245030" y="124993"/>
                  <a:pt x="247036" y="124568"/>
                </a:cubicBezTo>
                <a:lnTo>
                  <a:pt x="247036" y="134781"/>
                </a:lnTo>
                <a:cubicBezTo>
                  <a:pt x="242902" y="135754"/>
                  <a:pt x="238677" y="136240"/>
                  <a:pt x="234361" y="136240"/>
                </a:cubicBezTo>
                <a:cubicBezTo>
                  <a:pt x="228281" y="136240"/>
                  <a:pt x="223858" y="134644"/>
                  <a:pt x="221092" y="131453"/>
                </a:cubicBezTo>
                <a:cubicBezTo>
                  <a:pt x="218326" y="128261"/>
                  <a:pt x="216761" y="123261"/>
                  <a:pt x="216396" y="116452"/>
                </a:cubicBezTo>
                <a:lnTo>
                  <a:pt x="215849" y="116452"/>
                </a:lnTo>
                <a:cubicBezTo>
                  <a:pt x="211654" y="123990"/>
                  <a:pt x="206775" y="129325"/>
                  <a:pt x="201213" y="132456"/>
                </a:cubicBezTo>
                <a:cubicBezTo>
                  <a:pt x="195650" y="135587"/>
                  <a:pt x="188886" y="137152"/>
                  <a:pt x="180922" y="137152"/>
                </a:cubicBezTo>
                <a:moveTo>
                  <a:pt x="184661" y="124841"/>
                </a:moveTo>
                <a:cubicBezTo>
                  <a:pt x="190680" y="124841"/>
                  <a:pt x="196030" y="123473"/>
                  <a:pt x="200711" y="120738"/>
                </a:cubicBezTo>
                <a:cubicBezTo>
                  <a:pt x="205392" y="118002"/>
                  <a:pt x="209085" y="114248"/>
                  <a:pt x="211791" y="109475"/>
                </a:cubicBezTo>
                <a:cubicBezTo>
                  <a:pt x="214496" y="104703"/>
                  <a:pt x="215849" y="99794"/>
                  <a:pt x="215849" y="94748"/>
                </a:cubicBezTo>
                <a:lnTo>
                  <a:pt x="215849" y="86632"/>
                </a:lnTo>
                <a:lnTo>
                  <a:pt x="197884" y="86997"/>
                </a:lnTo>
                <a:cubicBezTo>
                  <a:pt x="190163" y="87118"/>
                  <a:pt x="184312" y="87909"/>
                  <a:pt x="180330" y="89368"/>
                </a:cubicBezTo>
                <a:cubicBezTo>
                  <a:pt x="176348" y="90827"/>
                  <a:pt x="173293" y="93076"/>
                  <a:pt x="171165" y="96116"/>
                </a:cubicBezTo>
                <a:cubicBezTo>
                  <a:pt x="169037" y="99156"/>
                  <a:pt x="167973" y="103138"/>
                  <a:pt x="167973" y="108062"/>
                </a:cubicBezTo>
                <a:cubicBezTo>
                  <a:pt x="167973" y="113412"/>
                  <a:pt x="169417" y="117546"/>
                  <a:pt x="172305" y="120464"/>
                </a:cubicBezTo>
                <a:cubicBezTo>
                  <a:pt x="175193" y="123382"/>
                  <a:pt x="179311" y="124841"/>
                  <a:pt x="184661" y="124841"/>
                </a:cubicBezTo>
                <a:close/>
                <a:moveTo>
                  <a:pt x="272085" y="85538"/>
                </a:moveTo>
                <a:cubicBezTo>
                  <a:pt x="272085" y="98669"/>
                  <a:pt x="274152" y="108396"/>
                  <a:pt x="278286" y="114719"/>
                </a:cubicBezTo>
                <a:cubicBezTo>
                  <a:pt x="282421" y="121042"/>
                  <a:pt x="288652" y="124203"/>
                  <a:pt x="296981" y="124203"/>
                </a:cubicBezTo>
                <a:cubicBezTo>
                  <a:pt x="302817" y="124203"/>
                  <a:pt x="307696" y="122622"/>
                  <a:pt x="311617" y="119461"/>
                </a:cubicBezTo>
                <a:cubicBezTo>
                  <a:pt x="315538" y="116300"/>
                  <a:pt x="317955" y="111436"/>
                  <a:pt x="318867" y="104870"/>
                </a:cubicBezTo>
                <a:lnTo>
                  <a:pt x="335464" y="105965"/>
                </a:lnTo>
                <a:cubicBezTo>
                  <a:pt x="334187" y="115448"/>
                  <a:pt x="330144" y="123017"/>
                  <a:pt x="323335" y="128671"/>
                </a:cubicBezTo>
                <a:cubicBezTo>
                  <a:pt x="316526" y="134325"/>
                  <a:pt x="307893" y="137152"/>
                  <a:pt x="297437" y="137152"/>
                </a:cubicBezTo>
                <a:cubicBezTo>
                  <a:pt x="283636" y="137152"/>
                  <a:pt x="273104" y="132790"/>
                  <a:pt x="265839" y="124066"/>
                </a:cubicBezTo>
                <a:cubicBezTo>
                  <a:pt x="258574" y="115342"/>
                  <a:pt x="254941" y="102621"/>
                  <a:pt x="254941" y="85902"/>
                </a:cubicBezTo>
                <a:cubicBezTo>
                  <a:pt x="254941" y="69306"/>
                  <a:pt x="258589" y="56645"/>
                  <a:pt x="265884" y="47921"/>
                </a:cubicBezTo>
                <a:cubicBezTo>
                  <a:pt x="273180" y="39197"/>
                  <a:pt x="283636" y="34835"/>
                  <a:pt x="297254" y="34835"/>
                </a:cubicBezTo>
                <a:cubicBezTo>
                  <a:pt x="307346" y="34835"/>
                  <a:pt x="315721" y="37442"/>
                  <a:pt x="322378" y="42655"/>
                </a:cubicBezTo>
                <a:cubicBezTo>
                  <a:pt x="329035" y="47868"/>
                  <a:pt x="333214" y="55050"/>
                  <a:pt x="334916" y="64202"/>
                </a:cubicBezTo>
                <a:lnTo>
                  <a:pt x="318046" y="65475"/>
                </a:lnTo>
                <a:cubicBezTo>
                  <a:pt x="317195" y="60033"/>
                  <a:pt x="315037" y="55709"/>
                  <a:pt x="311571" y="52504"/>
                </a:cubicBezTo>
                <a:cubicBezTo>
                  <a:pt x="308106" y="49297"/>
                  <a:pt x="303182" y="47693"/>
                  <a:pt x="296798" y="47693"/>
                </a:cubicBezTo>
                <a:cubicBezTo>
                  <a:pt x="288105" y="47693"/>
                  <a:pt x="281813" y="50581"/>
                  <a:pt x="277922" y="56356"/>
                </a:cubicBezTo>
                <a:cubicBezTo>
                  <a:pt x="274031" y="62132"/>
                  <a:pt x="272085" y="71859"/>
                  <a:pt x="272085" y="85538"/>
                </a:cubicBezTo>
                <a:close/>
                <a:moveTo>
                  <a:pt x="353337" y="135328"/>
                </a:moveTo>
                <a:lnTo>
                  <a:pt x="353337" y="59639"/>
                </a:lnTo>
                <a:cubicBezTo>
                  <a:pt x="353337" y="52709"/>
                  <a:pt x="353155" y="45049"/>
                  <a:pt x="352790" y="36659"/>
                </a:cubicBezTo>
                <a:lnTo>
                  <a:pt x="368293" y="36659"/>
                </a:lnTo>
                <a:cubicBezTo>
                  <a:pt x="368779" y="47845"/>
                  <a:pt x="369022" y="54563"/>
                  <a:pt x="369022" y="56812"/>
                </a:cubicBezTo>
                <a:lnTo>
                  <a:pt x="369387" y="56812"/>
                </a:lnTo>
                <a:cubicBezTo>
                  <a:pt x="372001" y="48362"/>
                  <a:pt x="375010" y="42586"/>
                  <a:pt x="378415" y="39486"/>
                </a:cubicBezTo>
                <a:cubicBezTo>
                  <a:pt x="381819" y="36385"/>
                  <a:pt x="386622" y="34835"/>
                  <a:pt x="392823" y="34835"/>
                </a:cubicBezTo>
                <a:cubicBezTo>
                  <a:pt x="395012" y="34835"/>
                  <a:pt x="397231" y="35139"/>
                  <a:pt x="399480" y="35747"/>
                </a:cubicBezTo>
                <a:lnTo>
                  <a:pt x="399480" y="50794"/>
                </a:lnTo>
                <a:cubicBezTo>
                  <a:pt x="397292" y="50186"/>
                  <a:pt x="394373" y="49882"/>
                  <a:pt x="390726" y="49882"/>
                </a:cubicBezTo>
                <a:cubicBezTo>
                  <a:pt x="383917" y="49882"/>
                  <a:pt x="378719" y="52815"/>
                  <a:pt x="375132" y="58682"/>
                </a:cubicBezTo>
                <a:cubicBezTo>
                  <a:pt x="371545" y="64548"/>
                  <a:pt x="369752" y="72953"/>
                  <a:pt x="369752" y="83896"/>
                </a:cubicBezTo>
                <a:lnTo>
                  <a:pt x="369752" y="135328"/>
                </a:lnTo>
                <a:lnTo>
                  <a:pt x="353337" y="135328"/>
                </a:lnTo>
                <a:close/>
                <a:moveTo>
                  <a:pt x="498604" y="85902"/>
                </a:moveTo>
                <a:cubicBezTo>
                  <a:pt x="498604" y="103168"/>
                  <a:pt x="494804" y="116026"/>
                  <a:pt x="487205" y="124476"/>
                </a:cubicBezTo>
                <a:cubicBezTo>
                  <a:pt x="479606" y="132927"/>
                  <a:pt x="468572" y="137152"/>
                  <a:pt x="454102" y="137152"/>
                </a:cubicBezTo>
                <a:cubicBezTo>
                  <a:pt x="439694" y="137152"/>
                  <a:pt x="428812" y="132760"/>
                  <a:pt x="421456" y="123975"/>
                </a:cubicBezTo>
                <a:cubicBezTo>
                  <a:pt x="414100" y="115190"/>
                  <a:pt x="410422" y="102499"/>
                  <a:pt x="410422" y="85902"/>
                </a:cubicBezTo>
                <a:cubicBezTo>
                  <a:pt x="410422" y="51858"/>
                  <a:pt x="425164" y="34835"/>
                  <a:pt x="454650" y="34835"/>
                </a:cubicBezTo>
                <a:cubicBezTo>
                  <a:pt x="469727" y="34835"/>
                  <a:pt x="480822" y="38984"/>
                  <a:pt x="487934" y="47283"/>
                </a:cubicBezTo>
                <a:cubicBezTo>
                  <a:pt x="495047" y="55581"/>
                  <a:pt x="498604" y="68454"/>
                  <a:pt x="498604" y="85902"/>
                </a:cubicBezTo>
                <a:moveTo>
                  <a:pt x="481369" y="85902"/>
                </a:moveTo>
                <a:cubicBezTo>
                  <a:pt x="481369" y="72284"/>
                  <a:pt x="479347" y="62390"/>
                  <a:pt x="475304" y="56220"/>
                </a:cubicBezTo>
                <a:cubicBezTo>
                  <a:pt x="471262" y="50049"/>
                  <a:pt x="464468" y="46964"/>
                  <a:pt x="454923" y="46964"/>
                </a:cubicBezTo>
                <a:cubicBezTo>
                  <a:pt x="445318" y="46964"/>
                  <a:pt x="438372" y="50110"/>
                  <a:pt x="434086" y="56402"/>
                </a:cubicBezTo>
                <a:cubicBezTo>
                  <a:pt x="429800" y="62694"/>
                  <a:pt x="427657" y="72528"/>
                  <a:pt x="427657" y="85902"/>
                </a:cubicBezTo>
                <a:cubicBezTo>
                  <a:pt x="427657" y="98912"/>
                  <a:pt x="429770" y="108685"/>
                  <a:pt x="433995" y="115220"/>
                </a:cubicBezTo>
                <a:cubicBezTo>
                  <a:pt x="438220" y="121756"/>
                  <a:pt x="444862" y="125024"/>
                  <a:pt x="453920" y="125024"/>
                </a:cubicBezTo>
                <a:cubicBezTo>
                  <a:pt x="463769" y="125024"/>
                  <a:pt x="470806" y="121862"/>
                  <a:pt x="475031" y="115540"/>
                </a:cubicBezTo>
                <a:cubicBezTo>
                  <a:pt x="479256" y="109217"/>
                  <a:pt x="481369" y="99338"/>
                  <a:pt x="481369" y="85902"/>
                </a:cubicBezTo>
                <a:close/>
                <a:moveTo>
                  <a:pt x="593050" y="108036"/>
                </a:moveTo>
                <a:cubicBezTo>
                  <a:pt x="593050" y="117345"/>
                  <a:pt x="589539" y="124526"/>
                  <a:pt x="582517" y="129577"/>
                </a:cubicBezTo>
                <a:cubicBezTo>
                  <a:pt x="575495" y="134627"/>
                  <a:pt x="565662" y="137152"/>
                  <a:pt x="553017" y="137152"/>
                </a:cubicBezTo>
                <a:cubicBezTo>
                  <a:pt x="540736" y="137152"/>
                  <a:pt x="531267" y="135131"/>
                  <a:pt x="524610" y="131088"/>
                </a:cubicBezTo>
                <a:cubicBezTo>
                  <a:pt x="517953" y="127045"/>
                  <a:pt x="513622" y="120738"/>
                  <a:pt x="511616" y="112166"/>
                </a:cubicBezTo>
                <a:lnTo>
                  <a:pt x="526115" y="109339"/>
                </a:lnTo>
                <a:cubicBezTo>
                  <a:pt x="527513" y="114628"/>
                  <a:pt x="530401" y="118503"/>
                  <a:pt x="534778" y="120966"/>
                </a:cubicBezTo>
                <a:cubicBezTo>
                  <a:pt x="539155" y="123428"/>
                  <a:pt x="545235" y="124659"/>
                  <a:pt x="553017" y="124659"/>
                </a:cubicBezTo>
                <a:cubicBezTo>
                  <a:pt x="561345" y="124659"/>
                  <a:pt x="567440" y="123380"/>
                  <a:pt x="571300" y="120823"/>
                </a:cubicBezTo>
                <a:cubicBezTo>
                  <a:pt x="575161" y="118264"/>
                  <a:pt x="577091" y="114427"/>
                  <a:pt x="577091" y="109313"/>
                </a:cubicBezTo>
                <a:cubicBezTo>
                  <a:pt x="577091" y="105418"/>
                  <a:pt x="575754" y="102254"/>
                  <a:pt x="573079" y="99820"/>
                </a:cubicBezTo>
                <a:cubicBezTo>
                  <a:pt x="570404" y="97387"/>
                  <a:pt x="566087" y="95379"/>
                  <a:pt x="560129" y="93796"/>
                </a:cubicBezTo>
                <a:lnTo>
                  <a:pt x="548366" y="90693"/>
                </a:lnTo>
                <a:cubicBezTo>
                  <a:pt x="538943" y="88259"/>
                  <a:pt x="532240" y="85871"/>
                  <a:pt x="528258" y="83529"/>
                </a:cubicBezTo>
                <a:cubicBezTo>
                  <a:pt x="524276" y="81186"/>
                  <a:pt x="521160" y="78342"/>
                  <a:pt x="518911" y="74996"/>
                </a:cubicBezTo>
                <a:cubicBezTo>
                  <a:pt x="516662" y="71649"/>
                  <a:pt x="515537" y="67542"/>
                  <a:pt x="515537" y="62674"/>
                </a:cubicBezTo>
                <a:cubicBezTo>
                  <a:pt x="515537" y="53667"/>
                  <a:pt x="518744" y="46806"/>
                  <a:pt x="525158" y="42091"/>
                </a:cubicBezTo>
                <a:cubicBezTo>
                  <a:pt x="531571" y="37375"/>
                  <a:pt x="540918" y="35018"/>
                  <a:pt x="553199" y="35018"/>
                </a:cubicBezTo>
                <a:cubicBezTo>
                  <a:pt x="564081" y="35018"/>
                  <a:pt x="572729" y="36933"/>
                  <a:pt x="579143" y="40763"/>
                </a:cubicBezTo>
                <a:cubicBezTo>
                  <a:pt x="585557" y="44593"/>
                  <a:pt x="589615" y="50733"/>
                  <a:pt x="591317" y="59183"/>
                </a:cubicBezTo>
                <a:lnTo>
                  <a:pt x="576544" y="61007"/>
                </a:lnTo>
                <a:cubicBezTo>
                  <a:pt x="575632" y="56630"/>
                  <a:pt x="573185" y="53271"/>
                  <a:pt x="569203" y="50930"/>
                </a:cubicBezTo>
                <a:cubicBezTo>
                  <a:pt x="565221" y="48590"/>
                  <a:pt x="559886" y="47420"/>
                  <a:pt x="553199" y="47420"/>
                </a:cubicBezTo>
                <a:cubicBezTo>
                  <a:pt x="545782" y="47420"/>
                  <a:pt x="540310" y="48546"/>
                  <a:pt x="536784" y="50799"/>
                </a:cubicBezTo>
                <a:cubicBezTo>
                  <a:pt x="533258" y="53053"/>
                  <a:pt x="531495" y="56463"/>
                  <a:pt x="531495" y="61030"/>
                </a:cubicBezTo>
                <a:cubicBezTo>
                  <a:pt x="531495" y="63828"/>
                  <a:pt x="532225" y="66140"/>
                  <a:pt x="533684" y="67966"/>
                </a:cubicBezTo>
                <a:cubicBezTo>
                  <a:pt x="535143" y="69792"/>
                  <a:pt x="537301" y="71344"/>
                  <a:pt x="540159" y="72623"/>
                </a:cubicBezTo>
                <a:cubicBezTo>
                  <a:pt x="543016" y="73899"/>
                  <a:pt x="549034" y="75663"/>
                  <a:pt x="558214" y="77915"/>
                </a:cubicBezTo>
                <a:cubicBezTo>
                  <a:pt x="566908" y="80105"/>
                  <a:pt x="573170" y="82128"/>
                  <a:pt x="577000" y="83985"/>
                </a:cubicBezTo>
                <a:cubicBezTo>
                  <a:pt x="580830" y="85841"/>
                  <a:pt x="583854" y="87894"/>
                  <a:pt x="586073" y="90146"/>
                </a:cubicBezTo>
                <a:cubicBezTo>
                  <a:pt x="588292" y="92397"/>
                  <a:pt x="590010" y="94999"/>
                  <a:pt x="591226" y="97951"/>
                </a:cubicBezTo>
                <a:cubicBezTo>
                  <a:pt x="592442" y="100901"/>
                  <a:pt x="593050" y="104263"/>
                  <a:pt x="593050" y="108036"/>
                </a:cubicBezTo>
                <a:close/>
                <a:moveTo>
                  <a:pt x="616851" y="55627"/>
                </a:moveTo>
                <a:lnTo>
                  <a:pt x="616851" y="36659"/>
                </a:lnTo>
                <a:lnTo>
                  <a:pt x="634633" y="36659"/>
                </a:lnTo>
                <a:lnTo>
                  <a:pt x="634633" y="55627"/>
                </a:lnTo>
                <a:lnTo>
                  <a:pt x="616851" y="55627"/>
                </a:lnTo>
                <a:moveTo>
                  <a:pt x="616851" y="135328"/>
                </a:moveTo>
                <a:lnTo>
                  <a:pt x="616851" y="116360"/>
                </a:lnTo>
                <a:lnTo>
                  <a:pt x="634633" y="116360"/>
                </a:lnTo>
                <a:lnTo>
                  <a:pt x="634633" y="135328"/>
                </a:lnTo>
                <a:lnTo>
                  <a:pt x="616851" y="135328"/>
                </a:lnTo>
                <a:close/>
                <a:moveTo>
                  <a:pt x="773671" y="135328"/>
                </a:moveTo>
                <a:lnTo>
                  <a:pt x="773671" y="72771"/>
                </a:lnTo>
                <a:cubicBezTo>
                  <a:pt x="773671" y="63226"/>
                  <a:pt x="772364" y="56630"/>
                  <a:pt x="769750" y="52982"/>
                </a:cubicBezTo>
                <a:cubicBezTo>
                  <a:pt x="767136" y="49335"/>
                  <a:pt x="762424" y="47511"/>
                  <a:pt x="755615" y="47511"/>
                </a:cubicBezTo>
                <a:cubicBezTo>
                  <a:pt x="748624" y="47511"/>
                  <a:pt x="743092" y="50186"/>
                  <a:pt x="739019" y="55536"/>
                </a:cubicBezTo>
                <a:cubicBezTo>
                  <a:pt x="734945" y="60886"/>
                  <a:pt x="732909" y="68424"/>
                  <a:pt x="732909" y="78151"/>
                </a:cubicBezTo>
                <a:lnTo>
                  <a:pt x="732909" y="135328"/>
                </a:lnTo>
                <a:lnTo>
                  <a:pt x="716586" y="135328"/>
                </a:lnTo>
                <a:lnTo>
                  <a:pt x="716586" y="57724"/>
                </a:lnTo>
                <a:cubicBezTo>
                  <a:pt x="716586" y="46234"/>
                  <a:pt x="716403" y="39212"/>
                  <a:pt x="716038" y="36659"/>
                </a:cubicBezTo>
                <a:lnTo>
                  <a:pt x="731541" y="36659"/>
                </a:lnTo>
                <a:cubicBezTo>
                  <a:pt x="731602" y="36963"/>
                  <a:pt x="731662" y="37784"/>
                  <a:pt x="731723" y="39121"/>
                </a:cubicBezTo>
                <a:cubicBezTo>
                  <a:pt x="731784" y="40459"/>
                  <a:pt x="731860" y="41994"/>
                  <a:pt x="731951" y="43726"/>
                </a:cubicBezTo>
                <a:cubicBezTo>
                  <a:pt x="732042" y="45459"/>
                  <a:pt x="732149" y="48727"/>
                  <a:pt x="732270" y="53529"/>
                </a:cubicBezTo>
                <a:lnTo>
                  <a:pt x="732544" y="53529"/>
                </a:lnTo>
                <a:cubicBezTo>
                  <a:pt x="736070" y="46538"/>
                  <a:pt x="740113" y="41675"/>
                  <a:pt x="744672" y="38939"/>
                </a:cubicBezTo>
                <a:cubicBezTo>
                  <a:pt x="749232" y="36203"/>
                  <a:pt x="754795" y="34835"/>
                  <a:pt x="761361" y="34835"/>
                </a:cubicBezTo>
                <a:cubicBezTo>
                  <a:pt x="768838" y="34835"/>
                  <a:pt x="774750" y="36325"/>
                  <a:pt x="779097" y="39304"/>
                </a:cubicBezTo>
                <a:cubicBezTo>
                  <a:pt x="783444" y="42282"/>
                  <a:pt x="786469" y="47024"/>
                  <a:pt x="788171" y="53529"/>
                </a:cubicBezTo>
                <a:lnTo>
                  <a:pt x="788444" y="53529"/>
                </a:lnTo>
                <a:cubicBezTo>
                  <a:pt x="791849" y="46903"/>
                  <a:pt x="795968" y="42130"/>
                  <a:pt x="800801" y="39212"/>
                </a:cubicBezTo>
                <a:cubicBezTo>
                  <a:pt x="805634" y="36294"/>
                  <a:pt x="811485" y="34835"/>
                  <a:pt x="818355" y="34835"/>
                </a:cubicBezTo>
                <a:cubicBezTo>
                  <a:pt x="828325" y="34835"/>
                  <a:pt x="835575" y="37540"/>
                  <a:pt x="840104" y="42951"/>
                </a:cubicBezTo>
                <a:cubicBezTo>
                  <a:pt x="844634" y="48362"/>
                  <a:pt x="846898" y="57238"/>
                  <a:pt x="846898" y="69579"/>
                </a:cubicBezTo>
                <a:lnTo>
                  <a:pt x="846898" y="135328"/>
                </a:lnTo>
                <a:lnTo>
                  <a:pt x="830666" y="135328"/>
                </a:lnTo>
                <a:lnTo>
                  <a:pt x="830666" y="72771"/>
                </a:lnTo>
                <a:cubicBezTo>
                  <a:pt x="830666" y="63226"/>
                  <a:pt x="829359" y="56630"/>
                  <a:pt x="826745" y="52982"/>
                </a:cubicBezTo>
                <a:cubicBezTo>
                  <a:pt x="824131" y="49335"/>
                  <a:pt x="819419" y="47511"/>
                  <a:pt x="812610" y="47511"/>
                </a:cubicBezTo>
                <a:cubicBezTo>
                  <a:pt x="805436" y="47511"/>
                  <a:pt x="799859" y="50171"/>
                  <a:pt x="795877" y="55490"/>
                </a:cubicBezTo>
                <a:cubicBezTo>
                  <a:pt x="791894" y="60810"/>
                  <a:pt x="789903" y="68363"/>
                  <a:pt x="789903" y="78151"/>
                </a:cubicBezTo>
                <a:lnTo>
                  <a:pt x="789903" y="135328"/>
                </a:lnTo>
                <a:lnTo>
                  <a:pt x="773671" y="135328"/>
                </a:lnTo>
                <a:close/>
                <a:moveTo>
                  <a:pt x="896961" y="137152"/>
                </a:moveTo>
                <a:cubicBezTo>
                  <a:pt x="887051" y="137152"/>
                  <a:pt x="879604" y="134538"/>
                  <a:pt x="874619" y="129310"/>
                </a:cubicBezTo>
                <a:cubicBezTo>
                  <a:pt x="869634" y="124081"/>
                  <a:pt x="867141" y="116908"/>
                  <a:pt x="867141" y="107788"/>
                </a:cubicBezTo>
                <a:cubicBezTo>
                  <a:pt x="867141" y="97575"/>
                  <a:pt x="870500" y="89732"/>
                  <a:pt x="877218" y="84261"/>
                </a:cubicBezTo>
                <a:cubicBezTo>
                  <a:pt x="883936" y="78789"/>
                  <a:pt x="894772" y="75871"/>
                  <a:pt x="909728" y="75507"/>
                </a:cubicBezTo>
                <a:lnTo>
                  <a:pt x="931887" y="75142"/>
                </a:lnTo>
                <a:lnTo>
                  <a:pt x="931887" y="69761"/>
                </a:lnTo>
                <a:cubicBezTo>
                  <a:pt x="931887" y="61737"/>
                  <a:pt x="930185" y="55992"/>
                  <a:pt x="926780" y="52526"/>
                </a:cubicBezTo>
                <a:cubicBezTo>
                  <a:pt x="923376" y="49061"/>
                  <a:pt x="918026" y="47328"/>
                  <a:pt x="910731" y="47328"/>
                </a:cubicBezTo>
                <a:cubicBezTo>
                  <a:pt x="903375" y="47328"/>
                  <a:pt x="898025" y="48568"/>
                  <a:pt x="894681" y="51047"/>
                </a:cubicBezTo>
                <a:cubicBezTo>
                  <a:pt x="891337" y="53525"/>
                  <a:pt x="889331" y="57483"/>
                  <a:pt x="888662" y="62922"/>
                </a:cubicBezTo>
                <a:lnTo>
                  <a:pt x="871518" y="61378"/>
                </a:lnTo>
                <a:cubicBezTo>
                  <a:pt x="874315" y="43683"/>
                  <a:pt x="887507" y="34835"/>
                  <a:pt x="911095" y="34835"/>
                </a:cubicBezTo>
                <a:cubicBezTo>
                  <a:pt x="923497" y="34835"/>
                  <a:pt x="932829" y="37677"/>
                  <a:pt x="939091" y="43362"/>
                </a:cubicBezTo>
                <a:cubicBezTo>
                  <a:pt x="945353" y="49046"/>
                  <a:pt x="948484" y="57268"/>
                  <a:pt x="948484" y="68029"/>
                </a:cubicBezTo>
                <a:lnTo>
                  <a:pt x="948484" y="110524"/>
                </a:lnTo>
                <a:cubicBezTo>
                  <a:pt x="948484" y="115388"/>
                  <a:pt x="949122" y="119051"/>
                  <a:pt x="950399" y="121513"/>
                </a:cubicBezTo>
                <a:cubicBezTo>
                  <a:pt x="951676" y="123975"/>
                  <a:pt x="954107" y="125206"/>
                  <a:pt x="957694" y="125206"/>
                </a:cubicBezTo>
                <a:cubicBezTo>
                  <a:pt x="959275" y="125206"/>
                  <a:pt x="961068" y="124993"/>
                  <a:pt x="963075" y="124568"/>
                </a:cubicBezTo>
                <a:lnTo>
                  <a:pt x="963075" y="134781"/>
                </a:lnTo>
                <a:cubicBezTo>
                  <a:pt x="958941" y="135754"/>
                  <a:pt x="954715" y="136240"/>
                  <a:pt x="950399" y="136240"/>
                </a:cubicBezTo>
                <a:cubicBezTo>
                  <a:pt x="944320" y="136240"/>
                  <a:pt x="939897" y="134644"/>
                  <a:pt x="937131" y="131453"/>
                </a:cubicBezTo>
                <a:cubicBezTo>
                  <a:pt x="934364" y="128261"/>
                  <a:pt x="932799" y="123261"/>
                  <a:pt x="932434" y="116452"/>
                </a:cubicBezTo>
                <a:lnTo>
                  <a:pt x="931887" y="116452"/>
                </a:lnTo>
                <a:cubicBezTo>
                  <a:pt x="927692" y="123990"/>
                  <a:pt x="922814" y="129325"/>
                  <a:pt x="917251" y="132456"/>
                </a:cubicBezTo>
                <a:cubicBezTo>
                  <a:pt x="911688" y="135587"/>
                  <a:pt x="904925" y="137152"/>
                  <a:pt x="896961" y="137152"/>
                </a:cubicBezTo>
                <a:moveTo>
                  <a:pt x="900700" y="124841"/>
                </a:moveTo>
                <a:cubicBezTo>
                  <a:pt x="906718" y="124841"/>
                  <a:pt x="912068" y="123473"/>
                  <a:pt x="916749" y="120738"/>
                </a:cubicBezTo>
                <a:cubicBezTo>
                  <a:pt x="921430" y="118002"/>
                  <a:pt x="925124" y="114248"/>
                  <a:pt x="927829" y="109475"/>
                </a:cubicBezTo>
                <a:cubicBezTo>
                  <a:pt x="930534" y="104703"/>
                  <a:pt x="931887" y="99794"/>
                  <a:pt x="931887" y="94748"/>
                </a:cubicBezTo>
                <a:lnTo>
                  <a:pt x="931887" y="86632"/>
                </a:lnTo>
                <a:lnTo>
                  <a:pt x="913922" y="86997"/>
                </a:lnTo>
                <a:cubicBezTo>
                  <a:pt x="906201" y="87118"/>
                  <a:pt x="900350" y="87909"/>
                  <a:pt x="896368" y="89368"/>
                </a:cubicBezTo>
                <a:cubicBezTo>
                  <a:pt x="892386" y="90827"/>
                  <a:pt x="889331" y="93076"/>
                  <a:pt x="887203" y="96116"/>
                </a:cubicBezTo>
                <a:cubicBezTo>
                  <a:pt x="885075" y="99156"/>
                  <a:pt x="884012" y="103138"/>
                  <a:pt x="884012" y="108062"/>
                </a:cubicBezTo>
                <a:cubicBezTo>
                  <a:pt x="884012" y="113412"/>
                  <a:pt x="885455" y="117546"/>
                  <a:pt x="888343" y="120464"/>
                </a:cubicBezTo>
                <a:cubicBezTo>
                  <a:pt x="891231" y="123382"/>
                  <a:pt x="895350" y="124841"/>
                  <a:pt x="900700" y="124841"/>
                </a:cubicBezTo>
                <a:close/>
                <a:moveTo>
                  <a:pt x="975540" y="15685"/>
                </a:moveTo>
                <a:lnTo>
                  <a:pt x="975540" y="0"/>
                </a:lnTo>
                <a:lnTo>
                  <a:pt x="991954" y="0"/>
                </a:lnTo>
                <a:lnTo>
                  <a:pt x="991954" y="15685"/>
                </a:lnTo>
                <a:lnTo>
                  <a:pt x="975540" y="15685"/>
                </a:lnTo>
                <a:moveTo>
                  <a:pt x="975540" y="135328"/>
                </a:moveTo>
                <a:lnTo>
                  <a:pt x="975540" y="36659"/>
                </a:lnTo>
                <a:lnTo>
                  <a:pt x="991954" y="36659"/>
                </a:lnTo>
                <a:lnTo>
                  <a:pt x="991954" y="135328"/>
                </a:lnTo>
                <a:lnTo>
                  <a:pt x="975540" y="135328"/>
                </a:lnTo>
                <a:close/>
                <a:moveTo>
                  <a:pt x="1079740" y="135328"/>
                </a:moveTo>
                <a:lnTo>
                  <a:pt x="1079740" y="72771"/>
                </a:lnTo>
                <a:cubicBezTo>
                  <a:pt x="1079740" y="66266"/>
                  <a:pt x="1079102" y="61220"/>
                  <a:pt x="1077825" y="57633"/>
                </a:cubicBezTo>
                <a:cubicBezTo>
                  <a:pt x="1076549" y="54046"/>
                  <a:pt x="1074512" y="51462"/>
                  <a:pt x="1071715" y="49882"/>
                </a:cubicBezTo>
                <a:cubicBezTo>
                  <a:pt x="1068919" y="48301"/>
                  <a:pt x="1064815" y="47511"/>
                  <a:pt x="1059405" y="47511"/>
                </a:cubicBezTo>
                <a:cubicBezTo>
                  <a:pt x="1051501" y="47511"/>
                  <a:pt x="1045270" y="50216"/>
                  <a:pt x="1040710" y="55627"/>
                </a:cubicBezTo>
                <a:cubicBezTo>
                  <a:pt x="1036151" y="61038"/>
                  <a:pt x="1033871" y="68546"/>
                  <a:pt x="1033871" y="78151"/>
                </a:cubicBezTo>
                <a:lnTo>
                  <a:pt x="1033871" y="135328"/>
                </a:lnTo>
                <a:lnTo>
                  <a:pt x="1017457" y="135328"/>
                </a:lnTo>
                <a:lnTo>
                  <a:pt x="1017457" y="57724"/>
                </a:lnTo>
                <a:cubicBezTo>
                  <a:pt x="1017457" y="46234"/>
                  <a:pt x="1017274" y="39212"/>
                  <a:pt x="1016909" y="36659"/>
                </a:cubicBezTo>
                <a:lnTo>
                  <a:pt x="1032412" y="36659"/>
                </a:lnTo>
                <a:cubicBezTo>
                  <a:pt x="1032473" y="36963"/>
                  <a:pt x="1032534" y="37784"/>
                  <a:pt x="1032594" y="39121"/>
                </a:cubicBezTo>
                <a:cubicBezTo>
                  <a:pt x="1032655" y="40459"/>
                  <a:pt x="1032731" y="41994"/>
                  <a:pt x="1032822" y="43726"/>
                </a:cubicBezTo>
                <a:cubicBezTo>
                  <a:pt x="1032913" y="45459"/>
                  <a:pt x="1033020" y="48727"/>
                  <a:pt x="1033141" y="53529"/>
                </a:cubicBezTo>
                <a:lnTo>
                  <a:pt x="1033415" y="53529"/>
                </a:lnTo>
                <a:cubicBezTo>
                  <a:pt x="1037184" y="46720"/>
                  <a:pt x="1041546" y="41902"/>
                  <a:pt x="1046501" y="39076"/>
                </a:cubicBezTo>
                <a:cubicBezTo>
                  <a:pt x="1051456" y="36249"/>
                  <a:pt x="1057611" y="34835"/>
                  <a:pt x="1064967" y="34835"/>
                </a:cubicBezTo>
                <a:cubicBezTo>
                  <a:pt x="1075789" y="34835"/>
                  <a:pt x="1083707" y="37525"/>
                  <a:pt x="1088723" y="42906"/>
                </a:cubicBezTo>
                <a:cubicBezTo>
                  <a:pt x="1093738" y="48286"/>
                  <a:pt x="1096246" y="57177"/>
                  <a:pt x="1096246" y="69579"/>
                </a:cubicBezTo>
                <a:lnTo>
                  <a:pt x="1096246" y="135328"/>
                </a:lnTo>
                <a:lnTo>
                  <a:pt x="1079740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2F995-337C-4B89-BA55-953FCC18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548296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F1BF7-F2F4-466F-A068-990FE0D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548296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14" name="Text code:guest">
            <a:extLst xmlns:a="http://schemas.openxmlformats.org/drawingml/2006/main">
              <a:ext uri="{FF2B5EF4-FFF2-40B4-BE49-F238E27FC236}">
                <a16:creationId xmlns:a16="http://schemas.microsoft.com/office/drawing/2014/main" id="{9B52361F-C71E-43A6-9CD1-7DE30DD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433" y="2623073"/>
            <a:ext cx="956217" cy="174176"/>
          </a:xfrm>
          <a:custGeom xmlns:a="http://schemas.openxmlformats.org/drawingml/2006/main">
            <a:pathLst>
              <a:path w="956217" h="174176">
                <a:moveTo>
                  <a:pt x="17144" y="85538"/>
                </a:moveTo>
                <a:cubicBezTo>
                  <a:pt x="17144" y="98669"/>
                  <a:pt x="19211" y="108396"/>
                  <a:pt x="23345" y="114719"/>
                </a:cubicBezTo>
                <a:cubicBezTo>
                  <a:pt x="27479" y="121042"/>
                  <a:pt x="33710" y="124203"/>
                  <a:pt x="42039" y="124203"/>
                </a:cubicBezTo>
                <a:cubicBezTo>
                  <a:pt x="47876" y="124203"/>
                  <a:pt x="52754" y="122622"/>
                  <a:pt x="56676" y="119461"/>
                </a:cubicBezTo>
                <a:cubicBezTo>
                  <a:pt x="60597" y="116300"/>
                  <a:pt x="63013" y="111436"/>
                  <a:pt x="63925" y="104870"/>
                </a:cubicBezTo>
                <a:lnTo>
                  <a:pt x="80522" y="105965"/>
                </a:lnTo>
                <a:cubicBezTo>
                  <a:pt x="79245" y="115448"/>
                  <a:pt x="75203" y="123017"/>
                  <a:pt x="68394" y="128671"/>
                </a:cubicBezTo>
                <a:cubicBezTo>
                  <a:pt x="61585" y="134325"/>
                  <a:pt x="52952" y="137152"/>
                  <a:pt x="42495" y="137152"/>
                </a:cubicBezTo>
                <a:cubicBezTo>
                  <a:pt x="28695" y="137152"/>
                  <a:pt x="18162" y="132790"/>
                  <a:pt x="10897" y="124066"/>
                </a:cubicBezTo>
                <a:cubicBezTo>
                  <a:pt x="3632" y="115342"/>
                  <a:pt x="0" y="102621"/>
                  <a:pt x="0" y="85902"/>
                </a:cubicBezTo>
                <a:cubicBezTo>
                  <a:pt x="0" y="69306"/>
                  <a:pt x="3648" y="56645"/>
                  <a:pt x="10943" y="47921"/>
                </a:cubicBezTo>
                <a:cubicBezTo>
                  <a:pt x="18238" y="39197"/>
                  <a:pt x="28695" y="34835"/>
                  <a:pt x="42313" y="34835"/>
                </a:cubicBezTo>
                <a:cubicBezTo>
                  <a:pt x="52405" y="34835"/>
                  <a:pt x="60779" y="37442"/>
                  <a:pt x="67436" y="42655"/>
                </a:cubicBezTo>
                <a:cubicBezTo>
                  <a:pt x="74093" y="47868"/>
                  <a:pt x="78273" y="55050"/>
                  <a:pt x="79975" y="64202"/>
                </a:cubicBezTo>
                <a:lnTo>
                  <a:pt x="63105" y="65475"/>
                </a:lnTo>
                <a:cubicBezTo>
                  <a:pt x="62253" y="60033"/>
                  <a:pt x="60095" y="55709"/>
                  <a:pt x="56630" y="52504"/>
                </a:cubicBezTo>
                <a:cubicBezTo>
                  <a:pt x="53165" y="49297"/>
                  <a:pt x="48240" y="47693"/>
                  <a:pt x="41857" y="47693"/>
                </a:cubicBezTo>
                <a:cubicBezTo>
                  <a:pt x="33163" y="47693"/>
                  <a:pt x="26871" y="50581"/>
                  <a:pt x="22980" y="56356"/>
                </a:cubicBezTo>
                <a:cubicBezTo>
                  <a:pt x="19089" y="62132"/>
                  <a:pt x="17144" y="71859"/>
                  <a:pt x="17144" y="85538"/>
                </a:cubicBezTo>
                <a:close/>
                <a:moveTo>
                  <a:pt x="181471" y="85902"/>
                </a:moveTo>
                <a:cubicBezTo>
                  <a:pt x="181471" y="103168"/>
                  <a:pt x="177671" y="116026"/>
                  <a:pt x="170072" y="124476"/>
                </a:cubicBezTo>
                <a:cubicBezTo>
                  <a:pt x="162473" y="132927"/>
                  <a:pt x="151439" y="137152"/>
                  <a:pt x="136969" y="137152"/>
                </a:cubicBezTo>
                <a:cubicBezTo>
                  <a:pt x="122561" y="137152"/>
                  <a:pt x="111679" y="132760"/>
                  <a:pt x="104323" y="123975"/>
                </a:cubicBezTo>
                <a:cubicBezTo>
                  <a:pt x="96967" y="115190"/>
                  <a:pt x="93289" y="102499"/>
                  <a:pt x="93289" y="85902"/>
                </a:cubicBezTo>
                <a:cubicBezTo>
                  <a:pt x="93289" y="51858"/>
                  <a:pt x="108031" y="34835"/>
                  <a:pt x="137517" y="34835"/>
                </a:cubicBezTo>
                <a:cubicBezTo>
                  <a:pt x="152594" y="34835"/>
                  <a:pt x="163689" y="38984"/>
                  <a:pt x="170802" y="47283"/>
                </a:cubicBezTo>
                <a:cubicBezTo>
                  <a:pt x="177914" y="55581"/>
                  <a:pt x="181471" y="68454"/>
                  <a:pt x="181471" y="85902"/>
                </a:cubicBezTo>
                <a:moveTo>
                  <a:pt x="164236" y="85902"/>
                </a:moveTo>
                <a:cubicBezTo>
                  <a:pt x="164236" y="72284"/>
                  <a:pt x="162214" y="62390"/>
                  <a:pt x="158172" y="56220"/>
                </a:cubicBezTo>
                <a:cubicBezTo>
                  <a:pt x="154129" y="50049"/>
                  <a:pt x="147335" y="46964"/>
                  <a:pt x="137790" y="46964"/>
                </a:cubicBezTo>
                <a:cubicBezTo>
                  <a:pt x="128185" y="46964"/>
                  <a:pt x="121239" y="50110"/>
                  <a:pt x="116953" y="56402"/>
                </a:cubicBezTo>
                <a:cubicBezTo>
                  <a:pt x="112667" y="62694"/>
                  <a:pt x="110524" y="72528"/>
                  <a:pt x="110524" y="85902"/>
                </a:cubicBezTo>
                <a:cubicBezTo>
                  <a:pt x="110524" y="98912"/>
                  <a:pt x="112637" y="108685"/>
                  <a:pt x="116862" y="115220"/>
                </a:cubicBezTo>
                <a:cubicBezTo>
                  <a:pt x="121087" y="121756"/>
                  <a:pt x="127729" y="125024"/>
                  <a:pt x="136787" y="125024"/>
                </a:cubicBezTo>
                <a:cubicBezTo>
                  <a:pt x="146636" y="125024"/>
                  <a:pt x="153673" y="121862"/>
                  <a:pt x="157898" y="115540"/>
                </a:cubicBezTo>
                <a:cubicBezTo>
                  <a:pt x="162123" y="109217"/>
                  <a:pt x="164236" y="99338"/>
                  <a:pt x="164236" y="85902"/>
                </a:cubicBezTo>
                <a:close/>
                <a:moveTo>
                  <a:pt x="264153" y="119461"/>
                </a:moveTo>
                <a:cubicBezTo>
                  <a:pt x="261114" y="125783"/>
                  <a:pt x="257086" y="130313"/>
                  <a:pt x="252071" y="133048"/>
                </a:cubicBezTo>
                <a:cubicBezTo>
                  <a:pt x="247055" y="135784"/>
                  <a:pt x="240839" y="137152"/>
                  <a:pt x="233422" y="137152"/>
                </a:cubicBezTo>
                <a:cubicBezTo>
                  <a:pt x="220959" y="137152"/>
                  <a:pt x="211794" y="132957"/>
                  <a:pt x="205928" y="124568"/>
                </a:cubicBezTo>
                <a:cubicBezTo>
                  <a:pt x="200061" y="116178"/>
                  <a:pt x="197128" y="103472"/>
                  <a:pt x="197128" y="86450"/>
                </a:cubicBezTo>
                <a:cubicBezTo>
                  <a:pt x="197128" y="52040"/>
                  <a:pt x="209226" y="34835"/>
                  <a:pt x="233422" y="34835"/>
                </a:cubicBezTo>
                <a:cubicBezTo>
                  <a:pt x="240900" y="34835"/>
                  <a:pt x="247131" y="36203"/>
                  <a:pt x="252116" y="38939"/>
                </a:cubicBezTo>
                <a:cubicBezTo>
                  <a:pt x="257101" y="41675"/>
                  <a:pt x="261114" y="46021"/>
                  <a:pt x="264153" y="51979"/>
                </a:cubicBezTo>
                <a:lnTo>
                  <a:pt x="264336" y="51979"/>
                </a:lnTo>
                <a:lnTo>
                  <a:pt x="264153" y="40945"/>
                </a:lnTo>
                <a:lnTo>
                  <a:pt x="264153" y="0"/>
                </a:lnTo>
                <a:lnTo>
                  <a:pt x="280568" y="0"/>
                </a:lnTo>
                <a:lnTo>
                  <a:pt x="280568" y="114992"/>
                </a:lnTo>
                <a:cubicBezTo>
                  <a:pt x="280568" y="125267"/>
                  <a:pt x="280750" y="132045"/>
                  <a:pt x="281115" y="135328"/>
                </a:cubicBezTo>
                <a:lnTo>
                  <a:pt x="265430" y="135328"/>
                </a:lnTo>
                <a:cubicBezTo>
                  <a:pt x="265248" y="134355"/>
                  <a:pt x="265050" y="132106"/>
                  <a:pt x="264837" y="128580"/>
                </a:cubicBezTo>
                <a:cubicBezTo>
                  <a:pt x="264625" y="125054"/>
                  <a:pt x="264518" y="122014"/>
                  <a:pt x="264518" y="119461"/>
                </a:cubicBezTo>
                <a:lnTo>
                  <a:pt x="264153" y="119461"/>
                </a:lnTo>
                <a:moveTo>
                  <a:pt x="214363" y="85902"/>
                </a:moveTo>
                <a:cubicBezTo>
                  <a:pt x="214363" y="99703"/>
                  <a:pt x="216187" y="109582"/>
                  <a:pt x="219834" y="115540"/>
                </a:cubicBezTo>
                <a:cubicBezTo>
                  <a:pt x="223482" y="121497"/>
                  <a:pt x="229410" y="124476"/>
                  <a:pt x="237617" y="124476"/>
                </a:cubicBezTo>
                <a:cubicBezTo>
                  <a:pt x="246918" y="124476"/>
                  <a:pt x="253666" y="121254"/>
                  <a:pt x="257861" y="114810"/>
                </a:cubicBezTo>
                <a:cubicBezTo>
                  <a:pt x="262056" y="108366"/>
                  <a:pt x="264153" y="98365"/>
                  <a:pt x="264153" y="84808"/>
                </a:cubicBezTo>
                <a:cubicBezTo>
                  <a:pt x="264153" y="71737"/>
                  <a:pt x="262056" y="62162"/>
                  <a:pt x="257861" y="56083"/>
                </a:cubicBezTo>
                <a:cubicBezTo>
                  <a:pt x="253666" y="50003"/>
                  <a:pt x="246979" y="46964"/>
                  <a:pt x="237799" y="46964"/>
                </a:cubicBezTo>
                <a:cubicBezTo>
                  <a:pt x="229531" y="46964"/>
                  <a:pt x="223558" y="50019"/>
                  <a:pt x="219880" y="56128"/>
                </a:cubicBezTo>
                <a:cubicBezTo>
                  <a:pt x="216202" y="62238"/>
                  <a:pt x="214363" y="72163"/>
                  <a:pt x="214363" y="85902"/>
                </a:cubicBezTo>
                <a:close/>
                <a:moveTo>
                  <a:pt x="318293" y="89368"/>
                </a:moveTo>
                <a:cubicBezTo>
                  <a:pt x="318293" y="100704"/>
                  <a:pt x="320633" y="109451"/>
                  <a:pt x="325314" y="115608"/>
                </a:cubicBezTo>
                <a:cubicBezTo>
                  <a:pt x="329995" y="121763"/>
                  <a:pt x="336835" y="124841"/>
                  <a:pt x="345832" y="124841"/>
                </a:cubicBezTo>
                <a:cubicBezTo>
                  <a:pt x="352945" y="124841"/>
                  <a:pt x="358645" y="123404"/>
                  <a:pt x="362931" y="120530"/>
                </a:cubicBezTo>
                <a:cubicBezTo>
                  <a:pt x="367217" y="117655"/>
                  <a:pt x="370120" y="114016"/>
                  <a:pt x="371640" y="109612"/>
                </a:cubicBezTo>
                <a:lnTo>
                  <a:pt x="386048" y="113730"/>
                </a:lnTo>
                <a:cubicBezTo>
                  <a:pt x="380151" y="129345"/>
                  <a:pt x="366746" y="137152"/>
                  <a:pt x="345832" y="137152"/>
                </a:cubicBezTo>
                <a:cubicBezTo>
                  <a:pt x="331242" y="137152"/>
                  <a:pt x="320132" y="132805"/>
                  <a:pt x="312502" y="124112"/>
                </a:cubicBezTo>
                <a:cubicBezTo>
                  <a:pt x="304872" y="115418"/>
                  <a:pt x="301057" y="102499"/>
                  <a:pt x="301057" y="85355"/>
                </a:cubicBezTo>
                <a:cubicBezTo>
                  <a:pt x="301057" y="69062"/>
                  <a:pt x="304872" y="56569"/>
                  <a:pt x="312502" y="47876"/>
                </a:cubicBezTo>
                <a:cubicBezTo>
                  <a:pt x="320132" y="39182"/>
                  <a:pt x="331029" y="34835"/>
                  <a:pt x="345194" y="34835"/>
                </a:cubicBezTo>
                <a:cubicBezTo>
                  <a:pt x="374193" y="34835"/>
                  <a:pt x="388692" y="52284"/>
                  <a:pt x="388692" y="87182"/>
                </a:cubicBezTo>
                <a:lnTo>
                  <a:pt x="388692" y="89368"/>
                </a:lnTo>
                <a:lnTo>
                  <a:pt x="318293" y="89368"/>
                </a:lnTo>
                <a:moveTo>
                  <a:pt x="371731" y="76783"/>
                </a:moveTo>
                <a:cubicBezTo>
                  <a:pt x="370819" y="66420"/>
                  <a:pt x="368174" y="58859"/>
                  <a:pt x="363797" y="54102"/>
                </a:cubicBezTo>
                <a:cubicBezTo>
                  <a:pt x="359420" y="49343"/>
                  <a:pt x="353128" y="46964"/>
                  <a:pt x="344920" y="46964"/>
                </a:cubicBezTo>
                <a:cubicBezTo>
                  <a:pt x="336956" y="46964"/>
                  <a:pt x="330649" y="49616"/>
                  <a:pt x="325998" y="54920"/>
                </a:cubicBezTo>
                <a:cubicBezTo>
                  <a:pt x="321347" y="60222"/>
                  <a:pt x="318840" y="67510"/>
                  <a:pt x="318475" y="76783"/>
                </a:cubicBezTo>
                <a:lnTo>
                  <a:pt x="371731" y="76783"/>
                </a:lnTo>
                <a:close/>
                <a:moveTo>
                  <a:pt x="414015" y="55627"/>
                </a:moveTo>
                <a:lnTo>
                  <a:pt x="414015" y="36659"/>
                </a:lnTo>
                <a:lnTo>
                  <a:pt x="431798" y="36659"/>
                </a:lnTo>
                <a:lnTo>
                  <a:pt x="431798" y="55627"/>
                </a:lnTo>
                <a:lnTo>
                  <a:pt x="414015" y="55627"/>
                </a:lnTo>
                <a:moveTo>
                  <a:pt x="414015" y="135328"/>
                </a:moveTo>
                <a:lnTo>
                  <a:pt x="414015" y="116360"/>
                </a:lnTo>
                <a:lnTo>
                  <a:pt x="431798" y="116360"/>
                </a:lnTo>
                <a:lnTo>
                  <a:pt x="431798" y="135328"/>
                </a:lnTo>
                <a:lnTo>
                  <a:pt x="414015" y="135328"/>
                </a:lnTo>
                <a:close/>
                <a:moveTo>
                  <a:pt x="550774" y="174176"/>
                </a:moveTo>
                <a:cubicBezTo>
                  <a:pt x="540013" y="174176"/>
                  <a:pt x="531441" y="172063"/>
                  <a:pt x="525058" y="167838"/>
                </a:cubicBezTo>
                <a:cubicBezTo>
                  <a:pt x="518675" y="163613"/>
                  <a:pt x="514571" y="157609"/>
                  <a:pt x="512747" y="149828"/>
                </a:cubicBezTo>
                <a:lnTo>
                  <a:pt x="529253" y="147457"/>
                </a:lnTo>
                <a:cubicBezTo>
                  <a:pt x="530347" y="152016"/>
                  <a:pt x="532764" y="155527"/>
                  <a:pt x="536503" y="157989"/>
                </a:cubicBezTo>
                <a:cubicBezTo>
                  <a:pt x="540241" y="160451"/>
                  <a:pt x="545151" y="161683"/>
                  <a:pt x="551230" y="161683"/>
                </a:cubicBezTo>
                <a:cubicBezTo>
                  <a:pt x="567584" y="161683"/>
                  <a:pt x="575760" y="152085"/>
                  <a:pt x="575760" y="132889"/>
                </a:cubicBezTo>
                <a:lnTo>
                  <a:pt x="575760" y="116982"/>
                </a:lnTo>
                <a:lnTo>
                  <a:pt x="575578" y="116982"/>
                </a:lnTo>
                <a:cubicBezTo>
                  <a:pt x="572478" y="123310"/>
                  <a:pt x="568222" y="128072"/>
                  <a:pt x="562811" y="131267"/>
                </a:cubicBezTo>
                <a:cubicBezTo>
                  <a:pt x="557401" y="134461"/>
                  <a:pt x="551078" y="136058"/>
                  <a:pt x="543843" y="136058"/>
                </a:cubicBezTo>
                <a:cubicBezTo>
                  <a:pt x="531745" y="136058"/>
                  <a:pt x="522854" y="132041"/>
                  <a:pt x="517170" y="124009"/>
                </a:cubicBezTo>
                <a:cubicBezTo>
                  <a:pt x="511486" y="115977"/>
                  <a:pt x="508644" y="103350"/>
                  <a:pt x="508644" y="86130"/>
                </a:cubicBezTo>
                <a:cubicBezTo>
                  <a:pt x="508644" y="68667"/>
                  <a:pt x="511698" y="55783"/>
                  <a:pt x="517808" y="47477"/>
                </a:cubicBezTo>
                <a:cubicBezTo>
                  <a:pt x="523918" y="39171"/>
                  <a:pt x="533204" y="35018"/>
                  <a:pt x="545667" y="35018"/>
                </a:cubicBezTo>
                <a:cubicBezTo>
                  <a:pt x="552659" y="35018"/>
                  <a:pt x="558723" y="36615"/>
                  <a:pt x="563860" y="39811"/>
                </a:cubicBezTo>
                <a:cubicBezTo>
                  <a:pt x="568997" y="43004"/>
                  <a:pt x="572964" y="47553"/>
                  <a:pt x="575760" y="53455"/>
                </a:cubicBezTo>
                <a:lnTo>
                  <a:pt x="575943" y="53455"/>
                </a:lnTo>
                <a:cubicBezTo>
                  <a:pt x="575943" y="51639"/>
                  <a:pt x="576064" y="48492"/>
                  <a:pt x="576308" y="44014"/>
                </a:cubicBezTo>
                <a:cubicBezTo>
                  <a:pt x="576551" y="39534"/>
                  <a:pt x="576794" y="37083"/>
                  <a:pt x="577037" y="36659"/>
                </a:cubicBezTo>
                <a:lnTo>
                  <a:pt x="592631" y="36659"/>
                </a:lnTo>
                <a:cubicBezTo>
                  <a:pt x="592266" y="39944"/>
                  <a:pt x="592084" y="46757"/>
                  <a:pt x="592084" y="57100"/>
                </a:cubicBezTo>
                <a:lnTo>
                  <a:pt x="592084" y="132564"/>
                </a:lnTo>
                <a:cubicBezTo>
                  <a:pt x="592084" y="160305"/>
                  <a:pt x="578314" y="174176"/>
                  <a:pt x="550774" y="174176"/>
                </a:cubicBezTo>
                <a:moveTo>
                  <a:pt x="575760" y="85948"/>
                </a:moveTo>
                <a:cubicBezTo>
                  <a:pt x="575760" y="77914"/>
                  <a:pt x="574666" y="70991"/>
                  <a:pt x="572478" y="65179"/>
                </a:cubicBezTo>
                <a:cubicBezTo>
                  <a:pt x="570289" y="59366"/>
                  <a:pt x="567204" y="54922"/>
                  <a:pt x="563222" y="51848"/>
                </a:cubicBezTo>
                <a:cubicBezTo>
                  <a:pt x="559240" y="48774"/>
                  <a:pt x="554726" y="47237"/>
                  <a:pt x="549680" y="47237"/>
                </a:cubicBezTo>
                <a:cubicBezTo>
                  <a:pt x="541290" y="47237"/>
                  <a:pt x="535180" y="50281"/>
                  <a:pt x="531350" y="56368"/>
                </a:cubicBezTo>
                <a:cubicBezTo>
                  <a:pt x="527520" y="62455"/>
                  <a:pt x="525605" y="72315"/>
                  <a:pt x="525605" y="85948"/>
                </a:cubicBezTo>
                <a:cubicBezTo>
                  <a:pt x="525605" y="99461"/>
                  <a:pt x="527399" y="109170"/>
                  <a:pt x="530985" y="115075"/>
                </a:cubicBezTo>
                <a:cubicBezTo>
                  <a:pt x="534572" y="120978"/>
                  <a:pt x="540713" y="123929"/>
                  <a:pt x="549406" y="123929"/>
                </a:cubicBezTo>
                <a:cubicBezTo>
                  <a:pt x="554574" y="123929"/>
                  <a:pt x="559164" y="122407"/>
                  <a:pt x="563176" y="119364"/>
                </a:cubicBezTo>
                <a:cubicBezTo>
                  <a:pt x="567188" y="116320"/>
                  <a:pt x="570289" y="111954"/>
                  <a:pt x="572478" y="106264"/>
                </a:cubicBezTo>
                <a:cubicBezTo>
                  <a:pt x="574666" y="100572"/>
                  <a:pt x="575760" y="93800"/>
                  <a:pt x="575760" y="85948"/>
                </a:cubicBezTo>
                <a:close/>
                <a:moveTo>
                  <a:pt x="633274" y="36659"/>
                </a:moveTo>
                <a:lnTo>
                  <a:pt x="633274" y="99216"/>
                </a:lnTo>
                <a:cubicBezTo>
                  <a:pt x="633274" y="105721"/>
                  <a:pt x="633912" y="110767"/>
                  <a:pt x="635189" y="114354"/>
                </a:cubicBezTo>
                <a:cubicBezTo>
                  <a:pt x="636465" y="117941"/>
                  <a:pt x="638502" y="120525"/>
                  <a:pt x="641298" y="122105"/>
                </a:cubicBezTo>
                <a:cubicBezTo>
                  <a:pt x="644095" y="123686"/>
                  <a:pt x="648199" y="124476"/>
                  <a:pt x="653609" y="124476"/>
                </a:cubicBezTo>
                <a:cubicBezTo>
                  <a:pt x="661513" y="124476"/>
                  <a:pt x="667744" y="121771"/>
                  <a:pt x="672304" y="116360"/>
                </a:cubicBezTo>
                <a:cubicBezTo>
                  <a:pt x="676863" y="110950"/>
                  <a:pt x="679143" y="103442"/>
                  <a:pt x="679143" y="93836"/>
                </a:cubicBezTo>
                <a:lnTo>
                  <a:pt x="679143" y="36659"/>
                </a:lnTo>
                <a:lnTo>
                  <a:pt x="695557" y="36659"/>
                </a:lnTo>
                <a:lnTo>
                  <a:pt x="695557" y="114263"/>
                </a:lnTo>
                <a:cubicBezTo>
                  <a:pt x="695557" y="125753"/>
                  <a:pt x="695740" y="132775"/>
                  <a:pt x="696105" y="135328"/>
                </a:cubicBezTo>
                <a:lnTo>
                  <a:pt x="680602" y="135328"/>
                </a:lnTo>
                <a:cubicBezTo>
                  <a:pt x="680541" y="135024"/>
                  <a:pt x="680480" y="134203"/>
                  <a:pt x="680420" y="132866"/>
                </a:cubicBezTo>
                <a:cubicBezTo>
                  <a:pt x="680359" y="131529"/>
                  <a:pt x="680283" y="129993"/>
                  <a:pt x="680192" y="128261"/>
                </a:cubicBezTo>
                <a:cubicBezTo>
                  <a:pt x="680100" y="126528"/>
                  <a:pt x="679994" y="123261"/>
                  <a:pt x="679872" y="118458"/>
                </a:cubicBezTo>
                <a:lnTo>
                  <a:pt x="679599" y="118458"/>
                </a:lnTo>
                <a:cubicBezTo>
                  <a:pt x="675830" y="125267"/>
                  <a:pt x="671468" y="130085"/>
                  <a:pt x="666513" y="132912"/>
                </a:cubicBezTo>
                <a:cubicBezTo>
                  <a:pt x="661558" y="135739"/>
                  <a:pt x="655403" y="137152"/>
                  <a:pt x="648047" y="137152"/>
                </a:cubicBezTo>
                <a:cubicBezTo>
                  <a:pt x="637225" y="137152"/>
                  <a:pt x="629307" y="134462"/>
                  <a:pt x="624291" y="129082"/>
                </a:cubicBezTo>
                <a:cubicBezTo>
                  <a:pt x="619276" y="123701"/>
                  <a:pt x="616768" y="114810"/>
                  <a:pt x="616768" y="102408"/>
                </a:cubicBezTo>
                <a:lnTo>
                  <a:pt x="616768" y="36659"/>
                </a:lnTo>
                <a:lnTo>
                  <a:pt x="633274" y="36659"/>
                </a:lnTo>
                <a:close/>
                <a:moveTo>
                  <a:pt x="733647" y="89368"/>
                </a:moveTo>
                <a:cubicBezTo>
                  <a:pt x="733647" y="100704"/>
                  <a:pt x="735987" y="109451"/>
                  <a:pt x="740668" y="115608"/>
                </a:cubicBezTo>
                <a:cubicBezTo>
                  <a:pt x="745350" y="121763"/>
                  <a:pt x="752189" y="124841"/>
                  <a:pt x="761187" y="124841"/>
                </a:cubicBezTo>
                <a:cubicBezTo>
                  <a:pt x="768300" y="124841"/>
                  <a:pt x="773999" y="123404"/>
                  <a:pt x="778285" y="120530"/>
                </a:cubicBezTo>
                <a:cubicBezTo>
                  <a:pt x="782571" y="117655"/>
                  <a:pt x="785474" y="114016"/>
                  <a:pt x="786994" y="109612"/>
                </a:cubicBezTo>
                <a:lnTo>
                  <a:pt x="801402" y="113730"/>
                </a:lnTo>
                <a:cubicBezTo>
                  <a:pt x="795505" y="129345"/>
                  <a:pt x="782100" y="137152"/>
                  <a:pt x="761187" y="137152"/>
                </a:cubicBezTo>
                <a:cubicBezTo>
                  <a:pt x="746596" y="137152"/>
                  <a:pt x="735486" y="132805"/>
                  <a:pt x="727856" y="124112"/>
                </a:cubicBezTo>
                <a:cubicBezTo>
                  <a:pt x="720226" y="115418"/>
                  <a:pt x="716412" y="102499"/>
                  <a:pt x="716412" y="85355"/>
                </a:cubicBezTo>
                <a:cubicBezTo>
                  <a:pt x="716412" y="69062"/>
                  <a:pt x="720226" y="56569"/>
                  <a:pt x="727856" y="47876"/>
                </a:cubicBezTo>
                <a:cubicBezTo>
                  <a:pt x="735486" y="39182"/>
                  <a:pt x="746383" y="34835"/>
                  <a:pt x="760548" y="34835"/>
                </a:cubicBezTo>
                <a:cubicBezTo>
                  <a:pt x="789547" y="34835"/>
                  <a:pt x="804047" y="52284"/>
                  <a:pt x="804047" y="87182"/>
                </a:cubicBezTo>
                <a:lnTo>
                  <a:pt x="804047" y="89368"/>
                </a:lnTo>
                <a:lnTo>
                  <a:pt x="733647" y="89368"/>
                </a:lnTo>
                <a:moveTo>
                  <a:pt x="787085" y="76783"/>
                </a:moveTo>
                <a:cubicBezTo>
                  <a:pt x="786173" y="66420"/>
                  <a:pt x="783528" y="58859"/>
                  <a:pt x="779151" y="54102"/>
                </a:cubicBezTo>
                <a:cubicBezTo>
                  <a:pt x="774774" y="49343"/>
                  <a:pt x="768482" y="46964"/>
                  <a:pt x="760275" y="46964"/>
                </a:cubicBezTo>
                <a:cubicBezTo>
                  <a:pt x="752311" y="46964"/>
                  <a:pt x="746003" y="49616"/>
                  <a:pt x="741352" y="54920"/>
                </a:cubicBezTo>
                <a:cubicBezTo>
                  <a:pt x="736702" y="60222"/>
                  <a:pt x="734194" y="67510"/>
                  <a:pt x="733829" y="76783"/>
                </a:cubicBezTo>
                <a:lnTo>
                  <a:pt x="787085" y="76783"/>
                </a:lnTo>
                <a:close/>
                <a:moveTo>
                  <a:pt x="898948" y="108036"/>
                </a:moveTo>
                <a:cubicBezTo>
                  <a:pt x="898948" y="117345"/>
                  <a:pt x="895438" y="124526"/>
                  <a:pt x="888416" y="129577"/>
                </a:cubicBezTo>
                <a:cubicBezTo>
                  <a:pt x="881394" y="134627"/>
                  <a:pt x="871561" y="137152"/>
                  <a:pt x="858915" y="137152"/>
                </a:cubicBezTo>
                <a:cubicBezTo>
                  <a:pt x="846635" y="137152"/>
                  <a:pt x="837166" y="135131"/>
                  <a:pt x="830509" y="131088"/>
                </a:cubicBezTo>
                <a:cubicBezTo>
                  <a:pt x="823852" y="127045"/>
                  <a:pt x="819521" y="120738"/>
                  <a:pt x="817514" y="112166"/>
                </a:cubicBezTo>
                <a:lnTo>
                  <a:pt x="832014" y="109339"/>
                </a:lnTo>
                <a:cubicBezTo>
                  <a:pt x="833412" y="114628"/>
                  <a:pt x="836300" y="118503"/>
                  <a:pt x="840677" y="120966"/>
                </a:cubicBezTo>
                <a:cubicBezTo>
                  <a:pt x="845054" y="123428"/>
                  <a:pt x="851134" y="124659"/>
                  <a:pt x="858915" y="124659"/>
                </a:cubicBezTo>
                <a:cubicBezTo>
                  <a:pt x="867244" y="124659"/>
                  <a:pt x="873339" y="123380"/>
                  <a:pt x="877199" y="120823"/>
                </a:cubicBezTo>
                <a:cubicBezTo>
                  <a:pt x="881060" y="118264"/>
                  <a:pt x="882990" y="114427"/>
                  <a:pt x="882990" y="109313"/>
                </a:cubicBezTo>
                <a:cubicBezTo>
                  <a:pt x="882990" y="105418"/>
                  <a:pt x="881653" y="102254"/>
                  <a:pt x="878978" y="99820"/>
                </a:cubicBezTo>
                <a:cubicBezTo>
                  <a:pt x="876303" y="97387"/>
                  <a:pt x="871986" y="95379"/>
                  <a:pt x="866028" y="93796"/>
                </a:cubicBezTo>
                <a:lnTo>
                  <a:pt x="854265" y="90693"/>
                </a:lnTo>
                <a:cubicBezTo>
                  <a:pt x="844842" y="88259"/>
                  <a:pt x="838139" y="85871"/>
                  <a:pt x="834157" y="83529"/>
                </a:cubicBezTo>
                <a:cubicBezTo>
                  <a:pt x="830175" y="81186"/>
                  <a:pt x="827059" y="78342"/>
                  <a:pt x="824810" y="74996"/>
                </a:cubicBezTo>
                <a:cubicBezTo>
                  <a:pt x="822560" y="71649"/>
                  <a:pt x="821436" y="67542"/>
                  <a:pt x="821436" y="62674"/>
                </a:cubicBezTo>
                <a:cubicBezTo>
                  <a:pt x="821436" y="53667"/>
                  <a:pt x="824643" y="46806"/>
                  <a:pt x="831056" y="42091"/>
                </a:cubicBezTo>
                <a:cubicBezTo>
                  <a:pt x="837470" y="37375"/>
                  <a:pt x="846817" y="35018"/>
                  <a:pt x="859098" y="35018"/>
                </a:cubicBezTo>
                <a:cubicBezTo>
                  <a:pt x="869980" y="35018"/>
                  <a:pt x="878628" y="36933"/>
                  <a:pt x="885042" y="40763"/>
                </a:cubicBezTo>
                <a:cubicBezTo>
                  <a:pt x="891456" y="44593"/>
                  <a:pt x="895514" y="50733"/>
                  <a:pt x="897216" y="59183"/>
                </a:cubicBezTo>
                <a:lnTo>
                  <a:pt x="882443" y="61007"/>
                </a:lnTo>
                <a:cubicBezTo>
                  <a:pt x="881531" y="56630"/>
                  <a:pt x="879084" y="53271"/>
                  <a:pt x="875102" y="50930"/>
                </a:cubicBezTo>
                <a:cubicBezTo>
                  <a:pt x="871120" y="48590"/>
                  <a:pt x="865785" y="47420"/>
                  <a:pt x="859098" y="47420"/>
                </a:cubicBezTo>
                <a:cubicBezTo>
                  <a:pt x="851681" y="47420"/>
                  <a:pt x="846209" y="48546"/>
                  <a:pt x="842683" y="50799"/>
                </a:cubicBezTo>
                <a:cubicBezTo>
                  <a:pt x="839157" y="53053"/>
                  <a:pt x="837394" y="56463"/>
                  <a:pt x="837394" y="61030"/>
                </a:cubicBezTo>
                <a:cubicBezTo>
                  <a:pt x="837394" y="63828"/>
                  <a:pt x="838124" y="66140"/>
                  <a:pt x="839583" y="67966"/>
                </a:cubicBezTo>
                <a:cubicBezTo>
                  <a:pt x="841042" y="69792"/>
                  <a:pt x="843200" y="71344"/>
                  <a:pt x="846057" y="72623"/>
                </a:cubicBezTo>
                <a:cubicBezTo>
                  <a:pt x="848915" y="73899"/>
                  <a:pt x="854933" y="75663"/>
                  <a:pt x="864113" y="77915"/>
                </a:cubicBezTo>
                <a:cubicBezTo>
                  <a:pt x="872807" y="80105"/>
                  <a:pt x="879069" y="82128"/>
                  <a:pt x="882899" y="83985"/>
                </a:cubicBezTo>
                <a:cubicBezTo>
                  <a:pt x="886729" y="85841"/>
                  <a:pt x="889753" y="87894"/>
                  <a:pt x="891972" y="90146"/>
                </a:cubicBezTo>
                <a:cubicBezTo>
                  <a:pt x="894191" y="92397"/>
                  <a:pt x="895909" y="94999"/>
                  <a:pt x="897125" y="97951"/>
                </a:cubicBezTo>
                <a:cubicBezTo>
                  <a:pt x="898341" y="100901"/>
                  <a:pt x="898948" y="104263"/>
                  <a:pt x="898948" y="108036"/>
                </a:cubicBezTo>
                <a:close/>
                <a:moveTo>
                  <a:pt x="956217" y="134599"/>
                </a:moveTo>
                <a:cubicBezTo>
                  <a:pt x="950806" y="136058"/>
                  <a:pt x="945274" y="136787"/>
                  <a:pt x="939620" y="136787"/>
                </a:cubicBezTo>
                <a:cubicBezTo>
                  <a:pt x="926488" y="136787"/>
                  <a:pt x="919923" y="129340"/>
                  <a:pt x="919923" y="114445"/>
                </a:cubicBezTo>
                <a:lnTo>
                  <a:pt x="919923" y="48605"/>
                </a:lnTo>
                <a:lnTo>
                  <a:pt x="908524" y="48605"/>
                </a:lnTo>
                <a:lnTo>
                  <a:pt x="908524" y="36659"/>
                </a:lnTo>
                <a:lnTo>
                  <a:pt x="920561" y="36659"/>
                </a:lnTo>
                <a:lnTo>
                  <a:pt x="925394" y="14591"/>
                </a:lnTo>
                <a:lnTo>
                  <a:pt x="936337" y="14591"/>
                </a:lnTo>
                <a:lnTo>
                  <a:pt x="936337" y="36659"/>
                </a:lnTo>
                <a:lnTo>
                  <a:pt x="954575" y="36659"/>
                </a:lnTo>
                <a:lnTo>
                  <a:pt x="954575" y="48605"/>
                </a:lnTo>
                <a:lnTo>
                  <a:pt x="936337" y="48605"/>
                </a:lnTo>
                <a:lnTo>
                  <a:pt x="936337" y="110889"/>
                </a:lnTo>
                <a:cubicBezTo>
                  <a:pt x="936337" y="115631"/>
                  <a:pt x="937112" y="118959"/>
                  <a:pt x="938663" y="120874"/>
                </a:cubicBezTo>
                <a:cubicBezTo>
                  <a:pt x="940213" y="122789"/>
                  <a:pt x="942903" y="123747"/>
                  <a:pt x="946733" y="123747"/>
                </a:cubicBezTo>
                <a:cubicBezTo>
                  <a:pt x="948922" y="123747"/>
                  <a:pt x="952083" y="123321"/>
                  <a:pt x="956217" y="122470"/>
                </a:cubicBezTo>
                <a:lnTo>
                  <a:pt x="95621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6E292-24D5-4E18-A68A-DD81227D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859563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3B8B8-045E-4AEE-AEE1-4FF1EDB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2859563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17" name="Text macros:guest">
            <a:extLst xmlns:a="http://schemas.openxmlformats.org/drawingml/2006/main">
              <a:ext uri="{FF2B5EF4-FFF2-40B4-BE49-F238E27FC236}">
                <a16:creationId xmlns:a16="http://schemas.microsoft.com/office/drawing/2014/main" id="{A4663D25-6FC5-4B5F-BD39-E0744296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07" y="2948931"/>
            <a:ext cx="1159053" cy="159585"/>
          </a:xfrm>
          <a:custGeom xmlns:a="http://schemas.openxmlformats.org/drawingml/2006/main">
            <a:pathLst>
              <a:path w="1159053" h="159585">
                <a:moveTo>
                  <a:pt x="57633" y="120738"/>
                </a:moveTo>
                <a:lnTo>
                  <a:pt x="57633" y="58180"/>
                </a:lnTo>
                <a:cubicBezTo>
                  <a:pt x="57633" y="48635"/>
                  <a:pt x="56326" y="42039"/>
                  <a:pt x="53712" y="38392"/>
                </a:cubicBezTo>
                <a:cubicBezTo>
                  <a:pt x="51098" y="34744"/>
                  <a:pt x="46386" y="32920"/>
                  <a:pt x="39577" y="32920"/>
                </a:cubicBezTo>
                <a:cubicBezTo>
                  <a:pt x="32586" y="32920"/>
                  <a:pt x="27053" y="35595"/>
                  <a:pt x="22980" y="40945"/>
                </a:cubicBezTo>
                <a:cubicBezTo>
                  <a:pt x="18907" y="46295"/>
                  <a:pt x="16870" y="53833"/>
                  <a:pt x="16870" y="63560"/>
                </a:cubicBezTo>
                <a:lnTo>
                  <a:pt x="16870" y="120738"/>
                </a:lnTo>
                <a:lnTo>
                  <a:pt x="547" y="120738"/>
                </a:lnTo>
                <a:lnTo>
                  <a:pt x="547" y="43134"/>
                </a:lnTo>
                <a:cubicBezTo>
                  <a:pt x="547" y="31643"/>
                  <a:pt x="365" y="24622"/>
                  <a:pt x="0" y="22068"/>
                </a:cubicBezTo>
                <a:lnTo>
                  <a:pt x="15503" y="22068"/>
                </a:lnTo>
                <a:cubicBezTo>
                  <a:pt x="15563" y="22372"/>
                  <a:pt x="15624" y="23193"/>
                  <a:pt x="15685" y="24531"/>
                </a:cubicBezTo>
                <a:cubicBezTo>
                  <a:pt x="15746" y="25868"/>
                  <a:pt x="15822" y="27403"/>
                  <a:pt x="15913" y="29136"/>
                </a:cubicBezTo>
                <a:cubicBezTo>
                  <a:pt x="16004" y="30868"/>
                  <a:pt x="16110" y="34136"/>
                  <a:pt x="16232" y="38939"/>
                </a:cubicBezTo>
                <a:lnTo>
                  <a:pt x="16506" y="38939"/>
                </a:lnTo>
                <a:cubicBezTo>
                  <a:pt x="20032" y="31947"/>
                  <a:pt x="24075" y="27084"/>
                  <a:pt x="28634" y="24348"/>
                </a:cubicBezTo>
                <a:cubicBezTo>
                  <a:pt x="33194" y="21612"/>
                  <a:pt x="38756" y="20245"/>
                  <a:pt x="45322" y="20245"/>
                </a:cubicBezTo>
                <a:cubicBezTo>
                  <a:pt x="52800" y="20245"/>
                  <a:pt x="58712" y="21734"/>
                  <a:pt x="63059" y="24713"/>
                </a:cubicBezTo>
                <a:cubicBezTo>
                  <a:pt x="67406" y="27692"/>
                  <a:pt x="70430" y="32434"/>
                  <a:pt x="72132" y="38939"/>
                </a:cubicBezTo>
                <a:lnTo>
                  <a:pt x="72406" y="38939"/>
                </a:lnTo>
                <a:cubicBezTo>
                  <a:pt x="75811" y="32312"/>
                  <a:pt x="79929" y="27540"/>
                  <a:pt x="84763" y="24622"/>
                </a:cubicBezTo>
                <a:cubicBezTo>
                  <a:pt x="89596" y="21704"/>
                  <a:pt x="95447" y="20245"/>
                  <a:pt x="102317" y="20245"/>
                </a:cubicBezTo>
                <a:cubicBezTo>
                  <a:pt x="112287" y="20245"/>
                  <a:pt x="119537" y="22950"/>
                  <a:pt x="124066" y="28361"/>
                </a:cubicBezTo>
                <a:cubicBezTo>
                  <a:pt x="128595" y="33771"/>
                  <a:pt x="130860" y="42647"/>
                  <a:pt x="130860" y="54988"/>
                </a:cubicBezTo>
                <a:lnTo>
                  <a:pt x="130860" y="120738"/>
                </a:lnTo>
                <a:lnTo>
                  <a:pt x="114628" y="120738"/>
                </a:lnTo>
                <a:lnTo>
                  <a:pt x="114628" y="58180"/>
                </a:lnTo>
                <a:cubicBezTo>
                  <a:pt x="114628" y="48635"/>
                  <a:pt x="113321" y="42039"/>
                  <a:pt x="110706" y="38392"/>
                </a:cubicBezTo>
                <a:cubicBezTo>
                  <a:pt x="108092" y="34744"/>
                  <a:pt x="103381" y="32920"/>
                  <a:pt x="96572" y="32920"/>
                </a:cubicBezTo>
                <a:cubicBezTo>
                  <a:pt x="89398" y="32920"/>
                  <a:pt x="83820" y="35580"/>
                  <a:pt x="79838" y="40899"/>
                </a:cubicBezTo>
                <a:cubicBezTo>
                  <a:pt x="75856" y="46219"/>
                  <a:pt x="73865" y="53773"/>
                  <a:pt x="73865" y="63560"/>
                </a:cubicBezTo>
                <a:lnTo>
                  <a:pt x="73865" y="120738"/>
                </a:lnTo>
                <a:lnTo>
                  <a:pt x="57633" y="120738"/>
                </a:lnTo>
                <a:close/>
                <a:moveTo>
                  <a:pt x="180923" y="122561"/>
                </a:moveTo>
                <a:cubicBezTo>
                  <a:pt x="171013" y="122561"/>
                  <a:pt x="163566" y="119947"/>
                  <a:pt x="158581" y="114719"/>
                </a:cubicBezTo>
                <a:cubicBezTo>
                  <a:pt x="153596" y="109491"/>
                  <a:pt x="151103" y="102317"/>
                  <a:pt x="151103" y="93198"/>
                </a:cubicBezTo>
                <a:cubicBezTo>
                  <a:pt x="151103" y="82984"/>
                  <a:pt x="154462" y="75142"/>
                  <a:pt x="161180" y="69670"/>
                </a:cubicBezTo>
                <a:cubicBezTo>
                  <a:pt x="167897" y="64199"/>
                  <a:pt x="178734" y="61281"/>
                  <a:pt x="193689" y="60916"/>
                </a:cubicBezTo>
                <a:lnTo>
                  <a:pt x="215849" y="60551"/>
                </a:lnTo>
                <a:lnTo>
                  <a:pt x="215849" y="55171"/>
                </a:lnTo>
                <a:cubicBezTo>
                  <a:pt x="215849" y="47146"/>
                  <a:pt x="214147" y="41401"/>
                  <a:pt x="210742" y="37936"/>
                </a:cubicBezTo>
                <a:cubicBezTo>
                  <a:pt x="207338" y="34470"/>
                  <a:pt x="201988" y="32738"/>
                  <a:pt x="194693" y="32738"/>
                </a:cubicBezTo>
                <a:cubicBezTo>
                  <a:pt x="187336" y="32738"/>
                  <a:pt x="181987" y="33977"/>
                  <a:pt x="178643" y="36457"/>
                </a:cubicBezTo>
                <a:cubicBezTo>
                  <a:pt x="175299" y="38934"/>
                  <a:pt x="173293" y="42892"/>
                  <a:pt x="172624" y="48332"/>
                </a:cubicBezTo>
                <a:lnTo>
                  <a:pt x="155480" y="46787"/>
                </a:lnTo>
                <a:cubicBezTo>
                  <a:pt x="158277" y="29092"/>
                  <a:pt x="171469" y="20245"/>
                  <a:pt x="195057" y="20245"/>
                </a:cubicBezTo>
                <a:cubicBezTo>
                  <a:pt x="207459" y="20245"/>
                  <a:pt x="216791" y="23087"/>
                  <a:pt x="223053" y="28771"/>
                </a:cubicBezTo>
                <a:cubicBezTo>
                  <a:pt x="229315" y="34455"/>
                  <a:pt x="232446" y="42678"/>
                  <a:pt x="232446" y="53438"/>
                </a:cubicBezTo>
                <a:lnTo>
                  <a:pt x="232446" y="95933"/>
                </a:lnTo>
                <a:cubicBezTo>
                  <a:pt x="232446" y="100797"/>
                  <a:pt x="233084" y="104460"/>
                  <a:pt x="234361" y="106922"/>
                </a:cubicBezTo>
                <a:cubicBezTo>
                  <a:pt x="235638" y="109384"/>
                  <a:pt x="238069" y="110615"/>
                  <a:pt x="241656" y="110615"/>
                </a:cubicBezTo>
                <a:cubicBezTo>
                  <a:pt x="243237" y="110615"/>
                  <a:pt x="245030" y="110403"/>
                  <a:pt x="247037" y="109977"/>
                </a:cubicBezTo>
                <a:lnTo>
                  <a:pt x="247037" y="120190"/>
                </a:lnTo>
                <a:cubicBezTo>
                  <a:pt x="242902" y="121163"/>
                  <a:pt x="238677" y="121649"/>
                  <a:pt x="234361" y="121649"/>
                </a:cubicBezTo>
                <a:cubicBezTo>
                  <a:pt x="228281" y="121649"/>
                  <a:pt x="223859" y="120054"/>
                  <a:pt x="221093" y="116862"/>
                </a:cubicBezTo>
                <a:cubicBezTo>
                  <a:pt x="218326" y="113670"/>
                  <a:pt x="216761" y="108670"/>
                  <a:pt x="216396" y="101861"/>
                </a:cubicBezTo>
                <a:lnTo>
                  <a:pt x="215849" y="101861"/>
                </a:lnTo>
                <a:cubicBezTo>
                  <a:pt x="211654" y="109399"/>
                  <a:pt x="206775" y="114734"/>
                  <a:pt x="201213" y="117865"/>
                </a:cubicBezTo>
                <a:cubicBezTo>
                  <a:pt x="195650" y="120996"/>
                  <a:pt x="188887" y="122561"/>
                  <a:pt x="180923" y="122561"/>
                </a:cubicBezTo>
                <a:moveTo>
                  <a:pt x="184662" y="110251"/>
                </a:moveTo>
                <a:cubicBezTo>
                  <a:pt x="190680" y="110251"/>
                  <a:pt x="196030" y="108883"/>
                  <a:pt x="200711" y="106147"/>
                </a:cubicBezTo>
                <a:cubicBezTo>
                  <a:pt x="205392" y="103411"/>
                  <a:pt x="209086" y="99657"/>
                  <a:pt x="211791" y="94885"/>
                </a:cubicBezTo>
                <a:cubicBezTo>
                  <a:pt x="214496" y="90112"/>
                  <a:pt x="215849" y="85203"/>
                  <a:pt x="215849" y="80157"/>
                </a:cubicBezTo>
                <a:lnTo>
                  <a:pt x="215849" y="72041"/>
                </a:lnTo>
                <a:lnTo>
                  <a:pt x="197884" y="72406"/>
                </a:lnTo>
                <a:cubicBezTo>
                  <a:pt x="190163" y="72528"/>
                  <a:pt x="184312" y="73318"/>
                  <a:pt x="180330" y="74777"/>
                </a:cubicBezTo>
                <a:cubicBezTo>
                  <a:pt x="176348" y="76236"/>
                  <a:pt x="173293" y="78485"/>
                  <a:pt x="171165" y="81525"/>
                </a:cubicBezTo>
                <a:cubicBezTo>
                  <a:pt x="169037" y="84565"/>
                  <a:pt x="167973" y="88547"/>
                  <a:pt x="167973" y="93471"/>
                </a:cubicBezTo>
                <a:cubicBezTo>
                  <a:pt x="167973" y="98821"/>
                  <a:pt x="169417" y="102955"/>
                  <a:pt x="172305" y="105873"/>
                </a:cubicBezTo>
                <a:cubicBezTo>
                  <a:pt x="175193" y="108791"/>
                  <a:pt x="179312" y="110251"/>
                  <a:pt x="184662" y="110251"/>
                </a:cubicBezTo>
                <a:close/>
                <a:moveTo>
                  <a:pt x="272085" y="70947"/>
                </a:moveTo>
                <a:cubicBezTo>
                  <a:pt x="272085" y="84079"/>
                  <a:pt x="274152" y="93806"/>
                  <a:pt x="278286" y="100128"/>
                </a:cubicBezTo>
                <a:cubicBezTo>
                  <a:pt x="282421" y="106451"/>
                  <a:pt x="288652" y="109612"/>
                  <a:pt x="296981" y="109612"/>
                </a:cubicBezTo>
                <a:cubicBezTo>
                  <a:pt x="302817" y="109612"/>
                  <a:pt x="307696" y="108032"/>
                  <a:pt x="311617" y="104870"/>
                </a:cubicBezTo>
                <a:cubicBezTo>
                  <a:pt x="315538" y="101709"/>
                  <a:pt x="317955" y="96845"/>
                  <a:pt x="318867" y="90280"/>
                </a:cubicBezTo>
                <a:lnTo>
                  <a:pt x="335464" y="91374"/>
                </a:lnTo>
                <a:cubicBezTo>
                  <a:pt x="334187" y="100858"/>
                  <a:pt x="330144" y="108427"/>
                  <a:pt x="323335" y="114081"/>
                </a:cubicBezTo>
                <a:cubicBezTo>
                  <a:pt x="316526" y="119734"/>
                  <a:pt x="307893" y="122561"/>
                  <a:pt x="297437" y="122561"/>
                </a:cubicBezTo>
                <a:cubicBezTo>
                  <a:pt x="283636" y="122561"/>
                  <a:pt x="273104" y="118199"/>
                  <a:pt x="265839" y="109475"/>
                </a:cubicBezTo>
                <a:cubicBezTo>
                  <a:pt x="258574" y="100751"/>
                  <a:pt x="254941" y="88030"/>
                  <a:pt x="254941" y="71312"/>
                </a:cubicBezTo>
                <a:cubicBezTo>
                  <a:pt x="254941" y="54715"/>
                  <a:pt x="258589" y="42054"/>
                  <a:pt x="265884" y="33330"/>
                </a:cubicBezTo>
                <a:cubicBezTo>
                  <a:pt x="273180" y="24607"/>
                  <a:pt x="283636" y="20245"/>
                  <a:pt x="297254" y="20245"/>
                </a:cubicBezTo>
                <a:cubicBezTo>
                  <a:pt x="307346" y="20245"/>
                  <a:pt x="315721" y="22851"/>
                  <a:pt x="322378" y="28064"/>
                </a:cubicBezTo>
                <a:cubicBezTo>
                  <a:pt x="329035" y="33277"/>
                  <a:pt x="333214" y="40460"/>
                  <a:pt x="334916" y="49611"/>
                </a:cubicBezTo>
                <a:lnTo>
                  <a:pt x="318046" y="50885"/>
                </a:lnTo>
                <a:cubicBezTo>
                  <a:pt x="317195" y="45442"/>
                  <a:pt x="315037" y="41118"/>
                  <a:pt x="311571" y="37913"/>
                </a:cubicBezTo>
                <a:cubicBezTo>
                  <a:pt x="308106" y="34706"/>
                  <a:pt x="303182" y="33103"/>
                  <a:pt x="296798" y="33103"/>
                </a:cubicBezTo>
                <a:cubicBezTo>
                  <a:pt x="288105" y="33103"/>
                  <a:pt x="281813" y="35990"/>
                  <a:pt x="277922" y="41766"/>
                </a:cubicBezTo>
                <a:cubicBezTo>
                  <a:pt x="274031" y="47541"/>
                  <a:pt x="272085" y="57268"/>
                  <a:pt x="272085" y="70947"/>
                </a:cubicBezTo>
                <a:close/>
                <a:moveTo>
                  <a:pt x="353337" y="120738"/>
                </a:moveTo>
                <a:lnTo>
                  <a:pt x="353337" y="45049"/>
                </a:lnTo>
                <a:cubicBezTo>
                  <a:pt x="353337" y="38118"/>
                  <a:pt x="353155" y="30458"/>
                  <a:pt x="352790" y="22068"/>
                </a:cubicBezTo>
                <a:lnTo>
                  <a:pt x="368293" y="22068"/>
                </a:lnTo>
                <a:cubicBezTo>
                  <a:pt x="368779" y="33255"/>
                  <a:pt x="369022" y="39972"/>
                  <a:pt x="369022" y="42222"/>
                </a:cubicBezTo>
                <a:lnTo>
                  <a:pt x="369387" y="42222"/>
                </a:lnTo>
                <a:cubicBezTo>
                  <a:pt x="372001" y="33771"/>
                  <a:pt x="375010" y="27996"/>
                  <a:pt x="378415" y="24895"/>
                </a:cubicBezTo>
                <a:cubicBezTo>
                  <a:pt x="381819" y="21795"/>
                  <a:pt x="386622" y="20245"/>
                  <a:pt x="392823" y="20245"/>
                </a:cubicBezTo>
                <a:cubicBezTo>
                  <a:pt x="395012" y="20245"/>
                  <a:pt x="397231" y="20548"/>
                  <a:pt x="399480" y="21156"/>
                </a:cubicBezTo>
                <a:lnTo>
                  <a:pt x="399480" y="36203"/>
                </a:lnTo>
                <a:cubicBezTo>
                  <a:pt x="397292" y="35595"/>
                  <a:pt x="394373" y="35291"/>
                  <a:pt x="390726" y="35291"/>
                </a:cubicBezTo>
                <a:cubicBezTo>
                  <a:pt x="383917" y="35291"/>
                  <a:pt x="378719" y="38224"/>
                  <a:pt x="375132" y="44091"/>
                </a:cubicBezTo>
                <a:cubicBezTo>
                  <a:pt x="371545" y="49958"/>
                  <a:pt x="369752" y="58363"/>
                  <a:pt x="369752" y="69306"/>
                </a:cubicBezTo>
                <a:lnTo>
                  <a:pt x="369752" y="120738"/>
                </a:lnTo>
                <a:lnTo>
                  <a:pt x="353337" y="120738"/>
                </a:lnTo>
                <a:close/>
                <a:moveTo>
                  <a:pt x="498604" y="71312"/>
                </a:moveTo>
                <a:cubicBezTo>
                  <a:pt x="498604" y="88577"/>
                  <a:pt x="494804" y="101435"/>
                  <a:pt x="487205" y="109886"/>
                </a:cubicBezTo>
                <a:cubicBezTo>
                  <a:pt x="479606" y="118336"/>
                  <a:pt x="468572" y="122561"/>
                  <a:pt x="454102" y="122561"/>
                </a:cubicBezTo>
                <a:cubicBezTo>
                  <a:pt x="439694" y="122561"/>
                  <a:pt x="428812" y="118169"/>
                  <a:pt x="421456" y="109384"/>
                </a:cubicBezTo>
                <a:cubicBezTo>
                  <a:pt x="414100" y="100599"/>
                  <a:pt x="410422" y="87909"/>
                  <a:pt x="410422" y="71312"/>
                </a:cubicBezTo>
                <a:cubicBezTo>
                  <a:pt x="410422" y="37267"/>
                  <a:pt x="425164" y="20245"/>
                  <a:pt x="454650" y="20245"/>
                </a:cubicBezTo>
                <a:cubicBezTo>
                  <a:pt x="469727" y="20245"/>
                  <a:pt x="480822" y="24394"/>
                  <a:pt x="487934" y="32692"/>
                </a:cubicBezTo>
                <a:cubicBezTo>
                  <a:pt x="495047" y="40991"/>
                  <a:pt x="498604" y="53864"/>
                  <a:pt x="498604" y="71312"/>
                </a:cubicBezTo>
                <a:moveTo>
                  <a:pt x="481369" y="71312"/>
                </a:moveTo>
                <a:cubicBezTo>
                  <a:pt x="481369" y="57694"/>
                  <a:pt x="479347" y="47800"/>
                  <a:pt x="475304" y="41629"/>
                </a:cubicBezTo>
                <a:cubicBezTo>
                  <a:pt x="471262" y="35458"/>
                  <a:pt x="464468" y="32373"/>
                  <a:pt x="454923" y="32373"/>
                </a:cubicBezTo>
                <a:cubicBezTo>
                  <a:pt x="445318" y="32373"/>
                  <a:pt x="438372" y="35519"/>
                  <a:pt x="434086" y="41811"/>
                </a:cubicBezTo>
                <a:cubicBezTo>
                  <a:pt x="429800" y="48104"/>
                  <a:pt x="427657" y="57937"/>
                  <a:pt x="427657" y="71312"/>
                </a:cubicBezTo>
                <a:cubicBezTo>
                  <a:pt x="427657" y="84322"/>
                  <a:pt x="429770" y="94094"/>
                  <a:pt x="433995" y="100630"/>
                </a:cubicBezTo>
                <a:cubicBezTo>
                  <a:pt x="438220" y="107165"/>
                  <a:pt x="444862" y="110433"/>
                  <a:pt x="453920" y="110433"/>
                </a:cubicBezTo>
                <a:cubicBezTo>
                  <a:pt x="463769" y="110433"/>
                  <a:pt x="470806" y="107272"/>
                  <a:pt x="475031" y="100949"/>
                </a:cubicBezTo>
                <a:cubicBezTo>
                  <a:pt x="479256" y="94626"/>
                  <a:pt x="481369" y="84747"/>
                  <a:pt x="481369" y="71312"/>
                </a:cubicBezTo>
                <a:close/>
                <a:moveTo>
                  <a:pt x="593050" y="93446"/>
                </a:moveTo>
                <a:cubicBezTo>
                  <a:pt x="593050" y="102755"/>
                  <a:pt x="589539" y="109935"/>
                  <a:pt x="582517" y="114987"/>
                </a:cubicBezTo>
                <a:cubicBezTo>
                  <a:pt x="575496" y="120037"/>
                  <a:pt x="565662" y="122561"/>
                  <a:pt x="553017" y="122561"/>
                </a:cubicBezTo>
                <a:cubicBezTo>
                  <a:pt x="540736" y="122561"/>
                  <a:pt x="531268" y="120540"/>
                  <a:pt x="524611" y="116497"/>
                </a:cubicBezTo>
                <a:cubicBezTo>
                  <a:pt x="517954" y="112454"/>
                  <a:pt x="513622" y="106147"/>
                  <a:pt x="511616" y="97575"/>
                </a:cubicBezTo>
                <a:lnTo>
                  <a:pt x="526115" y="94748"/>
                </a:lnTo>
                <a:cubicBezTo>
                  <a:pt x="527514" y="100037"/>
                  <a:pt x="530401" y="103913"/>
                  <a:pt x="534778" y="106375"/>
                </a:cubicBezTo>
                <a:cubicBezTo>
                  <a:pt x="539156" y="108837"/>
                  <a:pt x="545235" y="110068"/>
                  <a:pt x="553017" y="110068"/>
                </a:cubicBezTo>
                <a:cubicBezTo>
                  <a:pt x="561346" y="110068"/>
                  <a:pt x="567440" y="108790"/>
                  <a:pt x="571301" y="106232"/>
                </a:cubicBezTo>
                <a:cubicBezTo>
                  <a:pt x="575161" y="103673"/>
                  <a:pt x="577091" y="99837"/>
                  <a:pt x="577091" y="94722"/>
                </a:cubicBezTo>
                <a:cubicBezTo>
                  <a:pt x="577091" y="90828"/>
                  <a:pt x="575754" y="87664"/>
                  <a:pt x="573079" y="85230"/>
                </a:cubicBezTo>
                <a:cubicBezTo>
                  <a:pt x="570404" y="82796"/>
                  <a:pt x="566088" y="80788"/>
                  <a:pt x="560130" y="79206"/>
                </a:cubicBezTo>
                <a:lnTo>
                  <a:pt x="548366" y="76102"/>
                </a:lnTo>
                <a:cubicBezTo>
                  <a:pt x="538943" y="73668"/>
                  <a:pt x="532240" y="71280"/>
                  <a:pt x="528258" y="68938"/>
                </a:cubicBezTo>
                <a:cubicBezTo>
                  <a:pt x="524276" y="66595"/>
                  <a:pt x="521161" y="63751"/>
                  <a:pt x="518911" y="60406"/>
                </a:cubicBezTo>
                <a:cubicBezTo>
                  <a:pt x="516662" y="57058"/>
                  <a:pt x="515537" y="52951"/>
                  <a:pt x="515537" y="48084"/>
                </a:cubicBezTo>
                <a:cubicBezTo>
                  <a:pt x="515537" y="39077"/>
                  <a:pt x="518744" y="32215"/>
                  <a:pt x="525158" y="27500"/>
                </a:cubicBezTo>
                <a:cubicBezTo>
                  <a:pt x="531572" y="22785"/>
                  <a:pt x="540919" y="20427"/>
                  <a:pt x="553199" y="20427"/>
                </a:cubicBezTo>
                <a:cubicBezTo>
                  <a:pt x="564081" y="20427"/>
                  <a:pt x="572729" y="22342"/>
                  <a:pt x="579143" y="26172"/>
                </a:cubicBezTo>
                <a:cubicBezTo>
                  <a:pt x="585557" y="30002"/>
                  <a:pt x="589615" y="36142"/>
                  <a:pt x="591317" y="44593"/>
                </a:cubicBezTo>
                <a:lnTo>
                  <a:pt x="576544" y="46416"/>
                </a:lnTo>
                <a:cubicBezTo>
                  <a:pt x="575632" y="42039"/>
                  <a:pt x="573185" y="38680"/>
                  <a:pt x="569203" y="36340"/>
                </a:cubicBezTo>
                <a:cubicBezTo>
                  <a:pt x="565221" y="33999"/>
                  <a:pt x="559887" y="32829"/>
                  <a:pt x="553199" y="32829"/>
                </a:cubicBezTo>
                <a:cubicBezTo>
                  <a:pt x="545782" y="32829"/>
                  <a:pt x="540311" y="33956"/>
                  <a:pt x="536785" y="36209"/>
                </a:cubicBezTo>
                <a:cubicBezTo>
                  <a:pt x="533259" y="38462"/>
                  <a:pt x="531496" y="41872"/>
                  <a:pt x="531496" y="46439"/>
                </a:cubicBezTo>
                <a:cubicBezTo>
                  <a:pt x="531496" y="49238"/>
                  <a:pt x="532225" y="51550"/>
                  <a:pt x="533684" y="53376"/>
                </a:cubicBezTo>
                <a:cubicBezTo>
                  <a:pt x="535143" y="55201"/>
                  <a:pt x="537301" y="56753"/>
                  <a:pt x="540159" y="58032"/>
                </a:cubicBezTo>
                <a:cubicBezTo>
                  <a:pt x="543016" y="59309"/>
                  <a:pt x="549035" y="61073"/>
                  <a:pt x="558215" y="63324"/>
                </a:cubicBezTo>
                <a:cubicBezTo>
                  <a:pt x="566908" y="65514"/>
                  <a:pt x="573170" y="67538"/>
                  <a:pt x="577000" y="69394"/>
                </a:cubicBezTo>
                <a:cubicBezTo>
                  <a:pt x="580830" y="71250"/>
                  <a:pt x="583855" y="73304"/>
                  <a:pt x="586074" y="75555"/>
                </a:cubicBezTo>
                <a:cubicBezTo>
                  <a:pt x="588293" y="77806"/>
                  <a:pt x="590010" y="80408"/>
                  <a:pt x="591226" y="83360"/>
                </a:cubicBezTo>
                <a:cubicBezTo>
                  <a:pt x="592442" y="86311"/>
                  <a:pt x="593050" y="89673"/>
                  <a:pt x="593050" y="93446"/>
                </a:cubicBezTo>
                <a:close/>
                <a:moveTo>
                  <a:pt x="616851" y="41036"/>
                </a:moveTo>
                <a:lnTo>
                  <a:pt x="616851" y="22068"/>
                </a:lnTo>
                <a:lnTo>
                  <a:pt x="634633" y="22068"/>
                </a:lnTo>
                <a:lnTo>
                  <a:pt x="634633" y="41036"/>
                </a:lnTo>
                <a:lnTo>
                  <a:pt x="616851" y="41036"/>
                </a:lnTo>
                <a:moveTo>
                  <a:pt x="616851" y="120738"/>
                </a:moveTo>
                <a:lnTo>
                  <a:pt x="616851" y="101770"/>
                </a:lnTo>
                <a:lnTo>
                  <a:pt x="634633" y="101770"/>
                </a:lnTo>
                <a:lnTo>
                  <a:pt x="634633" y="120738"/>
                </a:lnTo>
                <a:lnTo>
                  <a:pt x="616851" y="120738"/>
                </a:lnTo>
                <a:close/>
                <a:moveTo>
                  <a:pt x="753610" y="159585"/>
                </a:moveTo>
                <a:cubicBezTo>
                  <a:pt x="742849" y="159585"/>
                  <a:pt x="734277" y="157473"/>
                  <a:pt x="727894" y="153247"/>
                </a:cubicBezTo>
                <a:cubicBezTo>
                  <a:pt x="721510" y="149022"/>
                  <a:pt x="717407" y="143019"/>
                  <a:pt x="715583" y="135237"/>
                </a:cubicBezTo>
                <a:lnTo>
                  <a:pt x="732088" y="132866"/>
                </a:lnTo>
                <a:cubicBezTo>
                  <a:pt x="733183" y="137426"/>
                  <a:pt x="735599" y="140936"/>
                  <a:pt x="739338" y="143399"/>
                </a:cubicBezTo>
                <a:cubicBezTo>
                  <a:pt x="743077" y="145861"/>
                  <a:pt x="747986" y="147092"/>
                  <a:pt x="754065" y="147092"/>
                </a:cubicBezTo>
                <a:cubicBezTo>
                  <a:pt x="770419" y="147092"/>
                  <a:pt x="778596" y="137494"/>
                  <a:pt x="778596" y="118298"/>
                </a:cubicBezTo>
                <a:lnTo>
                  <a:pt x="778596" y="102391"/>
                </a:lnTo>
                <a:lnTo>
                  <a:pt x="778414" y="102391"/>
                </a:lnTo>
                <a:cubicBezTo>
                  <a:pt x="775313" y="108719"/>
                  <a:pt x="771058" y="113481"/>
                  <a:pt x="765647" y="116677"/>
                </a:cubicBezTo>
                <a:cubicBezTo>
                  <a:pt x="760236" y="119870"/>
                  <a:pt x="753914" y="121467"/>
                  <a:pt x="746679" y="121467"/>
                </a:cubicBezTo>
                <a:cubicBezTo>
                  <a:pt x="734581" y="121467"/>
                  <a:pt x="725690" y="117451"/>
                  <a:pt x="720005" y="109418"/>
                </a:cubicBezTo>
                <a:cubicBezTo>
                  <a:pt x="714321" y="101386"/>
                  <a:pt x="711479" y="88760"/>
                  <a:pt x="711479" y="71540"/>
                </a:cubicBezTo>
                <a:cubicBezTo>
                  <a:pt x="711479" y="54077"/>
                  <a:pt x="714534" y="41192"/>
                  <a:pt x="720644" y="32886"/>
                </a:cubicBezTo>
                <a:cubicBezTo>
                  <a:pt x="726754" y="24580"/>
                  <a:pt x="736040" y="20427"/>
                  <a:pt x="748503" y="20427"/>
                </a:cubicBezTo>
                <a:cubicBezTo>
                  <a:pt x="755494" y="20427"/>
                  <a:pt x="761558" y="22025"/>
                  <a:pt x="766696" y="25220"/>
                </a:cubicBezTo>
                <a:cubicBezTo>
                  <a:pt x="771833" y="28414"/>
                  <a:pt x="775799" y="32962"/>
                  <a:pt x="778596" y="38865"/>
                </a:cubicBezTo>
                <a:lnTo>
                  <a:pt x="778778" y="38865"/>
                </a:lnTo>
                <a:cubicBezTo>
                  <a:pt x="778778" y="37048"/>
                  <a:pt x="778900" y="33901"/>
                  <a:pt x="779143" y="29424"/>
                </a:cubicBezTo>
                <a:cubicBezTo>
                  <a:pt x="779386" y="24944"/>
                  <a:pt x="779630" y="22492"/>
                  <a:pt x="779873" y="22068"/>
                </a:cubicBezTo>
                <a:lnTo>
                  <a:pt x="795466" y="22068"/>
                </a:lnTo>
                <a:cubicBezTo>
                  <a:pt x="795102" y="25353"/>
                  <a:pt x="794919" y="32167"/>
                  <a:pt x="794919" y="42509"/>
                </a:cubicBezTo>
                <a:lnTo>
                  <a:pt x="794919" y="117973"/>
                </a:lnTo>
                <a:cubicBezTo>
                  <a:pt x="794919" y="145715"/>
                  <a:pt x="781149" y="159585"/>
                  <a:pt x="753610" y="159585"/>
                </a:cubicBezTo>
                <a:moveTo>
                  <a:pt x="778596" y="71357"/>
                </a:moveTo>
                <a:cubicBezTo>
                  <a:pt x="778596" y="63323"/>
                  <a:pt x="777502" y="56400"/>
                  <a:pt x="775313" y="50588"/>
                </a:cubicBezTo>
                <a:cubicBezTo>
                  <a:pt x="773125" y="44775"/>
                  <a:pt x="770039" y="40331"/>
                  <a:pt x="766057" y="37257"/>
                </a:cubicBezTo>
                <a:cubicBezTo>
                  <a:pt x="762075" y="34184"/>
                  <a:pt x="757561" y="32647"/>
                  <a:pt x="752515" y="32647"/>
                </a:cubicBezTo>
                <a:cubicBezTo>
                  <a:pt x="744126" y="32647"/>
                  <a:pt x="738016" y="35690"/>
                  <a:pt x="734186" y="41777"/>
                </a:cubicBezTo>
                <a:cubicBezTo>
                  <a:pt x="730356" y="47864"/>
                  <a:pt x="728441" y="57724"/>
                  <a:pt x="728441" y="71357"/>
                </a:cubicBezTo>
                <a:cubicBezTo>
                  <a:pt x="728441" y="84871"/>
                  <a:pt x="730234" y="94580"/>
                  <a:pt x="733821" y="100484"/>
                </a:cubicBezTo>
                <a:cubicBezTo>
                  <a:pt x="737408" y="106387"/>
                  <a:pt x="743548" y="109339"/>
                  <a:pt x="752242" y="109339"/>
                </a:cubicBezTo>
                <a:cubicBezTo>
                  <a:pt x="757409" y="109339"/>
                  <a:pt x="761999" y="107817"/>
                  <a:pt x="766012" y="104773"/>
                </a:cubicBezTo>
                <a:cubicBezTo>
                  <a:pt x="770024" y="101730"/>
                  <a:pt x="773125" y="97363"/>
                  <a:pt x="775313" y="91673"/>
                </a:cubicBezTo>
                <a:cubicBezTo>
                  <a:pt x="777502" y="85981"/>
                  <a:pt x="778596" y="79209"/>
                  <a:pt x="778596" y="71357"/>
                </a:cubicBezTo>
                <a:close/>
                <a:moveTo>
                  <a:pt x="836109" y="22068"/>
                </a:moveTo>
                <a:lnTo>
                  <a:pt x="836109" y="84626"/>
                </a:lnTo>
                <a:cubicBezTo>
                  <a:pt x="836109" y="91131"/>
                  <a:pt x="836748" y="96177"/>
                  <a:pt x="838024" y="99764"/>
                </a:cubicBezTo>
                <a:cubicBezTo>
                  <a:pt x="839301" y="103350"/>
                  <a:pt x="841338" y="105934"/>
                  <a:pt x="844134" y="107515"/>
                </a:cubicBezTo>
                <a:cubicBezTo>
                  <a:pt x="846931" y="109095"/>
                  <a:pt x="851034" y="109886"/>
                  <a:pt x="856445" y="109886"/>
                </a:cubicBezTo>
                <a:cubicBezTo>
                  <a:pt x="864348" y="109886"/>
                  <a:pt x="870580" y="107180"/>
                  <a:pt x="875139" y="101770"/>
                </a:cubicBezTo>
                <a:cubicBezTo>
                  <a:pt x="879699" y="96359"/>
                  <a:pt x="881979" y="88851"/>
                  <a:pt x="881979" y="79245"/>
                </a:cubicBezTo>
                <a:lnTo>
                  <a:pt x="881979" y="22068"/>
                </a:lnTo>
                <a:lnTo>
                  <a:pt x="898393" y="22068"/>
                </a:lnTo>
                <a:lnTo>
                  <a:pt x="898393" y="99672"/>
                </a:lnTo>
                <a:cubicBezTo>
                  <a:pt x="898393" y="111162"/>
                  <a:pt x="898576" y="118184"/>
                  <a:pt x="898940" y="120738"/>
                </a:cubicBezTo>
                <a:lnTo>
                  <a:pt x="883438" y="120738"/>
                </a:lnTo>
                <a:cubicBezTo>
                  <a:pt x="883377" y="120434"/>
                  <a:pt x="883316" y="119613"/>
                  <a:pt x="883255" y="118275"/>
                </a:cubicBezTo>
                <a:cubicBezTo>
                  <a:pt x="883195" y="116938"/>
                  <a:pt x="883119" y="115403"/>
                  <a:pt x="883027" y="113670"/>
                </a:cubicBezTo>
                <a:cubicBezTo>
                  <a:pt x="882936" y="111938"/>
                  <a:pt x="882830" y="108670"/>
                  <a:pt x="882708" y="103867"/>
                </a:cubicBezTo>
                <a:lnTo>
                  <a:pt x="882435" y="103867"/>
                </a:lnTo>
                <a:cubicBezTo>
                  <a:pt x="878665" y="110676"/>
                  <a:pt x="874303" y="115494"/>
                  <a:pt x="869349" y="118321"/>
                </a:cubicBezTo>
                <a:cubicBezTo>
                  <a:pt x="864394" y="121148"/>
                  <a:pt x="858239" y="122561"/>
                  <a:pt x="850882" y="122561"/>
                </a:cubicBezTo>
                <a:cubicBezTo>
                  <a:pt x="840061" y="122561"/>
                  <a:pt x="832143" y="119871"/>
                  <a:pt x="827127" y="114491"/>
                </a:cubicBezTo>
                <a:cubicBezTo>
                  <a:pt x="822112" y="109111"/>
                  <a:pt x="819604" y="100219"/>
                  <a:pt x="819604" y="87817"/>
                </a:cubicBezTo>
                <a:lnTo>
                  <a:pt x="819604" y="22068"/>
                </a:lnTo>
                <a:lnTo>
                  <a:pt x="836109" y="22068"/>
                </a:lnTo>
                <a:close/>
                <a:moveTo>
                  <a:pt x="936483" y="74777"/>
                </a:moveTo>
                <a:cubicBezTo>
                  <a:pt x="936483" y="86113"/>
                  <a:pt x="938823" y="94860"/>
                  <a:pt x="943505" y="101017"/>
                </a:cubicBezTo>
                <a:cubicBezTo>
                  <a:pt x="948186" y="107173"/>
                  <a:pt x="955025" y="110251"/>
                  <a:pt x="964023" y="110251"/>
                </a:cubicBezTo>
                <a:cubicBezTo>
                  <a:pt x="971136" y="110251"/>
                  <a:pt x="976835" y="108813"/>
                  <a:pt x="981121" y="105939"/>
                </a:cubicBezTo>
                <a:cubicBezTo>
                  <a:pt x="985407" y="103064"/>
                  <a:pt x="988310" y="99425"/>
                  <a:pt x="989830" y="95022"/>
                </a:cubicBezTo>
                <a:lnTo>
                  <a:pt x="1004238" y="99139"/>
                </a:lnTo>
                <a:cubicBezTo>
                  <a:pt x="998341" y="114754"/>
                  <a:pt x="984936" y="122561"/>
                  <a:pt x="964023" y="122561"/>
                </a:cubicBezTo>
                <a:cubicBezTo>
                  <a:pt x="949432" y="122561"/>
                  <a:pt x="938322" y="118215"/>
                  <a:pt x="930692" y="109521"/>
                </a:cubicBezTo>
                <a:cubicBezTo>
                  <a:pt x="923062" y="100827"/>
                  <a:pt x="919248" y="87909"/>
                  <a:pt x="919248" y="70765"/>
                </a:cubicBezTo>
                <a:cubicBezTo>
                  <a:pt x="919248" y="54472"/>
                  <a:pt x="923062" y="41978"/>
                  <a:pt x="930692" y="33285"/>
                </a:cubicBezTo>
                <a:cubicBezTo>
                  <a:pt x="938322" y="24591"/>
                  <a:pt x="949219" y="20245"/>
                  <a:pt x="963384" y="20245"/>
                </a:cubicBezTo>
                <a:cubicBezTo>
                  <a:pt x="992383" y="20245"/>
                  <a:pt x="1006883" y="37693"/>
                  <a:pt x="1006883" y="72591"/>
                </a:cubicBezTo>
                <a:lnTo>
                  <a:pt x="1006883" y="74777"/>
                </a:lnTo>
                <a:lnTo>
                  <a:pt x="936483" y="74777"/>
                </a:lnTo>
                <a:moveTo>
                  <a:pt x="989921" y="62193"/>
                </a:moveTo>
                <a:cubicBezTo>
                  <a:pt x="989009" y="51829"/>
                  <a:pt x="986365" y="44269"/>
                  <a:pt x="981987" y="39512"/>
                </a:cubicBezTo>
                <a:cubicBezTo>
                  <a:pt x="977610" y="34753"/>
                  <a:pt x="971318" y="32373"/>
                  <a:pt x="963111" y="32373"/>
                </a:cubicBezTo>
                <a:cubicBezTo>
                  <a:pt x="955147" y="32373"/>
                  <a:pt x="948839" y="35025"/>
                  <a:pt x="944189" y="40329"/>
                </a:cubicBezTo>
                <a:cubicBezTo>
                  <a:pt x="939538" y="45632"/>
                  <a:pt x="937030" y="52920"/>
                  <a:pt x="936665" y="62193"/>
                </a:cubicBezTo>
                <a:lnTo>
                  <a:pt x="989921" y="62193"/>
                </a:lnTo>
                <a:close/>
                <a:moveTo>
                  <a:pt x="1101784" y="93446"/>
                </a:moveTo>
                <a:cubicBezTo>
                  <a:pt x="1101784" y="102755"/>
                  <a:pt x="1098273" y="109935"/>
                  <a:pt x="1091252" y="114987"/>
                </a:cubicBezTo>
                <a:cubicBezTo>
                  <a:pt x="1084230" y="120037"/>
                  <a:pt x="1074396" y="122561"/>
                  <a:pt x="1061751" y="122561"/>
                </a:cubicBezTo>
                <a:cubicBezTo>
                  <a:pt x="1049471" y="122561"/>
                  <a:pt x="1040002" y="120540"/>
                  <a:pt x="1033345" y="116497"/>
                </a:cubicBezTo>
                <a:cubicBezTo>
                  <a:pt x="1026688" y="112454"/>
                  <a:pt x="1022357" y="106147"/>
                  <a:pt x="1020350" y="97575"/>
                </a:cubicBezTo>
                <a:lnTo>
                  <a:pt x="1034850" y="94748"/>
                </a:lnTo>
                <a:cubicBezTo>
                  <a:pt x="1036248" y="100037"/>
                  <a:pt x="1039136" y="103913"/>
                  <a:pt x="1043513" y="106375"/>
                </a:cubicBezTo>
                <a:cubicBezTo>
                  <a:pt x="1047890" y="108837"/>
                  <a:pt x="1053970" y="110068"/>
                  <a:pt x="1061751" y="110068"/>
                </a:cubicBezTo>
                <a:cubicBezTo>
                  <a:pt x="1070080" y="110068"/>
                  <a:pt x="1076175" y="108790"/>
                  <a:pt x="1080035" y="106232"/>
                </a:cubicBezTo>
                <a:cubicBezTo>
                  <a:pt x="1083896" y="103673"/>
                  <a:pt x="1085826" y="99837"/>
                  <a:pt x="1085826" y="94722"/>
                </a:cubicBezTo>
                <a:cubicBezTo>
                  <a:pt x="1085826" y="90828"/>
                  <a:pt x="1084488" y="87664"/>
                  <a:pt x="1081813" y="85230"/>
                </a:cubicBezTo>
                <a:cubicBezTo>
                  <a:pt x="1079138" y="82796"/>
                  <a:pt x="1074822" y="80788"/>
                  <a:pt x="1068864" y="79206"/>
                </a:cubicBezTo>
                <a:lnTo>
                  <a:pt x="1057100" y="76102"/>
                </a:lnTo>
                <a:cubicBezTo>
                  <a:pt x="1047677" y="73668"/>
                  <a:pt x="1040975" y="71280"/>
                  <a:pt x="1036993" y="68938"/>
                </a:cubicBezTo>
                <a:cubicBezTo>
                  <a:pt x="1033011" y="66595"/>
                  <a:pt x="1029895" y="63751"/>
                  <a:pt x="1027646" y="60406"/>
                </a:cubicBezTo>
                <a:cubicBezTo>
                  <a:pt x="1025396" y="57058"/>
                  <a:pt x="1024272" y="52951"/>
                  <a:pt x="1024272" y="48084"/>
                </a:cubicBezTo>
                <a:cubicBezTo>
                  <a:pt x="1024272" y="39077"/>
                  <a:pt x="1027478" y="32215"/>
                  <a:pt x="1033892" y="27500"/>
                </a:cubicBezTo>
                <a:cubicBezTo>
                  <a:pt x="1040306" y="22785"/>
                  <a:pt x="1049653" y="20427"/>
                  <a:pt x="1061934" y="20427"/>
                </a:cubicBezTo>
                <a:cubicBezTo>
                  <a:pt x="1072816" y="20427"/>
                  <a:pt x="1081464" y="22342"/>
                  <a:pt x="1087878" y="26172"/>
                </a:cubicBezTo>
                <a:cubicBezTo>
                  <a:pt x="1094291" y="30002"/>
                  <a:pt x="1098349" y="36142"/>
                  <a:pt x="1100052" y="44593"/>
                </a:cubicBezTo>
                <a:lnTo>
                  <a:pt x="1085279" y="46416"/>
                </a:lnTo>
                <a:cubicBezTo>
                  <a:pt x="1084367" y="42039"/>
                  <a:pt x="1081920" y="38680"/>
                  <a:pt x="1077938" y="36340"/>
                </a:cubicBezTo>
                <a:cubicBezTo>
                  <a:pt x="1073956" y="33999"/>
                  <a:pt x="1068621" y="32829"/>
                  <a:pt x="1061934" y="32829"/>
                </a:cubicBezTo>
                <a:cubicBezTo>
                  <a:pt x="1054517" y="32829"/>
                  <a:pt x="1049045" y="33956"/>
                  <a:pt x="1045519" y="36209"/>
                </a:cubicBezTo>
                <a:cubicBezTo>
                  <a:pt x="1041993" y="38462"/>
                  <a:pt x="1040230" y="41872"/>
                  <a:pt x="1040230" y="46439"/>
                </a:cubicBezTo>
                <a:cubicBezTo>
                  <a:pt x="1040230" y="49238"/>
                  <a:pt x="1040960" y="51550"/>
                  <a:pt x="1042419" y="53376"/>
                </a:cubicBezTo>
                <a:cubicBezTo>
                  <a:pt x="1043878" y="55201"/>
                  <a:pt x="1046036" y="56753"/>
                  <a:pt x="1048893" y="58032"/>
                </a:cubicBezTo>
                <a:cubicBezTo>
                  <a:pt x="1051751" y="59309"/>
                  <a:pt x="1057769" y="61073"/>
                  <a:pt x="1066949" y="63324"/>
                </a:cubicBezTo>
                <a:cubicBezTo>
                  <a:pt x="1075643" y="65514"/>
                  <a:pt x="1081905" y="67538"/>
                  <a:pt x="1085735" y="69394"/>
                </a:cubicBezTo>
                <a:cubicBezTo>
                  <a:pt x="1089565" y="71250"/>
                  <a:pt x="1092589" y="73304"/>
                  <a:pt x="1094808" y="75555"/>
                </a:cubicBezTo>
                <a:cubicBezTo>
                  <a:pt x="1097027" y="77806"/>
                  <a:pt x="1098745" y="80408"/>
                  <a:pt x="1099960" y="83360"/>
                </a:cubicBezTo>
                <a:cubicBezTo>
                  <a:pt x="1101176" y="86311"/>
                  <a:pt x="1101784" y="89673"/>
                  <a:pt x="1101784" y="93446"/>
                </a:cubicBezTo>
                <a:close/>
                <a:moveTo>
                  <a:pt x="1159053" y="120008"/>
                </a:moveTo>
                <a:cubicBezTo>
                  <a:pt x="1153642" y="121467"/>
                  <a:pt x="1148110" y="122197"/>
                  <a:pt x="1142456" y="122197"/>
                </a:cubicBezTo>
                <a:cubicBezTo>
                  <a:pt x="1129324" y="122197"/>
                  <a:pt x="1122759" y="114749"/>
                  <a:pt x="1122759" y="99855"/>
                </a:cubicBezTo>
                <a:lnTo>
                  <a:pt x="1122759" y="34014"/>
                </a:lnTo>
                <a:lnTo>
                  <a:pt x="1111360" y="34014"/>
                </a:lnTo>
                <a:lnTo>
                  <a:pt x="1111360" y="22068"/>
                </a:lnTo>
                <a:lnTo>
                  <a:pt x="1123397" y="22068"/>
                </a:lnTo>
                <a:lnTo>
                  <a:pt x="1128230" y="0"/>
                </a:lnTo>
                <a:lnTo>
                  <a:pt x="1139173" y="0"/>
                </a:lnTo>
                <a:lnTo>
                  <a:pt x="1139173" y="22068"/>
                </a:lnTo>
                <a:lnTo>
                  <a:pt x="1157411" y="22068"/>
                </a:lnTo>
                <a:lnTo>
                  <a:pt x="1157411" y="34014"/>
                </a:lnTo>
                <a:lnTo>
                  <a:pt x="1139173" y="34014"/>
                </a:lnTo>
                <a:lnTo>
                  <a:pt x="1139173" y="96298"/>
                </a:lnTo>
                <a:cubicBezTo>
                  <a:pt x="1139173" y="101040"/>
                  <a:pt x="1139948" y="104369"/>
                  <a:pt x="1141498" y="106284"/>
                </a:cubicBezTo>
                <a:cubicBezTo>
                  <a:pt x="1143049" y="108199"/>
                  <a:pt x="1145739" y="109156"/>
                  <a:pt x="1149569" y="109156"/>
                </a:cubicBezTo>
                <a:cubicBezTo>
                  <a:pt x="1151757" y="109156"/>
                  <a:pt x="1154919" y="108731"/>
                  <a:pt x="1159053" y="107880"/>
                </a:cubicBezTo>
                <a:lnTo>
                  <a:pt x="1159053" y="120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BD35E-A32C-4676-9155-8D17351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3326463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07C27-8213-4BD5-B633-BC93FE3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3326463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20" name="Text data:main">
            <a:extLst xmlns:a="http://schemas.openxmlformats.org/drawingml/2006/main">
              <a:ext uri="{FF2B5EF4-FFF2-40B4-BE49-F238E27FC236}">
                <a16:creationId xmlns:a16="http://schemas.microsoft.com/office/drawing/2014/main" id="{7C9867B4-6D83-48A1-85C1-E61D4AA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031" y="3401241"/>
            <a:ext cx="852041" cy="137152"/>
          </a:xfrm>
          <a:custGeom xmlns:a="http://schemas.openxmlformats.org/drawingml/2006/main">
            <a:pathLst>
              <a:path w="852041" h="137152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50" y="137152"/>
                </a:moveTo>
                <a:cubicBezTo>
                  <a:pt x="123840" y="137152"/>
                  <a:pt x="116393" y="134538"/>
                  <a:pt x="111408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7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4" y="55992"/>
                  <a:pt x="163569" y="52526"/>
                </a:cubicBezTo>
                <a:cubicBezTo>
                  <a:pt x="160165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4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4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6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40" y="132456"/>
                </a:cubicBezTo>
                <a:cubicBezTo>
                  <a:pt x="148477" y="135587"/>
                  <a:pt x="141714" y="137152"/>
                  <a:pt x="133750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20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7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4" y="36659"/>
                </a:lnTo>
                <a:lnTo>
                  <a:pt x="248714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1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60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8" y="137152"/>
                </a:moveTo>
                <a:cubicBezTo>
                  <a:pt x="279598" y="137152"/>
                  <a:pt x="272151" y="134538"/>
                  <a:pt x="267166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5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2" y="55992"/>
                  <a:pt x="319327" y="52526"/>
                </a:cubicBezTo>
                <a:cubicBezTo>
                  <a:pt x="315923" y="49061"/>
                  <a:pt x="310573" y="47328"/>
                  <a:pt x="303277" y="47328"/>
                </a:cubicBezTo>
                <a:cubicBezTo>
                  <a:pt x="295921" y="47328"/>
                  <a:pt x="290571" y="48568"/>
                  <a:pt x="287228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2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1" y="57268"/>
                  <a:pt x="341031" y="68029"/>
                </a:cubicBezTo>
                <a:lnTo>
                  <a:pt x="341031" y="110524"/>
                </a:lnTo>
                <a:cubicBezTo>
                  <a:pt x="341031" y="115388"/>
                  <a:pt x="341669" y="119051"/>
                  <a:pt x="342946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2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6" y="136240"/>
                </a:cubicBezTo>
                <a:cubicBezTo>
                  <a:pt x="336866" y="136240"/>
                  <a:pt x="332444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8" y="132456"/>
                </a:cubicBezTo>
                <a:cubicBezTo>
                  <a:pt x="304235" y="135587"/>
                  <a:pt x="297472" y="137152"/>
                  <a:pt x="289508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1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3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8" y="123382"/>
                  <a:pt x="287896" y="124841"/>
                  <a:pt x="293246" y="124841"/>
                </a:cubicBezTo>
                <a:close/>
                <a:moveTo>
                  <a:pt x="372646" y="55627"/>
                </a:moveTo>
                <a:lnTo>
                  <a:pt x="372646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6" y="55627"/>
                </a:lnTo>
                <a:moveTo>
                  <a:pt x="372646" y="135328"/>
                </a:moveTo>
                <a:lnTo>
                  <a:pt x="372646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6" y="135328"/>
                </a:lnTo>
                <a:close/>
                <a:moveTo>
                  <a:pt x="529466" y="135328"/>
                </a:moveTo>
                <a:lnTo>
                  <a:pt x="529466" y="72771"/>
                </a:lnTo>
                <a:cubicBezTo>
                  <a:pt x="529466" y="63226"/>
                  <a:pt x="528159" y="56630"/>
                  <a:pt x="525545" y="52982"/>
                </a:cubicBezTo>
                <a:cubicBezTo>
                  <a:pt x="522931" y="49335"/>
                  <a:pt x="518219" y="47511"/>
                  <a:pt x="511411" y="47511"/>
                </a:cubicBezTo>
                <a:cubicBezTo>
                  <a:pt x="504419" y="47511"/>
                  <a:pt x="498887" y="50186"/>
                  <a:pt x="494814" y="55536"/>
                </a:cubicBezTo>
                <a:cubicBezTo>
                  <a:pt x="490740" y="60886"/>
                  <a:pt x="488704" y="68424"/>
                  <a:pt x="488704" y="78151"/>
                </a:cubicBezTo>
                <a:lnTo>
                  <a:pt x="488704" y="135328"/>
                </a:lnTo>
                <a:lnTo>
                  <a:pt x="472381" y="135328"/>
                </a:lnTo>
                <a:lnTo>
                  <a:pt x="472381" y="57724"/>
                </a:lnTo>
                <a:cubicBezTo>
                  <a:pt x="472381" y="46234"/>
                  <a:pt x="472198" y="39212"/>
                  <a:pt x="471833" y="36659"/>
                </a:cubicBezTo>
                <a:lnTo>
                  <a:pt x="487336" y="36659"/>
                </a:lnTo>
                <a:cubicBezTo>
                  <a:pt x="487397" y="36963"/>
                  <a:pt x="487458" y="37784"/>
                  <a:pt x="487518" y="39121"/>
                </a:cubicBezTo>
                <a:cubicBezTo>
                  <a:pt x="487579" y="40459"/>
                  <a:pt x="487655" y="41994"/>
                  <a:pt x="487746" y="43726"/>
                </a:cubicBezTo>
                <a:cubicBezTo>
                  <a:pt x="487838" y="45459"/>
                  <a:pt x="487944" y="48727"/>
                  <a:pt x="488065" y="53529"/>
                </a:cubicBezTo>
                <a:lnTo>
                  <a:pt x="488339" y="53529"/>
                </a:lnTo>
                <a:cubicBezTo>
                  <a:pt x="491865" y="46538"/>
                  <a:pt x="495908" y="41675"/>
                  <a:pt x="500468" y="38939"/>
                </a:cubicBezTo>
                <a:cubicBezTo>
                  <a:pt x="505027" y="36203"/>
                  <a:pt x="510590" y="34835"/>
                  <a:pt x="517156" y="34835"/>
                </a:cubicBezTo>
                <a:cubicBezTo>
                  <a:pt x="524633" y="34835"/>
                  <a:pt x="530546" y="36325"/>
                  <a:pt x="534892" y="39304"/>
                </a:cubicBezTo>
                <a:cubicBezTo>
                  <a:pt x="539239" y="42282"/>
                  <a:pt x="542264" y="47024"/>
                  <a:pt x="543966" y="53529"/>
                </a:cubicBezTo>
                <a:lnTo>
                  <a:pt x="544239" y="53529"/>
                </a:lnTo>
                <a:cubicBezTo>
                  <a:pt x="547644" y="46903"/>
                  <a:pt x="551763" y="42130"/>
                  <a:pt x="556596" y="39212"/>
                </a:cubicBezTo>
                <a:cubicBezTo>
                  <a:pt x="561429" y="36294"/>
                  <a:pt x="567281" y="34835"/>
                  <a:pt x="574150" y="34835"/>
                </a:cubicBezTo>
                <a:cubicBezTo>
                  <a:pt x="584121" y="34835"/>
                  <a:pt x="591370" y="37540"/>
                  <a:pt x="595899" y="42951"/>
                </a:cubicBezTo>
                <a:cubicBezTo>
                  <a:pt x="600429" y="48362"/>
                  <a:pt x="602693" y="57238"/>
                  <a:pt x="602693" y="69579"/>
                </a:cubicBezTo>
                <a:lnTo>
                  <a:pt x="602693" y="135328"/>
                </a:lnTo>
                <a:lnTo>
                  <a:pt x="586461" y="135328"/>
                </a:lnTo>
                <a:lnTo>
                  <a:pt x="586461" y="72771"/>
                </a:lnTo>
                <a:cubicBezTo>
                  <a:pt x="586461" y="63226"/>
                  <a:pt x="585154" y="56630"/>
                  <a:pt x="582540" y="52982"/>
                </a:cubicBezTo>
                <a:cubicBezTo>
                  <a:pt x="579926" y="49335"/>
                  <a:pt x="575214" y="47511"/>
                  <a:pt x="568405" y="47511"/>
                </a:cubicBezTo>
                <a:cubicBezTo>
                  <a:pt x="561231" y="47511"/>
                  <a:pt x="555654" y="50171"/>
                  <a:pt x="551672" y="55490"/>
                </a:cubicBezTo>
                <a:cubicBezTo>
                  <a:pt x="547690" y="60810"/>
                  <a:pt x="545699" y="68363"/>
                  <a:pt x="545699" y="78151"/>
                </a:cubicBezTo>
                <a:lnTo>
                  <a:pt x="545699" y="135328"/>
                </a:lnTo>
                <a:lnTo>
                  <a:pt x="529466" y="135328"/>
                </a:lnTo>
                <a:close/>
                <a:moveTo>
                  <a:pt x="652756" y="137152"/>
                </a:moveTo>
                <a:cubicBezTo>
                  <a:pt x="642847" y="137152"/>
                  <a:pt x="635399" y="134538"/>
                  <a:pt x="630414" y="129310"/>
                </a:cubicBezTo>
                <a:cubicBezTo>
                  <a:pt x="625429" y="124081"/>
                  <a:pt x="622936" y="116908"/>
                  <a:pt x="622936" y="107788"/>
                </a:cubicBezTo>
                <a:cubicBezTo>
                  <a:pt x="622936" y="97575"/>
                  <a:pt x="626295" y="89732"/>
                  <a:pt x="633013" y="84261"/>
                </a:cubicBezTo>
                <a:cubicBezTo>
                  <a:pt x="639731" y="78789"/>
                  <a:pt x="650567" y="75871"/>
                  <a:pt x="665523" y="75507"/>
                </a:cubicBezTo>
                <a:lnTo>
                  <a:pt x="687682" y="75142"/>
                </a:lnTo>
                <a:lnTo>
                  <a:pt x="687682" y="69761"/>
                </a:lnTo>
                <a:cubicBezTo>
                  <a:pt x="687682" y="61737"/>
                  <a:pt x="685980" y="55992"/>
                  <a:pt x="682576" y="52526"/>
                </a:cubicBezTo>
                <a:cubicBezTo>
                  <a:pt x="679171" y="49061"/>
                  <a:pt x="673821" y="47328"/>
                  <a:pt x="666526" y="47328"/>
                </a:cubicBezTo>
                <a:cubicBezTo>
                  <a:pt x="659170" y="47328"/>
                  <a:pt x="653820" y="48568"/>
                  <a:pt x="650476" y="51047"/>
                </a:cubicBezTo>
                <a:cubicBezTo>
                  <a:pt x="647133" y="53525"/>
                  <a:pt x="645126" y="57483"/>
                  <a:pt x="644458" y="62922"/>
                </a:cubicBezTo>
                <a:lnTo>
                  <a:pt x="627314" y="61378"/>
                </a:lnTo>
                <a:cubicBezTo>
                  <a:pt x="630110" y="43683"/>
                  <a:pt x="643303" y="34835"/>
                  <a:pt x="666891" y="34835"/>
                </a:cubicBezTo>
                <a:cubicBezTo>
                  <a:pt x="679293" y="34835"/>
                  <a:pt x="688625" y="37677"/>
                  <a:pt x="694887" y="43362"/>
                </a:cubicBezTo>
                <a:cubicBezTo>
                  <a:pt x="701148" y="49046"/>
                  <a:pt x="704279" y="57268"/>
                  <a:pt x="704279" y="68029"/>
                </a:cubicBezTo>
                <a:lnTo>
                  <a:pt x="704279" y="110524"/>
                </a:lnTo>
                <a:cubicBezTo>
                  <a:pt x="704279" y="115388"/>
                  <a:pt x="704918" y="119051"/>
                  <a:pt x="706194" y="121513"/>
                </a:cubicBezTo>
                <a:cubicBezTo>
                  <a:pt x="707471" y="123975"/>
                  <a:pt x="709903" y="125206"/>
                  <a:pt x="713490" y="125206"/>
                </a:cubicBezTo>
                <a:cubicBezTo>
                  <a:pt x="715070" y="125206"/>
                  <a:pt x="716864" y="124993"/>
                  <a:pt x="718870" y="124568"/>
                </a:cubicBezTo>
                <a:lnTo>
                  <a:pt x="718870" y="134781"/>
                </a:lnTo>
                <a:cubicBezTo>
                  <a:pt x="714736" y="135754"/>
                  <a:pt x="710511" y="136240"/>
                  <a:pt x="706194" y="136240"/>
                </a:cubicBezTo>
                <a:cubicBezTo>
                  <a:pt x="700115" y="136240"/>
                  <a:pt x="695692" y="134644"/>
                  <a:pt x="692926" y="131453"/>
                </a:cubicBezTo>
                <a:cubicBezTo>
                  <a:pt x="690160" y="128261"/>
                  <a:pt x="688594" y="123261"/>
                  <a:pt x="688230" y="116452"/>
                </a:cubicBezTo>
                <a:lnTo>
                  <a:pt x="687682" y="116452"/>
                </a:lnTo>
                <a:cubicBezTo>
                  <a:pt x="683488" y="123990"/>
                  <a:pt x="678609" y="129325"/>
                  <a:pt x="673046" y="132456"/>
                </a:cubicBezTo>
                <a:cubicBezTo>
                  <a:pt x="667484" y="135587"/>
                  <a:pt x="660720" y="137152"/>
                  <a:pt x="652756" y="137152"/>
                </a:cubicBezTo>
                <a:moveTo>
                  <a:pt x="656495" y="124841"/>
                </a:moveTo>
                <a:cubicBezTo>
                  <a:pt x="662514" y="124841"/>
                  <a:pt x="667863" y="123473"/>
                  <a:pt x="672545" y="120738"/>
                </a:cubicBezTo>
                <a:cubicBezTo>
                  <a:pt x="677226" y="118002"/>
                  <a:pt x="680919" y="114248"/>
                  <a:pt x="683624" y="109475"/>
                </a:cubicBezTo>
                <a:cubicBezTo>
                  <a:pt x="686330" y="104703"/>
                  <a:pt x="687682" y="99794"/>
                  <a:pt x="687682" y="94748"/>
                </a:cubicBezTo>
                <a:lnTo>
                  <a:pt x="687682" y="86632"/>
                </a:lnTo>
                <a:lnTo>
                  <a:pt x="669718" y="86997"/>
                </a:lnTo>
                <a:cubicBezTo>
                  <a:pt x="661997" y="87118"/>
                  <a:pt x="656145" y="87909"/>
                  <a:pt x="652163" y="89368"/>
                </a:cubicBezTo>
                <a:cubicBezTo>
                  <a:pt x="648181" y="90827"/>
                  <a:pt x="645126" y="93076"/>
                  <a:pt x="642999" y="96116"/>
                </a:cubicBezTo>
                <a:cubicBezTo>
                  <a:pt x="640871" y="99156"/>
                  <a:pt x="639807" y="103138"/>
                  <a:pt x="639807" y="108062"/>
                </a:cubicBezTo>
                <a:cubicBezTo>
                  <a:pt x="639807" y="113412"/>
                  <a:pt x="641251" y="117546"/>
                  <a:pt x="644138" y="120464"/>
                </a:cubicBezTo>
                <a:cubicBezTo>
                  <a:pt x="647026" y="123382"/>
                  <a:pt x="651145" y="124841"/>
                  <a:pt x="656495" y="124841"/>
                </a:cubicBezTo>
                <a:close/>
                <a:moveTo>
                  <a:pt x="731335" y="15685"/>
                </a:moveTo>
                <a:lnTo>
                  <a:pt x="731335" y="0"/>
                </a:lnTo>
                <a:lnTo>
                  <a:pt x="747749" y="0"/>
                </a:lnTo>
                <a:lnTo>
                  <a:pt x="747749" y="15685"/>
                </a:lnTo>
                <a:lnTo>
                  <a:pt x="731335" y="15685"/>
                </a:lnTo>
                <a:moveTo>
                  <a:pt x="731335" y="135328"/>
                </a:moveTo>
                <a:lnTo>
                  <a:pt x="731335" y="36659"/>
                </a:lnTo>
                <a:lnTo>
                  <a:pt x="747749" y="36659"/>
                </a:lnTo>
                <a:lnTo>
                  <a:pt x="747749" y="135328"/>
                </a:lnTo>
                <a:lnTo>
                  <a:pt x="731335" y="135328"/>
                </a:lnTo>
                <a:close/>
                <a:moveTo>
                  <a:pt x="835535" y="135328"/>
                </a:moveTo>
                <a:lnTo>
                  <a:pt x="835535" y="72771"/>
                </a:lnTo>
                <a:cubicBezTo>
                  <a:pt x="835535" y="66266"/>
                  <a:pt x="834897" y="61220"/>
                  <a:pt x="833620" y="57633"/>
                </a:cubicBezTo>
                <a:cubicBezTo>
                  <a:pt x="832343" y="54046"/>
                  <a:pt x="830307" y="51462"/>
                  <a:pt x="827510" y="49882"/>
                </a:cubicBezTo>
                <a:cubicBezTo>
                  <a:pt x="824714" y="48301"/>
                  <a:pt x="820610" y="47511"/>
                  <a:pt x="815199" y="47511"/>
                </a:cubicBezTo>
                <a:cubicBezTo>
                  <a:pt x="807296" y="47511"/>
                  <a:pt x="801065" y="50216"/>
                  <a:pt x="796505" y="55627"/>
                </a:cubicBezTo>
                <a:cubicBezTo>
                  <a:pt x="791946" y="61038"/>
                  <a:pt x="789666" y="68546"/>
                  <a:pt x="789666" y="78151"/>
                </a:cubicBezTo>
                <a:lnTo>
                  <a:pt x="789666" y="135328"/>
                </a:lnTo>
                <a:lnTo>
                  <a:pt x="773251" y="135328"/>
                </a:lnTo>
                <a:lnTo>
                  <a:pt x="773251" y="57724"/>
                </a:lnTo>
                <a:cubicBezTo>
                  <a:pt x="773251" y="46234"/>
                  <a:pt x="773069" y="39212"/>
                  <a:pt x="772704" y="36659"/>
                </a:cubicBezTo>
                <a:lnTo>
                  <a:pt x="788207" y="36659"/>
                </a:lnTo>
                <a:cubicBezTo>
                  <a:pt x="788268" y="36963"/>
                  <a:pt x="788328" y="37784"/>
                  <a:pt x="788389" y="39121"/>
                </a:cubicBezTo>
                <a:cubicBezTo>
                  <a:pt x="788450" y="40459"/>
                  <a:pt x="788526" y="41994"/>
                  <a:pt x="788617" y="43726"/>
                </a:cubicBezTo>
                <a:cubicBezTo>
                  <a:pt x="788708" y="45459"/>
                  <a:pt x="788815" y="48727"/>
                  <a:pt x="788936" y="53529"/>
                </a:cubicBezTo>
                <a:lnTo>
                  <a:pt x="789210" y="53529"/>
                </a:lnTo>
                <a:cubicBezTo>
                  <a:pt x="792979" y="46720"/>
                  <a:pt x="797341" y="41902"/>
                  <a:pt x="802296" y="39076"/>
                </a:cubicBezTo>
                <a:cubicBezTo>
                  <a:pt x="807251" y="36249"/>
                  <a:pt x="813406" y="34835"/>
                  <a:pt x="820762" y="34835"/>
                </a:cubicBezTo>
                <a:cubicBezTo>
                  <a:pt x="831583" y="34835"/>
                  <a:pt x="839502" y="37525"/>
                  <a:pt x="844517" y="42906"/>
                </a:cubicBezTo>
                <a:cubicBezTo>
                  <a:pt x="849533" y="48286"/>
                  <a:pt x="852041" y="57177"/>
                  <a:pt x="852041" y="69579"/>
                </a:cubicBezTo>
                <a:lnTo>
                  <a:pt x="852041" y="135328"/>
                </a:lnTo>
                <a:lnTo>
                  <a:pt x="835535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DE74B-6946-4AB5-AE21-3BBDA0C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3637730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FC0AB-90EA-4213-A5A0-A0A8FB10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3637730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23" name="Text data:guest">
            <a:extLst xmlns:a="http://schemas.openxmlformats.org/drawingml/2006/main">
              <a:ext uri="{FF2B5EF4-FFF2-40B4-BE49-F238E27FC236}">
                <a16:creationId xmlns:a16="http://schemas.microsoft.com/office/drawing/2014/main" id="{940696DC-C440-4CD3-A054-7407198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012" y="3712508"/>
            <a:ext cx="914847" cy="174176"/>
          </a:xfrm>
          <a:custGeom xmlns:a="http://schemas.openxmlformats.org/drawingml/2006/main">
            <a:pathLst>
              <a:path w="914847" h="174176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50" y="137152"/>
                </a:moveTo>
                <a:cubicBezTo>
                  <a:pt x="123840" y="137152"/>
                  <a:pt x="116393" y="134538"/>
                  <a:pt x="111408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7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4" y="55992"/>
                  <a:pt x="163569" y="52526"/>
                </a:cubicBezTo>
                <a:cubicBezTo>
                  <a:pt x="160165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4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4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6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40" y="132456"/>
                </a:cubicBezTo>
                <a:cubicBezTo>
                  <a:pt x="148477" y="135587"/>
                  <a:pt x="141714" y="137152"/>
                  <a:pt x="133750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20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59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8" y="137152"/>
                </a:moveTo>
                <a:cubicBezTo>
                  <a:pt x="279598" y="137152"/>
                  <a:pt x="272151" y="134538"/>
                  <a:pt x="267166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5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2" y="55992"/>
                  <a:pt x="319327" y="52526"/>
                </a:cubicBezTo>
                <a:cubicBezTo>
                  <a:pt x="315923" y="49061"/>
                  <a:pt x="310573" y="47328"/>
                  <a:pt x="303277" y="47328"/>
                </a:cubicBezTo>
                <a:cubicBezTo>
                  <a:pt x="295921" y="47328"/>
                  <a:pt x="290571" y="48568"/>
                  <a:pt x="287228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2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1" y="57268"/>
                  <a:pt x="341031" y="68029"/>
                </a:cubicBezTo>
                <a:lnTo>
                  <a:pt x="341031" y="110524"/>
                </a:lnTo>
                <a:cubicBezTo>
                  <a:pt x="341031" y="115388"/>
                  <a:pt x="341669" y="119051"/>
                  <a:pt x="342946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2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6" y="136240"/>
                </a:cubicBezTo>
                <a:cubicBezTo>
                  <a:pt x="336866" y="136240"/>
                  <a:pt x="332444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8" y="132456"/>
                </a:cubicBezTo>
                <a:cubicBezTo>
                  <a:pt x="304235" y="135587"/>
                  <a:pt x="297472" y="137152"/>
                  <a:pt x="289508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1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3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8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09404" y="174176"/>
                </a:moveTo>
                <a:cubicBezTo>
                  <a:pt x="498644" y="174176"/>
                  <a:pt x="490072" y="172063"/>
                  <a:pt x="483688" y="167838"/>
                </a:cubicBezTo>
                <a:cubicBezTo>
                  <a:pt x="477305" y="163613"/>
                  <a:pt x="473201" y="157609"/>
                  <a:pt x="471377" y="149828"/>
                </a:cubicBezTo>
                <a:lnTo>
                  <a:pt x="487883" y="147457"/>
                </a:lnTo>
                <a:cubicBezTo>
                  <a:pt x="488977" y="152016"/>
                  <a:pt x="491394" y="155527"/>
                  <a:pt x="495133" y="157989"/>
                </a:cubicBezTo>
                <a:cubicBezTo>
                  <a:pt x="498872" y="160451"/>
                  <a:pt x="503781" y="161683"/>
                  <a:pt x="509860" y="161683"/>
                </a:cubicBezTo>
                <a:cubicBezTo>
                  <a:pt x="526214" y="161683"/>
                  <a:pt x="534391" y="152085"/>
                  <a:pt x="534391" y="132889"/>
                </a:cubicBezTo>
                <a:lnTo>
                  <a:pt x="534391" y="116982"/>
                </a:lnTo>
                <a:lnTo>
                  <a:pt x="534208" y="116982"/>
                </a:lnTo>
                <a:cubicBezTo>
                  <a:pt x="531108" y="123310"/>
                  <a:pt x="526852" y="128072"/>
                  <a:pt x="521442" y="131267"/>
                </a:cubicBezTo>
                <a:cubicBezTo>
                  <a:pt x="516031" y="134461"/>
                  <a:pt x="509708" y="136058"/>
                  <a:pt x="502474" y="136058"/>
                </a:cubicBezTo>
                <a:cubicBezTo>
                  <a:pt x="490376" y="136058"/>
                  <a:pt x="481485" y="132041"/>
                  <a:pt x="475800" y="124009"/>
                </a:cubicBezTo>
                <a:cubicBezTo>
                  <a:pt x="470116" y="115977"/>
                  <a:pt x="467274" y="103350"/>
                  <a:pt x="467274" y="86130"/>
                </a:cubicBezTo>
                <a:cubicBezTo>
                  <a:pt x="467274" y="68667"/>
                  <a:pt x="470329" y="55783"/>
                  <a:pt x="476439" y="47477"/>
                </a:cubicBezTo>
                <a:cubicBezTo>
                  <a:pt x="482548" y="39171"/>
                  <a:pt x="491835" y="35018"/>
                  <a:pt x="504298" y="35018"/>
                </a:cubicBezTo>
                <a:cubicBezTo>
                  <a:pt x="511289" y="35018"/>
                  <a:pt x="517353" y="36615"/>
                  <a:pt x="522490" y="39811"/>
                </a:cubicBezTo>
                <a:cubicBezTo>
                  <a:pt x="527627" y="43004"/>
                  <a:pt x="531594" y="47553"/>
                  <a:pt x="534391" y="53455"/>
                </a:cubicBezTo>
                <a:lnTo>
                  <a:pt x="534573" y="53455"/>
                </a:lnTo>
                <a:cubicBezTo>
                  <a:pt x="534573" y="51639"/>
                  <a:pt x="534695" y="48492"/>
                  <a:pt x="534938" y="44014"/>
                </a:cubicBezTo>
                <a:cubicBezTo>
                  <a:pt x="535181" y="39534"/>
                  <a:pt x="535424" y="37083"/>
                  <a:pt x="535667" y="36659"/>
                </a:cubicBezTo>
                <a:lnTo>
                  <a:pt x="551261" y="36659"/>
                </a:lnTo>
                <a:cubicBezTo>
                  <a:pt x="550896" y="39944"/>
                  <a:pt x="550714" y="46757"/>
                  <a:pt x="550714" y="57100"/>
                </a:cubicBezTo>
                <a:lnTo>
                  <a:pt x="550714" y="132564"/>
                </a:lnTo>
                <a:cubicBezTo>
                  <a:pt x="550714" y="160305"/>
                  <a:pt x="536944" y="174176"/>
                  <a:pt x="509404" y="174176"/>
                </a:cubicBezTo>
                <a:moveTo>
                  <a:pt x="534391" y="85948"/>
                </a:moveTo>
                <a:cubicBezTo>
                  <a:pt x="534391" y="77914"/>
                  <a:pt x="533296" y="70991"/>
                  <a:pt x="531108" y="65179"/>
                </a:cubicBezTo>
                <a:cubicBezTo>
                  <a:pt x="528919" y="59366"/>
                  <a:pt x="525834" y="54922"/>
                  <a:pt x="521852" y="51848"/>
                </a:cubicBezTo>
                <a:cubicBezTo>
                  <a:pt x="517870" y="48774"/>
                  <a:pt x="513356" y="47237"/>
                  <a:pt x="508310" y="47237"/>
                </a:cubicBezTo>
                <a:cubicBezTo>
                  <a:pt x="499920" y="47237"/>
                  <a:pt x="493811" y="50281"/>
                  <a:pt x="489981" y="56368"/>
                </a:cubicBezTo>
                <a:cubicBezTo>
                  <a:pt x="486150" y="62455"/>
                  <a:pt x="484235" y="72315"/>
                  <a:pt x="484235" y="85948"/>
                </a:cubicBezTo>
                <a:cubicBezTo>
                  <a:pt x="484235" y="99461"/>
                  <a:pt x="486029" y="109170"/>
                  <a:pt x="489616" y="115075"/>
                </a:cubicBezTo>
                <a:cubicBezTo>
                  <a:pt x="493203" y="120978"/>
                  <a:pt x="499343" y="123929"/>
                  <a:pt x="508036" y="123929"/>
                </a:cubicBezTo>
                <a:cubicBezTo>
                  <a:pt x="513204" y="123929"/>
                  <a:pt x="517794" y="122407"/>
                  <a:pt x="521806" y="119364"/>
                </a:cubicBezTo>
                <a:cubicBezTo>
                  <a:pt x="525819" y="116320"/>
                  <a:pt x="528919" y="111954"/>
                  <a:pt x="531108" y="106264"/>
                </a:cubicBezTo>
                <a:cubicBezTo>
                  <a:pt x="533296" y="100572"/>
                  <a:pt x="534391" y="93800"/>
                  <a:pt x="534391" y="85948"/>
                </a:cubicBezTo>
                <a:close/>
                <a:moveTo>
                  <a:pt x="591904" y="36659"/>
                </a:moveTo>
                <a:lnTo>
                  <a:pt x="591904" y="99216"/>
                </a:lnTo>
                <a:cubicBezTo>
                  <a:pt x="591904" y="105721"/>
                  <a:pt x="592543" y="110767"/>
                  <a:pt x="593819" y="114354"/>
                </a:cubicBezTo>
                <a:cubicBezTo>
                  <a:pt x="595096" y="117941"/>
                  <a:pt x="597132" y="120525"/>
                  <a:pt x="599929" y="122105"/>
                </a:cubicBezTo>
                <a:cubicBezTo>
                  <a:pt x="602726" y="123686"/>
                  <a:pt x="606829" y="124476"/>
                  <a:pt x="612240" y="124476"/>
                </a:cubicBezTo>
                <a:cubicBezTo>
                  <a:pt x="620143" y="124476"/>
                  <a:pt x="626375" y="121771"/>
                  <a:pt x="630934" y="116360"/>
                </a:cubicBezTo>
                <a:cubicBezTo>
                  <a:pt x="635494" y="110950"/>
                  <a:pt x="637774" y="103442"/>
                  <a:pt x="637774" y="93836"/>
                </a:cubicBezTo>
                <a:lnTo>
                  <a:pt x="637774" y="36659"/>
                </a:lnTo>
                <a:lnTo>
                  <a:pt x="654188" y="36659"/>
                </a:lnTo>
                <a:lnTo>
                  <a:pt x="654188" y="114263"/>
                </a:lnTo>
                <a:cubicBezTo>
                  <a:pt x="654188" y="125753"/>
                  <a:pt x="654370" y="132775"/>
                  <a:pt x="654735" y="135328"/>
                </a:cubicBezTo>
                <a:lnTo>
                  <a:pt x="639233" y="135328"/>
                </a:lnTo>
                <a:cubicBezTo>
                  <a:pt x="639172" y="135024"/>
                  <a:pt x="639111" y="134203"/>
                  <a:pt x="639050" y="132866"/>
                </a:cubicBezTo>
                <a:cubicBezTo>
                  <a:pt x="638989" y="131529"/>
                  <a:pt x="638913" y="129993"/>
                  <a:pt x="638822" y="128261"/>
                </a:cubicBezTo>
                <a:cubicBezTo>
                  <a:pt x="638731" y="126528"/>
                  <a:pt x="638625" y="123261"/>
                  <a:pt x="638503" y="118458"/>
                </a:cubicBezTo>
                <a:lnTo>
                  <a:pt x="638229" y="118458"/>
                </a:lnTo>
                <a:cubicBezTo>
                  <a:pt x="634460" y="125267"/>
                  <a:pt x="630098" y="130085"/>
                  <a:pt x="625143" y="132912"/>
                </a:cubicBezTo>
                <a:cubicBezTo>
                  <a:pt x="620189" y="135739"/>
                  <a:pt x="614033" y="137152"/>
                  <a:pt x="606677" y="137152"/>
                </a:cubicBezTo>
                <a:cubicBezTo>
                  <a:pt x="595856" y="137152"/>
                  <a:pt x="587937" y="134462"/>
                  <a:pt x="582922" y="129082"/>
                </a:cubicBezTo>
                <a:cubicBezTo>
                  <a:pt x="577906" y="123701"/>
                  <a:pt x="575399" y="114810"/>
                  <a:pt x="575399" y="102408"/>
                </a:cubicBezTo>
                <a:lnTo>
                  <a:pt x="575399" y="36659"/>
                </a:lnTo>
                <a:lnTo>
                  <a:pt x="591904" y="36659"/>
                </a:lnTo>
                <a:close/>
                <a:moveTo>
                  <a:pt x="692277" y="89368"/>
                </a:moveTo>
                <a:cubicBezTo>
                  <a:pt x="692277" y="100704"/>
                  <a:pt x="694618" y="109451"/>
                  <a:pt x="699299" y="115608"/>
                </a:cubicBezTo>
                <a:cubicBezTo>
                  <a:pt x="703980" y="121763"/>
                  <a:pt x="710820" y="124841"/>
                  <a:pt x="719817" y="124841"/>
                </a:cubicBezTo>
                <a:cubicBezTo>
                  <a:pt x="726930" y="124841"/>
                  <a:pt x="732630" y="123404"/>
                  <a:pt x="736916" y="120530"/>
                </a:cubicBezTo>
                <a:cubicBezTo>
                  <a:pt x="741202" y="117655"/>
                  <a:pt x="744104" y="114016"/>
                  <a:pt x="745624" y="109612"/>
                </a:cubicBezTo>
                <a:lnTo>
                  <a:pt x="760033" y="113730"/>
                </a:lnTo>
                <a:cubicBezTo>
                  <a:pt x="754136" y="129345"/>
                  <a:pt x="740730" y="137152"/>
                  <a:pt x="719817" y="137152"/>
                </a:cubicBezTo>
                <a:cubicBezTo>
                  <a:pt x="705227" y="137152"/>
                  <a:pt x="694116" y="132805"/>
                  <a:pt x="686487" y="124112"/>
                </a:cubicBezTo>
                <a:cubicBezTo>
                  <a:pt x="678857" y="115418"/>
                  <a:pt x="675042" y="102499"/>
                  <a:pt x="675042" y="85355"/>
                </a:cubicBezTo>
                <a:cubicBezTo>
                  <a:pt x="675042" y="69062"/>
                  <a:pt x="678857" y="56569"/>
                  <a:pt x="686487" y="47876"/>
                </a:cubicBezTo>
                <a:cubicBezTo>
                  <a:pt x="694116" y="39182"/>
                  <a:pt x="705014" y="34835"/>
                  <a:pt x="719179" y="34835"/>
                </a:cubicBezTo>
                <a:cubicBezTo>
                  <a:pt x="748178" y="34835"/>
                  <a:pt x="762677" y="52284"/>
                  <a:pt x="762677" y="87182"/>
                </a:cubicBezTo>
                <a:lnTo>
                  <a:pt x="762677" y="89368"/>
                </a:lnTo>
                <a:lnTo>
                  <a:pt x="692277" y="89368"/>
                </a:lnTo>
                <a:moveTo>
                  <a:pt x="745716" y="76783"/>
                </a:moveTo>
                <a:cubicBezTo>
                  <a:pt x="744804" y="66420"/>
                  <a:pt x="742159" y="58859"/>
                  <a:pt x="737782" y="54102"/>
                </a:cubicBezTo>
                <a:cubicBezTo>
                  <a:pt x="733405" y="49343"/>
                  <a:pt x="727112" y="46964"/>
                  <a:pt x="718905" y="46964"/>
                </a:cubicBezTo>
                <a:cubicBezTo>
                  <a:pt x="710941" y="46964"/>
                  <a:pt x="704634" y="49616"/>
                  <a:pt x="699983" y="54920"/>
                </a:cubicBezTo>
                <a:cubicBezTo>
                  <a:pt x="695332" y="60222"/>
                  <a:pt x="692824" y="67510"/>
                  <a:pt x="692460" y="76783"/>
                </a:cubicBezTo>
                <a:lnTo>
                  <a:pt x="745716" y="76783"/>
                </a:lnTo>
                <a:close/>
                <a:moveTo>
                  <a:pt x="857579" y="108036"/>
                </a:moveTo>
                <a:cubicBezTo>
                  <a:pt x="857579" y="117345"/>
                  <a:pt x="854068" y="124526"/>
                  <a:pt x="847046" y="129577"/>
                </a:cubicBezTo>
                <a:cubicBezTo>
                  <a:pt x="840025" y="134627"/>
                  <a:pt x="830191" y="137152"/>
                  <a:pt x="817546" y="137152"/>
                </a:cubicBezTo>
                <a:cubicBezTo>
                  <a:pt x="805266" y="137152"/>
                  <a:pt x="795797" y="135131"/>
                  <a:pt x="789140" y="131088"/>
                </a:cubicBezTo>
                <a:cubicBezTo>
                  <a:pt x="782483" y="127045"/>
                  <a:pt x="778151" y="120738"/>
                  <a:pt x="776145" y="112166"/>
                </a:cubicBezTo>
                <a:lnTo>
                  <a:pt x="790645" y="109339"/>
                </a:lnTo>
                <a:cubicBezTo>
                  <a:pt x="792043" y="114628"/>
                  <a:pt x="794931" y="118503"/>
                  <a:pt x="799308" y="120966"/>
                </a:cubicBezTo>
                <a:cubicBezTo>
                  <a:pt x="803685" y="123428"/>
                  <a:pt x="809764" y="124659"/>
                  <a:pt x="817546" y="124659"/>
                </a:cubicBezTo>
                <a:cubicBezTo>
                  <a:pt x="825875" y="124659"/>
                  <a:pt x="831969" y="123380"/>
                  <a:pt x="835830" y="120823"/>
                </a:cubicBezTo>
                <a:cubicBezTo>
                  <a:pt x="839690" y="118264"/>
                  <a:pt x="841621" y="114427"/>
                  <a:pt x="841621" y="109313"/>
                </a:cubicBezTo>
                <a:cubicBezTo>
                  <a:pt x="841621" y="105418"/>
                  <a:pt x="840283" y="102254"/>
                  <a:pt x="837608" y="99820"/>
                </a:cubicBezTo>
                <a:cubicBezTo>
                  <a:pt x="834933" y="97387"/>
                  <a:pt x="830617" y="95379"/>
                  <a:pt x="824659" y="93796"/>
                </a:cubicBezTo>
                <a:lnTo>
                  <a:pt x="812895" y="90693"/>
                </a:lnTo>
                <a:cubicBezTo>
                  <a:pt x="803472" y="88259"/>
                  <a:pt x="796770" y="85871"/>
                  <a:pt x="792788" y="83529"/>
                </a:cubicBezTo>
                <a:cubicBezTo>
                  <a:pt x="788805" y="81186"/>
                  <a:pt x="785690" y="78342"/>
                  <a:pt x="783440" y="74996"/>
                </a:cubicBezTo>
                <a:cubicBezTo>
                  <a:pt x="781191" y="71649"/>
                  <a:pt x="780066" y="67542"/>
                  <a:pt x="780066" y="62674"/>
                </a:cubicBezTo>
                <a:cubicBezTo>
                  <a:pt x="780066" y="53667"/>
                  <a:pt x="783273" y="46806"/>
                  <a:pt x="789687" y="42091"/>
                </a:cubicBezTo>
                <a:cubicBezTo>
                  <a:pt x="796101" y="37375"/>
                  <a:pt x="805448" y="35018"/>
                  <a:pt x="817728" y="35018"/>
                </a:cubicBezTo>
                <a:cubicBezTo>
                  <a:pt x="828611" y="35018"/>
                  <a:pt x="837259" y="36933"/>
                  <a:pt x="843672" y="40763"/>
                </a:cubicBezTo>
                <a:cubicBezTo>
                  <a:pt x="850086" y="44593"/>
                  <a:pt x="854144" y="50733"/>
                  <a:pt x="855846" y="59183"/>
                </a:cubicBezTo>
                <a:lnTo>
                  <a:pt x="841073" y="61007"/>
                </a:lnTo>
                <a:cubicBezTo>
                  <a:pt x="840162" y="56630"/>
                  <a:pt x="837715" y="53271"/>
                  <a:pt x="833733" y="50930"/>
                </a:cubicBezTo>
                <a:cubicBezTo>
                  <a:pt x="829750" y="48590"/>
                  <a:pt x="824416" y="47420"/>
                  <a:pt x="817728" y="47420"/>
                </a:cubicBezTo>
                <a:cubicBezTo>
                  <a:pt x="810311" y="47420"/>
                  <a:pt x="804840" y="48546"/>
                  <a:pt x="801314" y="50799"/>
                </a:cubicBezTo>
                <a:cubicBezTo>
                  <a:pt x="797788" y="53053"/>
                  <a:pt x="796025" y="56463"/>
                  <a:pt x="796025" y="61030"/>
                </a:cubicBezTo>
                <a:cubicBezTo>
                  <a:pt x="796025" y="63828"/>
                  <a:pt x="796754" y="66140"/>
                  <a:pt x="798213" y="67966"/>
                </a:cubicBezTo>
                <a:cubicBezTo>
                  <a:pt x="799672" y="69792"/>
                  <a:pt x="801831" y="71344"/>
                  <a:pt x="804688" y="72623"/>
                </a:cubicBezTo>
                <a:cubicBezTo>
                  <a:pt x="807545" y="73899"/>
                  <a:pt x="813564" y="75663"/>
                  <a:pt x="822744" y="77915"/>
                </a:cubicBezTo>
                <a:cubicBezTo>
                  <a:pt x="831438" y="80105"/>
                  <a:pt x="837699" y="82128"/>
                  <a:pt x="841529" y="83985"/>
                </a:cubicBezTo>
                <a:cubicBezTo>
                  <a:pt x="845359" y="85841"/>
                  <a:pt x="848384" y="87894"/>
                  <a:pt x="850603" y="90146"/>
                </a:cubicBezTo>
                <a:cubicBezTo>
                  <a:pt x="852822" y="92397"/>
                  <a:pt x="854539" y="94999"/>
                  <a:pt x="855755" y="97951"/>
                </a:cubicBezTo>
                <a:cubicBezTo>
                  <a:pt x="856971" y="100901"/>
                  <a:pt x="857579" y="104263"/>
                  <a:pt x="857579" y="108036"/>
                </a:cubicBezTo>
                <a:close/>
                <a:moveTo>
                  <a:pt x="914847" y="134599"/>
                </a:moveTo>
                <a:cubicBezTo>
                  <a:pt x="909437" y="136058"/>
                  <a:pt x="903905" y="136787"/>
                  <a:pt x="898251" y="136787"/>
                </a:cubicBezTo>
                <a:cubicBezTo>
                  <a:pt x="885119" y="136787"/>
                  <a:pt x="878553" y="129340"/>
                  <a:pt x="878553" y="114445"/>
                </a:cubicBezTo>
                <a:lnTo>
                  <a:pt x="878553" y="48605"/>
                </a:lnTo>
                <a:lnTo>
                  <a:pt x="867154" y="48605"/>
                </a:lnTo>
                <a:lnTo>
                  <a:pt x="867154" y="36659"/>
                </a:lnTo>
                <a:lnTo>
                  <a:pt x="879192" y="36659"/>
                </a:lnTo>
                <a:lnTo>
                  <a:pt x="884025" y="14591"/>
                </a:lnTo>
                <a:lnTo>
                  <a:pt x="894968" y="14591"/>
                </a:lnTo>
                <a:lnTo>
                  <a:pt x="894968" y="36659"/>
                </a:lnTo>
                <a:lnTo>
                  <a:pt x="913206" y="36659"/>
                </a:lnTo>
                <a:lnTo>
                  <a:pt x="913206" y="48605"/>
                </a:lnTo>
                <a:lnTo>
                  <a:pt x="894968" y="48605"/>
                </a:lnTo>
                <a:lnTo>
                  <a:pt x="894968" y="110889"/>
                </a:lnTo>
                <a:cubicBezTo>
                  <a:pt x="894968" y="115631"/>
                  <a:pt x="895743" y="118959"/>
                  <a:pt x="897293" y="120874"/>
                </a:cubicBezTo>
                <a:cubicBezTo>
                  <a:pt x="898843" y="122789"/>
                  <a:pt x="901534" y="123747"/>
                  <a:pt x="905364" y="123747"/>
                </a:cubicBezTo>
                <a:cubicBezTo>
                  <a:pt x="907552" y="123747"/>
                  <a:pt x="910713" y="123321"/>
                  <a:pt x="914847" y="122470"/>
                </a:cubicBezTo>
                <a:lnTo>
                  <a:pt x="91484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9899C-3D70-4496-9C8D-75687C4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4104631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D1DA6-33A4-4C95-B367-8C8B50F7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4104631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82B366"/>
            </a:solidFill>
            <a:miter/>
          </a:ln>
        </p:spPr>
      </p:sp>
      <p:sp>
        <p:nvSpPr>
          <p:cNvPr id="26" name="Text GPT">
            <a:extLst xmlns:a="http://schemas.openxmlformats.org/drawingml/2006/main">
              <a:ext uri="{FF2B5EF4-FFF2-40B4-BE49-F238E27FC236}">
                <a16:creationId xmlns:a16="http://schemas.microsoft.com/office/drawing/2014/main" id="{85B9A985-6B41-4419-A033-C67857C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115" y="4184332"/>
            <a:ext cx="370270" cy="132228"/>
          </a:xfrm>
          <a:custGeom xmlns:a="http://schemas.openxmlformats.org/drawingml/2006/main">
            <a:pathLst>
              <a:path w="370270" h="132228">
                <a:moveTo>
                  <a:pt x="0" y="65567"/>
                </a:moveTo>
                <a:cubicBezTo>
                  <a:pt x="0" y="44714"/>
                  <a:pt x="5593" y="28573"/>
                  <a:pt x="16779" y="17144"/>
                </a:cubicBezTo>
                <a:cubicBezTo>
                  <a:pt x="27965" y="5715"/>
                  <a:pt x="43681" y="0"/>
                  <a:pt x="63925" y="0"/>
                </a:cubicBezTo>
                <a:cubicBezTo>
                  <a:pt x="78151" y="0"/>
                  <a:pt x="89702" y="2401"/>
                  <a:pt x="98578" y="7204"/>
                </a:cubicBezTo>
                <a:cubicBezTo>
                  <a:pt x="107454" y="12007"/>
                  <a:pt x="114293" y="19697"/>
                  <a:pt x="119096" y="30276"/>
                </a:cubicBezTo>
                <a:lnTo>
                  <a:pt x="102499" y="35200"/>
                </a:lnTo>
                <a:cubicBezTo>
                  <a:pt x="98852" y="27905"/>
                  <a:pt x="93821" y="22585"/>
                  <a:pt x="87407" y="19241"/>
                </a:cubicBezTo>
                <a:cubicBezTo>
                  <a:pt x="80993" y="15898"/>
                  <a:pt x="73014" y="14226"/>
                  <a:pt x="63469" y="14226"/>
                </a:cubicBezTo>
                <a:cubicBezTo>
                  <a:pt x="48635" y="14226"/>
                  <a:pt x="37297" y="18709"/>
                  <a:pt x="29455" y="27677"/>
                </a:cubicBezTo>
                <a:cubicBezTo>
                  <a:pt x="21612" y="36644"/>
                  <a:pt x="17691" y="49274"/>
                  <a:pt x="17691" y="65567"/>
                </a:cubicBezTo>
                <a:cubicBezTo>
                  <a:pt x="17691" y="81799"/>
                  <a:pt x="21856" y="94611"/>
                  <a:pt x="30184" y="104004"/>
                </a:cubicBezTo>
                <a:cubicBezTo>
                  <a:pt x="38513" y="113397"/>
                  <a:pt x="50034" y="118093"/>
                  <a:pt x="64746" y="118093"/>
                </a:cubicBezTo>
                <a:cubicBezTo>
                  <a:pt x="73136" y="118093"/>
                  <a:pt x="80963" y="116813"/>
                  <a:pt x="88228" y="114254"/>
                </a:cubicBezTo>
                <a:cubicBezTo>
                  <a:pt x="95493" y="111693"/>
                  <a:pt x="101375" y="108220"/>
                  <a:pt x="105873" y="103833"/>
                </a:cubicBezTo>
                <a:lnTo>
                  <a:pt x="105873" y="80613"/>
                </a:lnTo>
                <a:lnTo>
                  <a:pt x="67482" y="80613"/>
                </a:lnTo>
                <a:lnTo>
                  <a:pt x="67482" y="66023"/>
                </a:lnTo>
                <a:lnTo>
                  <a:pt x="121923" y="66023"/>
                </a:lnTo>
                <a:lnTo>
                  <a:pt x="121923" y="110402"/>
                </a:lnTo>
                <a:cubicBezTo>
                  <a:pt x="115114" y="117342"/>
                  <a:pt x="106770" y="122714"/>
                  <a:pt x="96891" y="126520"/>
                </a:cubicBezTo>
                <a:cubicBezTo>
                  <a:pt x="87012" y="130325"/>
                  <a:pt x="76297" y="132228"/>
                  <a:pt x="64746" y="132228"/>
                </a:cubicBezTo>
                <a:cubicBezTo>
                  <a:pt x="51310" y="132228"/>
                  <a:pt x="39729" y="129553"/>
                  <a:pt x="30002" y="124203"/>
                </a:cubicBezTo>
                <a:cubicBezTo>
                  <a:pt x="20275" y="118853"/>
                  <a:pt x="12843" y="111147"/>
                  <a:pt x="7706" y="101086"/>
                </a:cubicBezTo>
                <a:cubicBezTo>
                  <a:pt x="2569" y="91024"/>
                  <a:pt x="0" y="79185"/>
                  <a:pt x="0" y="65567"/>
                </a:cubicBezTo>
                <a:close/>
                <a:moveTo>
                  <a:pt x="250625" y="40535"/>
                </a:moveTo>
                <a:cubicBezTo>
                  <a:pt x="250625" y="52707"/>
                  <a:pt x="246659" y="62384"/>
                  <a:pt x="238725" y="69568"/>
                </a:cubicBezTo>
                <a:cubicBezTo>
                  <a:pt x="230791" y="76749"/>
                  <a:pt x="220016" y="80340"/>
                  <a:pt x="206398" y="80340"/>
                </a:cubicBezTo>
                <a:lnTo>
                  <a:pt x="168644" y="80340"/>
                </a:lnTo>
                <a:lnTo>
                  <a:pt x="168644" y="130404"/>
                </a:lnTo>
                <a:lnTo>
                  <a:pt x="151227" y="130404"/>
                </a:lnTo>
                <a:lnTo>
                  <a:pt x="151227" y="1824"/>
                </a:lnTo>
                <a:lnTo>
                  <a:pt x="205303" y="1824"/>
                </a:lnTo>
                <a:cubicBezTo>
                  <a:pt x="219712" y="1824"/>
                  <a:pt x="230867" y="5202"/>
                  <a:pt x="238771" y="11957"/>
                </a:cubicBezTo>
                <a:cubicBezTo>
                  <a:pt x="246674" y="18713"/>
                  <a:pt x="250625" y="28239"/>
                  <a:pt x="250625" y="40535"/>
                </a:cubicBezTo>
                <a:moveTo>
                  <a:pt x="233117" y="40717"/>
                </a:moveTo>
                <a:cubicBezTo>
                  <a:pt x="233117" y="24090"/>
                  <a:pt x="223146" y="15776"/>
                  <a:pt x="203206" y="15776"/>
                </a:cubicBezTo>
                <a:lnTo>
                  <a:pt x="168644" y="15776"/>
                </a:lnTo>
                <a:lnTo>
                  <a:pt x="168644" y="66570"/>
                </a:lnTo>
                <a:lnTo>
                  <a:pt x="203935" y="66570"/>
                </a:lnTo>
                <a:cubicBezTo>
                  <a:pt x="223390" y="66570"/>
                  <a:pt x="233117" y="57952"/>
                  <a:pt x="233117" y="40717"/>
                </a:cubicBezTo>
                <a:close/>
                <a:moveTo>
                  <a:pt x="326133" y="16050"/>
                </a:moveTo>
                <a:lnTo>
                  <a:pt x="326133" y="130404"/>
                </a:lnTo>
                <a:lnTo>
                  <a:pt x="308807" y="130404"/>
                </a:lnTo>
                <a:lnTo>
                  <a:pt x="308807" y="16050"/>
                </a:lnTo>
                <a:lnTo>
                  <a:pt x="264670" y="16050"/>
                </a:lnTo>
                <a:lnTo>
                  <a:pt x="264670" y="1824"/>
                </a:lnTo>
                <a:lnTo>
                  <a:pt x="370270" y="1824"/>
                </a:lnTo>
                <a:lnTo>
                  <a:pt x="370270" y="16050"/>
                </a:lnTo>
                <a:lnTo>
                  <a:pt x="326133" y="160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s:guest">
            <a:extLst xmlns:a="http://schemas.openxmlformats.org/drawingml/2006/main">
              <a:ext uri="{FF2B5EF4-FFF2-40B4-BE49-F238E27FC236}">
                <a16:creationId xmlns:a16="http://schemas.microsoft.com/office/drawing/2014/main" id="{7269A721-A2C4-4D84-A9D4-B185682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136" y="4193999"/>
            <a:ext cx="647437" cy="159585"/>
          </a:xfrm>
          <a:custGeom xmlns:a="http://schemas.openxmlformats.org/drawingml/2006/main">
            <a:pathLst>
              <a:path w="647437" h="159585">
                <a:moveTo>
                  <a:pt x="81434" y="93446"/>
                </a:moveTo>
                <a:cubicBezTo>
                  <a:pt x="81434" y="102755"/>
                  <a:pt x="77923" y="109935"/>
                  <a:pt x="70901" y="114987"/>
                </a:cubicBezTo>
                <a:cubicBezTo>
                  <a:pt x="63880" y="120037"/>
                  <a:pt x="54046" y="122561"/>
                  <a:pt x="41401" y="122561"/>
                </a:cubicBezTo>
                <a:cubicBezTo>
                  <a:pt x="29120" y="122561"/>
                  <a:pt x="19652" y="120540"/>
                  <a:pt x="12995" y="116497"/>
                </a:cubicBezTo>
                <a:cubicBezTo>
                  <a:pt x="6338" y="112454"/>
                  <a:pt x="2006" y="106147"/>
                  <a:pt x="0" y="97575"/>
                </a:cubicBezTo>
                <a:lnTo>
                  <a:pt x="14499" y="94748"/>
                </a:lnTo>
                <a:cubicBezTo>
                  <a:pt x="15898" y="100037"/>
                  <a:pt x="18785" y="103913"/>
                  <a:pt x="23163" y="106375"/>
                </a:cubicBezTo>
                <a:cubicBezTo>
                  <a:pt x="27540" y="108837"/>
                  <a:pt x="33619" y="110068"/>
                  <a:pt x="41401" y="110068"/>
                </a:cubicBezTo>
                <a:cubicBezTo>
                  <a:pt x="49730" y="110068"/>
                  <a:pt x="55824" y="108790"/>
                  <a:pt x="59685" y="106232"/>
                </a:cubicBezTo>
                <a:cubicBezTo>
                  <a:pt x="63545" y="103673"/>
                  <a:pt x="65475" y="99837"/>
                  <a:pt x="65475" y="94722"/>
                </a:cubicBezTo>
                <a:cubicBezTo>
                  <a:pt x="65475" y="90828"/>
                  <a:pt x="64138" y="87664"/>
                  <a:pt x="61463" y="85230"/>
                </a:cubicBezTo>
                <a:cubicBezTo>
                  <a:pt x="58788" y="82796"/>
                  <a:pt x="54472" y="80788"/>
                  <a:pt x="48514" y="79206"/>
                </a:cubicBezTo>
                <a:lnTo>
                  <a:pt x="36750" y="76102"/>
                </a:lnTo>
                <a:cubicBezTo>
                  <a:pt x="27327" y="73668"/>
                  <a:pt x="20624" y="71280"/>
                  <a:pt x="16642" y="68938"/>
                </a:cubicBezTo>
                <a:cubicBezTo>
                  <a:pt x="12660" y="66595"/>
                  <a:pt x="9545" y="63751"/>
                  <a:pt x="7295" y="60406"/>
                </a:cubicBezTo>
                <a:cubicBezTo>
                  <a:pt x="5046" y="57058"/>
                  <a:pt x="3921" y="52951"/>
                  <a:pt x="3921" y="48084"/>
                </a:cubicBezTo>
                <a:cubicBezTo>
                  <a:pt x="3921" y="39077"/>
                  <a:pt x="7128" y="32215"/>
                  <a:pt x="13542" y="27500"/>
                </a:cubicBezTo>
                <a:cubicBezTo>
                  <a:pt x="19956" y="22785"/>
                  <a:pt x="29303" y="20427"/>
                  <a:pt x="41583" y="20427"/>
                </a:cubicBezTo>
                <a:cubicBezTo>
                  <a:pt x="52466" y="20427"/>
                  <a:pt x="61114" y="22342"/>
                  <a:pt x="67527" y="26172"/>
                </a:cubicBezTo>
                <a:cubicBezTo>
                  <a:pt x="73941" y="30002"/>
                  <a:pt x="77999" y="36142"/>
                  <a:pt x="79701" y="44593"/>
                </a:cubicBezTo>
                <a:lnTo>
                  <a:pt x="64928" y="46416"/>
                </a:lnTo>
                <a:cubicBezTo>
                  <a:pt x="64016" y="42039"/>
                  <a:pt x="61569" y="38680"/>
                  <a:pt x="57587" y="36340"/>
                </a:cubicBezTo>
                <a:cubicBezTo>
                  <a:pt x="53605" y="33999"/>
                  <a:pt x="48271" y="32829"/>
                  <a:pt x="41583" y="32829"/>
                </a:cubicBezTo>
                <a:cubicBezTo>
                  <a:pt x="34166" y="32829"/>
                  <a:pt x="28695" y="33956"/>
                  <a:pt x="25169" y="36209"/>
                </a:cubicBezTo>
                <a:cubicBezTo>
                  <a:pt x="21643" y="38462"/>
                  <a:pt x="19880" y="41872"/>
                  <a:pt x="19880" y="46439"/>
                </a:cubicBezTo>
                <a:cubicBezTo>
                  <a:pt x="19880" y="49238"/>
                  <a:pt x="20609" y="51550"/>
                  <a:pt x="22068" y="53376"/>
                </a:cubicBezTo>
                <a:cubicBezTo>
                  <a:pt x="23527" y="55201"/>
                  <a:pt x="25686" y="56753"/>
                  <a:pt x="28543" y="58032"/>
                </a:cubicBezTo>
                <a:cubicBezTo>
                  <a:pt x="31400" y="59309"/>
                  <a:pt x="37419" y="61073"/>
                  <a:pt x="46599" y="63324"/>
                </a:cubicBezTo>
                <a:cubicBezTo>
                  <a:pt x="55292" y="65514"/>
                  <a:pt x="61554" y="67538"/>
                  <a:pt x="65384" y="69394"/>
                </a:cubicBezTo>
                <a:cubicBezTo>
                  <a:pt x="69214" y="71250"/>
                  <a:pt x="72239" y="73304"/>
                  <a:pt x="74458" y="75555"/>
                </a:cubicBezTo>
                <a:cubicBezTo>
                  <a:pt x="76677" y="77806"/>
                  <a:pt x="78394" y="80408"/>
                  <a:pt x="79610" y="83360"/>
                </a:cubicBezTo>
                <a:cubicBezTo>
                  <a:pt x="80826" y="86311"/>
                  <a:pt x="81434" y="89673"/>
                  <a:pt x="81434" y="93446"/>
                </a:cubicBezTo>
                <a:close/>
                <a:moveTo>
                  <a:pt x="105235" y="41036"/>
                </a:moveTo>
                <a:lnTo>
                  <a:pt x="105235" y="22068"/>
                </a:lnTo>
                <a:lnTo>
                  <a:pt x="123017" y="22068"/>
                </a:lnTo>
                <a:lnTo>
                  <a:pt x="123017" y="41036"/>
                </a:lnTo>
                <a:lnTo>
                  <a:pt x="105235" y="41036"/>
                </a:lnTo>
                <a:moveTo>
                  <a:pt x="105235" y="120738"/>
                </a:moveTo>
                <a:lnTo>
                  <a:pt x="105235" y="101770"/>
                </a:lnTo>
                <a:lnTo>
                  <a:pt x="123017" y="101770"/>
                </a:lnTo>
                <a:lnTo>
                  <a:pt x="123017" y="120738"/>
                </a:lnTo>
                <a:lnTo>
                  <a:pt x="105235" y="120738"/>
                </a:lnTo>
                <a:close/>
                <a:moveTo>
                  <a:pt x="241994" y="159585"/>
                </a:moveTo>
                <a:cubicBezTo>
                  <a:pt x="231233" y="159585"/>
                  <a:pt x="222661" y="157473"/>
                  <a:pt x="216278" y="153247"/>
                </a:cubicBezTo>
                <a:cubicBezTo>
                  <a:pt x="209894" y="149022"/>
                  <a:pt x="205791" y="143019"/>
                  <a:pt x="203967" y="135237"/>
                </a:cubicBezTo>
                <a:lnTo>
                  <a:pt x="220472" y="132866"/>
                </a:lnTo>
                <a:cubicBezTo>
                  <a:pt x="221567" y="137426"/>
                  <a:pt x="223983" y="140936"/>
                  <a:pt x="227722" y="143399"/>
                </a:cubicBezTo>
                <a:cubicBezTo>
                  <a:pt x="231461" y="145861"/>
                  <a:pt x="236370" y="147092"/>
                  <a:pt x="242450" y="147092"/>
                </a:cubicBezTo>
                <a:cubicBezTo>
                  <a:pt x="258803" y="147092"/>
                  <a:pt x="266980" y="137494"/>
                  <a:pt x="266980" y="118298"/>
                </a:cubicBezTo>
                <a:lnTo>
                  <a:pt x="266980" y="102391"/>
                </a:lnTo>
                <a:lnTo>
                  <a:pt x="266798" y="102391"/>
                </a:lnTo>
                <a:cubicBezTo>
                  <a:pt x="263697" y="108719"/>
                  <a:pt x="259442" y="113481"/>
                  <a:pt x="254031" y="116677"/>
                </a:cubicBezTo>
                <a:cubicBezTo>
                  <a:pt x="248620" y="119870"/>
                  <a:pt x="242298" y="121467"/>
                  <a:pt x="235063" y="121467"/>
                </a:cubicBezTo>
                <a:cubicBezTo>
                  <a:pt x="222965" y="121467"/>
                  <a:pt x="214074" y="117451"/>
                  <a:pt x="208390" y="109418"/>
                </a:cubicBezTo>
                <a:cubicBezTo>
                  <a:pt x="202705" y="101386"/>
                  <a:pt x="199863" y="88760"/>
                  <a:pt x="199863" y="71540"/>
                </a:cubicBezTo>
                <a:cubicBezTo>
                  <a:pt x="199863" y="54077"/>
                  <a:pt x="202918" y="41192"/>
                  <a:pt x="209028" y="32886"/>
                </a:cubicBezTo>
                <a:cubicBezTo>
                  <a:pt x="215138" y="24580"/>
                  <a:pt x="224424" y="20427"/>
                  <a:pt x="236887" y="20427"/>
                </a:cubicBezTo>
                <a:cubicBezTo>
                  <a:pt x="243878" y="20427"/>
                  <a:pt x="249943" y="22025"/>
                  <a:pt x="255080" y="25220"/>
                </a:cubicBezTo>
                <a:cubicBezTo>
                  <a:pt x="260217" y="28414"/>
                  <a:pt x="264184" y="32962"/>
                  <a:pt x="266980" y="38865"/>
                </a:cubicBezTo>
                <a:lnTo>
                  <a:pt x="267163" y="38865"/>
                </a:lnTo>
                <a:cubicBezTo>
                  <a:pt x="267163" y="37048"/>
                  <a:pt x="267284" y="33901"/>
                  <a:pt x="267527" y="29424"/>
                </a:cubicBezTo>
                <a:cubicBezTo>
                  <a:pt x="267770" y="24944"/>
                  <a:pt x="268014" y="22492"/>
                  <a:pt x="268257" y="22068"/>
                </a:cubicBezTo>
                <a:lnTo>
                  <a:pt x="283851" y="22068"/>
                </a:lnTo>
                <a:cubicBezTo>
                  <a:pt x="283486" y="25353"/>
                  <a:pt x="283303" y="32167"/>
                  <a:pt x="283303" y="42509"/>
                </a:cubicBezTo>
                <a:lnTo>
                  <a:pt x="283303" y="117973"/>
                </a:lnTo>
                <a:cubicBezTo>
                  <a:pt x="283303" y="145715"/>
                  <a:pt x="269534" y="159585"/>
                  <a:pt x="241994" y="159585"/>
                </a:cubicBezTo>
                <a:moveTo>
                  <a:pt x="266980" y="71357"/>
                </a:moveTo>
                <a:cubicBezTo>
                  <a:pt x="266980" y="63323"/>
                  <a:pt x="265886" y="56400"/>
                  <a:pt x="263697" y="50588"/>
                </a:cubicBezTo>
                <a:cubicBezTo>
                  <a:pt x="261509" y="44775"/>
                  <a:pt x="258423" y="40331"/>
                  <a:pt x="254441" y="37257"/>
                </a:cubicBezTo>
                <a:cubicBezTo>
                  <a:pt x="250459" y="34184"/>
                  <a:pt x="245945" y="32647"/>
                  <a:pt x="240899" y="32647"/>
                </a:cubicBezTo>
                <a:cubicBezTo>
                  <a:pt x="232510" y="32647"/>
                  <a:pt x="226400" y="35690"/>
                  <a:pt x="222570" y="41777"/>
                </a:cubicBezTo>
                <a:cubicBezTo>
                  <a:pt x="218740" y="47864"/>
                  <a:pt x="216825" y="57724"/>
                  <a:pt x="216825" y="71357"/>
                </a:cubicBezTo>
                <a:cubicBezTo>
                  <a:pt x="216825" y="84871"/>
                  <a:pt x="218618" y="94580"/>
                  <a:pt x="222205" y="100484"/>
                </a:cubicBezTo>
                <a:cubicBezTo>
                  <a:pt x="225792" y="106387"/>
                  <a:pt x="231932" y="109339"/>
                  <a:pt x="240626" y="109339"/>
                </a:cubicBezTo>
                <a:cubicBezTo>
                  <a:pt x="245793" y="109339"/>
                  <a:pt x="250383" y="107817"/>
                  <a:pt x="254396" y="104773"/>
                </a:cubicBezTo>
                <a:cubicBezTo>
                  <a:pt x="258408" y="101730"/>
                  <a:pt x="261509" y="97363"/>
                  <a:pt x="263697" y="91673"/>
                </a:cubicBezTo>
                <a:cubicBezTo>
                  <a:pt x="265886" y="85981"/>
                  <a:pt x="266980" y="79209"/>
                  <a:pt x="266980" y="71357"/>
                </a:cubicBezTo>
                <a:close/>
                <a:moveTo>
                  <a:pt x="324493" y="22068"/>
                </a:moveTo>
                <a:lnTo>
                  <a:pt x="324493" y="84626"/>
                </a:lnTo>
                <a:cubicBezTo>
                  <a:pt x="324493" y="91131"/>
                  <a:pt x="325132" y="96177"/>
                  <a:pt x="326408" y="99764"/>
                </a:cubicBezTo>
                <a:cubicBezTo>
                  <a:pt x="327685" y="103350"/>
                  <a:pt x="329722" y="105934"/>
                  <a:pt x="332518" y="107515"/>
                </a:cubicBezTo>
                <a:cubicBezTo>
                  <a:pt x="335315" y="109095"/>
                  <a:pt x="339418" y="109886"/>
                  <a:pt x="344829" y="109886"/>
                </a:cubicBezTo>
                <a:cubicBezTo>
                  <a:pt x="352732" y="109886"/>
                  <a:pt x="358964" y="107180"/>
                  <a:pt x="363523" y="101770"/>
                </a:cubicBezTo>
                <a:cubicBezTo>
                  <a:pt x="368083" y="96359"/>
                  <a:pt x="370363" y="88851"/>
                  <a:pt x="370363" y="79245"/>
                </a:cubicBezTo>
                <a:lnTo>
                  <a:pt x="370363" y="22068"/>
                </a:lnTo>
                <a:lnTo>
                  <a:pt x="386777" y="22068"/>
                </a:lnTo>
                <a:lnTo>
                  <a:pt x="386777" y="99672"/>
                </a:lnTo>
                <a:cubicBezTo>
                  <a:pt x="386777" y="111162"/>
                  <a:pt x="386959" y="118184"/>
                  <a:pt x="387324" y="120738"/>
                </a:cubicBezTo>
                <a:lnTo>
                  <a:pt x="371822" y="120738"/>
                </a:lnTo>
                <a:cubicBezTo>
                  <a:pt x="371761" y="120434"/>
                  <a:pt x="371700" y="119613"/>
                  <a:pt x="371639" y="118275"/>
                </a:cubicBezTo>
                <a:cubicBezTo>
                  <a:pt x="371578" y="116938"/>
                  <a:pt x="371502" y="115403"/>
                  <a:pt x="371411" y="113670"/>
                </a:cubicBezTo>
                <a:cubicBezTo>
                  <a:pt x="371320" y="111938"/>
                  <a:pt x="371214" y="108670"/>
                  <a:pt x="371092" y="103867"/>
                </a:cubicBezTo>
                <a:lnTo>
                  <a:pt x="370819" y="103867"/>
                </a:lnTo>
                <a:cubicBezTo>
                  <a:pt x="367049" y="110676"/>
                  <a:pt x="362687" y="115494"/>
                  <a:pt x="357733" y="118321"/>
                </a:cubicBezTo>
                <a:cubicBezTo>
                  <a:pt x="352778" y="121148"/>
                  <a:pt x="346622" y="122561"/>
                  <a:pt x="339266" y="122561"/>
                </a:cubicBezTo>
                <a:cubicBezTo>
                  <a:pt x="328445" y="122561"/>
                  <a:pt x="320526" y="119871"/>
                  <a:pt x="315511" y="114491"/>
                </a:cubicBezTo>
                <a:cubicBezTo>
                  <a:pt x="310495" y="109111"/>
                  <a:pt x="307988" y="100219"/>
                  <a:pt x="307988" y="87817"/>
                </a:cubicBezTo>
                <a:lnTo>
                  <a:pt x="307988" y="22068"/>
                </a:lnTo>
                <a:lnTo>
                  <a:pt x="324493" y="22068"/>
                </a:lnTo>
                <a:close/>
                <a:moveTo>
                  <a:pt x="424867" y="74777"/>
                </a:moveTo>
                <a:cubicBezTo>
                  <a:pt x="424867" y="86113"/>
                  <a:pt x="427207" y="94860"/>
                  <a:pt x="431888" y="101017"/>
                </a:cubicBezTo>
                <a:cubicBezTo>
                  <a:pt x="436570" y="107173"/>
                  <a:pt x="443409" y="110251"/>
                  <a:pt x="452407" y="110251"/>
                </a:cubicBezTo>
                <a:cubicBezTo>
                  <a:pt x="459519" y="110251"/>
                  <a:pt x="465219" y="108813"/>
                  <a:pt x="469505" y="105939"/>
                </a:cubicBezTo>
                <a:cubicBezTo>
                  <a:pt x="473791" y="103064"/>
                  <a:pt x="476694" y="99425"/>
                  <a:pt x="478214" y="95022"/>
                </a:cubicBezTo>
                <a:lnTo>
                  <a:pt x="492622" y="99139"/>
                </a:lnTo>
                <a:cubicBezTo>
                  <a:pt x="486725" y="114754"/>
                  <a:pt x="473320" y="122561"/>
                  <a:pt x="452407" y="122561"/>
                </a:cubicBezTo>
                <a:cubicBezTo>
                  <a:pt x="437816" y="122561"/>
                  <a:pt x="426706" y="118215"/>
                  <a:pt x="419076" y="109521"/>
                </a:cubicBezTo>
                <a:cubicBezTo>
                  <a:pt x="411446" y="100827"/>
                  <a:pt x="407631" y="87909"/>
                  <a:pt x="407631" y="70765"/>
                </a:cubicBezTo>
                <a:cubicBezTo>
                  <a:pt x="407631" y="54472"/>
                  <a:pt x="411446" y="41978"/>
                  <a:pt x="419076" y="33285"/>
                </a:cubicBezTo>
                <a:cubicBezTo>
                  <a:pt x="426706" y="24591"/>
                  <a:pt x="437603" y="20245"/>
                  <a:pt x="451768" y="20245"/>
                </a:cubicBezTo>
                <a:cubicBezTo>
                  <a:pt x="480767" y="20245"/>
                  <a:pt x="495267" y="37693"/>
                  <a:pt x="495267" y="72591"/>
                </a:cubicBezTo>
                <a:lnTo>
                  <a:pt x="495267" y="74777"/>
                </a:lnTo>
                <a:lnTo>
                  <a:pt x="424867" y="74777"/>
                </a:lnTo>
                <a:moveTo>
                  <a:pt x="478305" y="62193"/>
                </a:moveTo>
                <a:cubicBezTo>
                  <a:pt x="477393" y="51829"/>
                  <a:pt x="474748" y="44269"/>
                  <a:pt x="470371" y="39512"/>
                </a:cubicBezTo>
                <a:cubicBezTo>
                  <a:pt x="465994" y="34753"/>
                  <a:pt x="459702" y="32373"/>
                  <a:pt x="451495" y="32373"/>
                </a:cubicBezTo>
                <a:cubicBezTo>
                  <a:pt x="443531" y="32373"/>
                  <a:pt x="437223" y="35025"/>
                  <a:pt x="432572" y="40329"/>
                </a:cubicBezTo>
                <a:cubicBezTo>
                  <a:pt x="427922" y="45632"/>
                  <a:pt x="425414" y="52920"/>
                  <a:pt x="425049" y="62193"/>
                </a:cubicBezTo>
                <a:lnTo>
                  <a:pt x="478305" y="62193"/>
                </a:lnTo>
                <a:close/>
                <a:moveTo>
                  <a:pt x="590168" y="93446"/>
                </a:moveTo>
                <a:cubicBezTo>
                  <a:pt x="590168" y="102755"/>
                  <a:pt x="586658" y="109935"/>
                  <a:pt x="579636" y="114987"/>
                </a:cubicBezTo>
                <a:cubicBezTo>
                  <a:pt x="572614" y="120037"/>
                  <a:pt x="562781" y="122561"/>
                  <a:pt x="550135" y="122561"/>
                </a:cubicBezTo>
                <a:cubicBezTo>
                  <a:pt x="537855" y="122561"/>
                  <a:pt x="528386" y="120540"/>
                  <a:pt x="521729" y="116497"/>
                </a:cubicBezTo>
                <a:cubicBezTo>
                  <a:pt x="515072" y="112454"/>
                  <a:pt x="510741" y="106147"/>
                  <a:pt x="508734" y="97575"/>
                </a:cubicBezTo>
                <a:lnTo>
                  <a:pt x="523234" y="94748"/>
                </a:lnTo>
                <a:cubicBezTo>
                  <a:pt x="524632" y="100037"/>
                  <a:pt x="527520" y="103913"/>
                  <a:pt x="531897" y="106375"/>
                </a:cubicBezTo>
                <a:cubicBezTo>
                  <a:pt x="536274" y="108837"/>
                  <a:pt x="542354" y="110068"/>
                  <a:pt x="550135" y="110068"/>
                </a:cubicBezTo>
                <a:cubicBezTo>
                  <a:pt x="558464" y="110068"/>
                  <a:pt x="564559" y="108790"/>
                  <a:pt x="568419" y="106232"/>
                </a:cubicBezTo>
                <a:cubicBezTo>
                  <a:pt x="572280" y="103673"/>
                  <a:pt x="574210" y="99837"/>
                  <a:pt x="574210" y="94722"/>
                </a:cubicBezTo>
                <a:cubicBezTo>
                  <a:pt x="574210" y="90828"/>
                  <a:pt x="572872" y="87664"/>
                  <a:pt x="570198" y="85230"/>
                </a:cubicBezTo>
                <a:cubicBezTo>
                  <a:pt x="567523" y="82796"/>
                  <a:pt x="563206" y="80788"/>
                  <a:pt x="557248" y="79206"/>
                </a:cubicBezTo>
                <a:lnTo>
                  <a:pt x="545485" y="76102"/>
                </a:lnTo>
                <a:cubicBezTo>
                  <a:pt x="536061" y="73668"/>
                  <a:pt x="529359" y="71280"/>
                  <a:pt x="525377" y="68938"/>
                </a:cubicBezTo>
                <a:cubicBezTo>
                  <a:pt x="521395" y="66595"/>
                  <a:pt x="518279" y="63751"/>
                  <a:pt x="516030" y="60406"/>
                </a:cubicBezTo>
                <a:cubicBezTo>
                  <a:pt x="513780" y="57058"/>
                  <a:pt x="512656" y="52951"/>
                  <a:pt x="512656" y="48084"/>
                </a:cubicBezTo>
                <a:cubicBezTo>
                  <a:pt x="512656" y="39077"/>
                  <a:pt x="515863" y="32215"/>
                  <a:pt x="522276" y="27500"/>
                </a:cubicBezTo>
                <a:cubicBezTo>
                  <a:pt x="528690" y="22785"/>
                  <a:pt x="538037" y="20427"/>
                  <a:pt x="550318" y="20427"/>
                </a:cubicBezTo>
                <a:cubicBezTo>
                  <a:pt x="561200" y="20427"/>
                  <a:pt x="569848" y="22342"/>
                  <a:pt x="576262" y="26172"/>
                </a:cubicBezTo>
                <a:cubicBezTo>
                  <a:pt x="582676" y="30002"/>
                  <a:pt x="586734" y="36142"/>
                  <a:pt x="588436" y="44593"/>
                </a:cubicBezTo>
                <a:lnTo>
                  <a:pt x="573663" y="46416"/>
                </a:lnTo>
                <a:cubicBezTo>
                  <a:pt x="572751" y="42039"/>
                  <a:pt x="570304" y="38680"/>
                  <a:pt x="566322" y="36340"/>
                </a:cubicBezTo>
                <a:cubicBezTo>
                  <a:pt x="562340" y="33999"/>
                  <a:pt x="557005" y="32829"/>
                  <a:pt x="550318" y="32829"/>
                </a:cubicBezTo>
                <a:cubicBezTo>
                  <a:pt x="542901" y="32829"/>
                  <a:pt x="537429" y="33956"/>
                  <a:pt x="533903" y="36209"/>
                </a:cubicBezTo>
                <a:cubicBezTo>
                  <a:pt x="530377" y="38462"/>
                  <a:pt x="528614" y="41872"/>
                  <a:pt x="528614" y="46439"/>
                </a:cubicBezTo>
                <a:cubicBezTo>
                  <a:pt x="528614" y="49238"/>
                  <a:pt x="529344" y="51550"/>
                  <a:pt x="530803" y="53376"/>
                </a:cubicBezTo>
                <a:cubicBezTo>
                  <a:pt x="532262" y="55201"/>
                  <a:pt x="534420" y="56753"/>
                  <a:pt x="537277" y="58032"/>
                </a:cubicBezTo>
                <a:cubicBezTo>
                  <a:pt x="540135" y="59309"/>
                  <a:pt x="546153" y="61073"/>
                  <a:pt x="555333" y="63324"/>
                </a:cubicBezTo>
                <a:cubicBezTo>
                  <a:pt x="564027" y="65514"/>
                  <a:pt x="570289" y="67538"/>
                  <a:pt x="574119" y="69394"/>
                </a:cubicBezTo>
                <a:cubicBezTo>
                  <a:pt x="577949" y="71250"/>
                  <a:pt x="580973" y="73304"/>
                  <a:pt x="583192" y="75555"/>
                </a:cubicBezTo>
                <a:cubicBezTo>
                  <a:pt x="585411" y="77806"/>
                  <a:pt x="587129" y="80408"/>
                  <a:pt x="588345" y="83360"/>
                </a:cubicBezTo>
                <a:cubicBezTo>
                  <a:pt x="589561" y="86311"/>
                  <a:pt x="590168" y="89673"/>
                  <a:pt x="590168" y="93446"/>
                </a:cubicBezTo>
                <a:close/>
                <a:moveTo>
                  <a:pt x="647437" y="120008"/>
                </a:moveTo>
                <a:cubicBezTo>
                  <a:pt x="642026" y="121467"/>
                  <a:pt x="636494" y="122197"/>
                  <a:pt x="630840" y="122197"/>
                </a:cubicBezTo>
                <a:cubicBezTo>
                  <a:pt x="617708" y="122197"/>
                  <a:pt x="611143" y="114749"/>
                  <a:pt x="611143" y="99855"/>
                </a:cubicBezTo>
                <a:lnTo>
                  <a:pt x="611143" y="34014"/>
                </a:lnTo>
                <a:lnTo>
                  <a:pt x="599744" y="34014"/>
                </a:lnTo>
                <a:lnTo>
                  <a:pt x="599744" y="22068"/>
                </a:lnTo>
                <a:lnTo>
                  <a:pt x="611781" y="22068"/>
                </a:lnTo>
                <a:lnTo>
                  <a:pt x="616614" y="0"/>
                </a:lnTo>
                <a:lnTo>
                  <a:pt x="627557" y="0"/>
                </a:lnTo>
                <a:lnTo>
                  <a:pt x="627557" y="22068"/>
                </a:lnTo>
                <a:lnTo>
                  <a:pt x="645795" y="22068"/>
                </a:lnTo>
                <a:lnTo>
                  <a:pt x="645795" y="34014"/>
                </a:lnTo>
                <a:lnTo>
                  <a:pt x="627557" y="34014"/>
                </a:lnTo>
                <a:lnTo>
                  <a:pt x="627557" y="96298"/>
                </a:lnTo>
                <a:cubicBezTo>
                  <a:pt x="627557" y="101040"/>
                  <a:pt x="628332" y="104369"/>
                  <a:pt x="629882" y="106284"/>
                </a:cubicBezTo>
                <a:cubicBezTo>
                  <a:pt x="631433" y="108199"/>
                  <a:pt x="634123" y="109156"/>
                  <a:pt x="637953" y="109156"/>
                </a:cubicBezTo>
                <a:cubicBezTo>
                  <a:pt x="640142" y="109156"/>
                  <a:pt x="643303" y="108731"/>
                  <a:pt x="647437" y="107880"/>
                </a:cubicBezTo>
                <a:lnTo>
                  <a:pt x="647437" y="120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627B8-F27D-4CDB-B887-D40AD8E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4415898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E3A70-2BAA-4C9F-8FB4-53E2A53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4415898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82B366"/>
            </a:solidFill>
            <a:miter/>
          </a:ln>
        </p:spPr>
      </p:sp>
      <p:sp>
        <p:nvSpPr>
          <p:cNvPr id="30" name="Text EPT">
            <a:extLst xmlns:a="http://schemas.openxmlformats.org/drawingml/2006/main">
              <a:ext uri="{FF2B5EF4-FFF2-40B4-BE49-F238E27FC236}">
                <a16:creationId xmlns:a16="http://schemas.microsoft.com/office/drawing/2014/main" id="{BA39DFB4-7A40-4E01-9AC5-66DC4B2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499" y="4497423"/>
            <a:ext cx="343612" cy="128580"/>
          </a:xfrm>
          <a:custGeom xmlns:a="http://schemas.openxmlformats.org/drawingml/2006/main">
            <a:pathLst>
              <a:path w="343612" h="128580">
                <a:moveTo>
                  <a:pt x="0" y="128580"/>
                </a:moveTo>
                <a:lnTo>
                  <a:pt x="0" y="0"/>
                </a:lnTo>
                <a:lnTo>
                  <a:pt x="97484" y="0"/>
                </a:lnTo>
                <a:lnTo>
                  <a:pt x="97484" y="14226"/>
                </a:lnTo>
                <a:lnTo>
                  <a:pt x="17418" y="14226"/>
                </a:lnTo>
                <a:lnTo>
                  <a:pt x="17418" y="55444"/>
                </a:lnTo>
                <a:lnTo>
                  <a:pt x="92012" y="55444"/>
                </a:lnTo>
                <a:lnTo>
                  <a:pt x="92012" y="69488"/>
                </a:lnTo>
                <a:lnTo>
                  <a:pt x="17418" y="69488"/>
                </a:lnTo>
                <a:lnTo>
                  <a:pt x="17418" y="114354"/>
                </a:lnTo>
                <a:lnTo>
                  <a:pt x="101223" y="114354"/>
                </a:lnTo>
                <a:lnTo>
                  <a:pt x="101223" y="128580"/>
                </a:lnTo>
                <a:lnTo>
                  <a:pt x="0" y="128580"/>
                </a:lnTo>
                <a:close/>
                <a:moveTo>
                  <a:pt x="223967" y="38711"/>
                </a:moveTo>
                <a:cubicBezTo>
                  <a:pt x="223967" y="50883"/>
                  <a:pt x="220001" y="60561"/>
                  <a:pt x="212067" y="67744"/>
                </a:cubicBezTo>
                <a:cubicBezTo>
                  <a:pt x="204133" y="74925"/>
                  <a:pt x="193357" y="78516"/>
                  <a:pt x="179740" y="78516"/>
                </a:cubicBezTo>
                <a:lnTo>
                  <a:pt x="141986" y="78516"/>
                </a:lnTo>
                <a:lnTo>
                  <a:pt x="141986" y="128580"/>
                </a:lnTo>
                <a:lnTo>
                  <a:pt x="124569" y="128580"/>
                </a:lnTo>
                <a:lnTo>
                  <a:pt x="124569" y="0"/>
                </a:lnTo>
                <a:lnTo>
                  <a:pt x="178645" y="0"/>
                </a:lnTo>
                <a:cubicBezTo>
                  <a:pt x="193054" y="0"/>
                  <a:pt x="204209" y="3378"/>
                  <a:pt x="212113" y="10134"/>
                </a:cubicBezTo>
                <a:cubicBezTo>
                  <a:pt x="220016" y="16889"/>
                  <a:pt x="223967" y="26415"/>
                  <a:pt x="223967" y="38711"/>
                </a:cubicBezTo>
                <a:moveTo>
                  <a:pt x="206459" y="38893"/>
                </a:moveTo>
                <a:cubicBezTo>
                  <a:pt x="206459" y="22266"/>
                  <a:pt x="196488" y="13952"/>
                  <a:pt x="176548" y="13952"/>
                </a:cubicBezTo>
                <a:lnTo>
                  <a:pt x="141986" y="13952"/>
                </a:lnTo>
                <a:lnTo>
                  <a:pt x="141986" y="64746"/>
                </a:lnTo>
                <a:lnTo>
                  <a:pt x="177277" y="64746"/>
                </a:lnTo>
                <a:cubicBezTo>
                  <a:pt x="196732" y="64746"/>
                  <a:pt x="206459" y="56128"/>
                  <a:pt x="206459" y="38893"/>
                </a:cubicBezTo>
                <a:close/>
                <a:moveTo>
                  <a:pt x="299476" y="14226"/>
                </a:moveTo>
                <a:lnTo>
                  <a:pt x="299476" y="128580"/>
                </a:lnTo>
                <a:lnTo>
                  <a:pt x="282149" y="128580"/>
                </a:lnTo>
                <a:lnTo>
                  <a:pt x="282149" y="14226"/>
                </a:lnTo>
                <a:lnTo>
                  <a:pt x="238013" y="14226"/>
                </a:lnTo>
                <a:lnTo>
                  <a:pt x="238013" y="0"/>
                </a:lnTo>
                <a:lnTo>
                  <a:pt x="343612" y="0"/>
                </a:lnTo>
                <a:lnTo>
                  <a:pt x="343612" y="14226"/>
                </a:lnTo>
                <a:lnTo>
                  <a:pt x="299476" y="14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s:guest">
            <a:extLst xmlns:a="http://schemas.openxmlformats.org/drawingml/2006/main">
              <a:ext uri="{FF2B5EF4-FFF2-40B4-BE49-F238E27FC236}">
                <a16:creationId xmlns:a16="http://schemas.microsoft.com/office/drawing/2014/main" id="{07F727EF-03D4-4FC0-A7CD-819D31E6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892" y="4505266"/>
            <a:ext cx="647437" cy="159585"/>
          </a:xfrm>
          <a:custGeom xmlns:a="http://schemas.openxmlformats.org/drawingml/2006/main">
            <a:pathLst>
              <a:path w="647437" h="159585">
                <a:moveTo>
                  <a:pt x="81434" y="93446"/>
                </a:moveTo>
                <a:cubicBezTo>
                  <a:pt x="81434" y="102755"/>
                  <a:pt x="77923" y="109935"/>
                  <a:pt x="70901" y="114987"/>
                </a:cubicBezTo>
                <a:cubicBezTo>
                  <a:pt x="63880" y="120037"/>
                  <a:pt x="54046" y="122561"/>
                  <a:pt x="41401" y="122561"/>
                </a:cubicBezTo>
                <a:cubicBezTo>
                  <a:pt x="29120" y="122561"/>
                  <a:pt x="19652" y="120540"/>
                  <a:pt x="12995" y="116497"/>
                </a:cubicBezTo>
                <a:cubicBezTo>
                  <a:pt x="6338" y="112454"/>
                  <a:pt x="2006" y="106147"/>
                  <a:pt x="0" y="97575"/>
                </a:cubicBezTo>
                <a:lnTo>
                  <a:pt x="14499" y="94748"/>
                </a:lnTo>
                <a:cubicBezTo>
                  <a:pt x="15898" y="100037"/>
                  <a:pt x="18785" y="103913"/>
                  <a:pt x="23163" y="106375"/>
                </a:cubicBezTo>
                <a:cubicBezTo>
                  <a:pt x="27540" y="108837"/>
                  <a:pt x="33619" y="110068"/>
                  <a:pt x="41401" y="110068"/>
                </a:cubicBezTo>
                <a:cubicBezTo>
                  <a:pt x="49730" y="110068"/>
                  <a:pt x="55824" y="108790"/>
                  <a:pt x="59685" y="106232"/>
                </a:cubicBezTo>
                <a:cubicBezTo>
                  <a:pt x="63545" y="103673"/>
                  <a:pt x="65475" y="99837"/>
                  <a:pt x="65475" y="94722"/>
                </a:cubicBezTo>
                <a:cubicBezTo>
                  <a:pt x="65475" y="90828"/>
                  <a:pt x="64138" y="87664"/>
                  <a:pt x="61463" y="85230"/>
                </a:cubicBezTo>
                <a:cubicBezTo>
                  <a:pt x="58788" y="82796"/>
                  <a:pt x="54472" y="80788"/>
                  <a:pt x="48514" y="79206"/>
                </a:cubicBezTo>
                <a:lnTo>
                  <a:pt x="36750" y="76102"/>
                </a:lnTo>
                <a:cubicBezTo>
                  <a:pt x="27327" y="73668"/>
                  <a:pt x="20624" y="71280"/>
                  <a:pt x="16642" y="68938"/>
                </a:cubicBezTo>
                <a:cubicBezTo>
                  <a:pt x="12660" y="66595"/>
                  <a:pt x="9545" y="63751"/>
                  <a:pt x="7295" y="60406"/>
                </a:cubicBezTo>
                <a:cubicBezTo>
                  <a:pt x="5046" y="57058"/>
                  <a:pt x="3921" y="52951"/>
                  <a:pt x="3921" y="48084"/>
                </a:cubicBezTo>
                <a:cubicBezTo>
                  <a:pt x="3921" y="39077"/>
                  <a:pt x="7128" y="32215"/>
                  <a:pt x="13542" y="27500"/>
                </a:cubicBezTo>
                <a:cubicBezTo>
                  <a:pt x="19956" y="22785"/>
                  <a:pt x="29303" y="20427"/>
                  <a:pt x="41583" y="20427"/>
                </a:cubicBezTo>
                <a:cubicBezTo>
                  <a:pt x="52466" y="20427"/>
                  <a:pt x="61114" y="22342"/>
                  <a:pt x="67527" y="26172"/>
                </a:cubicBezTo>
                <a:cubicBezTo>
                  <a:pt x="73941" y="30002"/>
                  <a:pt x="77999" y="36142"/>
                  <a:pt x="79701" y="44593"/>
                </a:cubicBezTo>
                <a:lnTo>
                  <a:pt x="64928" y="46416"/>
                </a:lnTo>
                <a:cubicBezTo>
                  <a:pt x="64016" y="42039"/>
                  <a:pt x="61569" y="38680"/>
                  <a:pt x="57587" y="36340"/>
                </a:cubicBezTo>
                <a:cubicBezTo>
                  <a:pt x="53605" y="33999"/>
                  <a:pt x="48271" y="32829"/>
                  <a:pt x="41583" y="32829"/>
                </a:cubicBezTo>
                <a:cubicBezTo>
                  <a:pt x="34166" y="32829"/>
                  <a:pt x="28695" y="33956"/>
                  <a:pt x="25169" y="36209"/>
                </a:cubicBezTo>
                <a:cubicBezTo>
                  <a:pt x="21643" y="38462"/>
                  <a:pt x="19880" y="41872"/>
                  <a:pt x="19880" y="46439"/>
                </a:cubicBezTo>
                <a:cubicBezTo>
                  <a:pt x="19880" y="49238"/>
                  <a:pt x="20609" y="51550"/>
                  <a:pt x="22068" y="53376"/>
                </a:cubicBezTo>
                <a:cubicBezTo>
                  <a:pt x="23527" y="55201"/>
                  <a:pt x="25686" y="56753"/>
                  <a:pt x="28543" y="58032"/>
                </a:cubicBezTo>
                <a:cubicBezTo>
                  <a:pt x="31400" y="59309"/>
                  <a:pt x="37419" y="61073"/>
                  <a:pt x="46599" y="63324"/>
                </a:cubicBezTo>
                <a:cubicBezTo>
                  <a:pt x="55292" y="65514"/>
                  <a:pt x="61554" y="67538"/>
                  <a:pt x="65384" y="69394"/>
                </a:cubicBezTo>
                <a:cubicBezTo>
                  <a:pt x="69214" y="71250"/>
                  <a:pt x="72239" y="73304"/>
                  <a:pt x="74458" y="75555"/>
                </a:cubicBezTo>
                <a:cubicBezTo>
                  <a:pt x="76677" y="77806"/>
                  <a:pt x="78394" y="80408"/>
                  <a:pt x="79610" y="83360"/>
                </a:cubicBezTo>
                <a:cubicBezTo>
                  <a:pt x="80826" y="86311"/>
                  <a:pt x="81434" y="89673"/>
                  <a:pt x="81434" y="93446"/>
                </a:cubicBezTo>
                <a:close/>
                <a:moveTo>
                  <a:pt x="105235" y="41036"/>
                </a:moveTo>
                <a:lnTo>
                  <a:pt x="105235" y="22068"/>
                </a:lnTo>
                <a:lnTo>
                  <a:pt x="123017" y="22068"/>
                </a:lnTo>
                <a:lnTo>
                  <a:pt x="123017" y="41036"/>
                </a:lnTo>
                <a:lnTo>
                  <a:pt x="105235" y="41036"/>
                </a:lnTo>
                <a:moveTo>
                  <a:pt x="105235" y="120738"/>
                </a:moveTo>
                <a:lnTo>
                  <a:pt x="105235" y="101770"/>
                </a:lnTo>
                <a:lnTo>
                  <a:pt x="123017" y="101770"/>
                </a:lnTo>
                <a:lnTo>
                  <a:pt x="123017" y="120738"/>
                </a:lnTo>
                <a:lnTo>
                  <a:pt x="105235" y="120738"/>
                </a:lnTo>
                <a:close/>
                <a:moveTo>
                  <a:pt x="241994" y="159585"/>
                </a:moveTo>
                <a:cubicBezTo>
                  <a:pt x="231233" y="159585"/>
                  <a:pt x="222661" y="157473"/>
                  <a:pt x="216278" y="153247"/>
                </a:cubicBezTo>
                <a:cubicBezTo>
                  <a:pt x="209894" y="149022"/>
                  <a:pt x="205791" y="143019"/>
                  <a:pt x="203967" y="135237"/>
                </a:cubicBezTo>
                <a:lnTo>
                  <a:pt x="220472" y="132866"/>
                </a:lnTo>
                <a:cubicBezTo>
                  <a:pt x="221567" y="137426"/>
                  <a:pt x="223983" y="140936"/>
                  <a:pt x="227722" y="143399"/>
                </a:cubicBezTo>
                <a:cubicBezTo>
                  <a:pt x="231461" y="145861"/>
                  <a:pt x="236370" y="147092"/>
                  <a:pt x="242450" y="147092"/>
                </a:cubicBezTo>
                <a:cubicBezTo>
                  <a:pt x="258803" y="147092"/>
                  <a:pt x="266980" y="137494"/>
                  <a:pt x="266980" y="118298"/>
                </a:cubicBezTo>
                <a:lnTo>
                  <a:pt x="266980" y="102391"/>
                </a:lnTo>
                <a:lnTo>
                  <a:pt x="266798" y="102391"/>
                </a:lnTo>
                <a:cubicBezTo>
                  <a:pt x="263697" y="108719"/>
                  <a:pt x="259442" y="113481"/>
                  <a:pt x="254031" y="116677"/>
                </a:cubicBezTo>
                <a:cubicBezTo>
                  <a:pt x="248620" y="119870"/>
                  <a:pt x="242298" y="121467"/>
                  <a:pt x="235063" y="121467"/>
                </a:cubicBezTo>
                <a:cubicBezTo>
                  <a:pt x="222965" y="121467"/>
                  <a:pt x="214074" y="117451"/>
                  <a:pt x="208390" y="109418"/>
                </a:cubicBezTo>
                <a:cubicBezTo>
                  <a:pt x="202705" y="101386"/>
                  <a:pt x="199863" y="88760"/>
                  <a:pt x="199863" y="71540"/>
                </a:cubicBezTo>
                <a:cubicBezTo>
                  <a:pt x="199863" y="54077"/>
                  <a:pt x="202918" y="41192"/>
                  <a:pt x="209028" y="32886"/>
                </a:cubicBezTo>
                <a:cubicBezTo>
                  <a:pt x="215138" y="24580"/>
                  <a:pt x="224424" y="20427"/>
                  <a:pt x="236887" y="20427"/>
                </a:cubicBezTo>
                <a:cubicBezTo>
                  <a:pt x="243878" y="20427"/>
                  <a:pt x="249943" y="22025"/>
                  <a:pt x="255080" y="25220"/>
                </a:cubicBezTo>
                <a:cubicBezTo>
                  <a:pt x="260217" y="28414"/>
                  <a:pt x="264184" y="32962"/>
                  <a:pt x="266980" y="38865"/>
                </a:cubicBezTo>
                <a:lnTo>
                  <a:pt x="267163" y="38865"/>
                </a:lnTo>
                <a:cubicBezTo>
                  <a:pt x="267163" y="37048"/>
                  <a:pt x="267284" y="33901"/>
                  <a:pt x="267527" y="29424"/>
                </a:cubicBezTo>
                <a:cubicBezTo>
                  <a:pt x="267770" y="24944"/>
                  <a:pt x="268014" y="22492"/>
                  <a:pt x="268257" y="22068"/>
                </a:cubicBezTo>
                <a:lnTo>
                  <a:pt x="283851" y="22068"/>
                </a:lnTo>
                <a:cubicBezTo>
                  <a:pt x="283486" y="25353"/>
                  <a:pt x="283303" y="32167"/>
                  <a:pt x="283303" y="42509"/>
                </a:cubicBezTo>
                <a:lnTo>
                  <a:pt x="283303" y="117973"/>
                </a:lnTo>
                <a:cubicBezTo>
                  <a:pt x="283303" y="145715"/>
                  <a:pt x="269534" y="159585"/>
                  <a:pt x="241994" y="159585"/>
                </a:cubicBezTo>
                <a:moveTo>
                  <a:pt x="266980" y="71357"/>
                </a:moveTo>
                <a:cubicBezTo>
                  <a:pt x="266980" y="63323"/>
                  <a:pt x="265886" y="56400"/>
                  <a:pt x="263697" y="50588"/>
                </a:cubicBezTo>
                <a:cubicBezTo>
                  <a:pt x="261509" y="44775"/>
                  <a:pt x="258423" y="40331"/>
                  <a:pt x="254441" y="37257"/>
                </a:cubicBezTo>
                <a:cubicBezTo>
                  <a:pt x="250459" y="34184"/>
                  <a:pt x="245945" y="32647"/>
                  <a:pt x="240899" y="32647"/>
                </a:cubicBezTo>
                <a:cubicBezTo>
                  <a:pt x="232510" y="32647"/>
                  <a:pt x="226400" y="35690"/>
                  <a:pt x="222570" y="41777"/>
                </a:cubicBezTo>
                <a:cubicBezTo>
                  <a:pt x="218740" y="47864"/>
                  <a:pt x="216825" y="57724"/>
                  <a:pt x="216825" y="71357"/>
                </a:cubicBezTo>
                <a:cubicBezTo>
                  <a:pt x="216825" y="84871"/>
                  <a:pt x="218618" y="94580"/>
                  <a:pt x="222205" y="100484"/>
                </a:cubicBezTo>
                <a:cubicBezTo>
                  <a:pt x="225792" y="106387"/>
                  <a:pt x="231932" y="109339"/>
                  <a:pt x="240626" y="109339"/>
                </a:cubicBezTo>
                <a:cubicBezTo>
                  <a:pt x="245793" y="109339"/>
                  <a:pt x="250383" y="107817"/>
                  <a:pt x="254396" y="104773"/>
                </a:cubicBezTo>
                <a:cubicBezTo>
                  <a:pt x="258408" y="101730"/>
                  <a:pt x="261509" y="97363"/>
                  <a:pt x="263697" y="91673"/>
                </a:cubicBezTo>
                <a:cubicBezTo>
                  <a:pt x="265886" y="85981"/>
                  <a:pt x="266980" y="79209"/>
                  <a:pt x="266980" y="71357"/>
                </a:cubicBezTo>
                <a:close/>
                <a:moveTo>
                  <a:pt x="324494" y="22068"/>
                </a:moveTo>
                <a:lnTo>
                  <a:pt x="324494" y="84626"/>
                </a:lnTo>
                <a:cubicBezTo>
                  <a:pt x="324494" y="91131"/>
                  <a:pt x="325132" y="96177"/>
                  <a:pt x="326409" y="99764"/>
                </a:cubicBezTo>
                <a:cubicBezTo>
                  <a:pt x="327685" y="103350"/>
                  <a:pt x="329722" y="105934"/>
                  <a:pt x="332518" y="107515"/>
                </a:cubicBezTo>
                <a:cubicBezTo>
                  <a:pt x="335315" y="109095"/>
                  <a:pt x="339419" y="109886"/>
                  <a:pt x="344829" y="109886"/>
                </a:cubicBezTo>
                <a:cubicBezTo>
                  <a:pt x="352733" y="109886"/>
                  <a:pt x="358964" y="107180"/>
                  <a:pt x="363524" y="101770"/>
                </a:cubicBezTo>
                <a:cubicBezTo>
                  <a:pt x="368083" y="96359"/>
                  <a:pt x="370363" y="88851"/>
                  <a:pt x="370363" y="79245"/>
                </a:cubicBezTo>
                <a:lnTo>
                  <a:pt x="370363" y="22068"/>
                </a:lnTo>
                <a:lnTo>
                  <a:pt x="386777" y="22068"/>
                </a:lnTo>
                <a:lnTo>
                  <a:pt x="386777" y="99672"/>
                </a:lnTo>
                <a:cubicBezTo>
                  <a:pt x="386777" y="111162"/>
                  <a:pt x="386960" y="118184"/>
                  <a:pt x="387325" y="120738"/>
                </a:cubicBezTo>
                <a:lnTo>
                  <a:pt x="371822" y="120738"/>
                </a:lnTo>
                <a:cubicBezTo>
                  <a:pt x="371761" y="120434"/>
                  <a:pt x="371700" y="119613"/>
                  <a:pt x="371640" y="118275"/>
                </a:cubicBezTo>
                <a:cubicBezTo>
                  <a:pt x="371579" y="116938"/>
                  <a:pt x="371503" y="115403"/>
                  <a:pt x="371412" y="113670"/>
                </a:cubicBezTo>
                <a:cubicBezTo>
                  <a:pt x="371320" y="111938"/>
                  <a:pt x="371214" y="108670"/>
                  <a:pt x="371092" y="103867"/>
                </a:cubicBezTo>
                <a:lnTo>
                  <a:pt x="370819" y="103867"/>
                </a:lnTo>
                <a:cubicBezTo>
                  <a:pt x="367050" y="110676"/>
                  <a:pt x="362688" y="115494"/>
                  <a:pt x="357733" y="118321"/>
                </a:cubicBezTo>
                <a:cubicBezTo>
                  <a:pt x="352778" y="121148"/>
                  <a:pt x="346623" y="122561"/>
                  <a:pt x="339267" y="122561"/>
                </a:cubicBezTo>
                <a:cubicBezTo>
                  <a:pt x="328445" y="122561"/>
                  <a:pt x="320527" y="119871"/>
                  <a:pt x="315511" y="114491"/>
                </a:cubicBezTo>
                <a:cubicBezTo>
                  <a:pt x="310496" y="109111"/>
                  <a:pt x="307988" y="100219"/>
                  <a:pt x="307988" y="87817"/>
                </a:cubicBezTo>
                <a:lnTo>
                  <a:pt x="307988" y="22068"/>
                </a:lnTo>
                <a:lnTo>
                  <a:pt x="324494" y="22068"/>
                </a:lnTo>
                <a:close/>
                <a:moveTo>
                  <a:pt x="424867" y="74777"/>
                </a:moveTo>
                <a:cubicBezTo>
                  <a:pt x="424867" y="86113"/>
                  <a:pt x="427207" y="94860"/>
                  <a:pt x="431888" y="101017"/>
                </a:cubicBezTo>
                <a:cubicBezTo>
                  <a:pt x="436570" y="107173"/>
                  <a:pt x="443409" y="110251"/>
                  <a:pt x="452407" y="110251"/>
                </a:cubicBezTo>
                <a:cubicBezTo>
                  <a:pt x="459519" y="110251"/>
                  <a:pt x="465219" y="108813"/>
                  <a:pt x="469505" y="105939"/>
                </a:cubicBezTo>
                <a:cubicBezTo>
                  <a:pt x="473791" y="103064"/>
                  <a:pt x="476694" y="99425"/>
                  <a:pt x="478214" y="95022"/>
                </a:cubicBezTo>
                <a:lnTo>
                  <a:pt x="492622" y="99139"/>
                </a:lnTo>
                <a:cubicBezTo>
                  <a:pt x="486725" y="114754"/>
                  <a:pt x="473320" y="122561"/>
                  <a:pt x="452407" y="122561"/>
                </a:cubicBezTo>
                <a:cubicBezTo>
                  <a:pt x="437816" y="122561"/>
                  <a:pt x="426706" y="118215"/>
                  <a:pt x="419076" y="109521"/>
                </a:cubicBezTo>
                <a:cubicBezTo>
                  <a:pt x="411446" y="100827"/>
                  <a:pt x="407631" y="87909"/>
                  <a:pt x="407631" y="70765"/>
                </a:cubicBezTo>
                <a:cubicBezTo>
                  <a:pt x="407631" y="54472"/>
                  <a:pt x="411446" y="41978"/>
                  <a:pt x="419076" y="33285"/>
                </a:cubicBezTo>
                <a:cubicBezTo>
                  <a:pt x="426706" y="24591"/>
                  <a:pt x="437603" y="20245"/>
                  <a:pt x="451768" y="20245"/>
                </a:cubicBezTo>
                <a:cubicBezTo>
                  <a:pt x="480767" y="20245"/>
                  <a:pt x="495267" y="37693"/>
                  <a:pt x="495267" y="72591"/>
                </a:cubicBezTo>
                <a:lnTo>
                  <a:pt x="495267" y="74777"/>
                </a:lnTo>
                <a:lnTo>
                  <a:pt x="424867" y="74777"/>
                </a:lnTo>
                <a:moveTo>
                  <a:pt x="478305" y="62193"/>
                </a:moveTo>
                <a:cubicBezTo>
                  <a:pt x="477393" y="51829"/>
                  <a:pt x="474748" y="44269"/>
                  <a:pt x="470371" y="39512"/>
                </a:cubicBezTo>
                <a:cubicBezTo>
                  <a:pt x="465994" y="34753"/>
                  <a:pt x="459702" y="32373"/>
                  <a:pt x="451495" y="32373"/>
                </a:cubicBezTo>
                <a:cubicBezTo>
                  <a:pt x="443531" y="32373"/>
                  <a:pt x="437223" y="35025"/>
                  <a:pt x="432572" y="40329"/>
                </a:cubicBezTo>
                <a:cubicBezTo>
                  <a:pt x="427922" y="45632"/>
                  <a:pt x="425414" y="52920"/>
                  <a:pt x="425049" y="62193"/>
                </a:cubicBezTo>
                <a:lnTo>
                  <a:pt x="478305" y="62193"/>
                </a:lnTo>
                <a:close/>
                <a:moveTo>
                  <a:pt x="590168" y="93446"/>
                </a:moveTo>
                <a:cubicBezTo>
                  <a:pt x="590168" y="102755"/>
                  <a:pt x="586657" y="109935"/>
                  <a:pt x="579636" y="114987"/>
                </a:cubicBezTo>
                <a:cubicBezTo>
                  <a:pt x="572614" y="120037"/>
                  <a:pt x="562780" y="122561"/>
                  <a:pt x="550135" y="122561"/>
                </a:cubicBezTo>
                <a:cubicBezTo>
                  <a:pt x="537855" y="122561"/>
                  <a:pt x="528386" y="120540"/>
                  <a:pt x="521729" y="116497"/>
                </a:cubicBezTo>
                <a:cubicBezTo>
                  <a:pt x="515072" y="112454"/>
                  <a:pt x="510740" y="106147"/>
                  <a:pt x="508734" y="97575"/>
                </a:cubicBezTo>
                <a:lnTo>
                  <a:pt x="523234" y="94748"/>
                </a:lnTo>
                <a:cubicBezTo>
                  <a:pt x="524632" y="100037"/>
                  <a:pt x="527520" y="103913"/>
                  <a:pt x="531897" y="106375"/>
                </a:cubicBezTo>
                <a:cubicBezTo>
                  <a:pt x="536274" y="108837"/>
                  <a:pt x="542353" y="110068"/>
                  <a:pt x="550135" y="110068"/>
                </a:cubicBezTo>
                <a:cubicBezTo>
                  <a:pt x="558464" y="110068"/>
                  <a:pt x="564559" y="108790"/>
                  <a:pt x="568419" y="106232"/>
                </a:cubicBezTo>
                <a:cubicBezTo>
                  <a:pt x="572279" y="103673"/>
                  <a:pt x="574210" y="99837"/>
                  <a:pt x="574210" y="94722"/>
                </a:cubicBezTo>
                <a:cubicBezTo>
                  <a:pt x="574210" y="90828"/>
                  <a:pt x="572872" y="87664"/>
                  <a:pt x="570197" y="85230"/>
                </a:cubicBezTo>
                <a:cubicBezTo>
                  <a:pt x="567522" y="82796"/>
                  <a:pt x="563206" y="80788"/>
                  <a:pt x="557248" y="79206"/>
                </a:cubicBezTo>
                <a:lnTo>
                  <a:pt x="545484" y="76102"/>
                </a:lnTo>
                <a:cubicBezTo>
                  <a:pt x="536061" y="73668"/>
                  <a:pt x="529359" y="71280"/>
                  <a:pt x="525377" y="68938"/>
                </a:cubicBezTo>
                <a:cubicBezTo>
                  <a:pt x="521395" y="66595"/>
                  <a:pt x="518279" y="63751"/>
                  <a:pt x="516029" y="60406"/>
                </a:cubicBezTo>
                <a:cubicBezTo>
                  <a:pt x="513780" y="57058"/>
                  <a:pt x="512655" y="52951"/>
                  <a:pt x="512655" y="48084"/>
                </a:cubicBezTo>
                <a:cubicBezTo>
                  <a:pt x="512655" y="39077"/>
                  <a:pt x="515862" y="32215"/>
                  <a:pt x="522276" y="27500"/>
                </a:cubicBezTo>
                <a:cubicBezTo>
                  <a:pt x="528690" y="22785"/>
                  <a:pt x="538037" y="20427"/>
                  <a:pt x="550317" y="20427"/>
                </a:cubicBezTo>
                <a:cubicBezTo>
                  <a:pt x="561200" y="20427"/>
                  <a:pt x="569848" y="22342"/>
                  <a:pt x="576261" y="26172"/>
                </a:cubicBezTo>
                <a:cubicBezTo>
                  <a:pt x="582675" y="30002"/>
                  <a:pt x="586733" y="36142"/>
                  <a:pt x="588436" y="44593"/>
                </a:cubicBezTo>
                <a:lnTo>
                  <a:pt x="573663" y="46416"/>
                </a:lnTo>
                <a:cubicBezTo>
                  <a:pt x="572751" y="42039"/>
                  <a:pt x="570304" y="38680"/>
                  <a:pt x="566322" y="36340"/>
                </a:cubicBezTo>
                <a:cubicBezTo>
                  <a:pt x="562340" y="33999"/>
                  <a:pt x="557005" y="32829"/>
                  <a:pt x="550317" y="32829"/>
                </a:cubicBezTo>
                <a:cubicBezTo>
                  <a:pt x="542901" y="32829"/>
                  <a:pt x="537429" y="33956"/>
                  <a:pt x="533903" y="36209"/>
                </a:cubicBezTo>
                <a:cubicBezTo>
                  <a:pt x="530377" y="38462"/>
                  <a:pt x="528614" y="41872"/>
                  <a:pt x="528614" y="46439"/>
                </a:cubicBezTo>
                <a:cubicBezTo>
                  <a:pt x="528614" y="49238"/>
                  <a:pt x="529343" y="51550"/>
                  <a:pt x="530802" y="53376"/>
                </a:cubicBezTo>
                <a:cubicBezTo>
                  <a:pt x="532262" y="55201"/>
                  <a:pt x="534420" y="56753"/>
                  <a:pt x="537277" y="58032"/>
                </a:cubicBezTo>
                <a:cubicBezTo>
                  <a:pt x="540134" y="59309"/>
                  <a:pt x="546153" y="61073"/>
                  <a:pt x="555333" y="63324"/>
                </a:cubicBezTo>
                <a:cubicBezTo>
                  <a:pt x="564027" y="65514"/>
                  <a:pt x="570288" y="67538"/>
                  <a:pt x="574118" y="69394"/>
                </a:cubicBezTo>
                <a:cubicBezTo>
                  <a:pt x="577949" y="71250"/>
                  <a:pt x="580973" y="73304"/>
                  <a:pt x="583192" y="75555"/>
                </a:cubicBezTo>
                <a:cubicBezTo>
                  <a:pt x="585411" y="77806"/>
                  <a:pt x="587128" y="80408"/>
                  <a:pt x="588344" y="83360"/>
                </a:cubicBezTo>
                <a:cubicBezTo>
                  <a:pt x="589560" y="86311"/>
                  <a:pt x="590168" y="89673"/>
                  <a:pt x="590168" y="93446"/>
                </a:cubicBezTo>
                <a:close/>
                <a:moveTo>
                  <a:pt x="647437" y="120008"/>
                </a:moveTo>
                <a:cubicBezTo>
                  <a:pt x="642026" y="121467"/>
                  <a:pt x="636494" y="122197"/>
                  <a:pt x="630840" y="122197"/>
                </a:cubicBezTo>
                <a:cubicBezTo>
                  <a:pt x="617708" y="122197"/>
                  <a:pt x="611142" y="114749"/>
                  <a:pt x="611142" y="99855"/>
                </a:cubicBezTo>
                <a:lnTo>
                  <a:pt x="611142" y="34014"/>
                </a:lnTo>
                <a:lnTo>
                  <a:pt x="599743" y="34014"/>
                </a:lnTo>
                <a:lnTo>
                  <a:pt x="599743" y="22068"/>
                </a:lnTo>
                <a:lnTo>
                  <a:pt x="611781" y="22068"/>
                </a:lnTo>
                <a:lnTo>
                  <a:pt x="616614" y="0"/>
                </a:lnTo>
                <a:lnTo>
                  <a:pt x="627557" y="0"/>
                </a:lnTo>
                <a:lnTo>
                  <a:pt x="627557" y="22068"/>
                </a:lnTo>
                <a:lnTo>
                  <a:pt x="645795" y="22068"/>
                </a:lnTo>
                <a:lnTo>
                  <a:pt x="645795" y="34014"/>
                </a:lnTo>
                <a:lnTo>
                  <a:pt x="627557" y="34014"/>
                </a:lnTo>
                <a:lnTo>
                  <a:pt x="627557" y="96298"/>
                </a:lnTo>
                <a:cubicBezTo>
                  <a:pt x="627557" y="101040"/>
                  <a:pt x="628332" y="104369"/>
                  <a:pt x="629882" y="106284"/>
                </a:cubicBezTo>
                <a:cubicBezTo>
                  <a:pt x="631432" y="108199"/>
                  <a:pt x="634123" y="109156"/>
                  <a:pt x="637953" y="109156"/>
                </a:cubicBezTo>
                <a:cubicBezTo>
                  <a:pt x="640141" y="109156"/>
                  <a:pt x="643303" y="108731"/>
                  <a:pt x="647437" y="107880"/>
                </a:cubicBezTo>
                <a:lnTo>
                  <a:pt x="647437" y="120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8F1EB-1643-4B85-9A1E-6A4172C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1925762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27425-F15E-43F7-9AF1-7A5DC06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1925762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34" name="Text code:guest">
            <a:extLst xmlns:a="http://schemas.openxmlformats.org/drawingml/2006/main">
              <a:ext uri="{FF2B5EF4-FFF2-40B4-BE49-F238E27FC236}">
                <a16:creationId xmlns:a16="http://schemas.microsoft.com/office/drawing/2014/main" id="{C9B2D62D-E5E1-4D7B-8450-0EA0AE2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35" y="2000539"/>
            <a:ext cx="956217" cy="174176"/>
          </a:xfrm>
          <a:custGeom xmlns:a="http://schemas.openxmlformats.org/drawingml/2006/main">
            <a:pathLst>
              <a:path w="956217" h="174176">
                <a:moveTo>
                  <a:pt x="17144" y="85538"/>
                </a:moveTo>
                <a:cubicBezTo>
                  <a:pt x="17144" y="98669"/>
                  <a:pt x="19211" y="108396"/>
                  <a:pt x="23345" y="114719"/>
                </a:cubicBezTo>
                <a:cubicBezTo>
                  <a:pt x="27479" y="121042"/>
                  <a:pt x="33710" y="124203"/>
                  <a:pt x="42039" y="124203"/>
                </a:cubicBezTo>
                <a:cubicBezTo>
                  <a:pt x="47876" y="124203"/>
                  <a:pt x="52754" y="122622"/>
                  <a:pt x="56676" y="119461"/>
                </a:cubicBezTo>
                <a:cubicBezTo>
                  <a:pt x="60597" y="116300"/>
                  <a:pt x="63013" y="111436"/>
                  <a:pt x="63925" y="104870"/>
                </a:cubicBezTo>
                <a:lnTo>
                  <a:pt x="80522" y="105965"/>
                </a:lnTo>
                <a:cubicBezTo>
                  <a:pt x="79245" y="115448"/>
                  <a:pt x="75203" y="123017"/>
                  <a:pt x="68394" y="128671"/>
                </a:cubicBezTo>
                <a:cubicBezTo>
                  <a:pt x="61585" y="134325"/>
                  <a:pt x="52952" y="137152"/>
                  <a:pt x="42495" y="137152"/>
                </a:cubicBezTo>
                <a:cubicBezTo>
                  <a:pt x="28695" y="137152"/>
                  <a:pt x="18162" y="132790"/>
                  <a:pt x="10897" y="124066"/>
                </a:cubicBezTo>
                <a:cubicBezTo>
                  <a:pt x="3632" y="115342"/>
                  <a:pt x="0" y="102621"/>
                  <a:pt x="0" y="85902"/>
                </a:cubicBezTo>
                <a:cubicBezTo>
                  <a:pt x="0" y="69306"/>
                  <a:pt x="3648" y="56645"/>
                  <a:pt x="10943" y="47921"/>
                </a:cubicBezTo>
                <a:cubicBezTo>
                  <a:pt x="18238" y="39197"/>
                  <a:pt x="28695" y="34835"/>
                  <a:pt x="42313" y="34835"/>
                </a:cubicBezTo>
                <a:cubicBezTo>
                  <a:pt x="52405" y="34835"/>
                  <a:pt x="60779" y="37442"/>
                  <a:pt x="67436" y="42655"/>
                </a:cubicBezTo>
                <a:cubicBezTo>
                  <a:pt x="74093" y="47868"/>
                  <a:pt x="78273" y="55050"/>
                  <a:pt x="79975" y="64202"/>
                </a:cubicBezTo>
                <a:lnTo>
                  <a:pt x="63105" y="65475"/>
                </a:lnTo>
                <a:cubicBezTo>
                  <a:pt x="62253" y="60033"/>
                  <a:pt x="60095" y="55709"/>
                  <a:pt x="56630" y="52504"/>
                </a:cubicBezTo>
                <a:cubicBezTo>
                  <a:pt x="53165" y="49297"/>
                  <a:pt x="48240" y="47693"/>
                  <a:pt x="41857" y="47693"/>
                </a:cubicBezTo>
                <a:cubicBezTo>
                  <a:pt x="33163" y="47693"/>
                  <a:pt x="26871" y="50581"/>
                  <a:pt x="22980" y="56356"/>
                </a:cubicBezTo>
                <a:cubicBezTo>
                  <a:pt x="19089" y="62132"/>
                  <a:pt x="17144" y="71859"/>
                  <a:pt x="17144" y="85538"/>
                </a:cubicBezTo>
                <a:close/>
                <a:moveTo>
                  <a:pt x="181471" y="85902"/>
                </a:moveTo>
                <a:cubicBezTo>
                  <a:pt x="181471" y="103168"/>
                  <a:pt x="177671" y="116026"/>
                  <a:pt x="170072" y="124476"/>
                </a:cubicBezTo>
                <a:cubicBezTo>
                  <a:pt x="162472" y="132927"/>
                  <a:pt x="151438" y="137152"/>
                  <a:pt x="136969" y="137152"/>
                </a:cubicBezTo>
                <a:cubicBezTo>
                  <a:pt x="122561" y="137152"/>
                  <a:pt x="111679" y="132760"/>
                  <a:pt x="104323" y="123975"/>
                </a:cubicBezTo>
                <a:cubicBezTo>
                  <a:pt x="96967" y="115190"/>
                  <a:pt x="93288" y="102499"/>
                  <a:pt x="93288" y="85902"/>
                </a:cubicBezTo>
                <a:cubicBezTo>
                  <a:pt x="93288" y="51858"/>
                  <a:pt x="108031" y="34835"/>
                  <a:pt x="137516" y="34835"/>
                </a:cubicBezTo>
                <a:cubicBezTo>
                  <a:pt x="152593" y="34835"/>
                  <a:pt x="163688" y="38984"/>
                  <a:pt x="170801" y="47283"/>
                </a:cubicBezTo>
                <a:cubicBezTo>
                  <a:pt x="177914" y="55581"/>
                  <a:pt x="181471" y="68454"/>
                  <a:pt x="181471" y="85902"/>
                </a:cubicBezTo>
                <a:moveTo>
                  <a:pt x="164235" y="85902"/>
                </a:moveTo>
                <a:cubicBezTo>
                  <a:pt x="164235" y="72284"/>
                  <a:pt x="162214" y="62390"/>
                  <a:pt x="158171" y="56220"/>
                </a:cubicBezTo>
                <a:cubicBezTo>
                  <a:pt x="154128" y="50049"/>
                  <a:pt x="147335" y="46964"/>
                  <a:pt x="137790" y="46964"/>
                </a:cubicBezTo>
                <a:cubicBezTo>
                  <a:pt x="128184" y="46964"/>
                  <a:pt x="121239" y="50110"/>
                  <a:pt x="116953" y="56402"/>
                </a:cubicBezTo>
                <a:cubicBezTo>
                  <a:pt x="112667" y="62694"/>
                  <a:pt x="110524" y="72528"/>
                  <a:pt x="110524" y="85902"/>
                </a:cubicBezTo>
                <a:cubicBezTo>
                  <a:pt x="110524" y="98912"/>
                  <a:pt x="112636" y="108685"/>
                  <a:pt x="116861" y="115220"/>
                </a:cubicBezTo>
                <a:cubicBezTo>
                  <a:pt x="121087" y="121756"/>
                  <a:pt x="127728" y="125024"/>
                  <a:pt x="136787" y="125024"/>
                </a:cubicBezTo>
                <a:cubicBezTo>
                  <a:pt x="146636" y="125024"/>
                  <a:pt x="153672" y="121862"/>
                  <a:pt x="157898" y="115540"/>
                </a:cubicBezTo>
                <a:cubicBezTo>
                  <a:pt x="162123" y="109217"/>
                  <a:pt x="164235" y="99338"/>
                  <a:pt x="164235" y="85902"/>
                </a:cubicBezTo>
                <a:close/>
                <a:moveTo>
                  <a:pt x="264153" y="119461"/>
                </a:moveTo>
                <a:cubicBezTo>
                  <a:pt x="261113" y="125783"/>
                  <a:pt x="257086" y="130313"/>
                  <a:pt x="252070" y="133048"/>
                </a:cubicBezTo>
                <a:cubicBezTo>
                  <a:pt x="247055" y="135784"/>
                  <a:pt x="240839" y="137152"/>
                  <a:pt x="233422" y="137152"/>
                </a:cubicBezTo>
                <a:cubicBezTo>
                  <a:pt x="220959" y="137152"/>
                  <a:pt x="211794" y="132957"/>
                  <a:pt x="205927" y="124568"/>
                </a:cubicBezTo>
                <a:cubicBezTo>
                  <a:pt x="200061" y="116178"/>
                  <a:pt x="197127" y="103472"/>
                  <a:pt x="197127" y="86450"/>
                </a:cubicBezTo>
                <a:cubicBezTo>
                  <a:pt x="197127" y="52040"/>
                  <a:pt x="209226" y="34835"/>
                  <a:pt x="233422" y="34835"/>
                </a:cubicBezTo>
                <a:cubicBezTo>
                  <a:pt x="240899" y="34835"/>
                  <a:pt x="247131" y="36203"/>
                  <a:pt x="252116" y="38939"/>
                </a:cubicBezTo>
                <a:cubicBezTo>
                  <a:pt x="257101" y="41675"/>
                  <a:pt x="261113" y="46021"/>
                  <a:pt x="264153" y="51979"/>
                </a:cubicBezTo>
                <a:lnTo>
                  <a:pt x="264336" y="51979"/>
                </a:lnTo>
                <a:lnTo>
                  <a:pt x="264153" y="40945"/>
                </a:lnTo>
                <a:lnTo>
                  <a:pt x="264153" y="0"/>
                </a:lnTo>
                <a:lnTo>
                  <a:pt x="280568" y="0"/>
                </a:lnTo>
                <a:lnTo>
                  <a:pt x="280568" y="114992"/>
                </a:lnTo>
                <a:cubicBezTo>
                  <a:pt x="280568" y="125267"/>
                  <a:pt x="280750" y="132045"/>
                  <a:pt x="281115" y="135328"/>
                </a:cubicBezTo>
                <a:lnTo>
                  <a:pt x="265430" y="135328"/>
                </a:lnTo>
                <a:cubicBezTo>
                  <a:pt x="265248" y="134355"/>
                  <a:pt x="265050" y="132106"/>
                  <a:pt x="264837" y="128580"/>
                </a:cubicBezTo>
                <a:cubicBezTo>
                  <a:pt x="264624" y="125054"/>
                  <a:pt x="264518" y="122014"/>
                  <a:pt x="264518" y="119461"/>
                </a:cubicBezTo>
                <a:lnTo>
                  <a:pt x="264153" y="119461"/>
                </a:lnTo>
                <a:moveTo>
                  <a:pt x="214363" y="85902"/>
                </a:moveTo>
                <a:cubicBezTo>
                  <a:pt x="214363" y="99703"/>
                  <a:pt x="216186" y="109582"/>
                  <a:pt x="219834" y="115540"/>
                </a:cubicBezTo>
                <a:cubicBezTo>
                  <a:pt x="223482" y="121497"/>
                  <a:pt x="229409" y="124476"/>
                  <a:pt x="237616" y="124476"/>
                </a:cubicBezTo>
                <a:cubicBezTo>
                  <a:pt x="246918" y="124476"/>
                  <a:pt x="253666" y="121254"/>
                  <a:pt x="257861" y="114810"/>
                </a:cubicBezTo>
                <a:cubicBezTo>
                  <a:pt x="262056" y="108366"/>
                  <a:pt x="264153" y="98365"/>
                  <a:pt x="264153" y="84808"/>
                </a:cubicBezTo>
                <a:cubicBezTo>
                  <a:pt x="264153" y="71737"/>
                  <a:pt x="262056" y="62162"/>
                  <a:pt x="257861" y="56083"/>
                </a:cubicBezTo>
                <a:cubicBezTo>
                  <a:pt x="253666" y="50003"/>
                  <a:pt x="246979" y="46964"/>
                  <a:pt x="237799" y="46964"/>
                </a:cubicBezTo>
                <a:cubicBezTo>
                  <a:pt x="229531" y="46964"/>
                  <a:pt x="223558" y="50019"/>
                  <a:pt x="219880" y="56128"/>
                </a:cubicBezTo>
                <a:cubicBezTo>
                  <a:pt x="216202" y="62238"/>
                  <a:pt x="214363" y="72163"/>
                  <a:pt x="214363" y="85902"/>
                </a:cubicBezTo>
                <a:close/>
                <a:moveTo>
                  <a:pt x="318293" y="89368"/>
                </a:moveTo>
                <a:cubicBezTo>
                  <a:pt x="318293" y="100704"/>
                  <a:pt x="320633" y="109451"/>
                  <a:pt x="325314" y="115608"/>
                </a:cubicBezTo>
                <a:cubicBezTo>
                  <a:pt x="329995" y="121763"/>
                  <a:pt x="336835" y="124841"/>
                  <a:pt x="345832" y="124841"/>
                </a:cubicBezTo>
                <a:cubicBezTo>
                  <a:pt x="352945" y="124841"/>
                  <a:pt x="358645" y="123404"/>
                  <a:pt x="362931" y="120530"/>
                </a:cubicBezTo>
                <a:cubicBezTo>
                  <a:pt x="367217" y="117655"/>
                  <a:pt x="370120" y="114016"/>
                  <a:pt x="371640" y="109612"/>
                </a:cubicBezTo>
                <a:lnTo>
                  <a:pt x="386048" y="113730"/>
                </a:lnTo>
                <a:cubicBezTo>
                  <a:pt x="380151" y="129345"/>
                  <a:pt x="366746" y="137152"/>
                  <a:pt x="345832" y="137152"/>
                </a:cubicBezTo>
                <a:cubicBezTo>
                  <a:pt x="331242" y="137152"/>
                  <a:pt x="320132" y="132805"/>
                  <a:pt x="312502" y="124112"/>
                </a:cubicBezTo>
                <a:cubicBezTo>
                  <a:pt x="304872" y="115418"/>
                  <a:pt x="301057" y="102499"/>
                  <a:pt x="301057" y="85355"/>
                </a:cubicBezTo>
                <a:cubicBezTo>
                  <a:pt x="301057" y="69062"/>
                  <a:pt x="304872" y="56569"/>
                  <a:pt x="312502" y="47876"/>
                </a:cubicBezTo>
                <a:cubicBezTo>
                  <a:pt x="320132" y="39182"/>
                  <a:pt x="331029" y="34835"/>
                  <a:pt x="345194" y="34835"/>
                </a:cubicBezTo>
                <a:cubicBezTo>
                  <a:pt x="374193" y="34835"/>
                  <a:pt x="388692" y="52284"/>
                  <a:pt x="388692" y="87182"/>
                </a:cubicBezTo>
                <a:lnTo>
                  <a:pt x="388692" y="89368"/>
                </a:lnTo>
                <a:lnTo>
                  <a:pt x="318293" y="89368"/>
                </a:lnTo>
                <a:moveTo>
                  <a:pt x="371731" y="76783"/>
                </a:moveTo>
                <a:cubicBezTo>
                  <a:pt x="370819" y="66420"/>
                  <a:pt x="368174" y="58859"/>
                  <a:pt x="363797" y="54102"/>
                </a:cubicBezTo>
                <a:cubicBezTo>
                  <a:pt x="359420" y="49343"/>
                  <a:pt x="353128" y="46964"/>
                  <a:pt x="344920" y="46964"/>
                </a:cubicBezTo>
                <a:cubicBezTo>
                  <a:pt x="336956" y="46964"/>
                  <a:pt x="330649" y="49616"/>
                  <a:pt x="325998" y="54920"/>
                </a:cubicBezTo>
                <a:cubicBezTo>
                  <a:pt x="321347" y="60222"/>
                  <a:pt x="318840" y="67510"/>
                  <a:pt x="318475" y="76783"/>
                </a:cubicBezTo>
                <a:lnTo>
                  <a:pt x="371731" y="76783"/>
                </a:lnTo>
                <a:close/>
                <a:moveTo>
                  <a:pt x="414015" y="55627"/>
                </a:moveTo>
                <a:lnTo>
                  <a:pt x="414015" y="36659"/>
                </a:lnTo>
                <a:lnTo>
                  <a:pt x="431797" y="36659"/>
                </a:lnTo>
                <a:lnTo>
                  <a:pt x="431797" y="55627"/>
                </a:lnTo>
                <a:lnTo>
                  <a:pt x="414015" y="55627"/>
                </a:lnTo>
                <a:moveTo>
                  <a:pt x="414015" y="135328"/>
                </a:moveTo>
                <a:lnTo>
                  <a:pt x="414015" y="116360"/>
                </a:lnTo>
                <a:lnTo>
                  <a:pt x="431797" y="116360"/>
                </a:lnTo>
                <a:lnTo>
                  <a:pt x="431797" y="135328"/>
                </a:lnTo>
                <a:lnTo>
                  <a:pt x="414015" y="135328"/>
                </a:lnTo>
                <a:close/>
                <a:moveTo>
                  <a:pt x="550773" y="174176"/>
                </a:moveTo>
                <a:cubicBezTo>
                  <a:pt x="540013" y="174176"/>
                  <a:pt x="531441" y="172063"/>
                  <a:pt x="525057" y="167838"/>
                </a:cubicBezTo>
                <a:cubicBezTo>
                  <a:pt x="518674" y="163613"/>
                  <a:pt x="514570" y="157609"/>
                  <a:pt x="512747" y="149828"/>
                </a:cubicBezTo>
                <a:lnTo>
                  <a:pt x="529252" y="147457"/>
                </a:lnTo>
                <a:cubicBezTo>
                  <a:pt x="530347" y="152016"/>
                  <a:pt x="532763" y="155527"/>
                  <a:pt x="536502" y="157989"/>
                </a:cubicBezTo>
                <a:cubicBezTo>
                  <a:pt x="540241" y="160451"/>
                  <a:pt x="545150" y="161683"/>
                  <a:pt x="551229" y="161683"/>
                </a:cubicBezTo>
                <a:cubicBezTo>
                  <a:pt x="567583" y="161683"/>
                  <a:pt x="575760" y="152085"/>
                  <a:pt x="575760" y="132889"/>
                </a:cubicBezTo>
                <a:lnTo>
                  <a:pt x="575760" y="116982"/>
                </a:lnTo>
                <a:lnTo>
                  <a:pt x="575578" y="116982"/>
                </a:lnTo>
                <a:cubicBezTo>
                  <a:pt x="572477" y="123310"/>
                  <a:pt x="568221" y="128072"/>
                  <a:pt x="562811" y="131267"/>
                </a:cubicBezTo>
                <a:cubicBezTo>
                  <a:pt x="557400" y="134461"/>
                  <a:pt x="551077" y="136058"/>
                  <a:pt x="543843" y="136058"/>
                </a:cubicBezTo>
                <a:cubicBezTo>
                  <a:pt x="531745" y="136058"/>
                  <a:pt x="522854" y="132041"/>
                  <a:pt x="517169" y="124009"/>
                </a:cubicBezTo>
                <a:cubicBezTo>
                  <a:pt x="511485" y="115977"/>
                  <a:pt x="508643" y="103350"/>
                  <a:pt x="508643" y="86130"/>
                </a:cubicBezTo>
                <a:cubicBezTo>
                  <a:pt x="508643" y="68667"/>
                  <a:pt x="511698" y="55783"/>
                  <a:pt x="517808" y="47477"/>
                </a:cubicBezTo>
                <a:cubicBezTo>
                  <a:pt x="523918" y="39171"/>
                  <a:pt x="533204" y="35018"/>
                  <a:pt x="545667" y="35018"/>
                </a:cubicBezTo>
                <a:cubicBezTo>
                  <a:pt x="552658" y="35018"/>
                  <a:pt x="558722" y="36615"/>
                  <a:pt x="563859" y="39811"/>
                </a:cubicBezTo>
                <a:cubicBezTo>
                  <a:pt x="568997" y="43004"/>
                  <a:pt x="572963" y="47553"/>
                  <a:pt x="575760" y="53455"/>
                </a:cubicBezTo>
                <a:lnTo>
                  <a:pt x="575942" y="53455"/>
                </a:lnTo>
                <a:cubicBezTo>
                  <a:pt x="575942" y="51639"/>
                  <a:pt x="576064" y="48492"/>
                  <a:pt x="576307" y="44014"/>
                </a:cubicBezTo>
                <a:cubicBezTo>
                  <a:pt x="576550" y="39534"/>
                  <a:pt x="576793" y="37083"/>
                  <a:pt x="577037" y="36659"/>
                </a:cubicBezTo>
                <a:lnTo>
                  <a:pt x="592630" y="36659"/>
                </a:lnTo>
                <a:cubicBezTo>
                  <a:pt x="592266" y="39944"/>
                  <a:pt x="592083" y="46757"/>
                  <a:pt x="592083" y="57100"/>
                </a:cubicBezTo>
                <a:lnTo>
                  <a:pt x="592083" y="132564"/>
                </a:lnTo>
                <a:cubicBezTo>
                  <a:pt x="592083" y="160305"/>
                  <a:pt x="578313" y="174176"/>
                  <a:pt x="550773" y="174176"/>
                </a:cubicBezTo>
                <a:moveTo>
                  <a:pt x="575760" y="85948"/>
                </a:moveTo>
                <a:cubicBezTo>
                  <a:pt x="575760" y="77914"/>
                  <a:pt x="574666" y="70991"/>
                  <a:pt x="572477" y="65179"/>
                </a:cubicBezTo>
                <a:cubicBezTo>
                  <a:pt x="570288" y="59366"/>
                  <a:pt x="567203" y="54922"/>
                  <a:pt x="563221" y="51848"/>
                </a:cubicBezTo>
                <a:cubicBezTo>
                  <a:pt x="559239" y="48774"/>
                  <a:pt x="554725" y="47237"/>
                  <a:pt x="549679" y="47237"/>
                </a:cubicBezTo>
                <a:cubicBezTo>
                  <a:pt x="541290" y="47237"/>
                  <a:pt x="535180" y="50281"/>
                  <a:pt x="531350" y="56368"/>
                </a:cubicBezTo>
                <a:cubicBezTo>
                  <a:pt x="527520" y="62455"/>
                  <a:pt x="525605" y="72315"/>
                  <a:pt x="525605" y="85948"/>
                </a:cubicBezTo>
                <a:cubicBezTo>
                  <a:pt x="525605" y="99461"/>
                  <a:pt x="527398" y="109170"/>
                  <a:pt x="530985" y="115075"/>
                </a:cubicBezTo>
                <a:cubicBezTo>
                  <a:pt x="534572" y="120978"/>
                  <a:pt x="540712" y="123929"/>
                  <a:pt x="549406" y="123929"/>
                </a:cubicBezTo>
                <a:cubicBezTo>
                  <a:pt x="554573" y="123929"/>
                  <a:pt x="559163" y="122407"/>
                  <a:pt x="563175" y="119364"/>
                </a:cubicBezTo>
                <a:cubicBezTo>
                  <a:pt x="567188" y="116320"/>
                  <a:pt x="570288" y="111954"/>
                  <a:pt x="572477" y="106264"/>
                </a:cubicBezTo>
                <a:cubicBezTo>
                  <a:pt x="574666" y="100572"/>
                  <a:pt x="575760" y="93800"/>
                  <a:pt x="575760" y="85948"/>
                </a:cubicBezTo>
                <a:close/>
                <a:moveTo>
                  <a:pt x="633273" y="36659"/>
                </a:moveTo>
                <a:lnTo>
                  <a:pt x="633273" y="99216"/>
                </a:lnTo>
                <a:cubicBezTo>
                  <a:pt x="633273" y="105721"/>
                  <a:pt x="633912" y="110767"/>
                  <a:pt x="635188" y="114354"/>
                </a:cubicBezTo>
                <a:cubicBezTo>
                  <a:pt x="636465" y="117941"/>
                  <a:pt x="638502" y="120525"/>
                  <a:pt x="641298" y="122105"/>
                </a:cubicBezTo>
                <a:cubicBezTo>
                  <a:pt x="644095" y="123686"/>
                  <a:pt x="648198" y="124476"/>
                  <a:pt x="653609" y="124476"/>
                </a:cubicBezTo>
                <a:cubicBezTo>
                  <a:pt x="661512" y="124476"/>
                  <a:pt x="667744" y="121771"/>
                  <a:pt x="672303" y="116360"/>
                </a:cubicBezTo>
                <a:cubicBezTo>
                  <a:pt x="676863" y="110950"/>
                  <a:pt x="679143" y="103442"/>
                  <a:pt x="679143" y="93836"/>
                </a:cubicBezTo>
                <a:lnTo>
                  <a:pt x="679143" y="36659"/>
                </a:lnTo>
                <a:lnTo>
                  <a:pt x="695557" y="36659"/>
                </a:lnTo>
                <a:lnTo>
                  <a:pt x="695557" y="114263"/>
                </a:lnTo>
                <a:cubicBezTo>
                  <a:pt x="695557" y="125753"/>
                  <a:pt x="695739" y="132775"/>
                  <a:pt x="696104" y="135328"/>
                </a:cubicBezTo>
                <a:lnTo>
                  <a:pt x="680602" y="135328"/>
                </a:lnTo>
                <a:cubicBezTo>
                  <a:pt x="680541" y="135024"/>
                  <a:pt x="680480" y="134203"/>
                  <a:pt x="680419" y="132866"/>
                </a:cubicBezTo>
                <a:cubicBezTo>
                  <a:pt x="680359" y="131529"/>
                  <a:pt x="680283" y="129993"/>
                  <a:pt x="680191" y="128261"/>
                </a:cubicBezTo>
                <a:cubicBezTo>
                  <a:pt x="680100" y="126528"/>
                  <a:pt x="679994" y="123261"/>
                  <a:pt x="679872" y="118458"/>
                </a:cubicBezTo>
                <a:lnTo>
                  <a:pt x="679599" y="118458"/>
                </a:lnTo>
                <a:cubicBezTo>
                  <a:pt x="675829" y="125267"/>
                  <a:pt x="671467" y="130085"/>
                  <a:pt x="666513" y="132912"/>
                </a:cubicBezTo>
                <a:cubicBezTo>
                  <a:pt x="661558" y="135739"/>
                  <a:pt x="655402" y="137152"/>
                  <a:pt x="648046" y="137152"/>
                </a:cubicBezTo>
                <a:cubicBezTo>
                  <a:pt x="637225" y="137152"/>
                  <a:pt x="629306" y="134462"/>
                  <a:pt x="624291" y="129082"/>
                </a:cubicBezTo>
                <a:cubicBezTo>
                  <a:pt x="619275" y="123701"/>
                  <a:pt x="616768" y="114810"/>
                  <a:pt x="616768" y="102408"/>
                </a:cubicBezTo>
                <a:lnTo>
                  <a:pt x="616768" y="36659"/>
                </a:lnTo>
                <a:lnTo>
                  <a:pt x="633273" y="36659"/>
                </a:lnTo>
                <a:close/>
                <a:moveTo>
                  <a:pt x="733647" y="89368"/>
                </a:moveTo>
                <a:cubicBezTo>
                  <a:pt x="733647" y="100704"/>
                  <a:pt x="735987" y="109451"/>
                  <a:pt x="740668" y="115608"/>
                </a:cubicBezTo>
                <a:cubicBezTo>
                  <a:pt x="745350" y="121763"/>
                  <a:pt x="752189" y="124841"/>
                  <a:pt x="761187" y="124841"/>
                </a:cubicBezTo>
                <a:cubicBezTo>
                  <a:pt x="768300" y="124841"/>
                  <a:pt x="773999" y="123404"/>
                  <a:pt x="778285" y="120530"/>
                </a:cubicBezTo>
                <a:cubicBezTo>
                  <a:pt x="782571" y="117655"/>
                  <a:pt x="785474" y="114016"/>
                  <a:pt x="786994" y="109612"/>
                </a:cubicBezTo>
                <a:lnTo>
                  <a:pt x="801402" y="113730"/>
                </a:lnTo>
                <a:cubicBezTo>
                  <a:pt x="795505" y="129345"/>
                  <a:pt x="782100" y="137152"/>
                  <a:pt x="761187" y="137152"/>
                </a:cubicBezTo>
                <a:cubicBezTo>
                  <a:pt x="746596" y="137152"/>
                  <a:pt x="735486" y="132805"/>
                  <a:pt x="727856" y="124112"/>
                </a:cubicBezTo>
                <a:cubicBezTo>
                  <a:pt x="720226" y="115418"/>
                  <a:pt x="716412" y="102499"/>
                  <a:pt x="716412" y="85355"/>
                </a:cubicBezTo>
                <a:cubicBezTo>
                  <a:pt x="716412" y="69062"/>
                  <a:pt x="720226" y="56569"/>
                  <a:pt x="727856" y="47876"/>
                </a:cubicBezTo>
                <a:cubicBezTo>
                  <a:pt x="735486" y="39182"/>
                  <a:pt x="746383" y="34835"/>
                  <a:pt x="760548" y="34835"/>
                </a:cubicBezTo>
                <a:cubicBezTo>
                  <a:pt x="789547" y="34835"/>
                  <a:pt x="804047" y="52284"/>
                  <a:pt x="804047" y="87182"/>
                </a:cubicBezTo>
                <a:lnTo>
                  <a:pt x="804047" y="89368"/>
                </a:lnTo>
                <a:lnTo>
                  <a:pt x="733647" y="89368"/>
                </a:lnTo>
                <a:moveTo>
                  <a:pt x="787085" y="76783"/>
                </a:moveTo>
                <a:cubicBezTo>
                  <a:pt x="786173" y="66420"/>
                  <a:pt x="783528" y="58859"/>
                  <a:pt x="779151" y="54102"/>
                </a:cubicBezTo>
                <a:cubicBezTo>
                  <a:pt x="774774" y="49343"/>
                  <a:pt x="768482" y="46964"/>
                  <a:pt x="760275" y="46964"/>
                </a:cubicBezTo>
                <a:cubicBezTo>
                  <a:pt x="752311" y="46964"/>
                  <a:pt x="746003" y="49616"/>
                  <a:pt x="741352" y="54920"/>
                </a:cubicBezTo>
                <a:cubicBezTo>
                  <a:pt x="736702" y="60222"/>
                  <a:pt x="734194" y="67510"/>
                  <a:pt x="733829" y="76783"/>
                </a:cubicBezTo>
                <a:lnTo>
                  <a:pt x="787085" y="76783"/>
                </a:lnTo>
                <a:close/>
                <a:moveTo>
                  <a:pt x="898948" y="108036"/>
                </a:moveTo>
                <a:cubicBezTo>
                  <a:pt x="898948" y="117345"/>
                  <a:pt x="895438" y="124526"/>
                  <a:pt x="888416" y="129577"/>
                </a:cubicBezTo>
                <a:cubicBezTo>
                  <a:pt x="881394" y="134627"/>
                  <a:pt x="871561" y="137152"/>
                  <a:pt x="858915" y="137152"/>
                </a:cubicBezTo>
                <a:cubicBezTo>
                  <a:pt x="846635" y="137152"/>
                  <a:pt x="837166" y="135131"/>
                  <a:pt x="830509" y="131088"/>
                </a:cubicBezTo>
                <a:cubicBezTo>
                  <a:pt x="823852" y="127045"/>
                  <a:pt x="819521" y="120738"/>
                  <a:pt x="817514" y="112166"/>
                </a:cubicBezTo>
                <a:lnTo>
                  <a:pt x="832014" y="109339"/>
                </a:lnTo>
                <a:cubicBezTo>
                  <a:pt x="833412" y="114628"/>
                  <a:pt x="836300" y="118503"/>
                  <a:pt x="840677" y="120966"/>
                </a:cubicBezTo>
                <a:cubicBezTo>
                  <a:pt x="845054" y="123428"/>
                  <a:pt x="851134" y="124659"/>
                  <a:pt x="858915" y="124659"/>
                </a:cubicBezTo>
                <a:cubicBezTo>
                  <a:pt x="867244" y="124659"/>
                  <a:pt x="873339" y="123380"/>
                  <a:pt x="877199" y="120823"/>
                </a:cubicBezTo>
                <a:cubicBezTo>
                  <a:pt x="881060" y="118264"/>
                  <a:pt x="882990" y="114427"/>
                  <a:pt x="882990" y="109313"/>
                </a:cubicBezTo>
                <a:cubicBezTo>
                  <a:pt x="882990" y="105418"/>
                  <a:pt x="881653" y="102254"/>
                  <a:pt x="878978" y="99820"/>
                </a:cubicBezTo>
                <a:cubicBezTo>
                  <a:pt x="876303" y="97387"/>
                  <a:pt x="871986" y="95379"/>
                  <a:pt x="866028" y="93796"/>
                </a:cubicBezTo>
                <a:lnTo>
                  <a:pt x="854265" y="90693"/>
                </a:lnTo>
                <a:cubicBezTo>
                  <a:pt x="844842" y="88259"/>
                  <a:pt x="838139" y="85871"/>
                  <a:pt x="834157" y="83529"/>
                </a:cubicBezTo>
                <a:cubicBezTo>
                  <a:pt x="830175" y="81186"/>
                  <a:pt x="827059" y="78342"/>
                  <a:pt x="824810" y="74996"/>
                </a:cubicBezTo>
                <a:cubicBezTo>
                  <a:pt x="822560" y="71649"/>
                  <a:pt x="821436" y="67542"/>
                  <a:pt x="821436" y="62674"/>
                </a:cubicBezTo>
                <a:cubicBezTo>
                  <a:pt x="821436" y="53667"/>
                  <a:pt x="824643" y="46806"/>
                  <a:pt x="831056" y="42091"/>
                </a:cubicBezTo>
                <a:cubicBezTo>
                  <a:pt x="837470" y="37375"/>
                  <a:pt x="846817" y="35018"/>
                  <a:pt x="859098" y="35018"/>
                </a:cubicBezTo>
                <a:cubicBezTo>
                  <a:pt x="869980" y="35018"/>
                  <a:pt x="878628" y="36933"/>
                  <a:pt x="885042" y="40763"/>
                </a:cubicBezTo>
                <a:cubicBezTo>
                  <a:pt x="891456" y="44593"/>
                  <a:pt x="895514" y="50733"/>
                  <a:pt x="897216" y="59183"/>
                </a:cubicBezTo>
                <a:lnTo>
                  <a:pt x="882443" y="61007"/>
                </a:lnTo>
                <a:cubicBezTo>
                  <a:pt x="881531" y="56630"/>
                  <a:pt x="879084" y="53271"/>
                  <a:pt x="875102" y="50930"/>
                </a:cubicBezTo>
                <a:cubicBezTo>
                  <a:pt x="871120" y="48590"/>
                  <a:pt x="865785" y="47420"/>
                  <a:pt x="859098" y="47420"/>
                </a:cubicBezTo>
                <a:cubicBezTo>
                  <a:pt x="851681" y="47420"/>
                  <a:pt x="846209" y="48546"/>
                  <a:pt x="842683" y="50799"/>
                </a:cubicBezTo>
                <a:cubicBezTo>
                  <a:pt x="839157" y="53053"/>
                  <a:pt x="837394" y="56463"/>
                  <a:pt x="837394" y="61030"/>
                </a:cubicBezTo>
                <a:cubicBezTo>
                  <a:pt x="837394" y="63828"/>
                  <a:pt x="838124" y="66140"/>
                  <a:pt x="839583" y="67966"/>
                </a:cubicBezTo>
                <a:cubicBezTo>
                  <a:pt x="841042" y="69792"/>
                  <a:pt x="843200" y="71344"/>
                  <a:pt x="846057" y="72623"/>
                </a:cubicBezTo>
                <a:cubicBezTo>
                  <a:pt x="848915" y="73899"/>
                  <a:pt x="854933" y="75663"/>
                  <a:pt x="864113" y="77915"/>
                </a:cubicBezTo>
                <a:cubicBezTo>
                  <a:pt x="872807" y="80105"/>
                  <a:pt x="879069" y="82128"/>
                  <a:pt x="882899" y="83985"/>
                </a:cubicBezTo>
                <a:cubicBezTo>
                  <a:pt x="886729" y="85841"/>
                  <a:pt x="889753" y="87894"/>
                  <a:pt x="891972" y="90146"/>
                </a:cubicBezTo>
                <a:cubicBezTo>
                  <a:pt x="894191" y="92397"/>
                  <a:pt x="895909" y="94999"/>
                  <a:pt x="897125" y="97951"/>
                </a:cubicBezTo>
                <a:cubicBezTo>
                  <a:pt x="898341" y="100901"/>
                  <a:pt x="898948" y="104263"/>
                  <a:pt x="898948" y="108036"/>
                </a:cubicBezTo>
                <a:close/>
                <a:moveTo>
                  <a:pt x="956217" y="134599"/>
                </a:moveTo>
                <a:cubicBezTo>
                  <a:pt x="950806" y="136058"/>
                  <a:pt x="945274" y="136787"/>
                  <a:pt x="939620" y="136787"/>
                </a:cubicBezTo>
                <a:cubicBezTo>
                  <a:pt x="926488" y="136787"/>
                  <a:pt x="919923" y="129340"/>
                  <a:pt x="919923" y="114445"/>
                </a:cubicBezTo>
                <a:lnTo>
                  <a:pt x="919923" y="48605"/>
                </a:lnTo>
                <a:lnTo>
                  <a:pt x="908524" y="48605"/>
                </a:lnTo>
                <a:lnTo>
                  <a:pt x="908524" y="36659"/>
                </a:lnTo>
                <a:lnTo>
                  <a:pt x="920561" y="36659"/>
                </a:lnTo>
                <a:lnTo>
                  <a:pt x="925394" y="14591"/>
                </a:lnTo>
                <a:lnTo>
                  <a:pt x="936337" y="14591"/>
                </a:lnTo>
                <a:lnTo>
                  <a:pt x="936337" y="36659"/>
                </a:lnTo>
                <a:lnTo>
                  <a:pt x="954575" y="36659"/>
                </a:lnTo>
                <a:lnTo>
                  <a:pt x="954575" y="48605"/>
                </a:lnTo>
                <a:lnTo>
                  <a:pt x="936337" y="48605"/>
                </a:lnTo>
                <a:lnTo>
                  <a:pt x="936337" y="110889"/>
                </a:lnTo>
                <a:cubicBezTo>
                  <a:pt x="936337" y="115631"/>
                  <a:pt x="937112" y="118959"/>
                  <a:pt x="938663" y="120874"/>
                </a:cubicBezTo>
                <a:cubicBezTo>
                  <a:pt x="940213" y="122789"/>
                  <a:pt x="942903" y="123747"/>
                  <a:pt x="946733" y="123747"/>
                </a:cubicBezTo>
                <a:cubicBezTo>
                  <a:pt x="948922" y="123747"/>
                  <a:pt x="952083" y="123321"/>
                  <a:pt x="956217" y="122470"/>
                </a:cubicBezTo>
                <a:lnTo>
                  <a:pt x="95621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7950D-CCCA-4B3A-A058-7C6463CB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2237029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9C725-C2C9-4D10-817E-CDA472AD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2237029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37" name="Text macros:guest">
            <a:extLst xmlns:a="http://schemas.openxmlformats.org/drawingml/2006/main">
              <a:ext uri="{FF2B5EF4-FFF2-40B4-BE49-F238E27FC236}">
                <a16:creationId xmlns:a16="http://schemas.microsoft.com/office/drawing/2014/main" id="{1DE01F6B-E0D1-48D2-8A7C-E776A487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909" y="2326397"/>
            <a:ext cx="1159052" cy="159585"/>
          </a:xfrm>
          <a:custGeom xmlns:a="http://schemas.openxmlformats.org/drawingml/2006/main">
            <a:pathLst>
              <a:path w="1159052" h="159585">
                <a:moveTo>
                  <a:pt x="57633" y="120738"/>
                </a:moveTo>
                <a:lnTo>
                  <a:pt x="57633" y="58180"/>
                </a:lnTo>
                <a:cubicBezTo>
                  <a:pt x="57633" y="48635"/>
                  <a:pt x="56326" y="42039"/>
                  <a:pt x="53712" y="38392"/>
                </a:cubicBezTo>
                <a:cubicBezTo>
                  <a:pt x="51098" y="34744"/>
                  <a:pt x="46386" y="32920"/>
                  <a:pt x="39577" y="32920"/>
                </a:cubicBezTo>
                <a:cubicBezTo>
                  <a:pt x="32586" y="32920"/>
                  <a:pt x="27053" y="35595"/>
                  <a:pt x="22980" y="40945"/>
                </a:cubicBezTo>
                <a:cubicBezTo>
                  <a:pt x="18907" y="46295"/>
                  <a:pt x="16870" y="53833"/>
                  <a:pt x="16870" y="63560"/>
                </a:cubicBezTo>
                <a:lnTo>
                  <a:pt x="16870" y="120738"/>
                </a:lnTo>
                <a:lnTo>
                  <a:pt x="547" y="120738"/>
                </a:lnTo>
                <a:lnTo>
                  <a:pt x="547" y="43134"/>
                </a:lnTo>
                <a:cubicBezTo>
                  <a:pt x="547" y="31643"/>
                  <a:pt x="365" y="24622"/>
                  <a:pt x="0" y="22068"/>
                </a:cubicBezTo>
                <a:lnTo>
                  <a:pt x="15503" y="22068"/>
                </a:lnTo>
                <a:cubicBezTo>
                  <a:pt x="15563" y="22372"/>
                  <a:pt x="15624" y="23193"/>
                  <a:pt x="15685" y="24531"/>
                </a:cubicBezTo>
                <a:cubicBezTo>
                  <a:pt x="15746" y="25868"/>
                  <a:pt x="15822" y="27403"/>
                  <a:pt x="15913" y="29136"/>
                </a:cubicBezTo>
                <a:cubicBezTo>
                  <a:pt x="16004" y="30868"/>
                  <a:pt x="16110" y="34136"/>
                  <a:pt x="16232" y="38939"/>
                </a:cubicBezTo>
                <a:lnTo>
                  <a:pt x="16506" y="38939"/>
                </a:lnTo>
                <a:cubicBezTo>
                  <a:pt x="20032" y="31947"/>
                  <a:pt x="24075" y="27084"/>
                  <a:pt x="28634" y="24348"/>
                </a:cubicBezTo>
                <a:cubicBezTo>
                  <a:pt x="33194" y="21612"/>
                  <a:pt x="38756" y="20245"/>
                  <a:pt x="45322" y="20245"/>
                </a:cubicBezTo>
                <a:cubicBezTo>
                  <a:pt x="52800" y="20245"/>
                  <a:pt x="58712" y="21734"/>
                  <a:pt x="63059" y="24713"/>
                </a:cubicBezTo>
                <a:cubicBezTo>
                  <a:pt x="67406" y="27692"/>
                  <a:pt x="70430" y="32434"/>
                  <a:pt x="72132" y="38939"/>
                </a:cubicBezTo>
                <a:lnTo>
                  <a:pt x="72406" y="38939"/>
                </a:lnTo>
                <a:cubicBezTo>
                  <a:pt x="75811" y="32312"/>
                  <a:pt x="79929" y="27540"/>
                  <a:pt x="84763" y="24622"/>
                </a:cubicBezTo>
                <a:cubicBezTo>
                  <a:pt x="89596" y="21704"/>
                  <a:pt x="95447" y="20245"/>
                  <a:pt x="102317" y="20245"/>
                </a:cubicBezTo>
                <a:cubicBezTo>
                  <a:pt x="112287" y="20245"/>
                  <a:pt x="119537" y="22950"/>
                  <a:pt x="124066" y="28361"/>
                </a:cubicBezTo>
                <a:cubicBezTo>
                  <a:pt x="128595" y="33771"/>
                  <a:pt x="130860" y="42647"/>
                  <a:pt x="130860" y="54988"/>
                </a:cubicBezTo>
                <a:lnTo>
                  <a:pt x="130860" y="120738"/>
                </a:lnTo>
                <a:lnTo>
                  <a:pt x="114628" y="120738"/>
                </a:lnTo>
                <a:lnTo>
                  <a:pt x="114628" y="58180"/>
                </a:lnTo>
                <a:cubicBezTo>
                  <a:pt x="114628" y="48635"/>
                  <a:pt x="113321" y="42039"/>
                  <a:pt x="110706" y="38392"/>
                </a:cubicBezTo>
                <a:cubicBezTo>
                  <a:pt x="108092" y="34744"/>
                  <a:pt x="103381" y="32920"/>
                  <a:pt x="96572" y="32920"/>
                </a:cubicBezTo>
                <a:cubicBezTo>
                  <a:pt x="89398" y="32920"/>
                  <a:pt x="83820" y="35580"/>
                  <a:pt x="79838" y="40899"/>
                </a:cubicBezTo>
                <a:cubicBezTo>
                  <a:pt x="75856" y="46219"/>
                  <a:pt x="73865" y="53773"/>
                  <a:pt x="73865" y="63560"/>
                </a:cubicBezTo>
                <a:lnTo>
                  <a:pt x="73865" y="120738"/>
                </a:lnTo>
                <a:lnTo>
                  <a:pt x="57633" y="120738"/>
                </a:lnTo>
                <a:close/>
                <a:moveTo>
                  <a:pt x="180922" y="122561"/>
                </a:moveTo>
                <a:cubicBezTo>
                  <a:pt x="171013" y="122561"/>
                  <a:pt x="163566" y="119947"/>
                  <a:pt x="158580" y="114719"/>
                </a:cubicBezTo>
                <a:cubicBezTo>
                  <a:pt x="153595" y="109491"/>
                  <a:pt x="151103" y="102317"/>
                  <a:pt x="151103" y="93198"/>
                </a:cubicBezTo>
                <a:cubicBezTo>
                  <a:pt x="151103" y="82984"/>
                  <a:pt x="154462" y="75142"/>
                  <a:pt x="161179" y="69670"/>
                </a:cubicBezTo>
                <a:cubicBezTo>
                  <a:pt x="167897" y="64199"/>
                  <a:pt x="178734" y="61281"/>
                  <a:pt x="193689" y="60916"/>
                </a:cubicBezTo>
                <a:lnTo>
                  <a:pt x="215849" y="60551"/>
                </a:lnTo>
                <a:lnTo>
                  <a:pt x="215849" y="55171"/>
                </a:lnTo>
                <a:cubicBezTo>
                  <a:pt x="215849" y="47146"/>
                  <a:pt x="214146" y="41401"/>
                  <a:pt x="210742" y="37936"/>
                </a:cubicBezTo>
                <a:cubicBezTo>
                  <a:pt x="207338" y="34470"/>
                  <a:pt x="201988" y="32738"/>
                  <a:pt x="194692" y="32738"/>
                </a:cubicBezTo>
                <a:cubicBezTo>
                  <a:pt x="187336" y="32738"/>
                  <a:pt x="181986" y="33977"/>
                  <a:pt x="178643" y="36457"/>
                </a:cubicBezTo>
                <a:cubicBezTo>
                  <a:pt x="175299" y="38934"/>
                  <a:pt x="173293" y="42892"/>
                  <a:pt x="172624" y="48332"/>
                </a:cubicBezTo>
                <a:lnTo>
                  <a:pt x="155480" y="46787"/>
                </a:lnTo>
                <a:cubicBezTo>
                  <a:pt x="158277" y="29092"/>
                  <a:pt x="171469" y="20245"/>
                  <a:pt x="195057" y="20245"/>
                </a:cubicBezTo>
                <a:cubicBezTo>
                  <a:pt x="207459" y="20245"/>
                  <a:pt x="216791" y="23087"/>
                  <a:pt x="223053" y="28771"/>
                </a:cubicBezTo>
                <a:cubicBezTo>
                  <a:pt x="229315" y="34455"/>
                  <a:pt x="232446" y="42678"/>
                  <a:pt x="232446" y="53438"/>
                </a:cubicBezTo>
                <a:lnTo>
                  <a:pt x="232446" y="95933"/>
                </a:lnTo>
                <a:cubicBezTo>
                  <a:pt x="232446" y="100797"/>
                  <a:pt x="233084" y="104460"/>
                  <a:pt x="234361" y="106922"/>
                </a:cubicBezTo>
                <a:cubicBezTo>
                  <a:pt x="235637" y="109384"/>
                  <a:pt x="238069" y="110615"/>
                  <a:pt x="241656" y="110615"/>
                </a:cubicBezTo>
                <a:cubicBezTo>
                  <a:pt x="243237" y="110615"/>
                  <a:pt x="245030" y="110403"/>
                  <a:pt x="247036" y="109977"/>
                </a:cubicBezTo>
                <a:lnTo>
                  <a:pt x="247036" y="120190"/>
                </a:lnTo>
                <a:cubicBezTo>
                  <a:pt x="242902" y="121163"/>
                  <a:pt x="238677" y="121649"/>
                  <a:pt x="234361" y="121649"/>
                </a:cubicBezTo>
                <a:cubicBezTo>
                  <a:pt x="228281" y="121649"/>
                  <a:pt x="223858" y="120054"/>
                  <a:pt x="221092" y="116862"/>
                </a:cubicBezTo>
                <a:cubicBezTo>
                  <a:pt x="218326" y="113670"/>
                  <a:pt x="216761" y="108670"/>
                  <a:pt x="216396" y="101861"/>
                </a:cubicBezTo>
                <a:lnTo>
                  <a:pt x="215849" y="101861"/>
                </a:lnTo>
                <a:cubicBezTo>
                  <a:pt x="211654" y="109399"/>
                  <a:pt x="206775" y="114734"/>
                  <a:pt x="201213" y="117865"/>
                </a:cubicBezTo>
                <a:cubicBezTo>
                  <a:pt x="195650" y="120996"/>
                  <a:pt x="188886" y="122561"/>
                  <a:pt x="180922" y="122561"/>
                </a:cubicBezTo>
                <a:moveTo>
                  <a:pt x="184661" y="110251"/>
                </a:moveTo>
                <a:cubicBezTo>
                  <a:pt x="190680" y="110251"/>
                  <a:pt x="196030" y="108883"/>
                  <a:pt x="200711" y="106147"/>
                </a:cubicBezTo>
                <a:cubicBezTo>
                  <a:pt x="205392" y="103411"/>
                  <a:pt x="209085" y="99657"/>
                  <a:pt x="211791" y="94885"/>
                </a:cubicBezTo>
                <a:cubicBezTo>
                  <a:pt x="214496" y="90112"/>
                  <a:pt x="215849" y="85203"/>
                  <a:pt x="215849" y="80157"/>
                </a:cubicBezTo>
                <a:lnTo>
                  <a:pt x="215849" y="72041"/>
                </a:lnTo>
                <a:lnTo>
                  <a:pt x="197884" y="72406"/>
                </a:lnTo>
                <a:cubicBezTo>
                  <a:pt x="190163" y="72528"/>
                  <a:pt x="184312" y="73318"/>
                  <a:pt x="180330" y="74777"/>
                </a:cubicBezTo>
                <a:cubicBezTo>
                  <a:pt x="176348" y="76236"/>
                  <a:pt x="173293" y="78485"/>
                  <a:pt x="171165" y="81525"/>
                </a:cubicBezTo>
                <a:cubicBezTo>
                  <a:pt x="169037" y="84565"/>
                  <a:pt x="167973" y="88547"/>
                  <a:pt x="167973" y="93471"/>
                </a:cubicBezTo>
                <a:cubicBezTo>
                  <a:pt x="167973" y="98821"/>
                  <a:pt x="169417" y="102955"/>
                  <a:pt x="172305" y="105873"/>
                </a:cubicBezTo>
                <a:cubicBezTo>
                  <a:pt x="175193" y="108791"/>
                  <a:pt x="179311" y="110251"/>
                  <a:pt x="184661" y="110251"/>
                </a:cubicBezTo>
                <a:close/>
                <a:moveTo>
                  <a:pt x="272085" y="70947"/>
                </a:moveTo>
                <a:cubicBezTo>
                  <a:pt x="272085" y="84079"/>
                  <a:pt x="274152" y="93806"/>
                  <a:pt x="278286" y="100128"/>
                </a:cubicBezTo>
                <a:cubicBezTo>
                  <a:pt x="282420" y="106451"/>
                  <a:pt x="288652" y="109612"/>
                  <a:pt x="296980" y="109612"/>
                </a:cubicBezTo>
                <a:cubicBezTo>
                  <a:pt x="302817" y="109612"/>
                  <a:pt x="307695" y="108032"/>
                  <a:pt x="311617" y="104870"/>
                </a:cubicBezTo>
                <a:cubicBezTo>
                  <a:pt x="315538" y="101709"/>
                  <a:pt x="317955" y="96845"/>
                  <a:pt x="318866" y="90280"/>
                </a:cubicBezTo>
                <a:lnTo>
                  <a:pt x="335463" y="91374"/>
                </a:lnTo>
                <a:cubicBezTo>
                  <a:pt x="334187" y="100858"/>
                  <a:pt x="330144" y="108427"/>
                  <a:pt x="323335" y="114081"/>
                </a:cubicBezTo>
                <a:cubicBezTo>
                  <a:pt x="316526" y="119734"/>
                  <a:pt x="307893" y="122561"/>
                  <a:pt x="297436" y="122561"/>
                </a:cubicBezTo>
                <a:cubicBezTo>
                  <a:pt x="283636" y="122561"/>
                  <a:pt x="273103" y="118199"/>
                  <a:pt x="265839" y="109475"/>
                </a:cubicBezTo>
                <a:cubicBezTo>
                  <a:pt x="258574" y="100751"/>
                  <a:pt x="254941" y="88030"/>
                  <a:pt x="254941" y="71312"/>
                </a:cubicBezTo>
                <a:cubicBezTo>
                  <a:pt x="254941" y="54715"/>
                  <a:pt x="258589" y="42054"/>
                  <a:pt x="265884" y="33330"/>
                </a:cubicBezTo>
                <a:cubicBezTo>
                  <a:pt x="273179" y="24607"/>
                  <a:pt x="283636" y="20245"/>
                  <a:pt x="297254" y="20245"/>
                </a:cubicBezTo>
                <a:cubicBezTo>
                  <a:pt x="307346" y="20245"/>
                  <a:pt x="315720" y="22851"/>
                  <a:pt x="322377" y="28064"/>
                </a:cubicBezTo>
                <a:cubicBezTo>
                  <a:pt x="329034" y="33277"/>
                  <a:pt x="333214" y="40460"/>
                  <a:pt x="334916" y="49611"/>
                </a:cubicBezTo>
                <a:lnTo>
                  <a:pt x="318046" y="50885"/>
                </a:lnTo>
                <a:cubicBezTo>
                  <a:pt x="317195" y="45442"/>
                  <a:pt x="315036" y="41118"/>
                  <a:pt x="311571" y="37913"/>
                </a:cubicBezTo>
                <a:cubicBezTo>
                  <a:pt x="308106" y="34706"/>
                  <a:pt x="303181" y="33103"/>
                  <a:pt x="296798" y="33103"/>
                </a:cubicBezTo>
                <a:cubicBezTo>
                  <a:pt x="288104" y="33103"/>
                  <a:pt x="281812" y="35990"/>
                  <a:pt x="277921" y="41766"/>
                </a:cubicBezTo>
                <a:cubicBezTo>
                  <a:pt x="274031" y="47541"/>
                  <a:pt x="272085" y="57268"/>
                  <a:pt x="272085" y="70947"/>
                </a:cubicBezTo>
                <a:close/>
                <a:moveTo>
                  <a:pt x="353337" y="120738"/>
                </a:moveTo>
                <a:lnTo>
                  <a:pt x="353337" y="45049"/>
                </a:lnTo>
                <a:cubicBezTo>
                  <a:pt x="353337" y="38118"/>
                  <a:pt x="353155" y="30458"/>
                  <a:pt x="352790" y="22068"/>
                </a:cubicBezTo>
                <a:lnTo>
                  <a:pt x="368292" y="22068"/>
                </a:lnTo>
                <a:cubicBezTo>
                  <a:pt x="368779" y="33255"/>
                  <a:pt x="369022" y="39972"/>
                  <a:pt x="369022" y="42222"/>
                </a:cubicBezTo>
                <a:lnTo>
                  <a:pt x="369387" y="42222"/>
                </a:lnTo>
                <a:cubicBezTo>
                  <a:pt x="372001" y="33771"/>
                  <a:pt x="375010" y="27996"/>
                  <a:pt x="378415" y="24895"/>
                </a:cubicBezTo>
                <a:cubicBezTo>
                  <a:pt x="381819" y="21795"/>
                  <a:pt x="386622" y="20245"/>
                  <a:pt x="392823" y="20245"/>
                </a:cubicBezTo>
                <a:cubicBezTo>
                  <a:pt x="395011" y="20245"/>
                  <a:pt x="397230" y="20548"/>
                  <a:pt x="399480" y="21156"/>
                </a:cubicBezTo>
                <a:lnTo>
                  <a:pt x="399480" y="36203"/>
                </a:lnTo>
                <a:cubicBezTo>
                  <a:pt x="397291" y="35595"/>
                  <a:pt x="394373" y="35291"/>
                  <a:pt x="390725" y="35291"/>
                </a:cubicBezTo>
                <a:cubicBezTo>
                  <a:pt x="383917" y="35291"/>
                  <a:pt x="378719" y="38224"/>
                  <a:pt x="375132" y="44091"/>
                </a:cubicBezTo>
                <a:cubicBezTo>
                  <a:pt x="371545" y="49958"/>
                  <a:pt x="369751" y="58363"/>
                  <a:pt x="369751" y="69306"/>
                </a:cubicBezTo>
                <a:lnTo>
                  <a:pt x="369751" y="120738"/>
                </a:lnTo>
                <a:lnTo>
                  <a:pt x="353337" y="120738"/>
                </a:lnTo>
                <a:close/>
                <a:moveTo>
                  <a:pt x="498604" y="71312"/>
                </a:moveTo>
                <a:cubicBezTo>
                  <a:pt x="498604" y="88577"/>
                  <a:pt x="494804" y="101435"/>
                  <a:pt x="487205" y="109886"/>
                </a:cubicBezTo>
                <a:cubicBezTo>
                  <a:pt x="479606" y="118336"/>
                  <a:pt x="468572" y="122561"/>
                  <a:pt x="454102" y="122561"/>
                </a:cubicBezTo>
                <a:cubicBezTo>
                  <a:pt x="439694" y="122561"/>
                  <a:pt x="428812" y="118169"/>
                  <a:pt x="421456" y="109384"/>
                </a:cubicBezTo>
                <a:cubicBezTo>
                  <a:pt x="414100" y="100599"/>
                  <a:pt x="410422" y="87909"/>
                  <a:pt x="410422" y="71312"/>
                </a:cubicBezTo>
                <a:cubicBezTo>
                  <a:pt x="410422" y="37267"/>
                  <a:pt x="425164" y="20245"/>
                  <a:pt x="454650" y="20245"/>
                </a:cubicBezTo>
                <a:cubicBezTo>
                  <a:pt x="469727" y="20245"/>
                  <a:pt x="480822" y="24394"/>
                  <a:pt x="487934" y="32692"/>
                </a:cubicBezTo>
                <a:cubicBezTo>
                  <a:pt x="495047" y="40991"/>
                  <a:pt x="498604" y="53864"/>
                  <a:pt x="498604" y="71312"/>
                </a:cubicBezTo>
                <a:moveTo>
                  <a:pt x="481369" y="71312"/>
                </a:moveTo>
                <a:cubicBezTo>
                  <a:pt x="481369" y="57694"/>
                  <a:pt x="479347" y="47800"/>
                  <a:pt x="475304" y="41629"/>
                </a:cubicBezTo>
                <a:cubicBezTo>
                  <a:pt x="471262" y="35458"/>
                  <a:pt x="464468" y="32373"/>
                  <a:pt x="454923" y="32373"/>
                </a:cubicBezTo>
                <a:cubicBezTo>
                  <a:pt x="445318" y="32373"/>
                  <a:pt x="438372" y="35519"/>
                  <a:pt x="434086" y="41811"/>
                </a:cubicBezTo>
                <a:cubicBezTo>
                  <a:pt x="429800" y="48104"/>
                  <a:pt x="427657" y="57937"/>
                  <a:pt x="427657" y="71312"/>
                </a:cubicBezTo>
                <a:cubicBezTo>
                  <a:pt x="427657" y="84322"/>
                  <a:pt x="429770" y="94094"/>
                  <a:pt x="433995" y="100630"/>
                </a:cubicBezTo>
                <a:cubicBezTo>
                  <a:pt x="438220" y="107165"/>
                  <a:pt x="444862" y="110433"/>
                  <a:pt x="453920" y="110433"/>
                </a:cubicBezTo>
                <a:cubicBezTo>
                  <a:pt x="463769" y="110433"/>
                  <a:pt x="470806" y="107272"/>
                  <a:pt x="475031" y="100949"/>
                </a:cubicBezTo>
                <a:cubicBezTo>
                  <a:pt x="479256" y="94626"/>
                  <a:pt x="481369" y="84747"/>
                  <a:pt x="481369" y="71312"/>
                </a:cubicBezTo>
                <a:close/>
                <a:moveTo>
                  <a:pt x="593050" y="93446"/>
                </a:moveTo>
                <a:cubicBezTo>
                  <a:pt x="593050" y="102755"/>
                  <a:pt x="589539" y="109935"/>
                  <a:pt x="582517" y="114987"/>
                </a:cubicBezTo>
                <a:cubicBezTo>
                  <a:pt x="575496" y="120037"/>
                  <a:pt x="565662" y="122561"/>
                  <a:pt x="553017" y="122561"/>
                </a:cubicBezTo>
                <a:cubicBezTo>
                  <a:pt x="540736" y="122561"/>
                  <a:pt x="531268" y="120540"/>
                  <a:pt x="524611" y="116497"/>
                </a:cubicBezTo>
                <a:cubicBezTo>
                  <a:pt x="517954" y="112454"/>
                  <a:pt x="513622" y="106147"/>
                  <a:pt x="511616" y="97575"/>
                </a:cubicBezTo>
                <a:lnTo>
                  <a:pt x="526115" y="94748"/>
                </a:lnTo>
                <a:cubicBezTo>
                  <a:pt x="527514" y="100037"/>
                  <a:pt x="530401" y="103913"/>
                  <a:pt x="534778" y="106375"/>
                </a:cubicBezTo>
                <a:cubicBezTo>
                  <a:pt x="539156" y="108837"/>
                  <a:pt x="545235" y="110068"/>
                  <a:pt x="553017" y="110068"/>
                </a:cubicBezTo>
                <a:cubicBezTo>
                  <a:pt x="561346" y="110068"/>
                  <a:pt x="567440" y="108790"/>
                  <a:pt x="571301" y="106232"/>
                </a:cubicBezTo>
                <a:cubicBezTo>
                  <a:pt x="575161" y="103673"/>
                  <a:pt x="577091" y="99837"/>
                  <a:pt x="577091" y="94722"/>
                </a:cubicBezTo>
                <a:cubicBezTo>
                  <a:pt x="577091" y="90828"/>
                  <a:pt x="575754" y="87664"/>
                  <a:pt x="573079" y="85230"/>
                </a:cubicBezTo>
                <a:cubicBezTo>
                  <a:pt x="570404" y="82796"/>
                  <a:pt x="566088" y="80788"/>
                  <a:pt x="560130" y="79206"/>
                </a:cubicBezTo>
                <a:lnTo>
                  <a:pt x="548366" y="76102"/>
                </a:lnTo>
                <a:cubicBezTo>
                  <a:pt x="538943" y="73668"/>
                  <a:pt x="532240" y="71280"/>
                  <a:pt x="528258" y="68938"/>
                </a:cubicBezTo>
                <a:cubicBezTo>
                  <a:pt x="524276" y="66595"/>
                  <a:pt x="521161" y="63751"/>
                  <a:pt x="518911" y="60406"/>
                </a:cubicBezTo>
                <a:cubicBezTo>
                  <a:pt x="516662" y="57058"/>
                  <a:pt x="515537" y="52951"/>
                  <a:pt x="515537" y="48084"/>
                </a:cubicBezTo>
                <a:cubicBezTo>
                  <a:pt x="515537" y="39077"/>
                  <a:pt x="518744" y="32215"/>
                  <a:pt x="525158" y="27500"/>
                </a:cubicBezTo>
                <a:cubicBezTo>
                  <a:pt x="531572" y="22785"/>
                  <a:pt x="540919" y="20427"/>
                  <a:pt x="553199" y="20427"/>
                </a:cubicBezTo>
                <a:cubicBezTo>
                  <a:pt x="564081" y="20427"/>
                  <a:pt x="572729" y="22342"/>
                  <a:pt x="579143" y="26172"/>
                </a:cubicBezTo>
                <a:cubicBezTo>
                  <a:pt x="585557" y="30002"/>
                  <a:pt x="589615" y="36142"/>
                  <a:pt x="591317" y="44593"/>
                </a:cubicBezTo>
                <a:lnTo>
                  <a:pt x="576544" y="46416"/>
                </a:lnTo>
                <a:cubicBezTo>
                  <a:pt x="575632" y="42039"/>
                  <a:pt x="573185" y="38680"/>
                  <a:pt x="569203" y="36340"/>
                </a:cubicBezTo>
                <a:cubicBezTo>
                  <a:pt x="565221" y="33999"/>
                  <a:pt x="559887" y="32829"/>
                  <a:pt x="553199" y="32829"/>
                </a:cubicBezTo>
                <a:cubicBezTo>
                  <a:pt x="545782" y="32829"/>
                  <a:pt x="540311" y="33956"/>
                  <a:pt x="536785" y="36209"/>
                </a:cubicBezTo>
                <a:cubicBezTo>
                  <a:pt x="533259" y="38462"/>
                  <a:pt x="531496" y="41872"/>
                  <a:pt x="531496" y="46439"/>
                </a:cubicBezTo>
                <a:cubicBezTo>
                  <a:pt x="531496" y="49238"/>
                  <a:pt x="532225" y="51550"/>
                  <a:pt x="533684" y="53376"/>
                </a:cubicBezTo>
                <a:cubicBezTo>
                  <a:pt x="535143" y="55201"/>
                  <a:pt x="537301" y="56753"/>
                  <a:pt x="540159" y="58032"/>
                </a:cubicBezTo>
                <a:cubicBezTo>
                  <a:pt x="543016" y="59309"/>
                  <a:pt x="549035" y="61073"/>
                  <a:pt x="558215" y="63324"/>
                </a:cubicBezTo>
                <a:cubicBezTo>
                  <a:pt x="566908" y="65514"/>
                  <a:pt x="573170" y="67538"/>
                  <a:pt x="577000" y="69394"/>
                </a:cubicBezTo>
                <a:cubicBezTo>
                  <a:pt x="580830" y="71250"/>
                  <a:pt x="583855" y="73304"/>
                  <a:pt x="586074" y="75555"/>
                </a:cubicBezTo>
                <a:cubicBezTo>
                  <a:pt x="588293" y="77806"/>
                  <a:pt x="590010" y="80408"/>
                  <a:pt x="591226" y="83360"/>
                </a:cubicBezTo>
                <a:cubicBezTo>
                  <a:pt x="592442" y="86311"/>
                  <a:pt x="593050" y="89673"/>
                  <a:pt x="593050" y="93446"/>
                </a:cubicBezTo>
                <a:close/>
                <a:moveTo>
                  <a:pt x="616851" y="41036"/>
                </a:moveTo>
                <a:lnTo>
                  <a:pt x="616851" y="22068"/>
                </a:lnTo>
                <a:lnTo>
                  <a:pt x="634633" y="22068"/>
                </a:lnTo>
                <a:lnTo>
                  <a:pt x="634633" y="41036"/>
                </a:lnTo>
                <a:lnTo>
                  <a:pt x="616851" y="41036"/>
                </a:lnTo>
                <a:moveTo>
                  <a:pt x="616851" y="120738"/>
                </a:moveTo>
                <a:lnTo>
                  <a:pt x="616851" y="101770"/>
                </a:lnTo>
                <a:lnTo>
                  <a:pt x="634633" y="101770"/>
                </a:lnTo>
                <a:lnTo>
                  <a:pt x="634633" y="120738"/>
                </a:lnTo>
                <a:lnTo>
                  <a:pt x="616851" y="120738"/>
                </a:lnTo>
                <a:close/>
                <a:moveTo>
                  <a:pt x="753610" y="159585"/>
                </a:moveTo>
                <a:cubicBezTo>
                  <a:pt x="742849" y="159585"/>
                  <a:pt x="734277" y="157473"/>
                  <a:pt x="727894" y="153247"/>
                </a:cubicBezTo>
                <a:cubicBezTo>
                  <a:pt x="721510" y="149022"/>
                  <a:pt x="717407" y="143019"/>
                  <a:pt x="715583" y="135237"/>
                </a:cubicBezTo>
                <a:lnTo>
                  <a:pt x="732088" y="132866"/>
                </a:lnTo>
                <a:cubicBezTo>
                  <a:pt x="733183" y="137426"/>
                  <a:pt x="735599" y="140936"/>
                  <a:pt x="739338" y="143399"/>
                </a:cubicBezTo>
                <a:cubicBezTo>
                  <a:pt x="743077" y="145861"/>
                  <a:pt x="747986" y="147092"/>
                  <a:pt x="754065" y="147092"/>
                </a:cubicBezTo>
                <a:cubicBezTo>
                  <a:pt x="770419" y="147092"/>
                  <a:pt x="778596" y="137494"/>
                  <a:pt x="778596" y="118298"/>
                </a:cubicBezTo>
                <a:lnTo>
                  <a:pt x="778596" y="102391"/>
                </a:lnTo>
                <a:lnTo>
                  <a:pt x="778414" y="102391"/>
                </a:lnTo>
                <a:cubicBezTo>
                  <a:pt x="775313" y="108719"/>
                  <a:pt x="771058" y="113481"/>
                  <a:pt x="765647" y="116677"/>
                </a:cubicBezTo>
                <a:cubicBezTo>
                  <a:pt x="760236" y="119870"/>
                  <a:pt x="753914" y="121467"/>
                  <a:pt x="746679" y="121467"/>
                </a:cubicBezTo>
                <a:cubicBezTo>
                  <a:pt x="734581" y="121467"/>
                  <a:pt x="725690" y="117451"/>
                  <a:pt x="720005" y="109418"/>
                </a:cubicBezTo>
                <a:cubicBezTo>
                  <a:pt x="714321" y="101386"/>
                  <a:pt x="711479" y="88760"/>
                  <a:pt x="711479" y="71540"/>
                </a:cubicBezTo>
                <a:cubicBezTo>
                  <a:pt x="711479" y="54077"/>
                  <a:pt x="714534" y="41192"/>
                  <a:pt x="720644" y="32886"/>
                </a:cubicBezTo>
                <a:cubicBezTo>
                  <a:pt x="726754" y="24580"/>
                  <a:pt x="736040" y="20427"/>
                  <a:pt x="748503" y="20427"/>
                </a:cubicBezTo>
                <a:cubicBezTo>
                  <a:pt x="755494" y="20427"/>
                  <a:pt x="761558" y="22025"/>
                  <a:pt x="766696" y="25220"/>
                </a:cubicBezTo>
                <a:cubicBezTo>
                  <a:pt x="771833" y="28414"/>
                  <a:pt x="775799" y="32962"/>
                  <a:pt x="778596" y="38865"/>
                </a:cubicBezTo>
                <a:lnTo>
                  <a:pt x="778778" y="38865"/>
                </a:lnTo>
                <a:cubicBezTo>
                  <a:pt x="778778" y="37048"/>
                  <a:pt x="778900" y="33901"/>
                  <a:pt x="779143" y="29424"/>
                </a:cubicBezTo>
                <a:cubicBezTo>
                  <a:pt x="779386" y="24944"/>
                  <a:pt x="779630" y="22492"/>
                  <a:pt x="779873" y="22068"/>
                </a:cubicBezTo>
                <a:lnTo>
                  <a:pt x="795466" y="22068"/>
                </a:lnTo>
                <a:cubicBezTo>
                  <a:pt x="795102" y="25353"/>
                  <a:pt x="794919" y="32167"/>
                  <a:pt x="794919" y="42509"/>
                </a:cubicBezTo>
                <a:lnTo>
                  <a:pt x="794919" y="117973"/>
                </a:lnTo>
                <a:cubicBezTo>
                  <a:pt x="794919" y="145715"/>
                  <a:pt x="781149" y="159585"/>
                  <a:pt x="753610" y="159585"/>
                </a:cubicBezTo>
                <a:moveTo>
                  <a:pt x="778596" y="71357"/>
                </a:moveTo>
                <a:cubicBezTo>
                  <a:pt x="778596" y="63323"/>
                  <a:pt x="777502" y="56400"/>
                  <a:pt x="775313" y="50588"/>
                </a:cubicBezTo>
                <a:cubicBezTo>
                  <a:pt x="773125" y="44775"/>
                  <a:pt x="770039" y="40331"/>
                  <a:pt x="766057" y="37257"/>
                </a:cubicBezTo>
                <a:cubicBezTo>
                  <a:pt x="762075" y="34184"/>
                  <a:pt x="757561" y="32647"/>
                  <a:pt x="752515" y="32647"/>
                </a:cubicBezTo>
                <a:cubicBezTo>
                  <a:pt x="744126" y="32647"/>
                  <a:pt x="738016" y="35690"/>
                  <a:pt x="734186" y="41777"/>
                </a:cubicBezTo>
                <a:cubicBezTo>
                  <a:pt x="730356" y="47864"/>
                  <a:pt x="728441" y="57724"/>
                  <a:pt x="728441" y="71357"/>
                </a:cubicBezTo>
                <a:cubicBezTo>
                  <a:pt x="728441" y="84871"/>
                  <a:pt x="730234" y="94580"/>
                  <a:pt x="733821" y="100484"/>
                </a:cubicBezTo>
                <a:cubicBezTo>
                  <a:pt x="737408" y="106387"/>
                  <a:pt x="743548" y="109339"/>
                  <a:pt x="752242" y="109339"/>
                </a:cubicBezTo>
                <a:cubicBezTo>
                  <a:pt x="757409" y="109339"/>
                  <a:pt x="761999" y="107817"/>
                  <a:pt x="766012" y="104773"/>
                </a:cubicBezTo>
                <a:cubicBezTo>
                  <a:pt x="770024" y="101730"/>
                  <a:pt x="773125" y="97363"/>
                  <a:pt x="775313" y="91673"/>
                </a:cubicBezTo>
                <a:cubicBezTo>
                  <a:pt x="777502" y="85981"/>
                  <a:pt x="778596" y="79209"/>
                  <a:pt x="778596" y="71357"/>
                </a:cubicBezTo>
                <a:close/>
                <a:moveTo>
                  <a:pt x="836109" y="22068"/>
                </a:moveTo>
                <a:lnTo>
                  <a:pt x="836109" y="84626"/>
                </a:lnTo>
                <a:cubicBezTo>
                  <a:pt x="836109" y="91131"/>
                  <a:pt x="836748" y="96177"/>
                  <a:pt x="838024" y="99764"/>
                </a:cubicBezTo>
                <a:cubicBezTo>
                  <a:pt x="839301" y="103350"/>
                  <a:pt x="841338" y="105934"/>
                  <a:pt x="844134" y="107515"/>
                </a:cubicBezTo>
                <a:cubicBezTo>
                  <a:pt x="846931" y="109095"/>
                  <a:pt x="851034" y="109886"/>
                  <a:pt x="856445" y="109886"/>
                </a:cubicBezTo>
                <a:cubicBezTo>
                  <a:pt x="864348" y="109886"/>
                  <a:pt x="870580" y="107180"/>
                  <a:pt x="875139" y="101770"/>
                </a:cubicBezTo>
                <a:cubicBezTo>
                  <a:pt x="879699" y="96359"/>
                  <a:pt x="881979" y="88851"/>
                  <a:pt x="881979" y="79245"/>
                </a:cubicBezTo>
                <a:lnTo>
                  <a:pt x="881979" y="22068"/>
                </a:lnTo>
                <a:lnTo>
                  <a:pt x="898393" y="22068"/>
                </a:lnTo>
                <a:lnTo>
                  <a:pt x="898393" y="99672"/>
                </a:lnTo>
                <a:cubicBezTo>
                  <a:pt x="898393" y="111162"/>
                  <a:pt x="898576" y="118184"/>
                  <a:pt x="898940" y="120738"/>
                </a:cubicBezTo>
                <a:lnTo>
                  <a:pt x="883438" y="120738"/>
                </a:lnTo>
                <a:cubicBezTo>
                  <a:pt x="883377" y="120434"/>
                  <a:pt x="883316" y="119613"/>
                  <a:pt x="883255" y="118275"/>
                </a:cubicBezTo>
                <a:cubicBezTo>
                  <a:pt x="883195" y="116938"/>
                  <a:pt x="883119" y="115403"/>
                  <a:pt x="883027" y="113670"/>
                </a:cubicBezTo>
                <a:cubicBezTo>
                  <a:pt x="882936" y="111938"/>
                  <a:pt x="882830" y="108670"/>
                  <a:pt x="882708" y="103867"/>
                </a:cubicBezTo>
                <a:lnTo>
                  <a:pt x="882435" y="103867"/>
                </a:lnTo>
                <a:cubicBezTo>
                  <a:pt x="878665" y="110676"/>
                  <a:pt x="874303" y="115494"/>
                  <a:pt x="869349" y="118321"/>
                </a:cubicBezTo>
                <a:cubicBezTo>
                  <a:pt x="864394" y="121148"/>
                  <a:pt x="858239" y="122561"/>
                  <a:pt x="850882" y="122561"/>
                </a:cubicBezTo>
                <a:cubicBezTo>
                  <a:pt x="840061" y="122561"/>
                  <a:pt x="832143" y="119871"/>
                  <a:pt x="827127" y="114491"/>
                </a:cubicBezTo>
                <a:cubicBezTo>
                  <a:pt x="822112" y="109111"/>
                  <a:pt x="819604" y="100219"/>
                  <a:pt x="819604" y="87817"/>
                </a:cubicBezTo>
                <a:lnTo>
                  <a:pt x="819604" y="22068"/>
                </a:lnTo>
                <a:lnTo>
                  <a:pt x="836109" y="22068"/>
                </a:lnTo>
                <a:close/>
                <a:moveTo>
                  <a:pt x="936483" y="74777"/>
                </a:moveTo>
                <a:cubicBezTo>
                  <a:pt x="936483" y="86113"/>
                  <a:pt x="938823" y="94860"/>
                  <a:pt x="943504" y="101017"/>
                </a:cubicBezTo>
                <a:cubicBezTo>
                  <a:pt x="948185" y="107173"/>
                  <a:pt x="955025" y="110251"/>
                  <a:pt x="964022" y="110251"/>
                </a:cubicBezTo>
                <a:cubicBezTo>
                  <a:pt x="971135" y="110251"/>
                  <a:pt x="976835" y="108813"/>
                  <a:pt x="981121" y="105939"/>
                </a:cubicBezTo>
                <a:cubicBezTo>
                  <a:pt x="985407" y="103064"/>
                  <a:pt x="988310" y="99425"/>
                  <a:pt x="989830" y="95022"/>
                </a:cubicBezTo>
                <a:lnTo>
                  <a:pt x="1004238" y="99139"/>
                </a:lnTo>
                <a:cubicBezTo>
                  <a:pt x="998341" y="114754"/>
                  <a:pt x="984936" y="122561"/>
                  <a:pt x="964022" y="122561"/>
                </a:cubicBezTo>
                <a:cubicBezTo>
                  <a:pt x="949432" y="122561"/>
                  <a:pt x="938322" y="118215"/>
                  <a:pt x="930692" y="109521"/>
                </a:cubicBezTo>
                <a:cubicBezTo>
                  <a:pt x="923062" y="100827"/>
                  <a:pt x="919247" y="87909"/>
                  <a:pt x="919247" y="70765"/>
                </a:cubicBezTo>
                <a:cubicBezTo>
                  <a:pt x="919247" y="54472"/>
                  <a:pt x="923062" y="41978"/>
                  <a:pt x="930692" y="33285"/>
                </a:cubicBezTo>
                <a:cubicBezTo>
                  <a:pt x="938322" y="24591"/>
                  <a:pt x="949219" y="20245"/>
                  <a:pt x="963384" y="20245"/>
                </a:cubicBezTo>
                <a:cubicBezTo>
                  <a:pt x="992383" y="20245"/>
                  <a:pt x="1006882" y="37693"/>
                  <a:pt x="1006882" y="72591"/>
                </a:cubicBezTo>
                <a:lnTo>
                  <a:pt x="1006882" y="74777"/>
                </a:lnTo>
                <a:lnTo>
                  <a:pt x="936483" y="74777"/>
                </a:lnTo>
                <a:moveTo>
                  <a:pt x="989921" y="62193"/>
                </a:moveTo>
                <a:cubicBezTo>
                  <a:pt x="989009" y="51829"/>
                  <a:pt x="986364" y="44269"/>
                  <a:pt x="981987" y="39512"/>
                </a:cubicBezTo>
                <a:cubicBezTo>
                  <a:pt x="977610" y="34753"/>
                  <a:pt x="971318" y="32373"/>
                  <a:pt x="963110" y="32373"/>
                </a:cubicBezTo>
                <a:cubicBezTo>
                  <a:pt x="955146" y="32373"/>
                  <a:pt x="948839" y="35025"/>
                  <a:pt x="944188" y="40329"/>
                </a:cubicBezTo>
                <a:cubicBezTo>
                  <a:pt x="939537" y="45632"/>
                  <a:pt x="937030" y="52920"/>
                  <a:pt x="936665" y="62193"/>
                </a:cubicBezTo>
                <a:lnTo>
                  <a:pt x="989921" y="62193"/>
                </a:lnTo>
                <a:close/>
                <a:moveTo>
                  <a:pt x="1101784" y="93446"/>
                </a:moveTo>
                <a:cubicBezTo>
                  <a:pt x="1101784" y="102755"/>
                  <a:pt x="1098273" y="109935"/>
                  <a:pt x="1091251" y="114987"/>
                </a:cubicBezTo>
                <a:cubicBezTo>
                  <a:pt x="1084230" y="120037"/>
                  <a:pt x="1074396" y="122561"/>
                  <a:pt x="1061751" y="122561"/>
                </a:cubicBezTo>
                <a:cubicBezTo>
                  <a:pt x="1049471" y="122561"/>
                  <a:pt x="1040002" y="120540"/>
                  <a:pt x="1033345" y="116497"/>
                </a:cubicBezTo>
                <a:cubicBezTo>
                  <a:pt x="1026688" y="112454"/>
                  <a:pt x="1022356" y="106147"/>
                  <a:pt x="1020350" y="97575"/>
                </a:cubicBezTo>
                <a:lnTo>
                  <a:pt x="1034849" y="94748"/>
                </a:lnTo>
                <a:cubicBezTo>
                  <a:pt x="1036248" y="100037"/>
                  <a:pt x="1039135" y="103913"/>
                  <a:pt x="1043513" y="106375"/>
                </a:cubicBezTo>
                <a:cubicBezTo>
                  <a:pt x="1047890" y="108837"/>
                  <a:pt x="1053969" y="110068"/>
                  <a:pt x="1061751" y="110068"/>
                </a:cubicBezTo>
                <a:cubicBezTo>
                  <a:pt x="1070080" y="110068"/>
                  <a:pt x="1076174" y="108790"/>
                  <a:pt x="1080035" y="106232"/>
                </a:cubicBezTo>
                <a:cubicBezTo>
                  <a:pt x="1083895" y="103673"/>
                  <a:pt x="1085826" y="99837"/>
                  <a:pt x="1085826" y="94722"/>
                </a:cubicBezTo>
                <a:cubicBezTo>
                  <a:pt x="1085826" y="90828"/>
                  <a:pt x="1084488" y="87664"/>
                  <a:pt x="1081813" y="85230"/>
                </a:cubicBezTo>
                <a:cubicBezTo>
                  <a:pt x="1079138" y="82796"/>
                  <a:pt x="1074822" y="80788"/>
                  <a:pt x="1068864" y="79206"/>
                </a:cubicBezTo>
                <a:lnTo>
                  <a:pt x="1057100" y="76102"/>
                </a:lnTo>
                <a:cubicBezTo>
                  <a:pt x="1047677" y="73668"/>
                  <a:pt x="1040974" y="71280"/>
                  <a:pt x="1036992" y="68938"/>
                </a:cubicBezTo>
                <a:cubicBezTo>
                  <a:pt x="1033010" y="66595"/>
                  <a:pt x="1029895" y="63751"/>
                  <a:pt x="1027645" y="60406"/>
                </a:cubicBezTo>
                <a:cubicBezTo>
                  <a:pt x="1025396" y="57058"/>
                  <a:pt x="1024271" y="52951"/>
                  <a:pt x="1024271" y="48084"/>
                </a:cubicBezTo>
                <a:cubicBezTo>
                  <a:pt x="1024271" y="39077"/>
                  <a:pt x="1027478" y="32215"/>
                  <a:pt x="1033892" y="27500"/>
                </a:cubicBezTo>
                <a:cubicBezTo>
                  <a:pt x="1040306" y="22785"/>
                  <a:pt x="1049653" y="20427"/>
                  <a:pt x="1061933" y="20427"/>
                </a:cubicBezTo>
                <a:cubicBezTo>
                  <a:pt x="1072816" y="20427"/>
                  <a:pt x="1081464" y="22342"/>
                  <a:pt x="1087877" y="26172"/>
                </a:cubicBezTo>
                <a:cubicBezTo>
                  <a:pt x="1094291" y="30002"/>
                  <a:pt x="1098349" y="36142"/>
                  <a:pt x="1100051" y="44593"/>
                </a:cubicBezTo>
                <a:lnTo>
                  <a:pt x="1085278" y="46416"/>
                </a:lnTo>
                <a:cubicBezTo>
                  <a:pt x="1084366" y="42039"/>
                  <a:pt x="1081919" y="38680"/>
                  <a:pt x="1077937" y="36340"/>
                </a:cubicBezTo>
                <a:cubicBezTo>
                  <a:pt x="1073955" y="33999"/>
                  <a:pt x="1068621" y="32829"/>
                  <a:pt x="1061933" y="32829"/>
                </a:cubicBezTo>
                <a:cubicBezTo>
                  <a:pt x="1054516" y="32829"/>
                  <a:pt x="1049045" y="33956"/>
                  <a:pt x="1045519" y="36209"/>
                </a:cubicBezTo>
                <a:cubicBezTo>
                  <a:pt x="1041993" y="38462"/>
                  <a:pt x="1040230" y="41872"/>
                  <a:pt x="1040230" y="46439"/>
                </a:cubicBezTo>
                <a:cubicBezTo>
                  <a:pt x="1040230" y="49238"/>
                  <a:pt x="1040959" y="51550"/>
                  <a:pt x="1042418" y="53376"/>
                </a:cubicBezTo>
                <a:cubicBezTo>
                  <a:pt x="1043877" y="55201"/>
                  <a:pt x="1046036" y="56753"/>
                  <a:pt x="1048893" y="58032"/>
                </a:cubicBezTo>
                <a:cubicBezTo>
                  <a:pt x="1051750" y="59309"/>
                  <a:pt x="1057769" y="61073"/>
                  <a:pt x="1066949" y="63324"/>
                </a:cubicBezTo>
                <a:cubicBezTo>
                  <a:pt x="1075642" y="65514"/>
                  <a:pt x="1081904" y="67538"/>
                  <a:pt x="1085734" y="69394"/>
                </a:cubicBezTo>
                <a:cubicBezTo>
                  <a:pt x="1089564" y="71250"/>
                  <a:pt x="1092589" y="73304"/>
                  <a:pt x="1094808" y="75555"/>
                </a:cubicBezTo>
                <a:cubicBezTo>
                  <a:pt x="1097027" y="77806"/>
                  <a:pt x="1098744" y="80408"/>
                  <a:pt x="1099960" y="83360"/>
                </a:cubicBezTo>
                <a:cubicBezTo>
                  <a:pt x="1101176" y="86311"/>
                  <a:pt x="1101784" y="89673"/>
                  <a:pt x="1101784" y="93446"/>
                </a:cubicBezTo>
                <a:close/>
                <a:moveTo>
                  <a:pt x="1159052" y="120008"/>
                </a:moveTo>
                <a:cubicBezTo>
                  <a:pt x="1153642" y="121467"/>
                  <a:pt x="1148109" y="122197"/>
                  <a:pt x="1142456" y="122197"/>
                </a:cubicBezTo>
                <a:cubicBezTo>
                  <a:pt x="1129324" y="122197"/>
                  <a:pt x="1122758" y="114749"/>
                  <a:pt x="1122758" y="99855"/>
                </a:cubicBezTo>
                <a:lnTo>
                  <a:pt x="1122758" y="34014"/>
                </a:lnTo>
                <a:lnTo>
                  <a:pt x="1111359" y="34014"/>
                </a:lnTo>
                <a:lnTo>
                  <a:pt x="1111359" y="22068"/>
                </a:lnTo>
                <a:lnTo>
                  <a:pt x="1123397" y="22068"/>
                </a:lnTo>
                <a:lnTo>
                  <a:pt x="1128230" y="0"/>
                </a:lnTo>
                <a:lnTo>
                  <a:pt x="1139173" y="0"/>
                </a:lnTo>
                <a:lnTo>
                  <a:pt x="1139173" y="22068"/>
                </a:lnTo>
                <a:lnTo>
                  <a:pt x="1157411" y="22068"/>
                </a:lnTo>
                <a:lnTo>
                  <a:pt x="1157411" y="34014"/>
                </a:lnTo>
                <a:lnTo>
                  <a:pt x="1139173" y="34014"/>
                </a:lnTo>
                <a:lnTo>
                  <a:pt x="1139173" y="96298"/>
                </a:lnTo>
                <a:cubicBezTo>
                  <a:pt x="1139173" y="101040"/>
                  <a:pt x="1139948" y="104369"/>
                  <a:pt x="1141498" y="106284"/>
                </a:cubicBezTo>
                <a:cubicBezTo>
                  <a:pt x="1143048" y="108199"/>
                  <a:pt x="1145738" y="109156"/>
                  <a:pt x="1149569" y="109156"/>
                </a:cubicBezTo>
                <a:cubicBezTo>
                  <a:pt x="1151757" y="109156"/>
                  <a:pt x="1154918" y="108731"/>
                  <a:pt x="1159052" y="107880"/>
                </a:cubicBezTo>
                <a:lnTo>
                  <a:pt x="1159052" y="120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5E7C3-0A00-456B-BC90-14C05E7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3326463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89E18-F1C4-44FB-BC9A-424E153F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3326463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40" name="Text data:guest">
            <a:extLst xmlns:a="http://schemas.openxmlformats.org/drawingml/2006/main">
              <a:ext uri="{FF2B5EF4-FFF2-40B4-BE49-F238E27FC236}">
                <a16:creationId xmlns:a16="http://schemas.microsoft.com/office/drawing/2014/main" id="{ACB34464-0ED9-4C51-8490-B6F96DB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613" y="3401241"/>
            <a:ext cx="914847" cy="174176"/>
          </a:xfrm>
          <a:custGeom xmlns:a="http://schemas.openxmlformats.org/drawingml/2006/main">
            <a:pathLst>
              <a:path w="914847" h="174176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49" y="137152"/>
                </a:moveTo>
                <a:cubicBezTo>
                  <a:pt x="123840" y="137152"/>
                  <a:pt x="116392" y="134538"/>
                  <a:pt x="111407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8" y="89732"/>
                  <a:pt x="114006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3" y="55992"/>
                  <a:pt x="163569" y="52526"/>
                </a:cubicBezTo>
                <a:cubicBezTo>
                  <a:pt x="160164" y="49061"/>
                  <a:pt x="154814" y="47328"/>
                  <a:pt x="147519" y="47328"/>
                </a:cubicBezTo>
                <a:cubicBezTo>
                  <a:pt x="140163" y="47328"/>
                  <a:pt x="134813" y="48568"/>
                  <a:pt x="131469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3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2" y="57268"/>
                  <a:pt x="185272" y="68029"/>
                </a:cubicBezTo>
                <a:lnTo>
                  <a:pt x="185272" y="110524"/>
                </a:lnTo>
                <a:cubicBezTo>
                  <a:pt x="185272" y="115388"/>
                  <a:pt x="185911" y="119051"/>
                  <a:pt x="187187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3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7" y="136240"/>
                </a:cubicBezTo>
                <a:cubicBezTo>
                  <a:pt x="181108" y="136240"/>
                  <a:pt x="176685" y="134644"/>
                  <a:pt x="173919" y="131453"/>
                </a:cubicBezTo>
                <a:cubicBezTo>
                  <a:pt x="171153" y="128261"/>
                  <a:pt x="169587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39" y="132456"/>
                </a:cubicBezTo>
                <a:cubicBezTo>
                  <a:pt x="148477" y="135587"/>
                  <a:pt x="141713" y="137152"/>
                  <a:pt x="133749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6" y="89368"/>
                </a:cubicBezTo>
                <a:cubicBezTo>
                  <a:pt x="129174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19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59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7" y="137152"/>
                </a:moveTo>
                <a:cubicBezTo>
                  <a:pt x="279598" y="137152"/>
                  <a:pt x="272150" y="134538"/>
                  <a:pt x="267165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4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1" y="55992"/>
                  <a:pt x="319327" y="52526"/>
                </a:cubicBezTo>
                <a:cubicBezTo>
                  <a:pt x="315922" y="49061"/>
                  <a:pt x="310572" y="47328"/>
                  <a:pt x="303277" y="47328"/>
                </a:cubicBezTo>
                <a:cubicBezTo>
                  <a:pt x="295921" y="47328"/>
                  <a:pt x="290571" y="48568"/>
                  <a:pt x="287227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1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0" y="57268"/>
                  <a:pt x="341030" y="68029"/>
                </a:cubicBezTo>
                <a:lnTo>
                  <a:pt x="341030" y="110524"/>
                </a:lnTo>
                <a:cubicBezTo>
                  <a:pt x="341030" y="115388"/>
                  <a:pt x="341669" y="119051"/>
                  <a:pt x="342945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1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5" y="136240"/>
                </a:cubicBezTo>
                <a:cubicBezTo>
                  <a:pt x="336866" y="136240"/>
                  <a:pt x="332443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7" y="132456"/>
                </a:cubicBezTo>
                <a:cubicBezTo>
                  <a:pt x="304235" y="135587"/>
                  <a:pt x="297471" y="137152"/>
                  <a:pt x="289507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0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2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7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09404" y="174176"/>
                </a:moveTo>
                <a:cubicBezTo>
                  <a:pt x="498644" y="174176"/>
                  <a:pt x="490072" y="172063"/>
                  <a:pt x="483688" y="167838"/>
                </a:cubicBezTo>
                <a:cubicBezTo>
                  <a:pt x="477305" y="163613"/>
                  <a:pt x="473201" y="157609"/>
                  <a:pt x="471377" y="149828"/>
                </a:cubicBezTo>
                <a:lnTo>
                  <a:pt x="487883" y="147457"/>
                </a:lnTo>
                <a:cubicBezTo>
                  <a:pt x="488977" y="152016"/>
                  <a:pt x="491394" y="155527"/>
                  <a:pt x="495133" y="157989"/>
                </a:cubicBezTo>
                <a:cubicBezTo>
                  <a:pt x="498872" y="160451"/>
                  <a:pt x="503781" y="161683"/>
                  <a:pt x="509860" y="161683"/>
                </a:cubicBezTo>
                <a:cubicBezTo>
                  <a:pt x="526214" y="161683"/>
                  <a:pt x="534391" y="152085"/>
                  <a:pt x="534391" y="132889"/>
                </a:cubicBezTo>
                <a:lnTo>
                  <a:pt x="534391" y="116982"/>
                </a:lnTo>
                <a:lnTo>
                  <a:pt x="534208" y="116982"/>
                </a:lnTo>
                <a:cubicBezTo>
                  <a:pt x="531108" y="123310"/>
                  <a:pt x="526852" y="128072"/>
                  <a:pt x="521442" y="131267"/>
                </a:cubicBezTo>
                <a:cubicBezTo>
                  <a:pt x="516031" y="134461"/>
                  <a:pt x="509708" y="136058"/>
                  <a:pt x="502474" y="136058"/>
                </a:cubicBezTo>
                <a:cubicBezTo>
                  <a:pt x="490376" y="136058"/>
                  <a:pt x="481485" y="132041"/>
                  <a:pt x="475800" y="124009"/>
                </a:cubicBezTo>
                <a:cubicBezTo>
                  <a:pt x="470116" y="115977"/>
                  <a:pt x="467274" y="103350"/>
                  <a:pt x="467274" y="86130"/>
                </a:cubicBezTo>
                <a:cubicBezTo>
                  <a:pt x="467274" y="68667"/>
                  <a:pt x="470329" y="55783"/>
                  <a:pt x="476439" y="47477"/>
                </a:cubicBezTo>
                <a:cubicBezTo>
                  <a:pt x="482548" y="39171"/>
                  <a:pt x="491835" y="35018"/>
                  <a:pt x="504298" y="35018"/>
                </a:cubicBezTo>
                <a:cubicBezTo>
                  <a:pt x="511289" y="35018"/>
                  <a:pt x="517353" y="36615"/>
                  <a:pt x="522490" y="39811"/>
                </a:cubicBezTo>
                <a:cubicBezTo>
                  <a:pt x="527627" y="43004"/>
                  <a:pt x="531594" y="47553"/>
                  <a:pt x="534391" y="53455"/>
                </a:cubicBezTo>
                <a:lnTo>
                  <a:pt x="534573" y="53455"/>
                </a:lnTo>
                <a:cubicBezTo>
                  <a:pt x="534573" y="51639"/>
                  <a:pt x="534695" y="48492"/>
                  <a:pt x="534938" y="44014"/>
                </a:cubicBezTo>
                <a:cubicBezTo>
                  <a:pt x="535181" y="39534"/>
                  <a:pt x="535424" y="37083"/>
                  <a:pt x="535667" y="36659"/>
                </a:cubicBezTo>
                <a:lnTo>
                  <a:pt x="551261" y="36659"/>
                </a:lnTo>
                <a:cubicBezTo>
                  <a:pt x="550896" y="39944"/>
                  <a:pt x="550714" y="46757"/>
                  <a:pt x="550714" y="57100"/>
                </a:cubicBezTo>
                <a:lnTo>
                  <a:pt x="550714" y="132564"/>
                </a:lnTo>
                <a:cubicBezTo>
                  <a:pt x="550714" y="160305"/>
                  <a:pt x="536944" y="174176"/>
                  <a:pt x="509404" y="174176"/>
                </a:cubicBezTo>
                <a:moveTo>
                  <a:pt x="534391" y="85948"/>
                </a:moveTo>
                <a:cubicBezTo>
                  <a:pt x="534391" y="77914"/>
                  <a:pt x="533296" y="70991"/>
                  <a:pt x="531108" y="65179"/>
                </a:cubicBezTo>
                <a:cubicBezTo>
                  <a:pt x="528919" y="59366"/>
                  <a:pt x="525834" y="54922"/>
                  <a:pt x="521852" y="51848"/>
                </a:cubicBezTo>
                <a:cubicBezTo>
                  <a:pt x="517870" y="48774"/>
                  <a:pt x="513356" y="47237"/>
                  <a:pt x="508310" y="47237"/>
                </a:cubicBezTo>
                <a:cubicBezTo>
                  <a:pt x="499920" y="47237"/>
                  <a:pt x="493811" y="50281"/>
                  <a:pt x="489981" y="56368"/>
                </a:cubicBezTo>
                <a:cubicBezTo>
                  <a:pt x="486150" y="62455"/>
                  <a:pt x="484235" y="72315"/>
                  <a:pt x="484235" y="85948"/>
                </a:cubicBezTo>
                <a:cubicBezTo>
                  <a:pt x="484235" y="99461"/>
                  <a:pt x="486029" y="109170"/>
                  <a:pt x="489616" y="115075"/>
                </a:cubicBezTo>
                <a:cubicBezTo>
                  <a:pt x="493203" y="120978"/>
                  <a:pt x="499343" y="123929"/>
                  <a:pt x="508036" y="123929"/>
                </a:cubicBezTo>
                <a:cubicBezTo>
                  <a:pt x="513204" y="123929"/>
                  <a:pt x="517794" y="122407"/>
                  <a:pt x="521806" y="119364"/>
                </a:cubicBezTo>
                <a:cubicBezTo>
                  <a:pt x="525819" y="116320"/>
                  <a:pt x="528919" y="111954"/>
                  <a:pt x="531108" y="106264"/>
                </a:cubicBezTo>
                <a:cubicBezTo>
                  <a:pt x="533296" y="100572"/>
                  <a:pt x="534391" y="93800"/>
                  <a:pt x="534391" y="85948"/>
                </a:cubicBezTo>
                <a:close/>
                <a:moveTo>
                  <a:pt x="591904" y="36659"/>
                </a:moveTo>
                <a:lnTo>
                  <a:pt x="591904" y="99216"/>
                </a:lnTo>
                <a:cubicBezTo>
                  <a:pt x="591904" y="105721"/>
                  <a:pt x="592542" y="110767"/>
                  <a:pt x="593819" y="114354"/>
                </a:cubicBezTo>
                <a:cubicBezTo>
                  <a:pt x="595096" y="117941"/>
                  <a:pt x="597132" y="120525"/>
                  <a:pt x="599929" y="122105"/>
                </a:cubicBezTo>
                <a:cubicBezTo>
                  <a:pt x="602725" y="123686"/>
                  <a:pt x="606829" y="124476"/>
                  <a:pt x="612240" y="124476"/>
                </a:cubicBezTo>
                <a:cubicBezTo>
                  <a:pt x="620143" y="124476"/>
                  <a:pt x="626374" y="121771"/>
                  <a:pt x="630934" y="116360"/>
                </a:cubicBezTo>
                <a:cubicBezTo>
                  <a:pt x="635493" y="110950"/>
                  <a:pt x="637773" y="103442"/>
                  <a:pt x="637773" y="93836"/>
                </a:cubicBezTo>
                <a:lnTo>
                  <a:pt x="637773" y="36659"/>
                </a:lnTo>
                <a:lnTo>
                  <a:pt x="654188" y="36659"/>
                </a:lnTo>
                <a:lnTo>
                  <a:pt x="654188" y="114263"/>
                </a:lnTo>
                <a:cubicBezTo>
                  <a:pt x="654188" y="125753"/>
                  <a:pt x="654370" y="132775"/>
                  <a:pt x="654735" y="135328"/>
                </a:cubicBezTo>
                <a:lnTo>
                  <a:pt x="639232" y="135328"/>
                </a:lnTo>
                <a:cubicBezTo>
                  <a:pt x="639171" y="135024"/>
                  <a:pt x="639111" y="134203"/>
                  <a:pt x="639050" y="132866"/>
                </a:cubicBezTo>
                <a:cubicBezTo>
                  <a:pt x="638989" y="131529"/>
                  <a:pt x="638913" y="129993"/>
                  <a:pt x="638822" y="128261"/>
                </a:cubicBezTo>
                <a:cubicBezTo>
                  <a:pt x="638731" y="126528"/>
                  <a:pt x="638624" y="123261"/>
                  <a:pt x="638503" y="118458"/>
                </a:cubicBezTo>
                <a:lnTo>
                  <a:pt x="638229" y="118458"/>
                </a:lnTo>
                <a:cubicBezTo>
                  <a:pt x="634460" y="125267"/>
                  <a:pt x="630098" y="130085"/>
                  <a:pt x="625143" y="132912"/>
                </a:cubicBezTo>
                <a:cubicBezTo>
                  <a:pt x="620188" y="135739"/>
                  <a:pt x="614033" y="137152"/>
                  <a:pt x="606677" y="137152"/>
                </a:cubicBezTo>
                <a:cubicBezTo>
                  <a:pt x="595856" y="137152"/>
                  <a:pt x="587937" y="134462"/>
                  <a:pt x="582922" y="129082"/>
                </a:cubicBezTo>
                <a:cubicBezTo>
                  <a:pt x="577906" y="123701"/>
                  <a:pt x="575398" y="114810"/>
                  <a:pt x="575398" y="102408"/>
                </a:cubicBezTo>
                <a:lnTo>
                  <a:pt x="575398" y="36659"/>
                </a:lnTo>
                <a:lnTo>
                  <a:pt x="591904" y="36659"/>
                </a:lnTo>
                <a:close/>
                <a:moveTo>
                  <a:pt x="692277" y="89368"/>
                </a:moveTo>
                <a:cubicBezTo>
                  <a:pt x="692277" y="100704"/>
                  <a:pt x="694618" y="109451"/>
                  <a:pt x="699299" y="115608"/>
                </a:cubicBezTo>
                <a:cubicBezTo>
                  <a:pt x="703980" y="121763"/>
                  <a:pt x="710820" y="124841"/>
                  <a:pt x="719817" y="124841"/>
                </a:cubicBezTo>
                <a:cubicBezTo>
                  <a:pt x="726930" y="124841"/>
                  <a:pt x="732630" y="123404"/>
                  <a:pt x="736916" y="120530"/>
                </a:cubicBezTo>
                <a:cubicBezTo>
                  <a:pt x="741202" y="117655"/>
                  <a:pt x="744104" y="114016"/>
                  <a:pt x="745624" y="109612"/>
                </a:cubicBezTo>
                <a:lnTo>
                  <a:pt x="760033" y="113730"/>
                </a:lnTo>
                <a:cubicBezTo>
                  <a:pt x="754136" y="129345"/>
                  <a:pt x="740730" y="137152"/>
                  <a:pt x="719817" y="137152"/>
                </a:cubicBezTo>
                <a:cubicBezTo>
                  <a:pt x="705227" y="137152"/>
                  <a:pt x="694116" y="132805"/>
                  <a:pt x="686487" y="124112"/>
                </a:cubicBezTo>
                <a:cubicBezTo>
                  <a:pt x="678857" y="115418"/>
                  <a:pt x="675042" y="102499"/>
                  <a:pt x="675042" y="85355"/>
                </a:cubicBezTo>
                <a:cubicBezTo>
                  <a:pt x="675042" y="69062"/>
                  <a:pt x="678857" y="56569"/>
                  <a:pt x="686487" y="47876"/>
                </a:cubicBezTo>
                <a:cubicBezTo>
                  <a:pt x="694116" y="39182"/>
                  <a:pt x="705014" y="34835"/>
                  <a:pt x="719179" y="34835"/>
                </a:cubicBezTo>
                <a:cubicBezTo>
                  <a:pt x="748178" y="34835"/>
                  <a:pt x="762677" y="52284"/>
                  <a:pt x="762677" y="87182"/>
                </a:cubicBezTo>
                <a:lnTo>
                  <a:pt x="762677" y="89368"/>
                </a:lnTo>
                <a:lnTo>
                  <a:pt x="692277" y="89368"/>
                </a:lnTo>
                <a:moveTo>
                  <a:pt x="745716" y="76783"/>
                </a:moveTo>
                <a:cubicBezTo>
                  <a:pt x="744804" y="66420"/>
                  <a:pt x="742159" y="58859"/>
                  <a:pt x="737782" y="54102"/>
                </a:cubicBezTo>
                <a:cubicBezTo>
                  <a:pt x="733405" y="49343"/>
                  <a:pt x="727112" y="46964"/>
                  <a:pt x="718905" y="46964"/>
                </a:cubicBezTo>
                <a:cubicBezTo>
                  <a:pt x="710941" y="46964"/>
                  <a:pt x="704634" y="49616"/>
                  <a:pt x="699983" y="54920"/>
                </a:cubicBezTo>
                <a:cubicBezTo>
                  <a:pt x="695332" y="60222"/>
                  <a:pt x="692824" y="67510"/>
                  <a:pt x="692460" y="76783"/>
                </a:cubicBezTo>
                <a:lnTo>
                  <a:pt x="745716" y="76783"/>
                </a:lnTo>
                <a:close/>
                <a:moveTo>
                  <a:pt x="857579" y="108036"/>
                </a:moveTo>
                <a:cubicBezTo>
                  <a:pt x="857579" y="117345"/>
                  <a:pt x="854068" y="124526"/>
                  <a:pt x="847046" y="129577"/>
                </a:cubicBezTo>
                <a:cubicBezTo>
                  <a:pt x="840024" y="134627"/>
                  <a:pt x="830191" y="137152"/>
                  <a:pt x="817546" y="137152"/>
                </a:cubicBezTo>
                <a:cubicBezTo>
                  <a:pt x="805265" y="137152"/>
                  <a:pt x="795797" y="135131"/>
                  <a:pt x="789140" y="131088"/>
                </a:cubicBezTo>
                <a:cubicBezTo>
                  <a:pt x="782483" y="127045"/>
                  <a:pt x="778151" y="120738"/>
                  <a:pt x="776145" y="112166"/>
                </a:cubicBezTo>
                <a:lnTo>
                  <a:pt x="790644" y="109339"/>
                </a:lnTo>
                <a:cubicBezTo>
                  <a:pt x="792043" y="114628"/>
                  <a:pt x="794930" y="118503"/>
                  <a:pt x="799307" y="120966"/>
                </a:cubicBezTo>
                <a:cubicBezTo>
                  <a:pt x="803685" y="123428"/>
                  <a:pt x="809764" y="124659"/>
                  <a:pt x="817546" y="124659"/>
                </a:cubicBezTo>
                <a:cubicBezTo>
                  <a:pt x="825875" y="124659"/>
                  <a:pt x="831969" y="123380"/>
                  <a:pt x="835830" y="120823"/>
                </a:cubicBezTo>
                <a:cubicBezTo>
                  <a:pt x="839690" y="118264"/>
                  <a:pt x="841620" y="114427"/>
                  <a:pt x="841620" y="109313"/>
                </a:cubicBezTo>
                <a:cubicBezTo>
                  <a:pt x="841620" y="105418"/>
                  <a:pt x="840283" y="102254"/>
                  <a:pt x="837608" y="99820"/>
                </a:cubicBezTo>
                <a:cubicBezTo>
                  <a:pt x="834933" y="97387"/>
                  <a:pt x="830617" y="95379"/>
                  <a:pt x="824659" y="93796"/>
                </a:cubicBezTo>
                <a:lnTo>
                  <a:pt x="812895" y="90693"/>
                </a:lnTo>
                <a:cubicBezTo>
                  <a:pt x="803472" y="88259"/>
                  <a:pt x="796769" y="85871"/>
                  <a:pt x="792787" y="83529"/>
                </a:cubicBezTo>
                <a:cubicBezTo>
                  <a:pt x="788805" y="81186"/>
                  <a:pt x="785689" y="78342"/>
                  <a:pt x="783440" y="74996"/>
                </a:cubicBezTo>
                <a:cubicBezTo>
                  <a:pt x="781191" y="71649"/>
                  <a:pt x="780066" y="67542"/>
                  <a:pt x="780066" y="62674"/>
                </a:cubicBezTo>
                <a:cubicBezTo>
                  <a:pt x="780066" y="53667"/>
                  <a:pt x="783273" y="46806"/>
                  <a:pt x="789687" y="42091"/>
                </a:cubicBezTo>
                <a:cubicBezTo>
                  <a:pt x="796101" y="37375"/>
                  <a:pt x="805448" y="35018"/>
                  <a:pt x="817728" y="35018"/>
                </a:cubicBezTo>
                <a:cubicBezTo>
                  <a:pt x="828610" y="35018"/>
                  <a:pt x="837258" y="36933"/>
                  <a:pt x="843672" y="40763"/>
                </a:cubicBezTo>
                <a:cubicBezTo>
                  <a:pt x="850086" y="44593"/>
                  <a:pt x="854144" y="50733"/>
                  <a:pt x="855846" y="59183"/>
                </a:cubicBezTo>
                <a:lnTo>
                  <a:pt x="841073" y="61007"/>
                </a:lnTo>
                <a:cubicBezTo>
                  <a:pt x="840161" y="56630"/>
                  <a:pt x="837714" y="53271"/>
                  <a:pt x="833732" y="50930"/>
                </a:cubicBezTo>
                <a:cubicBezTo>
                  <a:pt x="829750" y="48590"/>
                  <a:pt x="824415" y="47420"/>
                  <a:pt x="817728" y="47420"/>
                </a:cubicBezTo>
                <a:cubicBezTo>
                  <a:pt x="810311" y="47420"/>
                  <a:pt x="804840" y="48546"/>
                  <a:pt x="801314" y="50799"/>
                </a:cubicBezTo>
                <a:cubicBezTo>
                  <a:pt x="797788" y="53053"/>
                  <a:pt x="796025" y="56463"/>
                  <a:pt x="796025" y="61030"/>
                </a:cubicBezTo>
                <a:cubicBezTo>
                  <a:pt x="796025" y="63828"/>
                  <a:pt x="796754" y="66140"/>
                  <a:pt x="798213" y="67966"/>
                </a:cubicBezTo>
                <a:cubicBezTo>
                  <a:pt x="799672" y="69792"/>
                  <a:pt x="801830" y="71344"/>
                  <a:pt x="804688" y="72623"/>
                </a:cubicBezTo>
                <a:cubicBezTo>
                  <a:pt x="807545" y="73899"/>
                  <a:pt x="813564" y="75663"/>
                  <a:pt x="822744" y="77915"/>
                </a:cubicBezTo>
                <a:cubicBezTo>
                  <a:pt x="831437" y="80105"/>
                  <a:pt x="837699" y="82128"/>
                  <a:pt x="841529" y="83985"/>
                </a:cubicBezTo>
                <a:cubicBezTo>
                  <a:pt x="845359" y="85841"/>
                  <a:pt x="848384" y="87894"/>
                  <a:pt x="850603" y="90146"/>
                </a:cubicBezTo>
                <a:cubicBezTo>
                  <a:pt x="852822" y="92397"/>
                  <a:pt x="854539" y="94999"/>
                  <a:pt x="855755" y="97951"/>
                </a:cubicBezTo>
                <a:cubicBezTo>
                  <a:pt x="856971" y="100901"/>
                  <a:pt x="857579" y="104263"/>
                  <a:pt x="857579" y="108036"/>
                </a:cubicBezTo>
                <a:close/>
                <a:moveTo>
                  <a:pt x="914847" y="134599"/>
                </a:moveTo>
                <a:cubicBezTo>
                  <a:pt x="909437" y="136058"/>
                  <a:pt x="903904" y="136787"/>
                  <a:pt x="898250" y="136787"/>
                </a:cubicBezTo>
                <a:cubicBezTo>
                  <a:pt x="885119" y="136787"/>
                  <a:pt x="878553" y="129340"/>
                  <a:pt x="878553" y="114445"/>
                </a:cubicBezTo>
                <a:lnTo>
                  <a:pt x="878553" y="48605"/>
                </a:lnTo>
                <a:lnTo>
                  <a:pt x="867154" y="48605"/>
                </a:lnTo>
                <a:lnTo>
                  <a:pt x="867154" y="36659"/>
                </a:lnTo>
                <a:lnTo>
                  <a:pt x="879191" y="36659"/>
                </a:lnTo>
                <a:lnTo>
                  <a:pt x="884024" y="14591"/>
                </a:lnTo>
                <a:lnTo>
                  <a:pt x="894967" y="14591"/>
                </a:lnTo>
                <a:lnTo>
                  <a:pt x="894967" y="36659"/>
                </a:lnTo>
                <a:lnTo>
                  <a:pt x="913206" y="36659"/>
                </a:lnTo>
                <a:lnTo>
                  <a:pt x="913206" y="48605"/>
                </a:lnTo>
                <a:lnTo>
                  <a:pt x="894967" y="48605"/>
                </a:lnTo>
                <a:lnTo>
                  <a:pt x="894967" y="110889"/>
                </a:lnTo>
                <a:cubicBezTo>
                  <a:pt x="894967" y="115631"/>
                  <a:pt x="895743" y="118959"/>
                  <a:pt x="897293" y="120874"/>
                </a:cubicBezTo>
                <a:cubicBezTo>
                  <a:pt x="898843" y="122789"/>
                  <a:pt x="901533" y="123747"/>
                  <a:pt x="905363" y="123747"/>
                </a:cubicBezTo>
                <a:cubicBezTo>
                  <a:pt x="907552" y="123747"/>
                  <a:pt x="910713" y="123321"/>
                  <a:pt x="914847" y="122470"/>
                </a:cubicBezTo>
                <a:lnTo>
                  <a:pt x="91484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A93FE-7473-4AFE-9A8C-37C78690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4104631"/>
            <a:ext cx="1556335" cy="311267"/>
          </a:xfrm>
          <a:custGeom xmlns:a="http://schemas.openxmlformats.org/drawingml/2006/main">
            <a:pathLst>
              <a:path w="1556335" h="311267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BF71D-9FC4-48A3-8F39-03655D9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4104631"/>
            <a:ext cx="1556335" cy="311267"/>
          </a:xfrm>
          <a:custGeom xmlns:a="http://schemas.openxmlformats.org/drawingml/2006/main">
            <a:pathLst>
              <a:path w="1556335" h="311267" fill="none">
                <a:moveTo>
                  <a:pt x="0" y="0"/>
                </a:moveTo>
                <a:lnTo>
                  <a:pt x="1556335" y="0"/>
                </a:lnTo>
                <a:lnTo>
                  <a:pt x="1556335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82B366"/>
            </a:solidFill>
            <a:miter/>
          </a:ln>
        </p:spPr>
      </p:sp>
      <p:sp>
        <p:nvSpPr>
          <p:cNvPr id="43" name="Text PT:guest">
            <a:extLst xmlns:a="http://schemas.openxmlformats.org/drawingml/2006/main">
              <a:ext uri="{FF2B5EF4-FFF2-40B4-BE49-F238E27FC236}">
                <a16:creationId xmlns:a16="http://schemas.microsoft.com/office/drawing/2014/main" id="{697D47C0-DC34-4C32-B4EF-6DC08B4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044" y="4186156"/>
            <a:ext cx="761882" cy="167428"/>
          </a:xfrm>
          <a:custGeom xmlns:a="http://schemas.openxmlformats.org/drawingml/2006/main">
            <a:pathLst>
              <a:path w="761882" h="167428">
                <a:moveTo>
                  <a:pt x="99399" y="38711"/>
                </a:moveTo>
                <a:cubicBezTo>
                  <a:pt x="99399" y="50883"/>
                  <a:pt x="95432" y="60561"/>
                  <a:pt x="87498" y="67744"/>
                </a:cubicBezTo>
                <a:cubicBezTo>
                  <a:pt x="79565" y="74925"/>
                  <a:pt x="68789" y="78516"/>
                  <a:pt x="55171" y="78516"/>
                </a:cubicBezTo>
                <a:lnTo>
                  <a:pt x="17418" y="78516"/>
                </a:lnTo>
                <a:lnTo>
                  <a:pt x="17418" y="128580"/>
                </a:lnTo>
                <a:lnTo>
                  <a:pt x="0" y="128580"/>
                </a:lnTo>
                <a:lnTo>
                  <a:pt x="0" y="0"/>
                </a:lnTo>
                <a:lnTo>
                  <a:pt x="54077" y="0"/>
                </a:lnTo>
                <a:cubicBezTo>
                  <a:pt x="68485" y="0"/>
                  <a:pt x="79641" y="3378"/>
                  <a:pt x="87544" y="10134"/>
                </a:cubicBezTo>
                <a:cubicBezTo>
                  <a:pt x="95447" y="16889"/>
                  <a:pt x="99399" y="26415"/>
                  <a:pt x="99399" y="38711"/>
                </a:cubicBezTo>
                <a:moveTo>
                  <a:pt x="81890" y="38893"/>
                </a:moveTo>
                <a:cubicBezTo>
                  <a:pt x="81890" y="22266"/>
                  <a:pt x="71920" y="13952"/>
                  <a:pt x="51979" y="13952"/>
                </a:cubicBezTo>
                <a:lnTo>
                  <a:pt x="17418" y="13952"/>
                </a:lnTo>
                <a:lnTo>
                  <a:pt x="17418" y="64746"/>
                </a:lnTo>
                <a:lnTo>
                  <a:pt x="52709" y="64746"/>
                </a:lnTo>
                <a:cubicBezTo>
                  <a:pt x="72163" y="64746"/>
                  <a:pt x="81890" y="56128"/>
                  <a:pt x="81890" y="38893"/>
                </a:cubicBezTo>
                <a:close/>
                <a:moveTo>
                  <a:pt x="174907" y="14226"/>
                </a:moveTo>
                <a:lnTo>
                  <a:pt x="174907" y="128580"/>
                </a:lnTo>
                <a:lnTo>
                  <a:pt x="157580" y="128580"/>
                </a:lnTo>
                <a:lnTo>
                  <a:pt x="157580" y="14226"/>
                </a:lnTo>
                <a:lnTo>
                  <a:pt x="113444" y="14226"/>
                </a:lnTo>
                <a:lnTo>
                  <a:pt x="113444" y="0"/>
                </a:lnTo>
                <a:lnTo>
                  <a:pt x="219043" y="0"/>
                </a:lnTo>
                <a:lnTo>
                  <a:pt x="219043" y="14226"/>
                </a:lnTo>
                <a:lnTo>
                  <a:pt x="174907" y="14226"/>
                </a:lnTo>
                <a:close/>
                <a:moveTo>
                  <a:pt x="219680" y="48879"/>
                </a:moveTo>
                <a:lnTo>
                  <a:pt x="219680" y="29911"/>
                </a:lnTo>
                <a:lnTo>
                  <a:pt x="237463" y="29911"/>
                </a:lnTo>
                <a:lnTo>
                  <a:pt x="237463" y="48879"/>
                </a:lnTo>
                <a:lnTo>
                  <a:pt x="219680" y="48879"/>
                </a:lnTo>
                <a:moveTo>
                  <a:pt x="219680" y="128580"/>
                </a:moveTo>
                <a:lnTo>
                  <a:pt x="219680" y="109612"/>
                </a:lnTo>
                <a:lnTo>
                  <a:pt x="237463" y="109612"/>
                </a:lnTo>
                <a:lnTo>
                  <a:pt x="237463" y="128580"/>
                </a:lnTo>
                <a:lnTo>
                  <a:pt x="219680" y="128580"/>
                </a:lnTo>
                <a:close/>
                <a:moveTo>
                  <a:pt x="356439" y="167428"/>
                </a:moveTo>
                <a:cubicBezTo>
                  <a:pt x="345678" y="167428"/>
                  <a:pt x="337106" y="165315"/>
                  <a:pt x="330723" y="161090"/>
                </a:cubicBezTo>
                <a:cubicBezTo>
                  <a:pt x="324339" y="156865"/>
                  <a:pt x="320236" y="150861"/>
                  <a:pt x="318412" y="143079"/>
                </a:cubicBezTo>
                <a:lnTo>
                  <a:pt x="334918" y="140708"/>
                </a:lnTo>
                <a:cubicBezTo>
                  <a:pt x="336012" y="145268"/>
                  <a:pt x="338428" y="148779"/>
                  <a:pt x="342167" y="151241"/>
                </a:cubicBezTo>
                <a:cubicBezTo>
                  <a:pt x="345906" y="153703"/>
                  <a:pt x="350815" y="154934"/>
                  <a:pt x="356895" y="154934"/>
                </a:cubicBezTo>
                <a:cubicBezTo>
                  <a:pt x="373248" y="154934"/>
                  <a:pt x="381425" y="145336"/>
                  <a:pt x="381425" y="126141"/>
                </a:cubicBezTo>
                <a:lnTo>
                  <a:pt x="381425" y="110233"/>
                </a:lnTo>
                <a:lnTo>
                  <a:pt x="381243" y="110233"/>
                </a:lnTo>
                <a:cubicBezTo>
                  <a:pt x="378142" y="116562"/>
                  <a:pt x="373887" y="121324"/>
                  <a:pt x="368476" y="124519"/>
                </a:cubicBezTo>
                <a:cubicBezTo>
                  <a:pt x="363065" y="127713"/>
                  <a:pt x="356743" y="129310"/>
                  <a:pt x="349508" y="129310"/>
                </a:cubicBezTo>
                <a:cubicBezTo>
                  <a:pt x="337410" y="129310"/>
                  <a:pt x="328519" y="125293"/>
                  <a:pt x="322835" y="117261"/>
                </a:cubicBezTo>
                <a:cubicBezTo>
                  <a:pt x="317150" y="109228"/>
                  <a:pt x="314308" y="96602"/>
                  <a:pt x="314308" y="79382"/>
                </a:cubicBezTo>
                <a:cubicBezTo>
                  <a:pt x="314308" y="61919"/>
                  <a:pt x="317363" y="49034"/>
                  <a:pt x="323473" y="40728"/>
                </a:cubicBezTo>
                <a:cubicBezTo>
                  <a:pt x="329583" y="32422"/>
                  <a:pt x="338869" y="28269"/>
                  <a:pt x="351332" y="28269"/>
                </a:cubicBezTo>
                <a:cubicBezTo>
                  <a:pt x="358323" y="28269"/>
                  <a:pt x="364388" y="29867"/>
                  <a:pt x="369525" y="33063"/>
                </a:cubicBezTo>
                <a:cubicBezTo>
                  <a:pt x="374662" y="36256"/>
                  <a:pt x="378629" y="40804"/>
                  <a:pt x="381425" y="46707"/>
                </a:cubicBezTo>
                <a:lnTo>
                  <a:pt x="381608" y="46707"/>
                </a:lnTo>
                <a:cubicBezTo>
                  <a:pt x="381608" y="44891"/>
                  <a:pt x="381729" y="41744"/>
                  <a:pt x="381972" y="37266"/>
                </a:cubicBezTo>
                <a:cubicBezTo>
                  <a:pt x="382216" y="32786"/>
                  <a:pt x="382459" y="30334"/>
                  <a:pt x="382702" y="29911"/>
                </a:cubicBezTo>
                <a:lnTo>
                  <a:pt x="398296" y="29911"/>
                </a:lnTo>
                <a:cubicBezTo>
                  <a:pt x="397931" y="33196"/>
                  <a:pt x="397748" y="40009"/>
                  <a:pt x="397748" y="50352"/>
                </a:cubicBezTo>
                <a:lnTo>
                  <a:pt x="397748" y="125816"/>
                </a:lnTo>
                <a:cubicBezTo>
                  <a:pt x="397748" y="153557"/>
                  <a:pt x="383979" y="167428"/>
                  <a:pt x="356439" y="167428"/>
                </a:cubicBezTo>
                <a:moveTo>
                  <a:pt x="381425" y="79200"/>
                </a:moveTo>
                <a:cubicBezTo>
                  <a:pt x="381425" y="71165"/>
                  <a:pt x="380331" y="64243"/>
                  <a:pt x="378142" y="58431"/>
                </a:cubicBezTo>
                <a:cubicBezTo>
                  <a:pt x="375954" y="52617"/>
                  <a:pt x="372868" y="48174"/>
                  <a:pt x="368886" y="45100"/>
                </a:cubicBezTo>
                <a:cubicBezTo>
                  <a:pt x="364904" y="42026"/>
                  <a:pt x="360390" y="40489"/>
                  <a:pt x="355344" y="40489"/>
                </a:cubicBezTo>
                <a:cubicBezTo>
                  <a:pt x="346955" y="40489"/>
                  <a:pt x="340845" y="43533"/>
                  <a:pt x="337015" y="49620"/>
                </a:cubicBezTo>
                <a:cubicBezTo>
                  <a:pt x="333185" y="55707"/>
                  <a:pt x="331270" y="65567"/>
                  <a:pt x="331270" y="79200"/>
                </a:cubicBezTo>
                <a:cubicBezTo>
                  <a:pt x="331270" y="92713"/>
                  <a:pt x="333063" y="102422"/>
                  <a:pt x="336650" y="108327"/>
                </a:cubicBezTo>
                <a:cubicBezTo>
                  <a:pt x="340237" y="114230"/>
                  <a:pt x="346377" y="117181"/>
                  <a:pt x="355071" y="117181"/>
                </a:cubicBezTo>
                <a:cubicBezTo>
                  <a:pt x="360238" y="117181"/>
                  <a:pt x="364828" y="115659"/>
                  <a:pt x="368841" y="112616"/>
                </a:cubicBezTo>
                <a:cubicBezTo>
                  <a:pt x="372853" y="109572"/>
                  <a:pt x="375954" y="105206"/>
                  <a:pt x="378142" y="99516"/>
                </a:cubicBezTo>
                <a:cubicBezTo>
                  <a:pt x="380331" y="93824"/>
                  <a:pt x="381425" y="87052"/>
                  <a:pt x="381425" y="79200"/>
                </a:cubicBezTo>
                <a:close/>
                <a:moveTo>
                  <a:pt x="438939" y="29911"/>
                </a:moveTo>
                <a:lnTo>
                  <a:pt x="438939" y="92468"/>
                </a:lnTo>
                <a:cubicBezTo>
                  <a:pt x="438939" y="98973"/>
                  <a:pt x="439577" y="104019"/>
                  <a:pt x="440854" y="107606"/>
                </a:cubicBezTo>
                <a:cubicBezTo>
                  <a:pt x="442131" y="111193"/>
                  <a:pt x="444167" y="113777"/>
                  <a:pt x="446964" y="115357"/>
                </a:cubicBezTo>
                <a:cubicBezTo>
                  <a:pt x="449761" y="116938"/>
                  <a:pt x="453864" y="117728"/>
                  <a:pt x="459275" y="117728"/>
                </a:cubicBezTo>
                <a:cubicBezTo>
                  <a:pt x="467178" y="117728"/>
                  <a:pt x="473410" y="115023"/>
                  <a:pt x="477969" y="109612"/>
                </a:cubicBezTo>
                <a:cubicBezTo>
                  <a:pt x="482529" y="104201"/>
                  <a:pt x="484808" y="96693"/>
                  <a:pt x="484808" y="87088"/>
                </a:cubicBezTo>
                <a:lnTo>
                  <a:pt x="484808" y="29911"/>
                </a:lnTo>
                <a:lnTo>
                  <a:pt x="501223" y="29911"/>
                </a:lnTo>
                <a:lnTo>
                  <a:pt x="501223" y="107515"/>
                </a:lnTo>
                <a:cubicBezTo>
                  <a:pt x="501223" y="119005"/>
                  <a:pt x="501405" y="126027"/>
                  <a:pt x="501770" y="128580"/>
                </a:cubicBezTo>
                <a:lnTo>
                  <a:pt x="486268" y="128580"/>
                </a:lnTo>
                <a:cubicBezTo>
                  <a:pt x="486207" y="128276"/>
                  <a:pt x="486146" y="127455"/>
                  <a:pt x="486085" y="126118"/>
                </a:cubicBezTo>
                <a:cubicBezTo>
                  <a:pt x="486024" y="124780"/>
                  <a:pt x="485948" y="123245"/>
                  <a:pt x="485857" y="121513"/>
                </a:cubicBezTo>
                <a:cubicBezTo>
                  <a:pt x="485766" y="119780"/>
                  <a:pt x="485660" y="116512"/>
                  <a:pt x="485538" y="111710"/>
                </a:cubicBezTo>
                <a:lnTo>
                  <a:pt x="485264" y="111710"/>
                </a:lnTo>
                <a:cubicBezTo>
                  <a:pt x="481495" y="118519"/>
                  <a:pt x="477133" y="123337"/>
                  <a:pt x="472178" y="126163"/>
                </a:cubicBezTo>
                <a:cubicBezTo>
                  <a:pt x="467224" y="128990"/>
                  <a:pt x="461068" y="130404"/>
                  <a:pt x="453712" y="130404"/>
                </a:cubicBezTo>
                <a:cubicBezTo>
                  <a:pt x="442891" y="130404"/>
                  <a:pt x="434972" y="127714"/>
                  <a:pt x="429957" y="122333"/>
                </a:cubicBezTo>
                <a:cubicBezTo>
                  <a:pt x="424941" y="116953"/>
                  <a:pt x="422433" y="108062"/>
                  <a:pt x="422433" y="95660"/>
                </a:cubicBezTo>
                <a:lnTo>
                  <a:pt x="422433" y="29911"/>
                </a:lnTo>
                <a:lnTo>
                  <a:pt x="438939" y="29911"/>
                </a:lnTo>
                <a:close/>
                <a:moveTo>
                  <a:pt x="539312" y="82620"/>
                </a:moveTo>
                <a:cubicBezTo>
                  <a:pt x="539312" y="93956"/>
                  <a:pt x="541653" y="102703"/>
                  <a:pt x="546334" y="108860"/>
                </a:cubicBezTo>
                <a:cubicBezTo>
                  <a:pt x="551015" y="115015"/>
                  <a:pt x="557855" y="118093"/>
                  <a:pt x="566852" y="118093"/>
                </a:cubicBezTo>
                <a:cubicBezTo>
                  <a:pt x="573965" y="118093"/>
                  <a:pt x="579665" y="116656"/>
                  <a:pt x="583951" y="113781"/>
                </a:cubicBezTo>
                <a:cubicBezTo>
                  <a:pt x="588237" y="110907"/>
                  <a:pt x="591139" y="107268"/>
                  <a:pt x="592659" y="102864"/>
                </a:cubicBezTo>
                <a:lnTo>
                  <a:pt x="607068" y="106982"/>
                </a:lnTo>
                <a:cubicBezTo>
                  <a:pt x="601171" y="122597"/>
                  <a:pt x="587765" y="130404"/>
                  <a:pt x="566852" y="130404"/>
                </a:cubicBezTo>
                <a:cubicBezTo>
                  <a:pt x="552261" y="130404"/>
                  <a:pt x="541151" y="126057"/>
                  <a:pt x="533522" y="117363"/>
                </a:cubicBezTo>
                <a:cubicBezTo>
                  <a:pt x="525892" y="108670"/>
                  <a:pt x="522077" y="95751"/>
                  <a:pt x="522077" y="78607"/>
                </a:cubicBezTo>
                <a:cubicBezTo>
                  <a:pt x="522077" y="62314"/>
                  <a:pt x="525892" y="49821"/>
                  <a:pt x="533522" y="41127"/>
                </a:cubicBezTo>
                <a:cubicBezTo>
                  <a:pt x="541151" y="32434"/>
                  <a:pt x="552049" y="28087"/>
                  <a:pt x="566214" y="28087"/>
                </a:cubicBezTo>
                <a:cubicBezTo>
                  <a:pt x="595213" y="28087"/>
                  <a:pt x="609712" y="45536"/>
                  <a:pt x="609712" y="80434"/>
                </a:cubicBezTo>
                <a:lnTo>
                  <a:pt x="609712" y="82620"/>
                </a:lnTo>
                <a:lnTo>
                  <a:pt x="539312" y="82620"/>
                </a:lnTo>
                <a:moveTo>
                  <a:pt x="592751" y="70035"/>
                </a:moveTo>
                <a:cubicBezTo>
                  <a:pt x="591839" y="59672"/>
                  <a:pt x="589194" y="52111"/>
                  <a:pt x="584817" y="47354"/>
                </a:cubicBezTo>
                <a:cubicBezTo>
                  <a:pt x="580440" y="42595"/>
                  <a:pt x="574147" y="40215"/>
                  <a:pt x="565940" y="40215"/>
                </a:cubicBezTo>
                <a:cubicBezTo>
                  <a:pt x="557976" y="40215"/>
                  <a:pt x="551669" y="42868"/>
                  <a:pt x="547018" y="48172"/>
                </a:cubicBezTo>
                <a:cubicBezTo>
                  <a:pt x="542367" y="53474"/>
                  <a:pt x="539859" y="60762"/>
                  <a:pt x="539495" y="70035"/>
                </a:cubicBezTo>
                <a:lnTo>
                  <a:pt x="592751" y="70035"/>
                </a:lnTo>
                <a:close/>
                <a:moveTo>
                  <a:pt x="704614" y="101288"/>
                </a:moveTo>
                <a:cubicBezTo>
                  <a:pt x="704614" y="110597"/>
                  <a:pt x="701103" y="117778"/>
                  <a:pt x="694081" y="122829"/>
                </a:cubicBezTo>
                <a:cubicBezTo>
                  <a:pt x="687060" y="127879"/>
                  <a:pt x="677226" y="130404"/>
                  <a:pt x="664581" y="130404"/>
                </a:cubicBezTo>
                <a:cubicBezTo>
                  <a:pt x="652301" y="130404"/>
                  <a:pt x="642832" y="128382"/>
                  <a:pt x="636175" y="124340"/>
                </a:cubicBezTo>
                <a:cubicBezTo>
                  <a:pt x="629518" y="120297"/>
                  <a:pt x="625186" y="113989"/>
                  <a:pt x="623180" y="105417"/>
                </a:cubicBezTo>
                <a:lnTo>
                  <a:pt x="637679" y="102590"/>
                </a:lnTo>
                <a:cubicBezTo>
                  <a:pt x="639078" y="107880"/>
                  <a:pt x="641965" y="111755"/>
                  <a:pt x="646343" y="114217"/>
                </a:cubicBezTo>
                <a:cubicBezTo>
                  <a:pt x="650720" y="116680"/>
                  <a:pt x="656799" y="117911"/>
                  <a:pt x="664581" y="117911"/>
                </a:cubicBezTo>
                <a:cubicBezTo>
                  <a:pt x="672910" y="117911"/>
                  <a:pt x="679004" y="116632"/>
                  <a:pt x="682865" y="114075"/>
                </a:cubicBezTo>
                <a:cubicBezTo>
                  <a:pt x="686725" y="111516"/>
                  <a:pt x="688656" y="107679"/>
                  <a:pt x="688656" y="102565"/>
                </a:cubicBezTo>
                <a:cubicBezTo>
                  <a:pt x="688656" y="98670"/>
                  <a:pt x="687318" y="95506"/>
                  <a:pt x="684643" y="93072"/>
                </a:cubicBezTo>
                <a:cubicBezTo>
                  <a:pt x="681968" y="90639"/>
                  <a:pt x="677652" y="88631"/>
                  <a:pt x="671694" y="87048"/>
                </a:cubicBezTo>
                <a:lnTo>
                  <a:pt x="659930" y="83945"/>
                </a:lnTo>
                <a:cubicBezTo>
                  <a:pt x="650507" y="81511"/>
                  <a:pt x="643805" y="79123"/>
                  <a:pt x="639822" y="76780"/>
                </a:cubicBezTo>
                <a:cubicBezTo>
                  <a:pt x="635840" y="74438"/>
                  <a:pt x="632725" y="71594"/>
                  <a:pt x="630475" y="68248"/>
                </a:cubicBezTo>
                <a:cubicBezTo>
                  <a:pt x="628226" y="64901"/>
                  <a:pt x="627101" y="60793"/>
                  <a:pt x="627101" y="55926"/>
                </a:cubicBezTo>
                <a:cubicBezTo>
                  <a:pt x="627101" y="46919"/>
                  <a:pt x="630308" y="40058"/>
                  <a:pt x="636722" y="35342"/>
                </a:cubicBezTo>
                <a:cubicBezTo>
                  <a:pt x="643136" y="30627"/>
                  <a:pt x="652483" y="28269"/>
                  <a:pt x="664763" y="28269"/>
                </a:cubicBezTo>
                <a:cubicBezTo>
                  <a:pt x="675646" y="28269"/>
                  <a:pt x="684294" y="30184"/>
                  <a:pt x="690707" y="34014"/>
                </a:cubicBezTo>
                <a:cubicBezTo>
                  <a:pt x="697121" y="37844"/>
                  <a:pt x="701179" y="43985"/>
                  <a:pt x="702881" y="52435"/>
                </a:cubicBezTo>
                <a:lnTo>
                  <a:pt x="688108" y="54259"/>
                </a:lnTo>
                <a:cubicBezTo>
                  <a:pt x="687196" y="49882"/>
                  <a:pt x="684750" y="46523"/>
                  <a:pt x="680767" y="44182"/>
                </a:cubicBezTo>
                <a:cubicBezTo>
                  <a:pt x="676785" y="41842"/>
                  <a:pt x="671451" y="40671"/>
                  <a:pt x="664763" y="40671"/>
                </a:cubicBezTo>
                <a:cubicBezTo>
                  <a:pt x="657346" y="40671"/>
                  <a:pt x="651875" y="41798"/>
                  <a:pt x="648349" y="44051"/>
                </a:cubicBezTo>
                <a:cubicBezTo>
                  <a:pt x="644823" y="46304"/>
                  <a:pt x="643060" y="49715"/>
                  <a:pt x="643060" y="54282"/>
                </a:cubicBezTo>
                <a:cubicBezTo>
                  <a:pt x="643060" y="57080"/>
                  <a:pt x="643789" y="59392"/>
                  <a:pt x="645248" y="61218"/>
                </a:cubicBezTo>
                <a:cubicBezTo>
                  <a:pt x="646707" y="63044"/>
                  <a:pt x="648866" y="64596"/>
                  <a:pt x="651723" y="65874"/>
                </a:cubicBezTo>
                <a:cubicBezTo>
                  <a:pt x="654580" y="67151"/>
                  <a:pt x="660599" y="68915"/>
                  <a:pt x="669779" y="71166"/>
                </a:cubicBezTo>
                <a:cubicBezTo>
                  <a:pt x="678472" y="73357"/>
                  <a:pt x="684734" y="75380"/>
                  <a:pt x="688564" y="77236"/>
                </a:cubicBezTo>
                <a:cubicBezTo>
                  <a:pt x="692394" y="79092"/>
                  <a:pt x="695419" y="81146"/>
                  <a:pt x="697638" y="83397"/>
                </a:cubicBezTo>
                <a:cubicBezTo>
                  <a:pt x="699857" y="85649"/>
                  <a:pt x="701574" y="88251"/>
                  <a:pt x="702790" y="91203"/>
                </a:cubicBezTo>
                <a:cubicBezTo>
                  <a:pt x="704006" y="94153"/>
                  <a:pt x="704614" y="97515"/>
                  <a:pt x="704614" y="101288"/>
                </a:cubicBezTo>
                <a:close/>
                <a:moveTo>
                  <a:pt x="761882" y="127850"/>
                </a:moveTo>
                <a:cubicBezTo>
                  <a:pt x="756471" y="129310"/>
                  <a:pt x="750939" y="130039"/>
                  <a:pt x="745285" y="130039"/>
                </a:cubicBezTo>
                <a:cubicBezTo>
                  <a:pt x="732153" y="130039"/>
                  <a:pt x="725588" y="122592"/>
                  <a:pt x="725588" y="107697"/>
                </a:cubicBezTo>
                <a:lnTo>
                  <a:pt x="725588" y="41857"/>
                </a:lnTo>
                <a:lnTo>
                  <a:pt x="714189" y="41857"/>
                </a:lnTo>
                <a:lnTo>
                  <a:pt x="714189" y="29911"/>
                </a:lnTo>
                <a:lnTo>
                  <a:pt x="726226" y="29911"/>
                </a:lnTo>
                <a:lnTo>
                  <a:pt x="731059" y="7842"/>
                </a:lnTo>
                <a:lnTo>
                  <a:pt x="742002" y="7842"/>
                </a:lnTo>
                <a:lnTo>
                  <a:pt x="742002" y="29911"/>
                </a:lnTo>
                <a:lnTo>
                  <a:pt x="760240" y="29911"/>
                </a:lnTo>
                <a:lnTo>
                  <a:pt x="760240" y="41857"/>
                </a:lnTo>
                <a:lnTo>
                  <a:pt x="742002" y="41857"/>
                </a:lnTo>
                <a:lnTo>
                  <a:pt x="742002" y="104141"/>
                </a:lnTo>
                <a:cubicBezTo>
                  <a:pt x="742002" y="108883"/>
                  <a:pt x="742777" y="112211"/>
                  <a:pt x="744328" y="114126"/>
                </a:cubicBezTo>
                <a:cubicBezTo>
                  <a:pt x="745878" y="116041"/>
                  <a:pt x="748568" y="116999"/>
                  <a:pt x="752398" y="116999"/>
                </a:cubicBezTo>
                <a:cubicBezTo>
                  <a:pt x="754587" y="116999"/>
                  <a:pt x="757748" y="116573"/>
                  <a:pt x="761882" y="115722"/>
                </a:cubicBezTo>
                <a:lnTo>
                  <a:pt x="761882" y="1278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Guestmemory">
            <a:extLst xmlns:a="http://schemas.openxmlformats.org/drawingml/2006/main">
              <a:ext uri="{FF2B5EF4-FFF2-40B4-BE49-F238E27FC236}">
                <a16:creationId xmlns:a16="http://schemas.microsoft.com/office/drawing/2014/main" id="{6BBF2100-5008-434C-B40B-6755CA18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123" y="1538563"/>
            <a:ext cx="1214829" cy="169251"/>
          </a:xfrm>
          <a:custGeom xmlns:a="http://schemas.openxmlformats.org/drawingml/2006/main">
            <a:pathLst>
              <a:path w="1214829" h="169251">
                <a:moveTo>
                  <a:pt x="0" y="65567"/>
                </a:moveTo>
                <a:cubicBezTo>
                  <a:pt x="0" y="44714"/>
                  <a:pt x="5593" y="28573"/>
                  <a:pt x="16779" y="17144"/>
                </a:cubicBezTo>
                <a:cubicBezTo>
                  <a:pt x="27965" y="5715"/>
                  <a:pt x="43681" y="0"/>
                  <a:pt x="63925" y="0"/>
                </a:cubicBezTo>
                <a:cubicBezTo>
                  <a:pt x="78151" y="0"/>
                  <a:pt x="89702" y="2401"/>
                  <a:pt x="98578" y="7204"/>
                </a:cubicBezTo>
                <a:cubicBezTo>
                  <a:pt x="107454" y="12007"/>
                  <a:pt x="114293" y="19697"/>
                  <a:pt x="119096" y="30276"/>
                </a:cubicBezTo>
                <a:lnTo>
                  <a:pt x="102499" y="35200"/>
                </a:lnTo>
                <a:cubicBezTo>
                  <a:pt x="98852" y="27905"/>
                  <a:pt x="93821" y="22585"/>
                  <a:pt x="87407" y="19241"/>
                </a:cubicBezTo>
                <a:cubicBezTo>
                  <a:pt x="80993" y="15898"/>
                  <a:pt x="73014" y="14226"/>
                  <a:pt x="63469" y="14226"/>
                </a:cubicBezTo>
                <a:cubicBezTo>
                  <a:pt x="48635" y="14226"/>
                  <a:pt x="37297" y="18709"/>
                  <a:pt x="29455" y="27677"/>
                </a:cubicBezTo>
                <a:cubicBezTo>
                  <a:pt x="21612" y="36644"/>
                  <a:pt x="17691" y="49274"/>
                  <a:pt x="17691" y="65567"/>
                </a:cubicBezTo>
                <a:cubicBezTo>
                  <a:pt x="17691" y="81799"/>
                  <a:pt x="21856" y="94611"/>
                  <a:pt x="30184" y="104004"/>
                </a:cubicBezTo>
                <a:cubicBezTo>
                  <a:pt x="38513" y="113397"/>
                  <a:pt x="50034" y="118093"/>
                  <a:pt x="64746" y="118093"/>
                </a:cubicBezTo>
                <a:cubicBezTo>
                  <a:pt x="73136" y="118093"/>
                  <a:pt x="80963" y="116813"/>
                  <a:pt x="88228" y="114254"/>
                </a:cubicBezTo>
                <a:cubicBezTo>
                  <a:pt x="95493" y="111693"/>
                  <a:pt x="101375" y="108220"/>
                  <a:pt x="105873" y="103833"/>
                </a:cubicBezTo>
                <a:lnTo>
                  <a:pt x="105873" y="80613"/>
                </a:lnTo>
                <a:lnTo>
                  <a:pt x="67482" y="80613"/>
                </a:lnTo>
                <a:lnTo>
                  <a:pt x="67482" y="66023"/>
                </a:lnTo>
                <a:lnTo>
                  <a:pt x="121923" y="66023"/>
                </a:lnTo>
                <a:lnTo>
                  <a:pt x="121923" y="110402"/>
                </a:lnTo>
                <a:cubicBezTo>
                  <a:pt x="115114" y="117342"/>
                  <a:pt x="106770" y="122714"/>
                  <a:pt x="96891" y="126520"/>
                </a:cubicBezTo>
                <a:cubicBezTo>
                  <a:pt x="87012" y="130325"/>
                  <a:pt x="76297" y="132228"/>
                  <a:pt x="64746" y="132228"/>
                </a:cubicBezTo>
                <a:cubicBezTo>
                  <a:pt x="51310" y="132228"/>
                  <a:pt x="39729" y="129553"/>
                  <a:pt x="30002" y="124203"/>
                </a:cubicBezTo>
                <a:cubicBezTo>
                  <a:pt x="20275" y="118853"/>
                  <a:pt x="12843" y="111147"/>
                  <a:pt x="7706" y="101086"/>
                </a:cubicBezTo>
                <a:cubicBezTo>
                  <a:pt x="2569" y="91024"/>
                  <a:pt x="0" y="79185"/>
                  <a:pt x="0" y="65567"/>
                </a:cubicBezTo>
                <a:close/>
                <a:moveTo>
                  <a:pt x="164541" y="31735"/>
                </a:moveTo>
                <a:lnTo>
                  <a:pt x="164541" y="94292"/>
                </a:lnTo>
                <a:cubicBezTo>
                  <a:pt x="164541" y="100797"/>
                  <a:pt x="165180" y="105843"/>
                  <a:pt x="166456" y="109430"/>
                </a:cubicBezTo>
                <a:cubicBezTo>
                  <a:pt x="167733" y="113017"/>
                  <a:pt x="169770" y="115600"/>
                  <a:pt x="172566" y="117181"/>
                </a:cubicBezTo>
                <a:cubicBezTo>
                  <a:pt x="175363" y="118762"/>
                  <a:pt x="179466" y="119552"/>
                  <a:pt x="184877" y="119552"/>
                </a:cubicBezTo>
                <a:cubicBezTo>
                  <a:pt x="192780" y="119552"/>
                  <a:pt x="199012" y="116847"/>
                  <a:pt x="203571" y="111436"/>
                </a:cubicBezTo>
                <a:cubicBezTo>
                  <a:pt x="208131" y="106025"/>
                  <a:pt x="210411" y="98517"/>
                  <a:pt x="210411" y="88912"/>
                </a:cubicBezTo>
                <a:lnTo>
                  <a:pt x="210411" y="31735"/>
                </a:lnTo>
                <a:lnTo>
                  <a:pt x="226825" y="31735"/>
                </a:lnTo>
                <a:lnTo>
                  <a:pt x="226825" y="109339"/>
                </a:lnTo>
                <a:cubicBezTo>
                  <a:pt x="226825" y="120829"/>
                  <a:pt x="227007" y="127850"/>
                  <a:pt x="227372" y="130404"/>
                </a:cubicBezTo>
                <a:lnTo>
                  <a:pt x="211870" y="130404"/>
                </a:lnTo>
                <a:cubicBezTo>
                  <a:pt x="211809" y="130100"/>
                  <a:pt x="211748" y="129279"/>
                  <a:pt x="211687" y="127942"/>
                </a:cubicBezTo>
                <a:cubicBezTo>
                  <a:pt x="211626" y="126604"/>
                  <a:pt x="211550" y="125069"/>
                  <a:pt x="211459" y="123337"/>
                </a:cubicBezTo>
                <a:cubicBezTo>
                  <a:pt x="211368" y="121604"/>
                  <a:pt x="211262" y="118336"/>
                  <a:pt x="211140" y="113533"/>
                </a:cubicBezTo>
                <a:lnTo>
                  <a:pt x="210867" y="113533"/>
                </a:lnTo>
                <a:cubicBezTo>
                  <a:pt x="207097" y="120342"/>
                  <a:pt x="202735" y="125160"/>
                  <a:pt x="197781" y="127987"/>
                </a:cubicBezTo>
                <a:cubicBezTo>
                  <a:pt x="192826" y="130814"/>
                  <a:pt x="186670" y="132228"/>
                  <a:pt x="179314" y="132228"/>
                </a:cubicBezTo>
                <a:cubicBezTo>
                  <a:pt x="168493" y="132228"/>
                  <a:pt x="160574" y="129538"/>
                  <a:pt x="155559" y="124157"/>
                </a:cubicBezTo>
                <a:cubicBezTo>
                  <a:pt x="150543" y="118777"/>
                  <a:pt x="148036" y="109886"/>
                  <a:pt x="148036" y="97484"/>
                </a:cubicBezTo>
                <a:lnTo>
                  <a:pt x="148036" y="31735"/>
                </a:lnTo>
                <a:lnTo>
                  <a:pt x="164541" y="31735"/>
                </a:lnTo>
                <a:close/>
                <a:moveTo>
                  <a:pt x="264914" y="84443"/>
                </a:moveTo>
                <a:cubicBezTo>
                  <a:pt x="264914" y="95780"/>
                  <a:pt x="267255" y="104526"/>
                  <a:pt x="271936" y="110684"/>
                </a:cubicBezTo>
                <a:cubicBezTo>
                  <a:pt x="276617" y="116839"/>
                  <a:pt x="283457" y="119917"/>
                  <a:pt x="292454" y="119917"/>
                </a:cubicBezTo>
                <a:cubicBezTo>
                  <a:pt x="299567" y="119917"/>
                  <a:pt x="305267" y="118480"/>
                  <a:pt x="309553" y="115605"/>
                </a:cubicBezTo>
                <a:cubicBezTo>
                  <a:pt x="313839" y="112731"/>
                  <a:pt x="316742" y="109092"/>
                  <a:pt x="318261" y="104688"/>
                </a:cubicBezTo>
                <a:lnTo>
                  <a:pt x="332670" y="108806"/>
                </a:lnTo>
                <a:cubicBezTo>
                  <a:pt x="326773" y="124420"/>
                  <a:pt x="313367" y="132228"/>
                  <a:pt x="292454" y="132228"/>
                </a:cubicBezTo>
                <a:cubicBezTo>
                  <a:pt x="277864" y="132228"/>
                  <a:pt x="266753" y="127881"/>
                  <a:pt x="259124" y="119187"/>
                </a:cubicBezTo>
                <a:cubicBezTo>
                  <a:pt x="251494" y="110494"/>
                  <a:pt x="247679" y="97575"/>
                  <a:pt x="247679" y="80431"/>
                </a:cubicBezTo>
                <a:cubicBezTo>
                  <a:pt x="247679" y="64138"/>
                  <a:pt x="251494" y="51645"/>
                  <a:pt x="259124" y="42951"/>
                </a:cubicBezTo>
                <a:cubicBezTo>
                  <a:pt x="266753" y="34258"/>
                  <a:pt x="277651" y="29911"/>
                  <a:pt x="291816" y="29911"/>
                </a:cubicBezTo>
                <a:cubicBezTo>
                  <a:pt x="320815" y="29911"/>
                  <a:pt x="335314" y="47360"/>
                  <a:pt x="335314" y="82258"/>
                </a:cubicBezTo>
                <a:lnTo>
                  <a:pt x="335314" y="84443"/>
                </a:lnTo>
                <a:lnTo>
                  <a:pt x="264914" y="84443"/>
                </a:lnTo>
                <a:moveTo>
                  <a:pt x="318353" y="71859"/>
                </a:moveTo>
                <a:cubicBezTo>
                  <a:pt x="317441" y="61495"/>
                  <a:pt x="314796" y="53935"/>
                  <a:pt x="310419" y="49178"/>
                </a:cubicBezTo>
                <a:cubicBezTo>
                  <a:pt x="306042" y="44419"/>
                  <a:pt x="299750" y="42039"/>
                  <a:pt x="291542" y="42039"/>
                </a:cubicBezTo>
                <a:cubicBezTo>
                  <a:pt x="283578" y="42039"/>
                  <a:pt x="277271" y="44691"/>
                  <a:pt x="272620" y="49996"/>
                </a:cubicBezTo>
                <a:cubicBezTo>
                  <a:pt x="267969" y="55298"/>
                  <a:pt x="265462" y="62586"/>
                  <a:pt x="265097" y="71859"/>
                </a:cubicBezTo>
                <a:lnTo>
                  <a:pt x="318353" y="71859"/>
                </a:lnTo>
                <a:close/>
                <a:moveTo>
                  <a:pt x="430216" y="103112"/>
                </a:moveTo>
                <a:cubicBezTo>
                  <a:pt x="430216" y="112421"/>
                  <a:pt x="426705" y="119601"/>
                  <a:pt x="419684" y="124653"/>
                </a:cubicBezTo>
                <a:cubicBezTo>
                  <a:pt x="412662" y="129703"/>
                  <a:pt x="402828" y="132228"/>
                  <a:pt x="390183" y="132228"/>
                </a:cubicBezTo>
                <a:cubicBezTo>
                  <a:pt x="377903" y="132228"/>
                  <a:pt x="368434" y="130206"/>
                  <a:pt x="361777" y="126163"/>
                </a:cubicBezTo>
                <a:cubicBezTo>
                  <a:pt x="355120" y="122121"/>
                  <a:pt x="350788" y="115813"/>
                  <a:pt x="348782" y="107241"/>
                </a:cubicBezTo>
                <a:lnTo>
                  <a:pt x="363282" y="104414"/>
                </a:lnTo>
                <a:cubicBezTo>
                  <a:pt x="364680" y="109703"/>
                  <a:pt x="367568" y="113579"/>
                  <a:pt x="371945" y="116041"/>
                </a:cubicBezTo>
                <a:cubicBezTo>
                  <a:pt x="376322" y="118503"/>
                  <a:pt x="382401" y="119734"/>
                  <a:pt x="390183" y="119734"/>
                </a:cubicBezTo>
                <a:cubicBezTo>
                  <a:pt x="398512" y="119734"/>
                  <a:pt x="404607" y="118456"/>
                  <a:pt x="408467" y="115899"/>
                </a:cubicBezTo>
                <a:cubicBezTo>
                  <a:pt x="412327" y="113340"/>
                  <a:pt x="414258" y="109503"/>
                  <a:pt x="414258" y="104389"/>
                </a:cubicBezTo>
                <a:cubicBezTo>
                  <a:pt x="414258" y="100494"/>
                  <a:pt x="412920" y="97330"/>
                  <a:pt x="410245" y="94896"/>
                </a:cubicBezTo>
                <a:cubicBezTo>
                  <a:pt x="407570" y="92462"/>
                  <a:pt x="403254" y="90454"/>
                  <a:pt x="397296" y="88872"/>
                </a:cubicBezTo>
                <a:lnTo>
                  <a:pt x="385532" y="85768"/>
                </a:lnTo>
                <a:cubicBezTo>
                  <a:pt x="376109" y="83335"/>
                  <a:pt x="369407" y="80947"/>
                  <a:pt x="365425" y="78604"/>
                </a:cubicBezTo>
                <a:cubicBezTo>
                  <a:pt x="361443" y="76262"/>
                  <a:pt x="358327" y="73418"/>
                  <a:pt x="356077" y="70072"/>
                </a:cubicBezTo>
                <a:cubicBezTo>
                  <a:pt x="353828" y="66725"/>
                  <a:pt x="352703" y="62617"/>
                  <a:pt x="352703" y="57750"/>
                </a:cubicBezTo>
                <a:cubicBezTo>
                  <a:pt x="352703" y="48743"/>
                  <a:pt x="355910" y="41882"/>
                  <a:pt x="362324" y="37166"/>
                </a:cubicBezTo>
                <a:cubicBezTo>
                  <a:pt x="368738" y="32451"/>
                  <a:pt x="378085" y="30093"/>
                  <a:pt x="390365" y="30093"/>
                </a:cubicBezTo>
                <a:cubicBezTo>
                  <a:pt x="401248" y="30093"/>
                  <a:pt x="409896" y="32008"/>
                  <a:pt x="416309" y="35838"/>
                </a:cubicBezTo>
                <a:cubicBezTo>
                  <a:pt x="422723" y="39668"/>
                  <a:pt x="426781" y="45809"/>
                  <a:pt x="428484" y="54259"/>
                </a:cubicBezTo>
                <a:lnTo>
                  <a:pt x="413711" y="56083"/>
                </a:lnTo>
                <a:cubicBezTo>
                  <a:pt x="412799" y="51706"/>
                  <a:pt x="410352" y="48347"/>
                  <a:pt x="406370" y="46006"/>
                </a:cubicBezTo>
                <a:cubicBezTo>
                  <a:pt x="402388" y="43666"/>
                  <a:pt x="397053" y="42495"/>
                  <a:pt x="390365" y="42495"/>
                </a:cubicBezTo>
                <a:cubicBezTo>
                  <a:pt x="382949" y="42495"/>
                  <a:pt x="377477" y="43622"/>
                  <a:pt x="373951" y="45875"/>
                </a:cubicBezTo>
                <a:cubicBezTo>
                  <a:pt x="370425" y="48128"/>
                  <a:pt x="368662" y="51538"/>
                  <a:pt x="368662" y="56106"/>
                </a:cubicBezTo>
                <a:cubicBezTo>
                  <a:pt x="368662" y="58904"/>
                  <a:pt x="369391" y="61216"/>
                  <a:pt x="370851" y="63042"/>
                </a:cubicBezTo>
                <a:cubicBezTo>
                  <a:pt x="372310" y="64868"/>
                  <a:pt x="374468" y="66420"/>
                  <a:pt x="377325" y="67698"/>
                </a:cubicBezTo>
                <a:cubicBezTo>
                  <a:pt x="380182" y="68975"/>
                  <a:pt x="386201" y="70739"/>
                  <a:pt x="395381" y="72990"/>
                </a:cubicBezTo>
                <a:cubicBezTo>
                  <a:pt x="404075" y="75181"/>
                  <a:pt x="410336" y="77204"/>
                  <a:pt x="414166" y="79060"/>
                </a:cubicBezTo>
                <a:cubicBezTo>
                  <a:pt x="417997" y="80916"/>
                  <a:pt x="421021" y="82970"/>
                  <a:pt x="423240" y="85221"/>
                </a:cubicBezTo>
                <a:cubicBezTo>
                  <a:pt x="425459" y="87473"/>
                  <a:pt x="427176" y="90074"/>
                  <a:pt x="428392" y="93027"/>
                </a:cubicBezTo>
                <a:cubicBezTo>
                  <a:pt x="429608" y="95977"/>
                  <a:pt x="430216" y="99339"/>
                  <a:pt x="430216" y="103112"/>
                </a:cubicBezTo>
                <a:close/>
                <a:moveTo>
                  <a:pt x="487485" y="129674"/>
                </a:moveTo>
                <a:cubicBezTo>
                  <a:pt x="482074" y="131133"/>
                  <a:pt x="476542" y="131863"/>
                  <a:pt x="470888" y="131863"/>
                </a:cubicBezTo>
                <a:cubicBezTo>
                  <a:pt x="457756" y="131863"/>
                  <a:pt x="451190" y="124416"/>
                  <a:pt x="451190" y="109521"/>
                </a:cubicBezTo>
                <a:lnTo>
                  <a:pt x="451190" y="43681"/>
                </a:lnTo>
                <a:lnTo>
                  <a:pt x="439791" y="43681"/>
                </a:lnTo>
                <a:lnTo>
                  <a:pt x="439791" y="31735"/>
                </a:lnTo>
                <a:lnTo>
                  <a:pt x="451829" y="31735"/>
                </a:lnTo>
                <a:lnTo>
                  <a:pt x="456662" y="9666"/>
                </a:lnTo>
                <a:lnTo>
                  <a:pt x="467605" y="9666"/>
                </a:lnTo>
                <a:lnTo>
                  <a:pt x="467605" y="31735"/>
                </a:lnTo>
                <a:lnTo>
                  <a:pt x="485843" y="31735"/>
                </a:lnTo>
                <a:lnTo>
                  <a:pt x="485843" y="43681"/>
                </a:lnTo>
                <a:lnTo>
                  <a:pt x="467605" y="43681"/>
                </a:lnTo>
                <a:lnTo>
                  <a:pt x="467605" y="105965"/>
                </a:lnTo>
                <a:cubicBezTo>
                  <a:pt x="467605" y="110706"/>
                  <a:pt x="468380" y="114035"/>
                  <a:pt x="469930" y="115950"/>
                </a:cubicBezTo>
                <a:cubicBezTo>
                  <a:pt x="471480" y="117865"/>
                  <a:pt x="474171" y="118823"/>
                  <a:pt x="478001" y="118823"/>
                </a:cubicBezTo>
                <a:cubicBezTo>
                  <a:pt x="480189" y="118823"/>
                  <a:pt x="483351" y="118397"/>
                  <a:pt x="487485" y="117546"/>
                </a:cubicBezTo>
                <a:lnTo>
                  <a:pt x="487485" y="129674"/>
                </a:lnTo>
                <a:close/>
                <a:moveTo>
                  <a:pt x="610838" y="130404"/>
                </a:moveTo>
                <a:lnTo>
                  <a:pt x="610838" y="67846"/>
                </a:lnTo>
                <a:cubicBezTo>
                  <a:pt x="610838" y="58302"/>
                  <a:pt x="609531" y="51706"/>
                  <a:pt x="606917" y="48058"/>
                </a:cubicBezTo>
                <a:cubicBezTo>
                  <a:pt x="604303" y="44410"/>
                  <a:pt x="599591" y="42586"/>
                  <a:pt x="592782" y="42586"/>
                </a:cubicBezTo>
                <a:cubicBezTo>
                  <a:pt x="585791" y="42586"/>
                  <a:pt x="580258" y="45261"/>
                  <a:pt x="576185" y="50611"/>
                </a:cubicBezTo>
                <a:cubicBezTo>
                  <a:pt x="572112" y="55961"/>
                  <a:pt x="570075" y="63500"/>
                  <a:pt x="570075" y="73227"/>
                </a:cubicBezTo>
                <a:lnTo>
                  <a:pt x="570075" y="130404"/>
                </a:lnTo>
                <a:lnTo>
                  <a:pt x="553752" y="130404"/>
                </a:lnTo>
                <a:lnTo>
                  <a:pt x="553752" y="52800"/>
                </a:lnTo>
                <a:cubicBezTo>
                  <a:pt x="553752" y="41310"/>
                  <a:pt x="553570" y="34288"/>
                  <a:pt x="553205" y="31735"/>
                </a:cubicBezTo>
                <a:lnTo>
                  <a:pt x="568707" y="31735"/>
                </a:lnTo>
                <a:cubicBezTo>
                  <a:pt x="568768" y="32039"/>
                  <a:pt x="568829" y="32859"/>
                  <a:pt x="568890" y="34197"/>
                </a:cubicBezTo>
                <a:cubicBezTo>
                  <a:pt x="568951" y="35534"/>
                  <a:pt x="569027" y="37069"/>
                  <a:pt x="569118" y="38802"/>
                </a:cubicBezTo>
                <a:cubicBezTo>
                  <a:pt x="569209" y="40535"/>
                  <a:pt x="569315" y="43802"/>
                  <a:pt x="569437" y="48605"/>
                </a:cubicBezTo>
                <a:lnTo>
                  <a:pt x="569711" y="48605"/>
                </a:lnTo>
                <a:cubicBezTo>
                  <a:pt x="573237" y="41614"/>
                  <a:pt x="577279" y="36750"/>
                  <a:pt x="581839" y="34014"/>
                </a:cubicBezTo>
                <a:cubicBezTo>
                  <a:pt x="586399" y="31279"/>
                  <a:pt x="591961" y="29911"/>
                  <a:pt x="598527" y="29911"/>
                </a:cubicBezTo>
                <a:cubicBezTo>
                  <a:pt x="606005" y="29911"/>
                  <a:pt x="611917" y="31400"/>
                  <a:pt x="616264" y="34379"/>
                </a:cubicBezTo>
                <a:cubicBezTo>
                  <a:pt x="620611" y="37358"/>
                  <a:pt x="623635" y="42100"/>
                  <a:pt x="625337" y="48605"/>
                </a:cubicBezTo>
                <a:lnTo>
                  <a:pt x="625611" y="48605"/>
                </a:lnTo>
                <a:cubicBezTo>
                  <a:pt x="629015" y="41978"/>
                  <a:pt x="633134" y="37206"/>
                  <a:pt x="637967" y="34288"/>
                </a:cubicBezTo>
                <a:cubicBezTo>
                  <a:pt x="642801" y="31370"/>
                  <a:pt x="648652" y="29911"/>
                  <a:pt x="655522" y="29911"/>
                </a:cubicBezTo>
                <a:cubicBezTo>
                  <a:pt x="665492" y="29911"/>
                  <a:pt x="672742" y="32616"/>
                  <a:pt x="677271" y="38027"/>
                </a:cubicBezTo>
                <a:cubicBezTo>
                  <a:pt x="681800" y="43438"/>
                  <a:pt x="684065" y="52314"/>
                  <a:pt x="684065" y="64655"/>
                </a:cubicBezTo>
                <a:lnTo>
                  <a:pt x="684065" y="130404"/>
                </a:lnTo>
                <a:lnTo>
                  <a:pt x="667833" y="130404"/>
                </a:lnTo>
                <a:lnTo>
                  <a:pt x="667833" y="67846"/>
                </a:lnTo>
                <a:cubicBezTo>
                  <a:pt x="667833" y="58302"/>
                  <a:pt x="666526" y="51706"/>
                  <a:pt x="663911" y="48058"/>
                </a:cubicBezTo>
                <a:cubicBezTo>
                  <a:pt x="661297" y="44410"/>
                  <a:pt x="656586" y="42586"/>
                  <a:pt x="649777" y="42586"/>
                </a:cubicBezTo>
                <a:cubicBezTo>
                  <a:pt x="642603" y="42586"/>
                  <a:pt x="637025" y="45246"/>
                  <a:pt x="633043" y="50566"/>
                </a:cubicBezTo>
                <a:cubicBezTo>
                  <a:pt x="629061" y="55885"/>
                  <a:pt x="627070" y="63439"/>
                  <a:pt x="627070" y="73227"/>
                </a:cubicBezTo>
                <a:lnTo>
                  <a:pt x="627070" y="130404"/>
                </a:lnTo>
                <a:lnTo>
                  <a:pt x="610838" y="130404"/>
                </a:lnTo>
                <a:close/>
                <a:moveTo>
                  <a:pt x="721543" y="84443"/>
                </a:moveTo>
                <a:cubicBezTo>
                  <a:pt x="721543" y="95780"/>
                  <a:pt x="723883" y="104526"/>
                  <a:pt x="728565" y="110684"/>
                </a:cubicBezTo>
                <a:cubicBezTo>
                  <a:pt x="733246" y="116839"/>
                  <a:pt x="740085" y="119917"/>
                  <a:pt x="749083" y="119917"/>
                </a:cubicBezTo>
                <a:cubicBezTo>
                  <a:pt x="756196" y="119917"/>
                  <a:pt x="761895" y="118480"/>
                  <a:pt x="766181" y="115605"/>
                </a:cubicBezTo>
                <a:cubicBezTo>
                  <a:pt x="770467" y="112731"/>
                  <a:pt x="773370" y="109092"/>
                  <a:pt x="774890" y="104688"/>
                </a:cubicBezTo>
                <a:lnTo>
                  <a:pt x="789298" y="108806"/>
                </a:lnTo>
                <a:cubicBezTo>
                  <a:pt x="783401" y="124420"/>
                  <a:pt x="769996" y="132228"/>
                  <a:pt x="749083" y="132228"/>
                </a:cubicBezTo>
                <a:cubicBezTo>
                  <a:pt x="734492" y="132228"/>
                  <a:pt x="723382" y="127881"/>
                  <a:pt x="715752" y="119187"/>
                </a:cubicBezTo>
                <a:cubicBezTo>
                  <a:pt x="708123" y="110494"/>
                  <a:pt x="704308" y="97575"/>
                  <a:pt x="704308" y="80431"/>
                </a:cubicBezTo>
                <a:cubicBezTo>
                  <a:pt x="704308" y="64138"/>
                  <a:pt x="708123" y="51645"/>
                  <a:pt x="715752" y="42951"/>
                </a:cubicBezTo>
                <a:cubicBezTo>
                  <a:pt x="723382" y="34258"/>
                  <a:pt x="734279" y="29911"/>
                  <a:pt x="748444" y="29911"/>
                </a:cubicBezTo>
                <a:cubicBezTo>
                  <a:pt x="777443" y="29911"/>
                  <a:pt x="791943" y="47360"/>
                  <a:pt x="791943" y="82258"/>
                </a:cubicBezTo>
                <a:lnTo>
                  <a:pt x="791943" y="84443"/>
                </a:lnTo>
                <a:lnTo>
                  <a:pt x="721543" y="84443"/>
                </a:lnTo>
                <a:moveTo>
                  <a:pt x="774981" y="71859"/>
                </a:moveTo>
                <a:cubicBezTo>
                  <a:pt x="774069" y="61495"/>
                  <a:pt x="771425" y="53935"/>
                  <a:pt x="767047" y="49178"/>
                </a:cubicBezTo>
                <a:cubicBezTo>
                  <a:pt x="762670" y="44419"/>
                  <a:pt x="756378" y="42039"/>
                  <a:pt x="748171" y="42039"/>
                </a:cubicBezTo>
                <a:cubicBezTo>
                  <a:pt x="740207" y="42039"/>
                  <a:pt x="733899" y="44691"/>
                  <a:pt x="729249" y="49996"/>
                </a:cubicBezTo>
                <a:cubicBezTo>
                  <a:pt x="724598" y="55298"/>
                  <a:pt x="722090" y="62586"/>
                  <a:pt x="721725" y="71859"/>
                </a:cubicBezTo>
                <a:lnTo>
                  <a:pt x="774981" y="71859"/>
                </a:lnTo>
                <a:close/>
                <a:moveTo>
                  <a:pt x="870248" y="130404"/>
                </a:moveTo>
                <a:lnTo>
                  <a:pt x="870248" y="67846"/>
                </a:lnTo>
                <a:cubicBezTo>
                  <a:pt x="870248" y="58302"/>
                  <a:pt x="868940" y="51706"/>
                  <a:pt x="866326" y="48058"/>
                </a:cubicBezTo>
                <a:cubicBezTo>
                  <a:pt x="863712" y="44410"/>
                  <a:pt x="859001" y="42586"/>
                  <a:pt x="852192" y="42586"/>
                </a:cubicBezTo>
                <a:cubicBezTo>
                  <a:pt x="845200" y="42586"/>
                  <a:pt x="839668" y="45261"/>
                  <a:pt x="835595" y="50611"/>
                </a:cubicBezTo>
                <a:cubicBezTo>
                  <a:pt x="831522" y="55961"/>
                  <a:pt x="829485" y="63500"/>
                  <a:pt x="829485" y="73227"/>
                </a:cubicBezTo>
                <a:lnTo>
                  <a:pt x="829485" y="130404"/>
                </a:lnTo>
                <a:lnTo>
                  <a:pt x="813162" y="130404"/>
                </a:lnTo>
                <a:lnTo>
                  <a:pt x="813162" y="52800"/>
                </a:lnTo>
                <a:cubicBezTo>
                  <a:pt x="813162" y="41310"/>
                  <a:pt x="812979" y="34288"/>
                  <a:pt x="812615" y="31735"/>
                </a:cubicBezTo>
                <a:lnTo>
                  <a:pt x="828117" y="31735"/>
                </a:lnTo>
                <a:cubicBezTo>
                  <a:pt x="828178" y="32039"/>
                  <a:pt x="828239" y="32859"/>
                  <a:pt x="828299" y="34197"/>
                </a:cubicBezTo>
                <a:cubicBezTo>
                  <a:pt x="828360" y="35534"/>
                  <a:pt x="828436" y="37069"/>
                  <a:pt x="828527" y="38802"/>
                </a:cubicBezTo>
                <a:cubicBezTo>
                  <a:pt x="828619" y="40535"/>
                  <a:pt x="828725" y="43802"/>
                  <a:pt x="828847" y="48605"/>
                </a:cubicBezTo>
                <a:lnTo>
                  <a:pt x="829120" y="48605"/>
                </a:lnTo>
                <a:cubicBezTo>
                  <a:pt x="832646" y="41614"/>
                  <a:pt x="836689" y="36750"/>
                  <a:pt x="841249" y="34014"/>
                </a:cubicBezTo>
                <a:cubicBezTo>
                  <a:pt x="845808" y="31279"/>
                  <a:pt x="851371" y="29911"/>
                  <a:pt x="857937" y="29911"/>
                </a:cubicBezTo>
                <a:cubicBezTo>
                  <a:pt x="865414" y="29911"/>
                  <a:pt x="871327" y="31400"/>
                  <a:pt x="875673" y="34379"/>
                </a:cubicBezTo>
                <a:cubicBezTo>
                  <a:pt x="880020" y="37358"/>
                  <a:pt x="883045" y="42100"/>
                  <a:pt x="884747" y="48605"/>
                </a:cubicBezTo>
                <a:lnTo>
                  <a:pt x="885021" y="48605"/>
                </a:lnTo>
                <a:cubicBezTo>
                  <a:pt x="888425" y="41978"/>
                  <a:pt x="892544" y="37206"/>
                  <a:pt x="897377" y="34288"/>
                </a:cubicBezTo>
                <a:cubicBezTo>
                  <a:pt x="902210" y="31370"/>
                  <a:pt x="908062" y="29911"/>
                  <a:pt x="914931" y="29911"/>
                </a:cubicBezTo>
                <a:cubicBezTo>
                  <a:pt x="924902" y="29911"/>
                  <a:pt x="932151" y="32616"/>
                  <a:pt x="936681" y="38027"/>
                </a:cubicBezTo>
                <a:cubicBezTo>
                  <a:pt x="941210" y="43438"/>
                  <a:pt x="943474" y="52314"/>
                  <a:pt x="943474" y="64655"/>
                </a:cubicBezTo>
                <a:lnTo>
                  <a:pt x="943474" y="130404"/>
                </a:lnTo>
                <a:lnTo>
                  <a:pt x="927242" y="130404"/>
                </a:lnTo>
                <a:lnTo>
                  <a:pt x="927242" y="67846"/>
                </a:lnTo>
                <a:cubicBezTo>
                  <a:pt x="927242" y="58302"/>
                  <a:pt x="925935" y="51706"/>
                  <a:pt x="923321" y="48058"/>
                </a:cubicBezTo>
                <a:cubicBezTo>
                  <a:pt x="920707" y="44410"/>
                  <a:pt x="915995" y="42586"/>
                  <a:pt x="909186" y="42586"/>
                </a:cubicBezTo>
                <a:cubicBezTo>
                  <a:pt x="902013" y="42586"/>
                  <a:pt x="896435" y="45246"/>
                  <a:pt x="892453" y="50566"/>
                </a:cubicBezTo>
                <a:cubicBezTo>
                  <a:pt x="888471" y="55885"/>
                  <a:pt x="886480" y="63439"/>
                  <a:pt x="886480" y="73227"/>
                </a:cubicBezTo>
                <a:lnTo>
                  <a:pt x="886480" y="130404"/>
                </a:lnTo>
                <a:lnTo>
                  <a:pt x="870248" y="130404"/>
                </a:lnTo>
                <a:close/>
                <a:moveTo>
                  <a:pt x="1051809" y="80978"/>
                </a:moveTo>
                <a:cubicBezTo>
                  <a:pt x="1051809" y="98244"/>
                  <a:pt x="1048009" y="111102"/>
                  <a:pt x="1040410" y="119552"/>
                </a:cubicBezTo>
                <a:cubicBezTo>
                  <a:pt x="1032811" y="128002"/>
                  <a:pt x="1021776" y="132228"/>
                  <a:pt x="1007307" y="132228"/>
                </a:cubicBezTo>
                <a:cubicBezTo>
                  <a:pt x="992899" y="132228"/>
                  <a:pt x="982017" y="127835"/>
                  <a:pt x="974661" y="119051"/>
                </a:cubicBezTo>
                <a:cubicBezTo>
                  <a:pt x="967305" y="110266"/>
                  <a:pt x="963627" y="97575"/>
                  <a:pt x="963627" y="80978"/>
                </a:cubicBezTo>
                <a:cubicBezTo>
                  <a:pt x="963627" y="46933"/>
                  <a:pt x="978369" y="29911"/>
                  <a:pt x="1007855" y="29911"/>
                </a:cubicBezTo>
                <a:cubicBezTo>
                  <a:pt x="1022932" y="29911"/>
                  <a:pt x="1034026" y="34060"/>
                  <a:pt x="1041139" y="42358"/>
                </a:cubicBezTo>
                <a:cubicBezTo>
                  <a:pt x="1048252" y="50657"/>
                  <a:pt x="1051809" y="63530"/>
                  <a:pt x="1051809" y="80978"/>
                </a:cubicBezTo>
                <a:moveTo>
                  <a:pt x="1034574" y="80978"/>
                </a:moveTo>
                <a:cubicBezTo>
                  <a:pt x="1034574" y="67360"/>
                  <a:pt x="1032552" y="57466"/>
                  <a:pt x="1028509" y="51295"/>
                </a:cubicBezTo>
                <a:cubicBezTo>
                  <a:pt x="1024467" y="45125"/>
                  <a:pt x="1017673" y="42039"/>
                  <a:pt x="1008128" y="42039"/>
                </a:cubicBezTo>
                <a:cubicBezTo>
                  <a:pt x="998523" y="42039"/>
                  <a:pt x="991577" y="45185"/>
                  <a:pt x="987291" y="51478"/>
                </a:cubicBezTo>
                <a:cubicBezTo>
                  <a:pt x="983005" y="57770"/>
                  <a:pt x="980862" y="67603"/>
                  <a:pt x="980862" y="80978"/>
                </a:cubicBezTo>
                <a:cubicBezTo>
                  <a:pt x="980862" y="93988"/>
                  <a:pt x="982974" y="103761"/>
                  <a:pt x="987200" y="110296"/>
                </a:cubicBezTo>
                <a:cubicBezTo>
                  <a:pt x="991425" y="116832"/>
                  <a:pt x="998067" y="120099"/>
                  <a:pt x="1007125" y="120099"/>
                </a:cubicBezTo>
                <a:cubicBezTo>
                  <a:pt x="1016974" y="120099"/>
                  <a:pt x="1024011" y="116938"/>
                  <a:pt x="1028236" y="110615"/>
                </a:cubicBezTo>
                <a:cubicBezTo>
                  <a:pt x="1032461" y="104293"/>
                  <a:pt x="1034574" y="94414"/>
                  <a:pt x="1034574" y="80978"/>
                </a:cubicBezTo>
                <a:close/>
                <a:moveTo>
                  <a:pt x="1072572" y="130404"/>
                </a:moveTo>
                <a:lnTo>
                  <a:pt x="1072572" y="54715"/>
                </a:lnTo>
                <a:cubicBezTo>
                  <a:pt x="1072572" y="47784"/>
                  <a:pt x="1072389" y="40124"/>
                  <a:pt x="1072025" y="31735"/>
                </a:cubicBezTo>
                <a:lnTo>
                  <a:pt x="1087527" y="31735"/>
                </a:lnTo>
                <a:cubicBezTo>
                  <a:pt x="1088014" y="42921"/>
                  <a:pt x="1088257" y="49639"/>
                  <a:pt x="1088257" y="51888"/>
                </a:cubicBezTo>
                <a:lnTo>
                  <a:pt x="1088621" y="51888"/>
                </a:lnTo>
                <a:cubicBezTo>
                  <a:pt x="1091236" y="43438"/>
                  <a:pt x="1094245" y="37662"/>
                  <a:pt x="1097649" y="34562"/>
                </a:cubicBezTo>
                <a:cubicBezTo>
                  <a:pt x="1101054" y="31461"/>
                  <a:pt x="1105857" y="29911"/>
                  <a:pt x="1112058" y="29911"/>
                </a:cubicBezTo>
                <a:cubicBezTo>
                  <a:pt x="1114246" y="29911"/>
                  <a:pt x="1116465" y="30215"/>
                  <a:pt x="1118715" y="30823"/>
                </a:cubicBezTo>
                <a:lnTo>
                  <a:pt x="1118715" y="45869"/>
                </a:lnTo>
                <a:cubicBezTo>
                  <a:pt x="1116526" y="45261"/>
                  <a:pt x="1113608" y="44957"/>
                  <a:pt x="1109960" y="44957"/>
                </a:cubicBezTo>
                <a:cubicBezTo>
                  <a:pt x="1103151" y="44957"/>
                  <a:pt x="1097953" y="47891"/>
                  <a:pt x="1094367" y="53757"/>
                </a:cubicBezTo>
                <a:cubicBezTo>
                  <a:pt x="1090780" y="59624"/>
                  <a:pt x="1088986" y="68029"/>
                  <a:pt x="1088986" y="78972"/>
                </a:cubicBezTo>
                <a:lnTo>
                  <a:pt x="1088986" y="130404"/>
                </a:lnTo>
                <a:lnTo>
                  <a:pt x="1072572" y="130404"/>
                </a:lnTo>
                <a:close/>
                <a:moveTo>
                  <a:pt x="1139231" y="169251"/>
                </a:moveTo>
                <a:cubicBezTo>
                  <a:pt x="1134733" y="169251"/>
                  <a:pt x="1130963" y="168917"/>
                  <a:pt x="1127924" y="168248"/>
                </a:cubicBezTo>
                <a:lnTo>
                  <a:pt x="1127924" y="155937"/>
                </a:lnTo>
                <a:cubicBezTo>
                  <a:pt x="1130234" y="156302"/>
                  <a:pt x="1132787" y="156485"/>
                  <a:pt x="1135584" y="156485"/>
                </a:cubicBezTo>
                <a:cubicBezTo>
                  <a:pt x="1145797" y="156485"/>
                  <a:pt x="1153883" y="148951"/>
                  <a:pt x="1159841" y="133883"/>
                </a:cubicBezTo>
                <a:lnTo>
                  <a:pt x="1161391" y="129948"/>
                </a:lnTo>
                <a:lnTo>
                  <a:pt x="1122270" y="31735"/>
                </a:lnTo>
                <a:lnTo>
                  <a:pt x="1139779" y="31735"/>
                </a:lnTo>
                <a:lnTo>
                  <a:pt x="1160570" y="86267"/>
                </a:lnTo>
                <a:cubicBezTo>
                  <a:pt x="1160874" y="87118"/>
                  <a:pt x="1161239" y="88137"/>
                  <a:pt x="1161664" y="89322"/>
                </a:cubicBezTo>
                <a:cubicBezTo>
                  <a:pt x="1162090" y="90508"/>
                  <a:pt x="1163458" y="94474"/>
                  <a:pt x="1165768" y="101223"/>
                </a:cubicBezTo>
                <a:cubicBezTo>
                  <a:pt x="1168078" y="107971"/>
                  <a:pt x="1169325" y="111740"/>
                  <a:pt x="1169507" y="112530"/>
                </a:cubicBezTo>
                <a:lnTo>
                  <a:pt x="1175890" y="94566"/>
                </a:lnTo>
                <a:lnTo>
                  <a:pt x="1197503" y="31735"/>
                </a:lnTo>
                <a:lnTo>
                  <a:pt x="1214829" y="31735"/>
                </a:lnTo>
                <a:lnTo>
                  <a:pt x="1176893" y="130404"/>
                </a:lnTo>
                <a:cubicBezTo>
                  <a:pt x="1172820" y="140946"/>
                  <a:pt x="1169021" y="148791"/>
                  <a:pt x="1165495" y="153940"/>
                </a:cubicBezTo>
                <a:cubicBezTo>
                  <a:pt x="1161968" y="159090"/>
                  <a:pt x="1158062" y="162930"/>
                  <a:pt x="1153776" y="165458"/>
                </a:cubicBezTo>
                <a:cubicBezTo>
                  <a:pt x="1149490" y="167987"/>
                  <a:pt x="1144642" y="169251"/>
                  <a:pt x="1139231" y="169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4C513-8E7E-478D-8A2F-C4005BE1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398" y="3482097"/>
            <a:ext cx="216953" cy="311267"/>
          </a:xfrm>
          <a:custGeom xmlns:a="http://schemas.openxmlformats.org/drawingml/2006/main">
            <a:pathLst>
              <a:path w="216953" h="311267" fill="none">
                <a:moveTo>
                  <a:pt x="0" y="311267"/>
                </a:moveTo>
                <a:lnTo>
                  <a:pt x="155633" y="0"/>
                </a:lnTo>
                <a:lnTo>
                  <a:pt x="216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9C2BB-095F-4E90-B000-14F081FC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351" y="3447079"/>
            <a:ext cx="70035" cy="70035"/>
          </a:xfrm>
          <a:custGeom xmlns:a="http://schemas.openxmlformats.org/drawingml/2006/main">
            <a:pathLst>
              <a:path w="70035" h="70035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B49ED-8C22-4DEC-A563-74A2DE9B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351" y="3447079"/>
            <a:ext cx="70035" cy="70035"/>
          </a:xfrm>
          <a:custGeom xmlns:a="http://schemas.openxmlformats.org/drawingml/2006/main">
            <a:pathLst>
              <a:path w="70035" h="70035" fill="none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3EAA7-AFEF-4720-BF05-A4D49E8B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961" y="2392663"/>
            <a:ext cx="216953" cy="622534"/>
          </a:xfrm>
          <a:custGeom xmlns:a="http://schemas.openxmlformats.org/drawingml/2006/main">
            <a:pathLst>
              <a:path w="216953" h="622534" fill="none">
                <a:moveTo>
                  <a:pt x="0" y="622534"/>
                </a:moveTo>
                <a:lnTo>
                  <a:pt x="155633" y="0"/>
                </a:lnTo>
                <a:lnTo>
                  <a:pt x="216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9F136-1AF7-4291-800A-527C517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2357645"/>
            <a:ext cx="70035" cy="70035"/>
          </a:xfrm>
          <a:custGeom xmlns:a="http://schemas.openxmlformats.org/drawingml/2006/main">
            <a:pathLst>
              <a:path w="70035" h="70035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64C50-D2D0-4B7A-A768-344EB2EB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2357645"/>
            <a:ext cx="70035" cy="70035"/>
          </a:xfrm>
          <a:custGeom xmlns:a="http://schemas.openxmlformats.org/drawingml/2006/main">
            <a:pathLst>
              <a:path w="70035" h="70035" fill="none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97249-0639-4F16-B8BE-BE011EE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961" y="2081396"/>
            <a:ext cx="216953" cy="622534"/>
          </a:xfrm>
          <a:custGeom xmlns:a="http://schemas.openxmlformats.org/drawingml/2006/main">
            <a:pathLst>
              <a:path w="216953" h="622534" fill="none">
                <a:moveTo>
                  <a:pt x="0" y="622534"/>
                </a:moveTo>
                <a:lnTo>
                  <a:pt x="155633" y="0"/>
                </a:lnTo>
                <a:lnTo>
                  <a:pt x="216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F565C-ED6D-491A-8535-E855C326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2046378"/>
            <a:ext cx="70035" cy="70035"/>
          </a:xfrm>
          <a:custGeom xmlns:a="http://schemas.openxmlformats.org/drawingml/2006/main">
            <a:pathLst>
              <a:path w="70035" h="70035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91BB4-56DA-44DA-9180-0E4CD76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2046378"/>
            <a:ext cx="70035" cy="70035"/>
          </a:xfrm>
          <a:custGeom xmlns:a="http://schemas.openxmlformats.org/drawingml/2006/main">
            <a:pathLst>
              <a:path w="70035" h="70035" fill="none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B729E-0A9A-45B0-AA4A-DC5F54A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961" y="4260264"/>
            <a:ext cx="216953" cy="10"/>
          </a:xfrm>
          <a:custGeom xmlns:a="http://schemas.openxmlformats.org/drawingml/2006/main">
            <a:pathLst>
              <a:path w="216953" h="1" fill="none">
                <a:moveTo>
                  <a:pt x="0" y="0"/>
                </a:moveTo>
                <a:lnTo>
                  <a:pt x="216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B2586-7A60-4F88-8C95-1DA81C46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4225247"/>
            <a:ext cx="70035" cy="70035"/>
          </a:xfrm>
          <a:custGeom xmlns:a="http://schemas.openxmlformats.org/drawingml/2006/main">
            <a:pathLst>
              <a:path w="70035" h="70035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E6602-1902-40E6-98C8-37C95C0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914" y="4225247"/>
            <a:ext cx="70035" cy="70035"/>
          </a:xfrm>
          <a:custGeom xmlns:a="http://schemas.openxmlformats.org/drawingml/2006/main">
            <a:pathLst>
              <a:path w="70035" h="70035" fill="none">
                <a:moveTo>
                  <a:pt x="70035" y="35018"/>
                </a:moveTo>
                <a:lnTo>
                  <a:pt x="0" y="70035"/>
                </a:lnTo>
                <a:lnTo>
                  <a:pt x="0" y="0"/>
                </a:lnTo>
                <a:lnTo>
                  <a:pt x="70035" y="350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355D2-8977-48EA-875B-D4E414C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3793364"/>
            <a:ext cx="1867602" cy="933801"/>
          </a:xfrm>
          <a:custGeom xmlns:a="http://schemas.openxmlformats.org/drawingml/2006/main">
            <a:pathLst>
              <a:path w="1867602" h="933801">
                <a:moveTo>
                  <a:pt x="0" y="0"/>
                </a:moveTo>
                <a:lnTo>
                  <a:pt x="1867602" y="0"/>
                </a:lnTo>
                <a:lnTo>
                  <a:pt x="1867602" y="933801"/>
                </a:lnTo>
                <a:lnTo>
                  <a:pt x="0" y="933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A0353-971E-461F-B551-E4EC0105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3793364"/>
            <a:ext cx="1867602" cy="933801"/>
          </a:xfrm>
          <a:custGeom xmlns:a="http://schemas.openxmlformats.org/drawingml/2006/main">
            <a:pathLst>
              <a:path w="1867602" h="933801" fill="none">
                <a:moveTo>
                  <a:pt x="0" y="0"/>
                </a:moveTo>
                <a:lnTo>
                  <a:pt x="1867602" y="0"/>
                </a:lnTo>
                <a:lnTo>
                  <a:pt x="1867602" y="933801"/>
                </a:lnTo>
                <a:lnTo>
                  <a:pt x="0" y="9338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59" name="Text Input1">
            <a:extLst xmlns:a="http://schemas.openxmlformats.org/drawingml/2006/main">
              <a:ext uri="{FF2B5EF4-FFF2-40B4-BE49-F238E27FC236}">
                <a16:creationId xmlns:a16="http://schemas.microsoft.com/office/drawing/2014/main" id="{9E89157F-C54C-43AF-B110-6DC3A67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51" y="3890453"/>
            <a:ext cx="544787" cy="167428"/>
          </a:xfrm>
          <a:custGeom xmlns:a="http://schemas.openxmlformats.org/drawingml/2006/main">
            <a:pathLst>
              <a:path w="544787" h="167428">
                <a:moveTo>
                  <a:pt x="0" y="128580"/>
                </a:moveTo>
                <a:lnTo>
                  <a:pt x="0" y="0"/>
                </a:lnTo>
                <a:lnTo>
                  <a:pt x="17418" y="0"/>
                </a:lnTo>
                <a:lnTo>
                  <a:pt x="17418" y="128580"/>
                </a:lnTo>
                <a:lnTo>
                  <a:pt x="0" y="128580"/>
                </a:lnTo>
                <a:close/>
                <a:moveTo>
                  <a:pt x="109917" y="128580"/>
                </a:moveTo>
                <a:lnTo>
                  <a:pt x="109917" y="66023"/>
                </a:lnTo>
                <a:cubicBezTo>
                  <a:pt x="109917" y="59518"/>
                  <a:pt x="109279" y="54472"/>
                  <a:pt x="108002" y="50885"/>
                </a:cubicBezTo>
                <a:cubicBezTo>
                  <a:pt x="106725" y="47298"/>
                  <a:pt x="104689" y="44714"/>
                  <a:pt x="101892" y="43134"/>
                </a:cubicBezTo>
                <a:cubicBezTo>
                  <a:pt x="99096" y="41553"/>
                  <a:pt x="94992" y="40763"/>
                  <a:pt x="89581" y="40763"/>
                </a:cubicBezTo>
                <a:cubicBezTo>
                  <a:pt x="81678" y="40763"/>
                  <a:pt x="75447" y="43468"/>
                  <a:pt x="70887" y="48879"/>
                </a:cubicBezTo>
                <a:cubicBezTo>
                  <a:pt x="66328" y="54289"/>
                  <a:pt x="64048" y="61797"/>
                  <a:pt x="64048" y="71403"/>
                </a:cubicBezTo>
                <a:lnTo>
                  <a:pt x="64048" y="128580"/>
                </a:lnTo>
                <a:lnTo>
                  <a:pt x="47633" y="128580"/>
                </a:lnTo>
                <a:lnTo>
                  <a:pt x="47633" y="50976"/>
                </a:lnTo>
                <a:cubicBezTo>
                  <a:pt x="47633" y="39486"/>
                  <a:pt x="47451" y="32464"/>
                  <a:pt x="47086" y="29911"/>
                </a:cubicBezTo>
                <a:lnTo>
                  <a:pt x="62589" y="29911"/>
                </a:lnTo>
                <a:cubicBezTo>
                  <a:pt x="62649" y="30215"/>
                  <a:pt x="62710" y="31036"/>
                  <a:pt x="62771" y="32373"/>
                </a:cubicBezTo>
                <a:cubicBezTo>
                  <a:pt x="62832" y="33710"/>
                  <a:pt x="62908" y="35246"/>
                  <a:pt x="62999" y="36978"/>
                </a:cubicBezTo>
                <a:cubicBezTo>
                  <a:pt x="63090" y="38711"/>
                  <a:pt x="63197" y="41978"/>
                  <a:pt x="63318" y="46781"/>
                </a:cubicBezTo>
                <a:lnTo>
                  <a:pt x="63592" y="46781"/>
                </a:lnTo>
                <a:cubicBezTo>
                  <a:pt x="67361" y="39972"/>
                  <a:pt x="71723" y="35154"/>
                  <a:pt x="76678" y="32327"/>
                </a:cubicBezTo>
                <a:cubicBezTo>
                  <a:pt x="81632" y="29500"/>
                  <a:pt x="87788" y="28087"/>
                  <a:pt x="95144" y="28087"/>
                </a:cubicBezTo>
                <a:cubicBezTo>
                  <a:pt x="105965" y="28087"/>
                  <a:pt x="113884" y="30777"/>
                  <a:pt x="118899" y="36157"/>
                </a:cubicBezTo>
                <a:cubicBezTo>
                  <a:pt x="123915" y="41538"/>
                  <a:pt x="126423" y="50429"/>
                  <a:pt x="126423" y="62831"/>
                </a:cubicBezTo>
                <a:lnTo>
                  <a:pt x="126423" y="128580"/>
                </a:lnTo>
                <a:lnTo>
                  <a:pt x="109917" y="128580"/>
                </a:lnTo>
                <a:close/>
                <a:moveTo>
                  <a:pt x="234547" y="78744"/>
                </a:moveTo>
                <a:cubicBezTo>
                  <a:pt x="234547" y="113184"/>
                  <a:pt x="222449" y="130404"/>
                  <a:pt x="198253" y="130404"/>
                </a:cubicBezTo>
                <a:cubicBezTo>
                  <a:pt x="183055" y="130404"/>
                  <a:pt x="172841" y="124684"/>
                  <a:pt x="167613" y="113246"/>
                </a:cubicBezTo>
                <a:lnTo>
                  <a:pt x="167157" y="113246"/>
                </a:lnTo>
                <a:cubicBezTo>
                  <a:pt x="167400" y="113732"/>
                  <a:pt x="167522" y="118910"/>
                  <a:pt x="167522" y="128780"/>
                </a:cubicBezTo>
                <a:lnTo>
                  <a:pt x="167522" y="167428"/>
                </a:lnTo>
                <a:lnTo>
                  <a:pt x="151107" y="167428"/>
                </a:lnTo>
                <a:lnTo>
                  <a:pt x="151107" y="50078"/>
                </a:lnTo>
                <a:cubicBezTo>
                  <a:pt x="151107" y="39918"/>
                  <a:pt x="150925" y="33196"/>
                  <a:pt x="150560" y="29911"/>
                </a:cubicBezTo>
                <a:lnTo>
                  <a:pt x="166427" y="29911"/>
                </a:lnTo>
                <a:cubicBezTo>
                  <a:pt x="166488" y="30152"/>
                  <a:pt x="166579" y="31015"/>
                  <a:pt x="166701" y="32498"/>
                </a:cubicBezTo>
                <a:cubicBezTo>
                  <a:pt x="166823" y="33980"/>
                  <a:pt x="166959" y="36265"/>
                  <a:pt x="167111" y="39352"/>
                </a:cubicBezTo>
                <a:cubicBezTo>
                  <a:pt x="167263" y="42437"/>
                  <a:pt x="167339" y="44555"/>
                  <a:pt x="167339" y="45704"/>
                </a:cubicBezTo>
                <a:lnTo>
                  <a:pt x="167704" y="45704"/>
                </a:lnTo>
                <a:cubicBezTo>
                  <a:pt x="170622" y="39619"/>
                  <a:pt x="174483" y="35162"/>
                  <a:pt x="179285" y="32333"/>
                </a:cubicBezTo>
                <a:cubicBezTo>
                  <a:pt x="184088" y="29502"/>
                  <a:pt x="190411" y="28087"/>
                  <a:pt x="198253" y="28087"/>
                </a:cubicBezTo>
                <a:cubicBezTo>
                  <a:pt x="210412" y="28087"/>
                  <a:pt x="219501" y="32164"/>
                  <a:pt x="225519" y="40318"/>
                </a:cubicBezTo>
                <a:cubicBezTo>
                  <a:pt x="231538" y="48472"/>
                  <a:pt x="234547" y="61281"/>
                  <a:pt x="234547" y="78744"/>
                </a:cubicBezTo>
                <a:moveTo>
                  <a:pt x="217312" y="79109"/>
                </a:moveTo>
                <a:cubicBezTo>
                  <a:pt x="217312" y="65352"/>
                  <a:pt x="215458" y="55522"/>
                  <a:pt x="211750" y="49620"/>
                </a:cubicBezTo>
                <a:cubicBezTo>
                  <a:pt x="208041" y="43715"/>
                  <a:pt x="202144" y="40763"/>
                  <a:pt x="194058" y="40763"/>
                </a:cubicBezTo>
                <a:cubicBezTo>
                  <a:pt x="187553" y="40763"/>
                  <a:pt x="182462" y="42132"/>
                  <a:pt x="178784" y="44872"/>
                </a:cubicBezTo>
                <a:cubicBezTo>
                  <a:pt x="175106" y="47610"/>
                  <a:pt x="172309" y="51885"/>
                  <a:pt x="170394" y="57699"/>
                </a:cubicBezTo>
                <a:cubicBezTo>
                  <a:pt x="168479" y="63512"/>
                  <a:pt x="167522" y="71074"/>
                  <a:pt x="167522" y="80385"/>
                </a:cubicBezTo>
                <a:cubicBezTo>
                  <a:pt x="167522" y="93350"/>
                  <a:pt x="169589" y="102906"/>
                  <a:pt x="173723" y="109054"/>
                </a:cubicBezTo>
                <a:cubicBezTo>
                  <a:pt x="177857" y="115201"/>
                  <a:pt x="184574" y="118275"/>
                  <a:pt x="193876" y="118275"/>
                </a:cubicBezTo>
                <a:cubicBezTo>
                  <a:pt x="202022" y="118275"/>
                  <a:pt x="207965" y="115278"/>
                  <a:pt x="211704" y="109284"/>
                </a:cubicBezTo>
                <a:cubicBezTo>
                  <a:pt x="215443" y="103289"/>
                  <a:pt x="217312" y="93230"/>
                  <a:pt x="217312" y="79109"/>
                </a:cubicBezTo>
                <a:close/>
                <a:moveTo>
                  <a:pt x="270996" y="29911"/>
                </a:moveTo>
                <a:lnTo>
                  <a:pt x="270996" y="92468"/>
                </a:lnTo>
                <a:cubicBezTo>
                  <a:pt x="270996" y="98973"/>
                  <a:pt x="271634" y="104019"/>
                  <a:pt x="272911" y="107606"/>
                </a:cubicBezTo>
                <a:cubicBezTo>
                  <a:pt x="274187" y="111193"/>
                  <a:pt x="276224" y="113777"/>
                  <a:pt x="279020" y="115357"/>
                </a:cubicBezTo>
                <a:cubicBezTo>
                  <a:pt x="281817" y="116938"/>
                  <a:pt x="285921" y="117728"/>
                  <a:pt x="291331" y="117728"/>
                </a:cubicBezTo>
                <a:cubicBezTo>
                  <a:pt x="299235" y="117728"/>
                  <a:pt x="305466" y="115023"/>
                  <a:pt x="310026" y="109612"/>
                </a:cubicBezTo>
                <a:cubicBezTo>
                  <a:pt x="314585" y="104201"/>
                  <a:pt x="316865" y="96693"/>
                  <a:pt x="316865" y="87088"/>
                </a:cubicBezTo>
                <a:lnTo>
                  <a:pt x="316865" y="29911"/>
                </a:lnTo>
                <a:lnTo>
                  <a:pt x="333279" y="29911"/>
                </a:lnTo>
                <a:lnTo>
                  <a:pt x="333279" y="107515"/>
                </a:lnTo>
                <a:cubicBezTo>
                  <a:pt x="333279" y="119005"/>
                  <a:pt x="333462" y="126027"/>
                  <a:pt x="333827" y="128580"/>
                </a:cubicBezTo>
                <a:lnTo>
                  <a:pt x="318324" y="128580"/>
                </a:lnTo>
                <a:cubicBezTo>
                  <a:pt x="318263" y="128276"/>
                  <a:pt x="318202" y="127455"/>
                  <a:pt x="318142" y="126118"/>
                </a:cubicBezTo>
                <a:cubicBezTo>
                  <a:pt x="318081" y="124780"/>
                  <a:pt x="318005" y="123245"/>
                  <a:pt x="317914" y="121513"/>
                </a:cubicBezTo>
                <a:cubicBezTo>
                  <a:pt x="317822" y="119780"/>
                  <a:pt x="317716" y="116512"/>
                  <a:pt x="317594" y="111710"/>
                </a:cubicBezTo>
                <a:lnTo>
                  <a:pt x="317321" y="111710"/>
                </a:lnTo>
                <a:cubicBezTo>
                  <a:pt x="313552" y="118519"/>
                  <a:pt x="309190" y="123337"/>
                  <a:pt x="304235" y="126163"/>
                </a:cubicBezTo>
                <a:cubicBezTo>
                  <a:pt x="299280" y="128990"/>
                  <a:pt x="293125" y="130404"/>
                  <a:pt x="285769" y="130404"/>
                </a:cubicBezTo>
                <a:cubicBezTo>
                  <a:pt x="274947" y="130404"/>
                  <a:pt x="267029" y="127714"/>
                  <a:pt x="262013" y="122333"/>
                </a:cubicBezTo>
                <a:cubicBezTo>
                  <a:pt x="256998" y="116953"/>
                  <a:pt x="254490" y="108062"/>
                  <a:pt x="254490" y="95660"/>
                </a:cubicBezTo>
                <a:lnTo>
                  <a:pt x="254490" y="29911"/>
                </a:lnTo>
                <a:lnTo>
                  <a:pt x="270996" y="29911"/>
                </a:lnTo>
                <a:close/>
                <a:moveTo>
                  <a:pt x="396720" y="127850"/>
                </a:moveTo>
                <a:cubicBezTo>
                  <a:pt x="391310" y="129310"/>
                  <a:pt x="385777" y="130039"/>
                  <a:pt x="380123" y="130039"/>
                </a:cubicBezTo>
                <a:cubicBezTo>
                  <a:pt x="366992" y="130039"/>
                  <a:pt x="360426" y="122592"/>
                  <a:pt x="360426" y="107697"/>
                </a:cubicBezTo>
                <a:lnTo>
                  <a:pt x="360426" y="41857"/>
                </a:lnTo>
                <a:lnTo>
                  <a:pt x="349027" y="41857"/>
                </a:lnTo>
                <a:lnTo>
                  <a:pt x="349027" y="29911"/>
                </a:lnTo>
                <a:lnTo>
                  <a:pt x="361064" y="29911"/>
                </a:lnTo>
                <a:lnTo>
                  <a:pt x="365898" y="7842"/>
                </a:lnTo>
                <a:lnTo>
                  <a:pt x="376841" y="7842"/>
                </a:lnTo>
                <a:lnTo>
                  <a:pt x="376841" y="29911"/>
                </a:lnTo>
                <a:lnTo>
                  <a:pt x="395079" y="29911"/>
                </a:lnTo>
                <a:lnTo>
                  <a:pt x="395079" y="41857"/>
                </a:lnTo>
                <a:lnTo>
                  <a:pt x="376841" y="41857"/>
                </a:lnTo>
                <a:lnTo>
                  <a:pt x="376841" y="104141"/>
                </a:lnTo>
                <a:cubicBezTo>
                  <a:pt x="376841" y="108883"/>
                  <a:pt x="377616" y="112211"/>
                  <a:pt x="379166" y="114126"/>
                </a:cubicBezTo>
                <a:cubicBezTo>
                  <a:pt x="380716" y="116041"/>
                  <a:pt x="383406" y="116999"/>
                  <a:pt x="387236" y="116999"/>
                </a:cubicBezTo>
                <a:cubicBezTo>
                  <a:pt x="389425" y="116999"/>
                  <a:pt x="392586" y="116573"/>
                  <a:pt x="396720" y="115722"/>
                </a:cubicBezTo>
                <a:lnTo>
                  <a:pt x="396720" y="127850"/>
                </a:lnTo>
                <a:close/>
                <a:moveTo>
                  <a:pt x="464265" y="128580"/>
                </a:moveTo>
                <a:lnTo>
                  <a:pt x="464265" y="114628"/>
                </a:lnTo>
                <a:lnTo>
                  <a:pt x="497002" y="114628"/>
                </a:lnTo>
                <a:lnTo>
                  <a:pt x="497002" y="15685"/>
                </a:lnTo>
                <a:lnTo>
                  <a:pt x="468004" y="36294"/>
                </a:lnTo>
                <a:lnTo>
                  <a:pt x="468004" y="20792"/>
                </a:lnTo>
                <a:lnTo>
                  <a:pt x="498370" y="0"/>
                </a:lnTo>
                <a:lnTo>
                  <a:pt x="513508" y="0"/>
                </a:lnTo>
                <a:lnTo>
                  <a:pt x="513508" y="114628"/>
                </a:lnTo>
                <a:lnTo>
                  <a:pt x="544787" y="114628"/>
                </a:lnTo>
                <a:lnTo>
                  <a:pt x="544787" y="128580"/>
                </a:lnTo>
                <a:lnTo>
                  <a:pt x="464265" y="128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2093D-5EBF-4FF6-8E36-63F92C35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147595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A6E31-CA79-47BD-8708-2152CF1A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147595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66666"/>
            </a:solidFill>
            <a:miter/>
          </a:ln>
        </p:spPr>
      </p:sp>
      <p:sp>
        <p:nvSpPr>
          <p:cNvPr id="62" name="Text metadata:main">
            <a:extLst xmlns:a="http://schemas.openxmlformats.org/drawingml/2006/main">
              <a:ext uri="{FF2B5EF4-FFF2-40B4-BE49-F238E27FC236}">
                <a16:creationId xmlns:a16="http://schemas.microsoft.com/office/drawing/2014/main" id="{9D0E9827-68F9-4C21-8EBD-BDF9D28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58" y="1222372"/>
            <a:ext cx="1262649" cy="137152"/>
          </a:xfrm>
          <a:custGeom xmlns:a="http://schemas.openxmlformats.org/drawingml/2006/main">
            <a:pathLst>
              <a:path w="1262649" h="137152">
                <a:moveTo>
                  <a:pt x="57633" y="135328"/>
                </a:moveTo>
                <a:lnTo>
                  <a:pt x="57633" y="72771"/>
                </a:lnTo>
                <a:cubicBezTo>
                  <a:pt x="57633" y="63226"/>
                  <a:pt x="56326" y="56630"/>
                  <a:pt x="53712" y="52982"/>
                </a:cubicBezTo>
                <a:cubicBezTo>
                  <a:pt x="51098" y="49335"/>
                  <a:pt x="46386" y="47511"/>
                  <a:pt x="39577" y="47511"/>
                </a:cubicBezTo>
                <a:cubicBezTo>
                  <a:pt x="32586" y="47511"/>
                  <a:pt x="27053" y="50186"/>
                  <a:pt x="22980" y="55536"/>
                </a:cubicBezTo>
                <a:cubicBezTo>
                  <a:pt x="18907" y="60886"/>
                  <a:pt x="16870" y="68424"/>
                  <a:pt x="16870" y="78151"/>
                </a:cubicBezTo>
                <a:lnTo>
                  <a:pt x="16870" y="135328"/>
                </a:lnTo>
                <a:lnTo>
                  <a:pt x="547" y="135328"/>
                </a:lnTo>
                <a:lnTo>
                  <a:pt x="547" y="57724"/>
                </a:lnTo>
                <a:cubicBezTo>
                  <a:pt x="547" y="46234"/>
                  <a:pt x="365" y="39212"/>
                  <a:pt x="0" y="36659"/>
                </a:cubicBezTo>
                <a:lnTo>
                  <a:pt x="15503" y="36659"/>
                </a:lnTo>
                <a:cubicBezTo>
                  <a:pt x="15563" y="36963"/>
                  <a:pt x="15624" y="37784"/>
                  <a:pt x="15685" y="39121"/>
                </a:cubicBezTo>
                <a:cubicBezTo>
                  <a:pt x="15746" y="40459"/>
                  <a:pt x="15822" y="41994"/>
                  <a:pt x="15913" y="43726"/>
                </a:cubicBezTo>
                <a:cubicBezTo>
                  <a:pt x="16004" y="45459"/>
                  <a:pt x="16110" y="48727"/>
                  <a:pt x="16232" y="53529"/>
                </a:cubicBezTo>
                <a:lnTo>
                  <a:pt x="16506" y="53529"/>
                </a:lnTo>
                <a:cubicBezTo>
                  <a:pt x="20032" y="46538"/>
                  <a:pt x="24075" y="41675"/>
                  <a:pt x="28634" y="38939"/>
                </a:cubicBezTo>
                <a:cubicBezTo>
                  <a:pt x="33194" y="36203"/>
                  <a:pt x="38756" y="34835"/>
                  <a:pt x="45322" y="34835"/>
                </a:cubicBezTo>
                <a:cubicBezTo>
                  <a:pt x="52800" y="34835"/>
                  <a:pt x="58712" y="36325"/>
                  <a:pt x="63059" y="39304"/>
                </a:cubicBezTo>
                <a:cubicBezTo>
                  <a:pt x="67406" y="42282"/>
                  <a:pt x="70430" y="47024"/>
                  <a:pt x="72132" y="53529"/>
                </a:cubicBezTo>
                <a:lnTo>
                  <a:pt x="72406" y="53529"/>
                </a:lnTo>
                <a:cubicBezTo>
                  <a:pt x="75811" y="46903"/>
                  <a:pt x="79929" y="42130"/>
                  <a:pt x="84763" y="39212"/>
                </a:cubicBezTo>
                <a:cubicBezTo>
                  <a:pt x="89596" y="36294"/>
                  <a:pt x="95447" y="34835"/>
                  <a:pt x="102317" y="34835"/>
                </a:cubicBezTo>
                <a:cubicBezTo>
                  <a:pt x="112287" y="34835"/>
                  <a:pt x="119537" y="37540"/>
                  <a:pt x="124066" y="42951"/>
                </a:cubicBezTo>
                <a:cubicBezTo>
                  <a:pt x="128595" y="48362"/>
                  <a:pt x="130860" y="57238"/>
                  <a:pt x="130860" y="69579"/>
                </a:cubicBezTo>
                <a:lnTo>
                  <a:pt x="130860" y="135328"/>
                </a:lnTo>
                <a:lnTo>
                  <a:pt x="114628" y="135328"/>
                </a:lnTo>
                <a:lnTo>
                  <a:pt x="114628" y="72771"/>
                </a:lnTo>
                <a:cubicBezTo>
                  <a:pt x="114628" y="63226"/>
                  <a:pt x="113321" y="56630"/>
                  <a:pt x="110706" y="52982"/>
                </a:cubicBezTo>
                <a:cubicBezTo>
                  <a:pt x="108092" y="49335"/>
                  <a:pt x="103381" y="47511"/>
                  <a:pt x="96572" y="47511"/>
                </a:cubicBezTo>
                <a:cubicBezTo>
                  <a:pt x="89398" y="47511"/>
                  <a:pt x="83820" y="50171"/>
                  <a:pt x="79838" y="55490"/>
                </a:cubicBezTo>
                <a:cubicBezTo>
                  <a:pt x="75856" y="60810"/>
                  <a:pt x="73865" y="68363"/>
                  <a:pt x="73865" y="78151"/>
                </a:cubicBezTo>
                <a:lnTo>
                  <a:pt x="73865" y="135328"/>
                </a:lnTo>
                <a:lnTo>
                  <a:pt x="57633" y="135328"/>
                </a:lnTo>
                <a:close/>
                <a:moveTo>
                  <a:pt x="168338" y="89368"/>
                </a:moveTo>
                <a:cubicBezTo>
                  <a:pt x="168338" y="100704"/>
                  <a:pt x="170679" y="109451"/>
                  <a:pt x="175360" y="115608"/>
                </a:cubicBezTo>
                <a:cubicBezTo>
                  <a:pt x="180041" y="121763"/>
                  <a:pt x="186880" y="124841"/>
                  <a:pt x="195878" y="124841"/>
                </a:cubicBezTo>
                <a:cubicBezTo>
                  <a:pt x="202991" y="124841"/>
                  <a:pt x="208690" y="123404"/>
                  <a:pt x="212976" y="120530"/>
                </a:cubicBezTo>
                <a:cubicBezTo>
                  <a:pt x="217262" y="117655"/>
                  <a:pt x="220165" y="114016"/>
                  <a:pt x="221685" y="109612"/>
                </a:cubicBezTo>
                <a:lnTo>
                  <a:pt x="236093" y="113730"/>
                </a:lnTo>
                <a:cubicBezTo>
                  <a:pt x="230196" y="129345"/>
                  <a:pt x="216791" y="137152"/>
                  <a:pt x="195878" y="137152"/>
                </a:cubicBezTo>
                <a:cubicBezTo>
                  <a:pt x="181287" y="137152"/>
                  <a:pt x="170177" y="132805"/>
                  <a:pt x="162547" y="124112"/>
                </a:cubicBezTo>
                <a:cubicBezTo>
                  <a:pt x="154918" y="115418"/>
                  <a:pt x="151103" y="102499"/>
                  <a:pt x="151103" y="85355"/>
                </a:cubicBezTo>
                <a:cubicBezTo>
                  <a:pt x="151103" y="69062"/>
                  <a:pt x="154918" y="56569"/>
                  <a:pt x="162547" y="47876"/>
                </a:cubicBezTo>
                <a:cubicBezTo>
                  <a:pt x="170177" y="39182"/>
                  <a:pt x="181074" y="34835"/>
                  <a:pt x="195240" y="34835"/>
                </a:cubicBezTo>
                <a:cubicBezTo>
                  <a:pt x="224238" y="34835"/>
                  <a:pt x="238738" y="52284"/>
                  <a:pt x="238738" y="87182"/>
                </a:cubicBezTo>
                <a:lnTo>
                  <a:pt x="238738" y="89368"/>
                </a:lnTo>
                <a:lnTo>
                  <a:pt x="168338" y="89368"/>
                </a:lnTo>
                <a:moveTo>
                  <a:pt x="221776" y="76783"/>
                </a:moveTo>
                <a:cubicBezTo>
                  <a:pt x="220864" y="66420"/>
                  <a:pt x="218220" y="58859"/>
                  <a:pt x="213843" y="54102"/>
                </a:cubicBezTo>
                <a:cubicBezTo>
                  <a:pt x="209465" y="49343"/>
                  <a:pt x="203173" y="46964"/>
                  <a:pt x="194966" y="46964"/>
                </a:cubicBezTo>
                <a:cubicBezTo>
                  <a:pt x="187002" y="46964"/>
                  <a:pt x="180695" y="49616"/>
                  <a:pt x="176044" y="54920"/>
                </a:cubicBezTo>
                <a:cubicBezTo>
                  <a:pt x="171393" y="60222"/>
                  <a:pt x="168885" y="67510"/>
                  <a:pt x="168520" y="76783"/>
                </a:cubicBezTo>
                <a:lnTo>
                  <a:pt x="221776" y="76783"/>
                </a:lnTo>
                <a:close/>
                <a:moveTo>
                  <a:pt x="297528" y="134599"/>
                </a:moveTo>
                <a:cubicBezTo>
                  <a:pt x="292117" y="136058"/>
                  <a:pt x="286585" y="136787"/>
                  <a:pt x="280931" y="136787"/>
                </a:cubicBezTo>
                <a:cubicBezTo>
                  <a:pt x="267800" y="136787"/>
                  <a:pt x="261234" y="129340"/>
                  <a:pt x="261234" y="114445"/>
                </a:cubicBezTo>
                <a:lnTo>
                  <a:pt x="261234" y="48605"/>
                </a:lnTo>
                <a:lnTo>
                  <a:pt x="249835" y="48605"/>
                </a:lnTo>
                <a:lnTo>
                  <a:pt x="249835" y="36659"/>
                </a:lnTo>
                <a:lnTo>
                  <a:pt x="261872" y="36659"/>
                </a:lnTo>
                <a:lnTo>
                  <a:pt x="266705" y="14591"/>
                </a:lnTo>
                <a:lnTo>
                  <a:pt x="277648" y="14591"/>
                </a:lnTo>
                <a:lnTo>
                  <a:pt x="277648" y="36659"/>
                </a:lnTo>
                <a:lnTo>
                  <a:pt x="295887" y="36659"/>
                </a:lnTo>
                <a:lnTo>
                  <a:pt x="295887" y="48605"/>
                </a:lnTo>
                <a:lnTo>
                  <a:pt x="277648" y="48605"/>
                </a:lnTo>
                <a:lnTo>
                  <a:pt x="277648" y="110889"/>
                </a:lnTo>
                <a:cubicBezTo>
                  <a:pt x="277648" y="115631"/>
                  <a:pt x="278423" y="118959"/>
                  <a:pt x="279974" y="120874"/>
                </a:cubicBezTo>
                <a:cubicBezTo>
                  <a:pt x="281524" y="122789"/>
                  <a:pt x="284214" y="123747"/>
                  <a:pt x="288044" y="123747"/>
                </a:cubicBezTo>
                <a:cubicBezTo>
                  <a:pt x="290233" y="123747"/>
                  <a:pt x="293394" y="123321"/>
                  <a:pt x="297528" y="122470"/>
                </a:cubicBezTo>
                <a:lnTo>
                  <a:pt x="297528" y="134599"/>
                </a:lnTo>
                <a:close/>
                <a:moveTo>
                  <a:pt x="336680" y="137152"/>
                </a:moveTo>
                <a:cubicBezTo>
                  <a:pt x="326771" y="137152"/>
                  <a:pt x="319324" y="134538"/>
                  <a:pt x="314339" y="129310"/>
                </a:cubicBezTo>
                <a:cubicBezTo>
                  <a:pt x="309353" y="124081"/>
                  <a:pt x="306861" y="116908"/>
                  <a:pt x="306861" y="107788"/>
                </a:cubicBezTo>
                <a:cubicBezTo>
                  <a:pt x="306861" y="97575"/>
                  <a:pt x="310220" y="89732"/>
                  <a:pt x="316938" y="84261"/>
                </a:cubicBezTo>
                <a:cubicBezTo>
                  <a:pt x="323655" y="78789"/>
                  <a:pt x="334492" y="75871"/>
                  <a:pt x="349447" y="75507"/>
                </a:cubicBezTo>
                <a:lnTo>
                  <a:pt x="371607" y="75142"/>
                </a:lnTo>
                <a:lnTo>
                  <a:pt x="371607" y="69761"/>
                </a:lnTo>
                <a:cubicBezTo>
                  <a:pt x="371607" y="61737"/>
                  <a:pt x="369905" y="55992"/>
                  <a:pt x="366500" y="52526"/>
                </a:cubicBezTo>
                <a:cubicBezTo>
                  <a:pt x="363096" y="49061"/>
                  <a:pt x="357746" y="47328"/>
                  <a:pt x="350450" y="47328"/>
                </a:cubicBezTo>
                <a:cubicBezTo>
                  <a:pt x="343094" y="47328"/>
                  <a:pt x="337744" y="48568"/>
                  <a:pt x="334401" y="51047"/>
                </a:cubicBezTo>
                <a:cubicBezTo>
                  <a:pt x="331057" y="53525"/>
                  <a:pt x="329051" y="57483"/>
                  <a:pt x="328382" y="62922"/>
                </a:cubicBezTo>
                <a:lnTo>
                  <a:pt x="311238" y="61378"/>
                </a:lnTo>
                <a:cubicBezTo>
                  <a:pt x="314035" y="43683"/>
                  <a:pt x="327227" y="34835"/>
                  <a:pt x="350815" y="34835"/>
                </a:cubicBezTo>
                <a:cubicBezTo>
                  <a:pt x="363217" y="34835"/>
                  <a:pt x="372549" y="37677"/>
                  <a:pt x="378811" y="43362"/>
                </a:cubicBezTo>
                <a:cubicBezTo>
                  <a:pt x="385073" y="49046"/>
                  <a:pt x="388204" y="57268"/>
                  <a:pt x="388204" y="68029"/>
                </a:cubicBezTo>
                <a:lnTo>
                  <a:pt x="388204" y="110524"/>
                </a:lnTo>
                <a:cubicBezTo>
                  <a:pt x="388204" y="115388"/>
                  <a:pt x="388842" y="119051"/>
                  <a:pt x="390119" y="121513"/>
                </a:cubicBezTo>
                <a:cubicBezTo>
                  <a:pt x="391395" y="123975"/>
                  <a:pt x="393827" y="125206"/>
                  <a:pt x="397414" y="125206"/>
                </a:cubicBezTo>
                <a:cubicBezTo>
                  <a:pt x="398995" y="125206"/>
                  <a:pt x="400788" y="124993"/>
                  <a:pt x="402794" y="124568"/>
                </a:cubicBezTo>
                <a:lnTo>
                  <a:pt x="402794" y="134781"/>
                </a:lnTo>
                <a:cubicBezTo>
                  <a:pt x="398660" y="135754"/>
                  <a:pt x="394435" y="136240"/>
                  <a:pt x="390119" y="136240"/>
                </a:cubicBezTo>
                <a:cubicBezTo>
                  <a:pt x="384039" y="136240"/>
                  <a:pt x="379616" y="134644"/>
                  <a:pt x="376850" y="131453"/>
                </a:cubicBezTo>
                <a:cubicBezTo>
                  <a:pt x="374084" y="128261"/>
                  <a:pt x="372519" y="123261"/>
                  <a:pt x="372154" y="116452"/>
                </a:cubicBezTo>
                <a:lnTo>
                  <a:pt x="371607" y="116452"/>
                </a:lnTo>
                <a:cubicBezTo>
                  <a:pt x="367412" y="123990"/>
                  <a:pt x="362533" y="129325"/>
                  <a:pt x="356971" y="132456"/>
                </a:cubicBezTo>
                <a:cubicBezTo>
                  <a:pt x="351408" y="135587"/>
                  <a:pt x="344645" y="137152"/>
                  <a:pt x="336680" y="137152"/>
                </a:cubicBezTo>
                <a:moveTo>
                  <a:pt x="340419" y="124841"/>
                </a:moveTo>
                <a:cubicBezTo>
                  <a:pt x="346438" y="124841"/>
                  <a:pt x="351788" y="123473"/>
                  <a:pt x="356469" y="120738"/>
                </a:cubicBezTo>
                <a:cubicBezTo>
                  <a:pt x="361150" y="118002"/>
                  <a:pt x="364843" y="114248"/>
                  <a:pt x="367549" y="109475"/>
                </a:cubicBezTo>
                <a:cubicBezTo>
                  <a:pt x="370254" y="104703"/>
                  <a:pt x="371607" y="99794"/>
                  <a:pt x="371607" y="94748"/>
                </a:cubicBezTo>
                <a:lnTo>
                  <a:pt x="371607" y="86632"/>
                </a:lnTo>
                <a:lnTo>
                  <a:pt x="353642" y="86997"/>
                </a:lnTo>
                <a:cubicBezTo>
                  <a:pt x="345921" y="87118"/>
                  <a:pt x="340070" y="87909"/>
                  <a:pt x="336088" y="89368"/>
                </a:cubicBezTo>
                <a:cubicBezTo>
                  <a:pt x="332106" y="90827"/>
                  <a:pt x="329051" y="93076"/>
                  <a:pt x="326923" y="96116"/>
                </a:cubicBezTo>
                <a:cubicBezTo>
                  <a:pt x="324795" y="99156"/>
                  <a:pt x="323731" y="103138"/>
                  <a:pt x="323731" y="108062"/>
                </a:cubicBezTo>
                <a:cubicBezTo>
                  <a:pt x="323731" y="113412"/>
                  <a:pt x="325175" y="117546"/>
                  <a:pt x="328063" y="120464"/>
                </a:cubicBezTo>
                <a:cubicBezTo>
                  <a:pt x="330951" y="123382"/>
                  <a:pt x="335069" y="124841"/>
                  <a:pt x="340419" y="124841"/>
                </a:cubicBezTo>
                <a:close/>
                <a:moveTo>
                  <a:pt x="477634" y="119461"/>
                </a:moveTo>
                <a:cubicBezTo>
                  <a:pt x="474594" y="125783"/>
                  <a:pt x="470567" y="130313"/>
                  <a:pt x="465551" y="133048"/>
                </a:cubicBezTo>
                <a:cubicBezTo>
                  <a:pt x="460536" y="135784"/>
                  <a:pt x="454319" y="137152"/>
                  <a:pt x="446902" y="137152"/>
                </a:cubicBezTo>
                <a:cubicBezTo>
                  <a:pt x="434440" y="137152"/>
                  <a:pt x="425275" y="132957"/>
                  <a:pt x="419408" y="124568"/>
                </a:cubicBezTo>
                <a:cubicBezTo>
                  <a:pt x="413542" y="116178"/>
                  <a:pt x="410608" y="103472"/>
                  <a:pt x="410608" y="86450"/>
                </a:cubicBezTo>
                <a:cubicBezTo>
                  <a:pt x="410608" y="52040"/>
                  <a:pt x="422706" y="34835"/>
                  <a:pt x="446902" y="34835"/>
                </a:cubicBezTo>
                <a:cubicBezTo>
                  <a:pt x="454380" y="34835"/>
                  <a:pt x="460612" y="36203"/>
                  <a:pt x="465597" y="38939"/>
                </a:cubicBezTo>
                <a:cubicBezTo>
                  <a:pt x="470582" y="41675"/>
                  <a:pt x="474594" y="46021"/>
                  <a:pt x="477634" y="51979"/>
                </a:cubicBezTo>
                <a:lnTo>
                  <a:pt x="477816" y="51979"/>
                </a:lnTo>
                <a:lnTo>
                  <a:pt x="477634" y="40945"/>
                </a:lnTo>
                <a:lnTo>
                  <a:pt x="477634" y="0"/>
                </a:lnTo>
                <a:lnTo>
                  <a:pt x="494048" y="0"/>
                </a:lnTo>
                <a:lnTo>
                  <a:pt x="494048" y="114992"/>
                </a:lnTo>
                <a:cubicBezTo>
                  <a:pt x="494048" y="125267"/>
                  <a:pt x="494231" y="132045"/>
                  <a:pt x="494596" y="135328"/>
                </a:cubicBezTo>
                <a:lnTo>
                  <a:pt x="478911" y="135328"/>
                </a:lnTo>
                <a:cubicBezTo>
                  <a:pt x="478728" y="134355"/>
                  <a:pt x="478531" y="132106"/>
                  <a:pt x="478318" y="128580"/>
                </a:cubicBezTo>
                <a:cubicBezTo>
                  <a:pt x="478105" y="125054"/>
                  <a:pt x="477999" y="122014"/>
                  <a:pt x="477999" y="119461"/>
                </a:cubicBezTo>
                <a:lnTo>
                  <a:pt x="477634" y="119461"/>
                </a:lnTo>
                <a:moveTo>
                  <a:pt x="427843" y="85902"/>
                </a:moveTo>
                <a:cubicBezTo>
                  <a:pt x="427843" y="99703"/>
                  <a:pt x="429667" y="109582"/>
                  <a:pt x="433315" y="115540"/>
                </a:cubicBezTo>
                <a:cubicBezTo>
                  <a:pt x="436963" y="121497"/>
                  <a:pt x="442890" y="124476"/>
                  <a:pt x="451097" y="124476"/>
                </a:cubicBezTo>
                <a:cubicBezTo>
                  <a:pt x="460399" y="124476"/>
                  <a:pt x="467147" y="121254"/>
                  <a:pt x="471342" y="114810"/>
                </a:cubicBezTo>
                <a:cubicBezTo>
                  <a:pt x="475537" y="108366"/>
                  <a:pt x="477634" y="98365"/>
                  <a:pt x="477634" y="84808"/>
                </a:cubicBezTo>
                <a:cubicBezTo>
                  <a:pt x="477634" y="71737"/>
                  <a:pt x="475537" y="62162"/>
                  <a:pt x="471342" y="56083"/>
                </a:cubicBezTo>
                <a:cubicBezTo>
                  <a:pt x="467147" y="50003"/>
                  <a:pt x="460460" y="46964"/>
                  <a:pt x="451280" y="46964"/>
                </a:cubicBezTo>
                <a:cubicBezTo>
                  <a:pt x="443012" y="46964"/>
                  <a:pt x="437039" y="50019"/>
                  <a:pt x="433361" y="56128"/>
                </a:cubicBezTo>
                <a:cubicBezTo>
                  <a:pt x="429682" y="62238"/>
                  <a:pt x="427843" y="72163"/>
                  <a:pt x="427843" y="85902"/>
                </a:cubicBezTo>
                <a:close/>
                <a:moveTo>
                  <a:pt x="544358" y="137152"/>
                </a:moveTo>
                <a:cubicBezTo>
                  <a:pt x="534448" y="137152"/>
                  <a:pt x="527001" y="134538"/>
                  <a:pt x="522016" y="129310"/>
                </a:cubicBezTo>
                <a:cubicBezTo>
                  <a:pt x="517031" y="124081"/>
                  <a:pt x="514538" y="116908"/>
                  <a:pt x="514538" y="107788"/>
                </a:cubicBezTo>
                <a:cubicBezTo>
                  <a:pt x="514538" y="97575"/>
                  <a:pt x="517897" y="89732"/>
                  <a:pt x="524615" y="84261"/>
                </a:cubicBezTo>
                <a:cubicBezTo>
                  <a:pt x="531333" y="78789"/>
                  <a:pt x="542169" y="75871"/>
                  <a:pt x="557125" y="75507"/>
                </a:cubicBezTo>
                <a:lnTo>
                  <a:pt x="579284" y="75142"/>
                </a:lnTo>
                <a:lnTo>
                  <a:pt x="579284" y="69761"/>
                </a:lnTo>
                <a:cubicBezTo>
                  <a:pt x="579284" y="61737"/>
                  <a:pt x="577582" y="55992"/>
                  <a:pt x="574177" y="52526"/>
                </a:cubicBezTo>
                <a:cubicBezTo>
                  <a:pt x="570773" y="49061"/>
                  <a:pt x="565423" y="47328"/>
                  <a:pt x="558128" y="47328"/>
                </a:cubicBezTo>
                <a:cubicBezTo>
                  <a:pt x="550772" y="47328"/>
                  <a:pt x="545422" y="48568"/>
                  <a:pt x="542078" y="51047"/>
                </a:cubicBezTo>
                <a:cubicBezTo>
                  <a:pt x="538734" y="53525"/>
                  <a:pt x="536728" y="57483"/>
                  <a:pt x="536059" y="62922"/>
                </a:cubicBezTo>
                <a:lnTo>
                  <a:pt x="518915" y="61378"/>
                </a:lnTo>
                <a:cubicBezTo>
                  <a:pt x="521712" y="43683"/>
                  <a:pt x="534904" y="34835"/>
                  <a:pt x="558492" y="34835"/>
                </a:cubicBezTo>
                <a:cubicBezTo>
                  <a:pt x="570894" y="34835"/>
                  <a:pt x="580226" y="37677"/>
                  <a:pt x="586488" y="43362"/>
                </a:cubicBezTo>
                <a:cubicBezTo>
                  <a:pt x="592750" y="49046"/>
                  <a:pt x="595881" y="57268"/>
                  <a:pt x="595881" y="68029"/>
                </a:cubicBezTo>
                <a:lnTo>
                  <a:pt x="595881" y="110524"/>
                </a:lnTo>
                <a:cubicBezTo>
                  <a:pt x="595881" y="115388"/>
                  <a:pt x="596519" y="119051"/>
                  <a:pt x="597796" y="121513"/>
                </a:cubicBezTo>
                <a:cubicBezTo>
                  <a:pt x="599073" y="123975"/>
                  <a:pt x="601504" y="125206"/>
                  <a:pt x="605091" y="125206"/>
                </a:cubicBezTo>
                <a:cubicBezTo>
                  <a:pt x="606672" y="125206"/>
                  <a:pt x="608465" y="124993"/>
                  <a:pt x="610472" y="124568"/>
                </a:cubicBezTo>
                <a:lnTo>
                  <a:pt x="610472" y="134781"/>
                </a:lnTo>
                <a:cubicBezTo>
                  <a:pt x="606338" y="135754"/>
                  <a:pt x="602112" y="136240"/>
                  <a:pt x="597796" y="136240"/>
                </a:cubicBezTo>
                <a:cubicBezTo>
                  <a:pt x="591717" y="136240"/>
                  <a:pt x="587294" y="134644"/>
                  <a:pt x="584528" y="131453"/>
                </a:cubicBezTo>
                <a:cubicBezTo>
                  <a:pt x="581761" y="128261"/>
                  <a:pt x="580196" y="123261"/>
                  <a:pt x="579831" y="116452"/>
                </a:cubicBezTo>
                <a:lnTo>
                  <a:pt x="579284" y="116452"/>
                </a:lnTo>
                <a:cubicBezTo>
                  <a:pt x="575089" y="123990"/>
                  <a:pt x="570211" y="129325"/>
                  <a:pt x="564648" y="132456"/>
                </a:cubicBezTo>
                <a:cubicBezTo>
                  <a:pt x="559085" y="135587"/>
                  <a:pt x="552322" y="137152"/>
                  <a:pt x="544358" y="137152"/>
                </a:cubicBezTo>
                <a:moveTo>
                  <a:pt x="548097" y="124841"/>
                </a:moveTo>
                <a:cubicBezTo>
                  <a:pt x="554115" y="124841"/>
                  <a:pt x="559465" y="123473"/>
                  <a:pt x="564146" y="120738"/>
                </a:cubicBezTo>
                <a:cubicBezTo>
                  <a:pt x="568827" y="118002"/>
                  <a:pt x="572521" y="114248"/>
                  <a:pt x="575226" y="109475"/>
                </a:cubicBezTo>
                <a:cubicBezTo>
                  <a:pt x="577931" y="104703"/>
                  <a:pt x="579284" y="99794"/>
                  <a:pt x="579284" y="94748"/>
                </a:cubicBezTo>
                <a:lnTo>
                  <a:pt x="579284" y="86632"/>
                </a:lnTo>
                <a:lnTo>
                  <a:pt x="561319" y="86997"/>
                </a:lnTo>
                <a:cubicBezTo>
                  <a:pt x="553598" y="87118"/>
                  <a:pt x="547747" y="87909"/>
                  <a:pt x="543765" y="89368"/>
                </a:cubicBezTo>
                <a:cubicBezTo>
                  <a:pt x="539783" y="90827"/>
                  <a:pt x="536728" y="93076"/>
                  <a:pt x="534600" y="96116"/>
                </a:cubicBezTo>
                <a:cubicBezTo>
                  <a:pt x="532472" y="99156"/>
                  <a:pt x="531409" y="103138"/>
                  <a:pt x="531409" y="108062"/>
                </a:cubicBezTo>
                <a:cubicBezTo>
                  <a:pt x="531409" y="113412"/>
                  <a:pt x="532852" y="117546"/>
                  <a:pt x="535740" y="120464"/>
                </a:cubicBezTo>
                <a:cubicBezTo>
                  <a:pt x="538628" y="123382"/>
                  <a:pt x="542747" y="124841"/>
                  <a:pt x="548097" y="124841"/>
                </a:cubicBezTo>
                <a:close/>
                <a:moveTo>
                  <a:pt x="660963" y="134599"/>
                </a:moveTo>
                <a:cubicBezTo>
                  <a:pt x="655552" y="136058"/>
                  <a:pt x="650020" y="136787"/>
                  <a:pt x="644366" y="136787"/>
                </a:cubicBezTo>
                <a:cubicBezTo>
                  <a:pt x="631235" y="136787"/>
                  <a:pt x="624669" y="129340"/>
                  <a:pt x="624669" y="114445"/>
                </a:cubicBezTo>
                <a:lnTo>
                  <a:pt x="624669" y="48605"/>
                </a:lnTo>
                <a:lnTo>
                  <a:pt x="613270" y="48605"/>
                </a:lnTo>
                <a:lnTo>
                  <a:pt x="613270" y="36659"/>
                </a:lnTo>
                <a:lnTo>
                  <a:pt x="625307" y="36659"/>
                </a:lnTo>
                <a:lnTo>
                  <a:pt x="630140" y="14591"/>
                </a:lnTo>
                <a:lnTo>
                  <a:pt x="641083" y="14591"/>
                </a:lnTo>
                <a:lnTo>
                  <a:pt x="641083" y="36659"/>
                </a:lnTo>
                <a:lnTo>
                  <a:pt x="659322" y="36659"/>
                </a:lnTo>
                <a:lnTo>
                  <a:pt x="659322" y="48605"/>
                </a:lnTo>
                <a:lnTo>
                  <a:pt x="641083" y="48605"/>
                </a:lnTo>
                <a:lnTo>
                  <a:pt x="641083" y="110889"/>
                </a:lnTo>
                <a:cubicBezTo>
                  <a:pt x="641083" y="115631"/>
                  <a:pt x="641859" y="118959"/>
                  <a:pt x="643409" y="120874"/>
                </a:cubicBezTo>
                <a:cubicBezTo>
                  <a:pt x="644959" y="122789"/>
                  <a:pt x="647649" y="123747"/>
                  <a:pt x="651479" y="123747"/>
                </a:cubicBezTo>
                <a:cubicBezTo>
                  <a:pt x="653668" y="123747"/>
                  <a:pt x="656829" y="123321"/>
                  <a:pt x="660963" y="122470"/>
                </a:cubicBezTo>
                <a:lnTo>
                  <a:pt x="660963" y="134599"/>
                </a:lnTo>
                <a:close/>
                <a:moveTo>
                  <a:pt x="700115" y="137152"/>
                </a:moveTo>
                <a:cubicBezTo>
                  <a:pt x="690206" y="137152"/>
                  <a:pt x="682759" y="134538"/>
                  <a:pt x="677774" y="129310"/>
                </a:cubicBezTo>
                <a:cubicBezTo>
                  <a:pt x="672788" y="124081"/>
                  <a:pt x="670296" y="116908"/>
                  <a:pt x="670296" y="107788"/>
                </a:cubicBezTo>
                <a:cubicBezTo>
                  <a:pt x="670296" y="97575"/>
                  <a:pt x="673655" y="89732"/>
                  <a:pt x="680373" y="84261"/>
                </a:cubicBezTo>
                <a:cubicBezTo>
                  <a:pt x="687090" y="78789"/>
                  <a:pt x="697927" y="75871"/>
                  <a:pt x="712882" y="75507"/>
                </a:cubicBezTo>
                <a:lnTo>
                  <a:pt x="735042" y="75142"/>
                </a:lnTo>
                <a:lnTo>
                  <a:pt x="735042" y="69761"/>
                </a:lnTo>
                <a:cubicBezTo>
                  <a:pt x="735042" y="61737"/>
                  <a:pt x="733340" y="55992"/>
                  <a:pt x="729935" y="52526"/>
                </a:cubicBezTo>
                <a:cubicBezTo>
                  <a:pt x="726531" y="49061"/>
                  <a:pt x="721181" y="47328"/>
                  <a:pt x="713885" y="47328"/>
                </a:cubicBezTo>
                <a:cubicBezTo>
                  <a:pt x="706529" y="47328"/>
                  <a:pt x="701179" y="48568"/>
                  <a:pt x="697836" y="51047"/>
                </a:cubicBezTo>
                <a:cubicBezTo>
                  <a:pt x="694492" y="53525"/>
                  <a:pt x="692486" y="57483"/>
                  <a:pt x="691817" y="62922"/>
                </a:cubicBezTo>
                <a:lnTo>
                  <a:pt x="674673" y="61378"/>
                </a:lnTo>
                <a:cubicBezTo>
                  <a:pt x="677470" y="43683"/>
                  <a:pt x="690662" y="34835"/>
                  <a:pt x="714250" y="34835"/>
                </a:cubicBezTo>
                <a:cubicBezTo>
                  <a:pt x="726652" y="34835"/>
                  <a:pt x="735984" y="37677"/>
                  <a:pt x="742246" y="43362"/>
                </a:cubicBezTo>
                <a:cubicBezTo>
                  <a:pt x="748508" y="49046"/>
                  <a:pt x="751639" y="57268"/>
                  <a:pt x="751639" y="68029"/>
                </a:cubicBezTo>
                <a:lnTo>
                  <a:pt x="751639" y="110524"/>
                </a:lnTo>
                <a:cubicBezTo>
                  <a:pt x="751639" y="115388"/>
                  <a:pt x="752277" y="119051"/>
                  <a:pt x="753554" y="121513"/>
                </a:cubicBezTo>
                <a:cubicBezTo>
                  <a:pt x="754830" y="123975"/>
                  <a:pt x="757262" y="125206"/>
                  <a:pt x="760849" y="125206"/>
                </a:cubicBezTo>
                <a:cubicBezTo>
                  <a:pt x="762430" y="125206"/>
                  <a:pt x="764223" y="124993"/>
                  <a:pt x="766229" y="124568"/>
                </a:cubicBezTo>
                <a:lnTo>
                  <a:pt x="766229" y="134781"/>
                </a:lnTo>
                <a:cubicBezTo>
                  <a:pt x="762095" y="135754"/>
                  <a:pt x="757870" y="136240"/>
                  <a:pt x="753554" y="136240"/>
                </a:cubicBezTo>
                <a:cubicBezTo>
                  <a:pt x="747474" y="136240"/>
                  <a:pt x="743051" y="134644"/>
                  <a:pt x="740285" y="131453"/>
                </a:cubicBezTo>
                <a:cubicBezTo>
                  <a:pt x="737519" y="128261"/>
                  <a:pt x="735954" y="123261"/>
                  <a:pt x="735589" y="116452"/>
                </a:cubicBezTo>
                <a:lnTo>
                  <a:pt x="735042" y="116452"/>
                </a:lnTo>
                <a:cubicBezTo>
                  <a:pt x="730847" y="123990"/>
                  <a:pt x="725968" y="129325"/>
                  <a:pt x="720406" y="132456"/>
                </a:cubicBezTo>
                <a:cubicBezTo>
                  <a:pt x="714843" y="135587"/>
                  <a:pt x="708080" y="137152"/>
                  <a:pt x="700115" y="137152"/>
                </a:cubicBezTo>
                <a:moveTo>
                  <a:pt x="703854" y="124841"/>
                </a:moveTo>
                <a:cubicBezTo>
                  <a:pt x="709873" y="124841"/>
                  <a:pt x="715223" y="123473"/>
                  <a:pt x="719904" y="120738"/>
                </a:cubicBezTo>
                <a:cubicBezTo>
                  <a:pt x="724585" y="118002"/>
                  <a:pt x="728278" y="114248"/>
                  <a:pt x="730984" y="109475"/>
                </a:cubicBezTo>
                <a:cubicBezTo>
                  <a:pt x="733689" y="104703"/>
                  <a:pt x="735042" y="99794"/>
                  <a:pt x="735042" y="94748"/>
                </a:cubicBezTo>
                <a:lnTo>
                  <a:pt x="735042" y="86632"/>
                </a:lnTo>
                <a:lnTo>
                  <a:pt x="717077" y="86997"/>
                </a:lnTo>
                <a:cubicBezTo>
                  <a:pt x="709356" y="87118"/>
                  <a:pt x="703505" y="87909"/>
                  <a:pt x="699523" y="89368"/>
                </a:cubicBezTo>
                <a:cubicBezTo>
                  <a:pt x="695541" y="90827"/>
                  <a:pt x="692486" y="93076"/>
                  <a:pt x="690358" y="96116"/>
                </a:cubicBezTo>
                <a:cubicBezTo>
                  <a:pt x="688230" y="99156"/>
                  <a:pt x="687166" y="103138"/>
                  <a:pt x="687166" y="108062"/>
                </a:cubicBezTo>
                <a:cubicBezTo>
                  <a:pt x="687166" y="113412"/>
                  <a:pt x="688610" y="117546"/>
                  <a:pt x="691498" y="120464"/>
                </a:cubicBezTo>
                <a:cubicBezTo>
                  <a:pt x="694386" y="123382"/>
                  <a:pt x="698504" y="124841"/>
                  <a:pt x="703854" y="124841"/>
                </a:cubicBezTo>
                <a:close/>
                <a:moveTo>
                  <a:pt x="783254" y="55627"/>
                </a:moveTo>
                <a:lnTo>
                  <a:pt x="783254" y="36659"/>
                </a:lnTo>
                <a:lnTo>
                  <a:pt x="801036" y="36659"/>
                </a:lnTo>
                <a:lnTo>
                  <a:pt x="801036" y="55627"/>
                </a:lnTo>
                <a:lnTo>
                  <a:pt x="783254" y="55627"/>
                </a:lnTo>
                <a:moveTo>
                  <a:pt x="783254" y="135328"/>
                </a:moveTo>
                <a:lnTo>
                  <a:pt x="783254" y="116360"/>
                </a:lnTo>
                <a:lnTo>
                  <a:pt x="801036" y="116360"/>
                </a:lnTo>
                <a:lnTo>
                  <a:pt x="801036" y="135328"/>
                </a:lnTo>
                <a:lnTo>
                  <a:pt x="783254" y="135328"/>
                </a:lnTo>
                <a:close/>
                <a:moveTo>
                  <a:pt x="940075" y="135328"/>
                </a:moveTo>
                <a:lnTo>
                  <a:pt x="940075" y="72771"/>
                </a:lnTo>
                <a:cubicBezTo>
                  <a:pt x="940075" y="63226"/>
                  <a:pt x="938768" y="56630"/>
                  <a:pt x="936153" y="52982"/>
                </a:cubicBezTo>
                <a:cubicBezTo>
                  <a:pt x="933539" y="49335"/>
                  <a:pt x="928828" y="47511"/>
                  <a:pt x="922019" y="47511"/>
                </a:cubicBezTo>
                <a:cubicBezTo>
                  <a:pt x="915027" y="47511"/>
                  <a:pt x="909495" y="50186"/>
                  <a:pt x="905422" y="55536"/>
                </a:cubicBezTo>
                <a:cubicBezTo>
                  <a:pt x="901349" y="60886"/>
                  <a:pt x="899312" y="68424"/>
                  <a:pt x="899312" y="78151"/>
                </a:cubicBezTo>
                <a:lnTo>
                  <a:pt x="899312" y="135328"/>
                </a:lnTo>
                <a:lnTo>
                  <a:pt x="882989" y="135328"/>
                </a:lnTo>
                <a:lnTo>
                  <a:pt x="882989" y="57724"/>
                </a:lnTo>
                <a:cubicBezTo>
                  <a:pt x="882989" y="46234"/>
                  <a:pt x="882806" y="39212"/>
                  <a:pt x="882442" y="36659"/>
                </a:cubicBezTo>
                <a:lnTo>
                  <a:pt x="897944" y="36659"/>
                </a:lnTo>
                <a:cubicBezTo>
                  <a:pt x="898005" y="36963"/>
                  <a:pt x="898066" y="37784"/>
                  <a:pt x="898127" y="39121"/>
                </a:cubicBezTo>
                <a:cubicBezTo>
                  <a:pt x="898187" y="40459"/>
                  <a:pt x="898263" y="41994"/>
                  <a:pt x="898355" y="43726"/>
                </a:cubicBezTo>
                <a:cubicBezTo>
                  <a:pt x="898446" y="45459"/>
                  <a:pt x="898552" y="48727"/>
                  <a:pt x="898674" y="53529"/>
                </a:cubicBezTo>
                <a:lnTo>
                  <a:pt x="898947" y="53529"/>
                </a:lnTo>
                <a:cubicBezTo>
                  <a:pt x="902473" y="46538"/>
                  <a:pt x="906516" y="41675"/>
                  <a:pt x="911076" y="38939"/>
                </a:cubicBezTo>
                <a:cubicBezTo>
                  <a:pt x="915635" y="36203"/>
                  <a:pt x="921198" y="34835"/>
                  <a:pt x="927764" y="34835"/>
                </a:cubicBezTo>
                <a:cubicBezTo>
                  <a:pt x="935242" y="34835"/>
                  <a:pt x="941154" y="36325"/>
                  <a:pt x="945501" y="39304"/>
                </a:cubicBezTo>
                <a:cubicBezTo>
                  <a:pt x="949847" y="42282"/>
                  <a:pt x="952872" y="47024"/>
                  <a:pt x="954574" y="53529"/>
                </a:cubicBezTo>
                <a:lnTo>
                  <a:pt x="954848" y="53529"/>
                </a:lnTo>
                <a:cubicBezTo>
                  <a:pt x="958252" y="46903"/>
                  <a:pt x="962371" y="42130"/>
                  <a:pt x="967204" y="39212"/>
                </a:cubicBezTo>
                <a:cubicBezTo>
                  <a:pt x="972037" y="36294"/>
                  <a:pt x="977889" y="34835"/>
                  <a:pt x="984758" y="34835"/>
                </a:cubicBezTo>
                <a:cubicBezTo>
                  <a:pt x="994729" y="34835"/>
                  <a:pt x="1001978" y="37540"/>
                  <a:pt x="1006508" y="42951"/>
                </a:cubicBezTo>
                <a:cubicBezTo>
                  <a:pt x="1011037" y="48362"/>
                  <a:pt x="1013301" y="57238"/>
                  <a:pt x="1013301" y="69579"/>
                </a:cubicBezTo>
                <a:lnTo>
                  <a:pt x="1013301" y="135328"/>
                </a:lnTo>
                <a:lnTo>
                  <a:pt x="997069" y="135328"/>
                </a:lnTo>
                <a:lnTo>
                  <a:pt x="997069" y="72771"/>
                </a:lnTo>
                <a:cubicBezTo>
                  <a:pt x="997069" y="63226"/>
                  <a:pt x="995762" y="56630"/>
                  <a:pt x="993148" y="52982"/>
                </a:cubicBezTo>
                <a:cubicBezTo>
                  <a:pt x="990534" y="49335"/>
                  <a:pt x="985822" y="47511"/>
                  <a:pt x="979013" y="47511"/>
                </a:cubicBezTo>
                <a:cubicBezTo>
                  <a:pt x="971840" y="47511"/>
                  <a:pt x="966262" y="50171"/>
                  <a:pt x="962280" y="55490"/>
                </a:cubicBezTo>
                <a:cubicBezTo>
                  <a:pt x="958298" y="60810"/>
                  <a:pt x="956307" y="68363"/>
                  <a:pt x="956307" y="78151"/>
                </a:cubicBezTo>
                <a:lnTo>
                  <a:pt x="956307" y="135328"/>
                </a:lnTo>
                <a:lnTo>
                  <a:pt x="940075" y="135328"/>
                </a:lnTo>
                <a:close/>
                <a:moveTo>
                  <a:pt x="1063364" y="137152"/>
                </a:moveTo>
                <a:cubicBezTo>
                  <a:pt x="1053455" y="137152"/>
                  <a:pt x="1046007" y="134538"/>
                  <a:pt x="1041022" y="129310"/>
                </a:cubicBezTo>
                <a:cubicBezTo>
                  <a:pt x="1036037" y="124081"/>
                  <a:pt x="1033545" y="116908"/>
                  <a:pt x="1033545" y="107788"/>
                </a:cubicBezTo>
                <a:cubicBezTo>
                  <a:pt x="1033545" y="97575"/>
                  <a:pt x="1036904" y="89732"/>
                  <a:pt x="1043621" y="84261"/>
                </a:cubicBezTo>
                <a:cubicBezTo>
                  <a:pt x="1050339" y="78789"/>
                  <a:pt x="1061176" y="75871"/>
                  <a:pt x="1076131" y="75507"/>
                </a:cubicBezTo>
                <a:lnTo>
                  <a:pt x="1098291" y="75142"/>
                </a:lnTo>
                <a:lnTo>
                  <a:pt x="1098291" y="69761"/>
                </a:lnTo>
                <a:cubicBezTo>
                  <a:pt x="1098291" y="61737"/>
                  <a:pt x="1096588" y="55992"/>
                  <a:pt x="1093184" y="52526"/>
                </a:cubicBezTo>
                <a:cubicBezTo>
                  <a:pt x="1089779" y="49061"/>
                  <a:pt x="1084429" y="47328"/>
                  <a:pt x="1077134" y="47328"/>
                </a:cubicBezTo>
                <a:cubicBezTo>
                  <a:pt x="1069778" y="47328"/>
                  <a:pt x="1064428" y="48568"/>
                  <a:pt x="1061084" y="51047"/>
                </a:cubicBezTo>
                <a:cubicBezTo>
                  <a:pt x="1057741" y="53525"/>
                  <a:pt x="1055735" y="57483"/>
                  <a:pt x="1055066" y="62922"/>
                </a:cubicBezTo>
                <a:lnTo>
                  <a:pt x="1037922" y="61378"/>
                </a:lnTo>
                <a:cubicBezTo>
                  <a:pt x="1040718" y="43683"/>
                  <a:pt x="1053911" y="34835"/>
                  <a:pt x="1077499" y="34835"/>
                </a:cubicBezTo>
                <a:cubicBezTo>
                  <a:pt x="1089901" y="34835"/>
                  <a:pt x="1099233" y="37677"/>
                  <a:pt x="1105495" y="43362"/>
                </a:cubicBezTo>
                <a:cubicBezTo>
                  <a:pt x="1111757" y="49046"/>
                  <a:pt x="1114887" y="57268"/>
                  <a:pt x="1114887" y="68029"/>
                </a:cubicBezTo>
                <a:lnTo>
                  <a:pt x="1114887" y="110524"/>
                </a:lnTo>
                <a:cubicBezTo>
                  <a:pt x="1114887" y="115388"/>
                  <a:pt x="1115526" y="119051"/>
                  <a:pt x="1116802" y="121513"/>
                </a:cubicBezTo>
                <a:cubicBezTo>
                  <a:pt x="1118079" y="123975"/>
                  <a:pt x="1120511" y="125206"/>
                  <a:pt x="1124098" y="125206"/>
                </a:cubicBezTo>
                <a:cubicBezTo>
                  <a:pt x="1125678" y="125206"/>
                  <a:pt x="1127472" y="124993"/>
                  <a:pt x="1129478" y="124568"/>
                </a:cubicBezTo>
                <a:lnTo>
                  <a:pt x="1129478" y="134781"/>
                </a:lnTo>
                <a:cubicBezTo>
                  <a:pt x="1125344" y="135754"/>
                  <a:pt x="1121119" y="136240"/>
                  <a:pt x="1116802" y="136240"/>
                </a:cubicBezTo>
                <a:cubicBezTo>
                  <a:pt x="1110723" y="136240"/>
                  <a:pt x="1106300" y="134644"/>
                  <a:pt x="1103534" y="131453"/>
                </a:cubicBezTo>
                <a:cubicBezTo>
                  <a:pt x="1100768" y="128261"/>
                  <a:pt x="1099203" y="123261"/>
                  <a:pt x="1098838" y="116452"/>
                </a:cubicBezTo>
                <a:lnTo>
                  <a:pt x="1098291" y="116452"/>
                </a:lnTo>
                <a:cubicBezTo>
                  <a:pt x="1094096" y="123990"/>
                  <a:pt x="1089217" y="129325"/>
                  <a:pt x="1083654" y="132456"/>
                </a:cubicBezTo>
                <a:cubicBezTo>
                  <a:pt x="1078092" y="135587"/>
                  <a:pt x="1071328" y="137152"/>
                  <a:pt x="1063364" y="137152"/>
                </a:cubicBezTo>
                <a:moveTo>
                  <a:pt x="1067103" y="124841"/>
                </a:moveTo>
                <a:cubicBezTo>
                  <a:pt x="1073122" y="124841"/>
                  <a:pt x="1078472" y="123473"/>
                  <a:pt x="1083153" y="120738"/>
                </a:cubicBezTo>
                <a:cubicBezTo>
                  <a:pt x="1087834" y="118002"/>
                  <a:pt x="1091527" y="114248"/>
                  <a:pt x="1094233" y="109475"/>
                </a:cubicBezTo>
                <a:cubicBezTo>
                  <a:pt x="1096938" y="104703"/>
                  <a:pt x="1098291" y="99794"/>
                  <a:pt x="1098291" y="94748"/>
                </a:cubicBezTo>
                <a:lnTo>
                  <a:pt x="1098291" y="86632"/>
                </a:lnTo>
                <a:lnTo>
                  <a:pt x="1080326" y="86997"/>
                </a:lnTo>
                <a:cubicBezTo>
                  <a:pt x="1072605" y="87118"/>
                  <a:pt x="1066754" y="87909"/>
                  <a:pt x="1062772" y="89368"/>
                </a:cubicBezTo>
                <a:cubicBezTo>
                  <a:pt x="1058789" y="90827"/>
                  <a:pt x="1055735" y="93076"/>
                  <a:pt x="1053607" y="96116"/>
                </a:cubicBezTo>
                <a:cubicBezTo>
                  <a:pt x="1051479" y="99156"/>
                  <a:pt x="1050415" y="103138"/>
                  <a:pt x="1050415" y="108062"/>
                </a:cubicBezTo>
                <a:cubicBezTo>
                  <a:pt x="1050415" y="113412"/>
                  <a:pt x="1051859" y="117546"/>
                  <a:pt x="1054747" y="120464"/>
                </a:cubicBezTo>
                <a:cubicBezTo>
                  <a:pt x="1057634" y="123382"/>
                  <a:pt x="1061753" y="124841"/>
                  <a:pt x="1067103" y="124841"/>
                </a:cubicBezTo>
                <a:close/>
                <a:moveTo>
                  <a:pt x="1141943" y="15685"/>
                </a:moveTo>
                <a:lnTo>
                  <a:pt x="1141943" y="0"/>
                </a:lnTo>
                <a:lnTo>
                  <a:pt x="1158357" y="0"/>
                </a:lnTo>
                <a:lnTo>
                  <a:pt x="1158357" y="15685"/>
                </a:lnTo>
                <a:lnTo>
                  <a:pt x="1141943" y="15685"/>
                </a:lnTo>
                <a:moveTo>
                  <a:pt x="1141943" y="135328"/>
                </a:moveTo>
                <a:lnTo>
                  <a:pt x="1141943" y="36659"/>
                </a:lnTo>
                <a:lnTo>
                  <a:pt x="1158357" y="36659"/>
                </a:lnTo>
                <a:lnTo>
                  <a:pt x="1158357" y="135328"/>
                </a:lnTo>
                <a:lnTo>
                  <a:pt x="1141943" y="135328"/>
                </a:lnTo>
                <a:close/>
                <a:moveTo>
                  <a:pt x="1246143" y="135328"/>
                </a:moveTo>
                <a:lnTo>
                  <a:pt x="1246143" y="72771"/>
                </a:lnTo>
                <a:cubicBezTo>
                  <a:pt x="1246143" y="66266"/>
                  <a:pt x="1245505" y="61220"/>
                  <a:pt x="1244228" y="57633"/>
                </a:cubicBezTo>
                <a:cubicBezTo>
                  <a:pt x="1242951" y="54046"/>
                  <a:pt x="1240915" y="51462"/>
                  <a:pt x="1238118" y="49882"/>
                </a:cubicBezTo>
                <a:cubicBezTo>
                  <a:pt x="1235322" y="48301"/>
                  <a:pt x="1231218" y="47511"/>
                  <a:pt x="1225807" y="47511"/>
                </a:cubicBezTo>
                <a:cubicBezTo>
                  <a:pt x="1217904" y="47511"/>
                  <a:pt x="1211673" y="50216"/>
                  <a:pt x="1207113" y="55627"/>
                </a:cubicBezTo>
                <a:cubicBezTo>
                  <a:pt x="1202554" y="61038"/>
                  <a:pt x="1200274" y="68546"/>
                  <a:pt x="1200274" y="78151"/>
                </a:cubicBezTo>
                <a:lnTo>
                  <a:pt x="1200274" y="135328"/>
                </a:lnTo>
                <a:lnTo>
                  <a:pt x="1183859" y="135328"/>
                </a:lnTo>
                <a:lnTo>
                  <a:pt x="1183859" y="57724"/>
                </a:lnTo>
                <a:cubicBezTo>
                  <a:pt x="1183859" y="46234"/>
                  <a:pt x="1183677" y="39212"/>
                  <a:pt x="1183312" y="36659"/>
                </a:cubicBezTo>
                <a:lnTo>
                  <a:pt x="1198815" y="36659"/>
                </a:lnTo>
                <a:cubicBezTo>
                  <a:pt x="1198875" y="36963"/>
                  <a:pt x="1198936" y="37784"/>
                  <a:pt x="1198997" y="39121"/>
                </a:cubicBezTo>
                <a:cubicBezTo>
                  <a:pt x="1199058" y="40459"/>
                  <a:pt x="1199134" y="41994"/>
                  <a:pt x="1199225" y="43726"/>
                </a:cubicBezTo>
                <a:cubicBezTo>
                  <a:pt x="1199316" y="45459"/>
                  <a:pt x="1199423" y="48727"/>
                  <a:pt x="1199544" y="53529"/>
                </a:cubicBezTo>
                <a:lnTo>
                  <a:pt x="1199818" y="53529"/>
                </a:lnTo>
                <a:cubicBezTo>
                  <a:pt x="1203587" y="46720"/>
                  <a:pt x="1207949" y="41902"/>
                  <a:pt x="1212904" y="39076"/>
                </a:cubicBezTo>
                <a:cubicBezTo>
                  <a:pt x="1217858" y="36249"/>
                  <a:pt x="1224014" y="34835"/>
                  <a:pt x="1231370" y="34835"/>
                </a:cubicBezTo>
                <a:cubicBezTo>
                  <a:pt x="1242191" y="34835"/>
                  <a:pt x="1250110" y="37525"/>
                  <a:pt x="1255125" y="42906"/>
                </a:cubicBezTo>
                <a:cubicBezTo>
                  <a:pt x="1260141" y="48286"/>
                  <a:pt x="1262649" y="57177"/>
                  <a:pt x="1262649" y="69579"/>
                </a:cubicBezTo>
                <a:lnTo>
                  <a:pt x="1262649" y="135328"/>
                </a:lnTo>
                <a:lnTo>
                  <a:pt x="1246143" y="13532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69CAD-84D7-4247-BFF4-75BC77C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458862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C310E-EDB0-4F6F-A5F5-3D8093C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458862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66666"/>
            </a:solidFill>
            <a:miter/>
          </a:ln>
        </p:spPr>
      </p:sp>
      <p:sp>
        <p:nvSpPr>
          <p:cNvPr id="65" name="Text metadata:guest">
            <a:extLst xmlns:a="http://schemas.openxmlformats.org/drawingml/2006/main">
              <a:ext uri="{FF2B5EF4-FFF2-40B4-BE49-F238E27FC236}">
                <a16:creationId xmlns:a16="http://schemas.microsoft.com/office/drawing/2014/main" id="{DBFD8041-E633-4378-B10D-B953E54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39" y="1533639"/>
            <a:ext cx="1325456" cy="174176"/>
          </a:xfrm>
          <a:custGeom xmlns:a="http://schemas.openxmlformats.org/drawingml/2006/main">
            <a:pathLst>
              <a:path w="1325456" h="174176">
                <a:moveTo>
                  <a:pt x="57633" y="135328"/>
                </a:moveTo>
                <a:lnTo>
                  <a:pt x="57633" y="72771"/>
                </a:lnTo>
                <a:cubicBezTo>
                  <a:pt x="57633" y="63226"/>
                  <a:pt x="56326" y="56630"/>
                  <a:pt x="53712" y="52982"/>
                </a:cubicBezTo>
                <a:cubicBezTo>
                  <a:pt x="51098" y="49335"/>
                  <a:pt x="46386" y="47511"/>
                  <a:pt x="39577" y="47511"/>
                </a:cubicBezTo>
                <a:cubicBezTo>
                  <a:pt x="32586" y="47511"/>
                  <a:pt x="27053" y="50186"/>
                  <a:pt x="22980" y="55536"/>
                </a:cubicBezTo>
                <a:cubicBezTo>
                  <a:pt x="18907" y="60886"/>
                  <a:pt x="16870" y="68424"/>
                  <a:pt x="16870" y="78151"/>
                </a:cubicBezTo>
                <a:lnTo>
                  <a:pt x="16870" y="135328"/>
                </a:lnTo>
                <a:lnTo>
                  <a:pt x="547" y="135328"/>
                </a:lnTo>
                <a:lnTo>
                  <a:pt x="547" y="57724"/>
                </a:lnTo>
                <a:cubicBezTo>
                  <a:pt x="547" y="46234"/>
                  <a:pt x="365" y="39212"/>
                  <a:pt x="0" y="36659"/>
                </a:cubicBezTo>
                <a:lnTo>
                  <a:pt x="15503" y="36659"/>
                </a:lnTo>
                <a:cubicBezTo>
                  <a:pt x="15563" y="36963"/>
                  <a:pt x="15624" y="37784"/>
                  <a:pt x="15685" y="39121"/>
                </a:cubicBezTo>
                <a:cubicBezTo>
                  <a:pt x="15746" y="40459"/>
                  <a:pt x="15822" y="41994"/>
                  <a:pt x="15913" y="43726"/>
                </a:cubicBezTo>
                <a:cubicBezTo>
                  <a:pt x="16004" y="45459"/>
                  <a:pt x="16110" y="48727"/>
                  <a:pt x="16232" y="53529"/>
                </a:cubicBezTo>
                <a:lnTo>
                  <a:pt x="16506" y="53529"/>
                </a:lnTo>
                <a:cubicBezTo>
                  <a:pt x="20032" y="46538"/>
                  <a:pt x="24075" y="41675"/>
                  <a:pt x="28634" y="38939"/>
                </a:cubicBezTo>
                <a:cubicBezTo>
                  <a:pt x="33194" y="36203"/>
                  <a:pt x="38756" y="34835"/>
                  <a:pt x="45322" y="34835"/>
                </a:cubicBezTo>
                <a:cubicBezTo>
                  <a:pt x="52800" y="34835"/>
                  <a:pt x="58712" y="36325"/>
                  <a:pt x="63059" y="39304"/>
                </a:cubicBezTo>
                <a:cubicBezTo>
                  <a:pt x="67406" y="42282"/>
                  <a:pt x="70430" y="47024"/>
                  <a:pt x="72132" y="53529"/>
                </a:cubicBezTo>
                <a:lnTo>
                  <a:pt x="72406" y="53529"/>
                </a:lnTo>
                <a:cubicBezTo>
                  <a:pt x="75811" y="46903"/>
                  <a:pt x="79929" y="42130"/>
                  <a:pt x="84763" y="39212"/>
                </a:cubicBezTo>
                <a:cubicBezTo>
                  <a:pt x="89596" y="36294"/>
                  <a:pt x="95447" y="34835"/>
                  <a:pt x="102317" y="34835"/>
                </a:cubicBezTo>
                <a:cubicBezTo>
                  <a:pt x="112287" y="34835"/>
                  <a:pt x="119537" y="37540"/>
                  <a:pt x="124066" y="42951"/>
                </a:cubicBezTo>
                <a:cubicBezTo>
                  <a:pt x="128595" y="48362"/>
                  <a:pt x="130860" y="57238"/>
                  <a:pt x="130860" y="69579"/>
                </a:cubicBezTo>
                <a:lnTo>
                  <a:pt x="130860" y="135328"/>
                </a:lnTo>
                <a:lnTo>
                  <a:pt x="114628" y="135328"/>
                </a:lnTo>
                <a:lnTo>
                  <a:pt x="114628" y="72771"/>
                </a:lnTo>
                <a:cubicBezTo>
                  <a:pt x="114628" y="63226"/>
                  <a:pt x="113321" y="56630"/>
                  <a:pt x="110706" y="52982"/>
                </a:cubicBezTo>
                <a:cubicBezTo>
                  <a:pt x="108092" y="49335"/>
                  <a:pt x="103381" y="47511"/>
                  <a:pt x="96572" y="47511"/>
                </a:cubicBezTo>
                <a:cubicBezTo>
                  <a:pt x="89398" y="47511"/>
                  <a:pt x="83820" y="50171"/>
                  <a:pt x="79838" y="55490"/>
                </a:cubicBezTo>
                <a:cubicBezTo>
                  <a:pt x="75856" y="60810"/>
                  <a:pt x="73865" y="68363"/>
                  <a:pt x="73865" y="78151"/>
                </a:cubicBezTo>
                <a:lnTo>
                  <a:pt x="73865" y="135328"/>
                </a:lnTo>
                <a:lnTo>
                  <a:pt x="57633" y="135328"/>
                </a:lnTo>
                <a:close/>
                <a:moveTo>
                  <a:pt x="168338" y="89368"/>
                </a:moveTo>
                <a:cubicBezTo>
                  <a:pt x="168338" y="100704"/>
                  <a:pt x="170679" y="109451"/>
                  <a:pt x="175360" y="115608"/>
                </a:cubicBezTo>
                <a:cubicBezTo>
                  <a:pt x="180041" y="121763"/>
                  <a:pt x="186880" y="124841"/>
                  <a:pt x="195878" y="124841"/>
                </a:cubicBezTo>
                <a:cubicBezTo>
                  <a:pt x="202991" y="124841"/>
                  <a:pt x="208690" y="123404"/>
                  <a:pt x="212976" y="120530"/>
                </a:cubicBezTo>
                <a:cubicBezTo>
                  <a:pt x="217262" y="117655"/>
                  <a:pt x="220165" y="114016"/>
                  <a:pt x="221685" y="109612"/>
                </a:cubicBezTo>
                <a:lnTo>
                  <a:pt x="236093" y="113730"/>
                </a:lnTo>
                <a:cubicBezTo>
                  <a:pt x="230196" y="129345"/>
                  <a:pt x="216791" y="137152"/>
                  <a:pt x="195878" y="137152"/>
                </a:cubicBezTo>
                <a:cubicBezTo>
                  <a:pt x="181287" y="137152"/>
                  <a:pt x="170177" y="132805"/>
                  <a:pt x="162547" y="124112"/>
                </a:cubicBezTo>
                <a:cubicBezTo>
                  <a:pt x="154918" y="115418"/>
                  <a:pt x="151103" y="102499"/>
                  <a:pt x="151103" y="85355"/>
                </a:cubicBezTo>
                <a:cubicBezTo>
                  <a:pt x="151103" y="69062"/>
                  <a:pt x="154918" y="56569"/>
                  <a:pt x="162547" y="47876"/>
                </a:cubicBezTo>
                <a:cubicBezTo>
                  <a:pt x="170177" y="39182"/>
                  <a:pt x="181074" y="34835"/>
                  <a:pt x="195239" y="34835"/>
                </a:cubicBezTo>
                <a:cubicBezTo>
                  <a:pt x="224238" y="34835"/>
                  <a:pt x="238738" y="52284"/>
                  <a:pt x="238738" y="87182"/>
                </a:cubicBezTo>
                <a:lnTo>
                  <a:pt x="238738" y="89368"/>
                </a:lnTo>
                <a:lnTo>
                  <a:pt x="168338" y="89368"/>
                </a:lnTo>
                <a:moveTo>
                  <a:pt x="221776" y="76783"/>
                </a:moveTo>
                <a:cubicBezTo>
                  <a:pt x="220864" y="66420"/>
                  <a:pt x="218220" y="58859"/>
                  <a:pt x="213843" y="54102"/>
                </a:cubicBezTo>
                <a:cubicBezTo>
                  <a:pt x="209465" y="49343"/>
                  <a:pt x="203173" y="46964"/>
                  <a:pt x="194966" y="46964"/>
                </a:cubicBezTo>
                <a:cubicBezTo>
                  <a:pt x="187002" y="46964"/>
                  <a:pt x="180694" y="49616"/>
                  <a:pt x="176044" y="54920"/>
                </a:cubicBezTo>
                <a:cubicBezTo>
                  <a:pt x="171393" y="60222"/>
                  <a:pt x="168885" y="67510"/>
                  <a:pt x="168520" y="76783"/>
                </a:cubicBezTo>
                <a:lnTo>
                  <a:pt x="221776" y="76783"/>
                </a:lnTo>
                <a:close/>
                <a:moveTo>
                  <a:pt x="297528" y="134599"/>
                </a:moveTo>
                <a:cubicBezTo>
                  <a:pt x="292117" y="136058"/>
                  <a:pt x="286585" y="136787"/>
                  <a:pt x="280931" y="136787"/>
                </a:cubicBezTo>
                <a:cubicBezTo>
                  <a:pt x="267799" y="136787"/>
                  <a:pt x="261234" y="129340"/>
                  <a:pt x="261234" y="114445"/>
                </a:cubicBezTo>
                <a:lnTo>
                  <a:pt x="261234" y="48605"/>
                </a:lnTo>
                <a:lnTo>
                  <a:pt x="249835" y="48605"/>
                </a:lnTo>
                <a:lnTo>
                  <a:pt x="249835" y="36659"/>
                </a:lnTo>
                <a:lnTo>
                  <a:pt x="261872" y="36659"/>
                </a:lnTo>
                <a:lnTo>
                  <a:pt x="266705" y="14591"/>
                </a:lnTo>
                <a:lnTo>
                  <a:pt x="277648" y="14591"/>
                </a:lnTo>
                <a:lnTo>
                  <a:pt x="277648" y="36659"/>
                </a:lnTo>
                <a:lnTo>
                  <a:pt x="295886" y="36659"/>
                </a:lnTo>
                <a:lnTo>
                  <a:pt x="295886" y="48605"/>
                </a:lnTo>
                <a:lnTo>
                  <a:pt x="277648" y="48605"/>
                </a:lnTo>
                <a:lnTo>
                  <a:pt x="277648" y="110889"/>
                </a:lnTo>
                <a:cubicBezTo>
                  <a:pt x="277648" y="115631"/>
                  <a:pt x="278423" y="118959"/>
                  <a:pt x="279974" y="120874"/>
                </a:cubicBezTo>
                <a:cubicBezTo>
                  <a:pt x="281524" y="122789"/>
                  <a:pt x="284214" y="123747"/>
                  <a:pt x="288044" y="123747"/>
                </a:cubicBezTo>
                <a:cubicBezTo>
                  <a:pt x="290233" y="123747"/>
                  <a:pt x="293394" y="123321"/>
                  <a:pt x="297528" y="122470"/>
                </a:cubicBezTo>
                <a:lnTo>
                  <a:pt x="297528" y="134599"/>
                </a:lnTo>
                <a:close/>
                <a:moveTo>
                  <a:pt x="336680" y="137152"/>
                </a:moveTo>
                <a:cubicBezTo>
                  <a:pt x="326771" y="137152"/>
                  <a:pt x="319324" y="134538"/>
                  <a:pt x="314339" y="129310"/>
                </a:cubicBezTo>
                <a:cubicBezTo>
                  <a:pt x="309353" y="124081"/>
                  <a:pt x="306861" y="116908"/>
                  <a:pt x="306861" y="107788"/>
                </a:cubicBezTo>
                <a:cubicBezTo>
                  <a:pt x="306861" y="97575"/>
                  <a:pt x="310220" y="89732"/>
                  <a:pt x="316937" y="84261"/>
                </a:cubicBezTo>
                <a:cubicBezTo>
                  <a:pt x="323655" y="78789"/>
                  <a:pt x="334492" y="75871"/>
                  <a:pt x="349447" y="75507"/>
                </a:cubicBezTo>
                <a:lnTo>
                  <a:pt x="371607" y="75142"/>
                </a:lnTo>
                <a:lnTo>
                  <a:pt x="371607" y="69761"/>
                </a:lnTo>
                <a:cubicBezTo>
                  <a:pt x="371607" y="61737"/>
                  <a:pt x="369905" y="55992"/>
                  <a:pt x="366500" y="52526"/>
                </a:cubicBezTo>
                <a:cubicBezTo>
                  <a:pt x="363096" y="49061"/>
                  <a:pt x="357746" y="47328"/>
                  <a:pt x="350450" y="47328"/>
                </a:cubicBezTo>
                <a:cubicBezTo>
                  <a:pt x="343094" y="47328"/>
                  <a:pt x="337744" y="48568"/>
                  <a:pt x="334401" y="51047"/>
                </a:cubicBezTo>
                <a:cubicBezTo>
                  <a:pt x="331057" y="53525"/>
                  <a:pt x="329051" y="57483"/>
                  <a:pt x="328382" y="62922"/>
                </a:cubicBezTo>
                <a:lnTo>
                  <a:pt x="311238" y="61378"/>
                </a:lnTo>
                <a:cubicBezTo>
                  <a:pt x="314035" y="43683"/>
                  <a:pt x="327227" y="34835"/>
                  <a:pt x="350815" y="34835"/>
                </a:cubicBezTo>
                <a:cubicBezTo>
                  <a:pt x="363217" y="34835"/>
                  <a:pt x="372549" y="37677"/>
                  <a:pt x="378811" y="43362"/>
                </a:cubicBezTo>
                <a:cubicBezTo>
                  <a:pt x="385073" y="49046"/>
                  <a:pt x="388204" y="57268"/>
                  <a:pt x="388204" y="68029"/>
                </a:cubicBezTo>
                <a:lnTo>
                  <a:pt x="388204" y="110524"/>
                </a:lnTo>
                <a:cubicBezTo>
                  <a:pt x="388204" y="115388"/>
                  <a:pt x="388842" y="119051"/>
                  <a:pt x="390119" y="121513"/>
                </a:cubicBezTo>
                <a:cubicBezTo>
                  <a:pt x="391395" y="123975"/>
                  <a:pt x="393827" y="125206"/>
                  <a:pt x="397414" y="125206"/>
                </a:cubicBezTo>
                <a:cubicBezTo>
                  <a:pt x="398995" y="125206"/>
                  <a:pt x="400788" y="124993"/>
                  <a:pt x="402794" y="124568"/>
                </a:cubicBezTo>
                <a:lnTo>
                  <a:pt x="402794" y="134781"/>
                </a:lnTo>
                <a:cubicBezTo>
                  <a:pt x="398660" y="135754"/>
                  <a:pt x="394435" y="136240"/>
                  <a:pt x="390119" y="136240"/>
                </a:cubicBezTo>
                <a:cubicBezTo>
                  <a:pt x="384039" y="136240"/>
                  <a:pt x="379616" y="134644"/>
                  <a:pt x="376850" y="131453"/>
                </a:cubicBezTo>
                <a:cubicBezTo>
                  <a:pt x="374084" y="128261"/>
                  <a:pt x="372519" y="123261"/>
                  <a:pt x="372154" y="116452"/>
                </a:cubicBezTo>
                <a:lnTo>
                  <a:pt x="371607" y="116452"/>
                </a:lnTo>
                <a:cubicBezTo>
                  <a:pt x="367412" y="123990"/>
                  <a:pt x="362533" y="129325"/>
                  <a:pt x="356971" y="132456"/>
                </a:cubicBezTo>
                <a:cubicBezTo>
                  <a:pt x="351408" y="135587"/>
                  <a:pt x="344644" y="137152"/>
                  <a:pt x="336680" y="137152"/>
                </a:cubicBezTo>
                <a:moveTo>
                  <a:pt x="340419" y="124841"/>
                </a:moveTo>
                <a:cubicBezTo>
                  <a:pt x="346438" y="124841"/>
                  <a:pt x="351788" y="123473"/>
                  <a:pt x="356469" y="120738"/>
                </a:cubicBezTo>
                <a:cubicBezTo>
                  <a:pt x="361150" y="118002"/>
                  <a:pt x="364843" y="114248"/>
                  <a:pt x="367549" y="109475"/>
                </a:cubicBezTo>
                <a:cubicBezTo>
                  <a:pt x="370254" y="104703"/>
                  <a:pt x="371607" y="99794"/>
                  <a:pt x="371607" y="94748"/>
                </a:cubicBezTo>
                <a:lnTo>
                  <a:pt x="371607" y="86632"/>
                </a:lnTo>
                <a:lnTo>
                  <a:pt x="353642" y="86997"/>
                </a:lnTo>
                <a:cubicBezTo>
                  <a:pt x="345921" y="87118"/>
                  <a:pt x="340070" y="87909"/>
                  <a:pt x="336088" y="89368"/>
                </a:cubicBezTo>
                <a:cubicBezTo>
                  <a:pt x="332106" y="90827"/>
                  <a:pt x="329051" y="93076"/>
                  <a:pt x="326923" y="96116"/>
                </a:cubicBezTo>
                <a:cubicBezTo>
                  <a:pt x="324795" y="99156"/>
                  <a:pt x="323731" y="103138"/>
                  <a:pt x="323731" y="108062"/>
                </a:cubicBezTo>
                <a:cubicBezTo>
                  <a:pt x="323731" y="113412"/>
                  <a:pt x="325175" y="117546"/>
                  <a:pt x="328063" y="120464"/>
                </a:cubicBezTo>
                <a:cubicBezTo>
                  <a:pt x="330951" y="123382"/>
                  <a:pt x="335069" y="124841"/>
                  <a:pt x="340419" y="124841"/>
                </a:cubicBezTo>
                <a:close/>
                <a:moveTo>
                  <a:pt x="477634" y="119461"/>
                </a:moveTo>
                <a:cubicBezTo>
                  <a:pt x="474594" y="125783"/>
                  <a:pt x="470567" y="130313"/>
                  <a:pt x="465551" y="133048"/>
                </a:cubicBezTo>
                <a:cubicBezTo>
                  <a:pt x="460536" y="135784"/>
                  <a:pt x="454319" y="137152"/>
                  <a:pt x="446902" y="137152"/>
                </a:cubicBezTo>
                <a:cubicBezTo>
                  <a:pt x="434440" y="137152"/>
                  <a:pt x="425275" y="132957"/>
                  <a:pt x="419408" y="124568"/>
                </a:cubicBezTo>
                <a:cubicBezTo>
                  <a:pt x="413542" y="116178"/>
                  <a:pt x="410608" y="103472"/>
                  <a:pt x="410608" y="86450"/>
                </a:cubicBezTo>
                <a:cubicBezTo>
                  <a:pt x="410608" y="52040"/>
                  <a:pt x="422706" y="34835"/>
                  <a:pt x="446902" y="34835"/>
                </a:cubicBezTo>
                <a:cubicBezTo>
                  <a:pt x="454380" y="34835"/>
                  <a:pt x="460612" y="36203"/>
                  <a:pt x="465597" y="38939"/>
                </a:cubicBezTo>
                <a:cubicBezTo>
                  <a:pt x="470582" y="41675"/>
                  <a:pt x="474594" y="46021"/>
                  <a:pt x="477634" y="51979"/>
                </a:cubicBezTo>
                <a:lnTo>
                  <a:pt x="477816" y="51979"/>
                </a:lnTo>
                <a:lnTo>
                  <a:pt x="477634" y="40945"/>
                </a:lnTo>
                <a:lnTo>
                  <a:pt x="477634" y="0"/>
                </a:lnTo>
                <a:lnTo>
                  <a:pt x="494048" y="0"/>
                </a:lnTo>
                <a:lnTo>
                  <a:pt x="494048" y="114992"/>
                </a:lnTo>
                <a:cubicBezTo>
                  <a:pt x="494048" y="125267"/>
                  <a:pt x="494231" y="132045"/>
                  <a:pt x="494596" y="135328"/>
                </a:cubicBezTo>
                <a:lnTo>
                  <a:pt x="478911" y="135328"/>
                </a:lnTo>
                <a:cubicBezTo>
                  <a:pt x="478728" y="134355"/>
                  <a:pt x="478531" y="132106"/>
                  <a:pt x="478318" y="128580"/>
                </a:cubicBezTo>
                <a:cubicBezTo>
                  <a:pt x="478105" y="125054"/>
                  <a:pt x="477999" y="122014"/>
                  <a:pt x="477999" y="119461"/>
                </a:cubicBezTo>
                <a:lnTo>
                  <a:pt x="477634" y="119461"/>
                </a:lnTo>
                <a:moveTo>
                  <a:pt x="427843" y="85902"/>
                </a:moveTo>
                <a:cubicBezTo>
                  <a:pt x="427843" y="99703"/>
                  <a:pt x="429667" y="109582"/>
                  <a:pt x="433315" y="115540"/>
                </a:cubicBezTo>
                <a:cubicBezTo>
                  <a:pt x="436963" y="121497"/>
                  <a:pt x="442890" y="124476"/>
                  <a:pt x="451097" y="124476"/>
                </a:cubicBezTo>
                <a:cubicBezTo>
                  <a:pt x="460399" y="124476"/>
                  <a:pt x="467147" y="121254"/>
                  <a:pt x="471342" y="114810"/>
                </a:cubicBezTo>
                <a:cubicBezTo>
                  <a:pt x="475537" y="108366"/>
                  <a:pt x="477634" y="98365"/>
                  <a:pt x="477634" y="84808"/>
                </a:cubicBezTo>
                <a:cubicBezTo>
                  <a:pt x="477634" y="71737"/>
                  <a:pt x="475537" y="62162"/>
                  <a:pt x="471342" y="56083"/>
                </a:cubicBezTo>
                <a:cubicBezTo>
                  <a:pt x="467147" y="50003"/>
                  <a:pt x="460460" y="46964"/>
                  <a:pt x="451280" y="46964"/>
                </a:cubicBezTo>
                <a:cubicBezTo>
                  <a:pt x="443012" y="46964"/>
                  <a:pt x="437039" y="50019"/>
                  <a:pt x="433360" y="56128"/>
                </a:cubicBezTo>
                <a:cubicBezTo>
                  <a:pt x="429682" y="62238"/>
                  <a:pt x="427843" y="72163"/>
                  <a:pt x="427843" y="85902"/>
                </a:cubicBezTo>
                <a:close/>
                <a:moveTo>
                  <a:pt x="544358" y="137152"/>
                </a:moveTo>
                <a:cubicBezTo>
                  <a:pt x="534448" y="137152"/>
                  <a:pt x="527001" y="134538"/>
                  <a:pt x="522016" y="129310"/>
                </a:cubicBezTo>
                <a:cubicBezTo>
                  <a:pt x="517030" y="124081"/>
                  <a:pt x="514538" y="116908"/>
                  <a:pt x="514538" y="107788"/>
                </a:cubicBezTo>
                <a:cubicBezTo>
                  <a:pt x="514538" y="97575"/>
                  <a:pt x="517897" y="89732"/>
                  <a:pt x="524615" y="84261"/>
                </a:cubicBezTo>
                <a:cubicBezTo>
                  <a:pt x="531332" y="78789"/>
                  <a:pt x="542169" y="75871"/>
                  <a:pt x="557124" y="75507"/>
                </a:cubicBezTo>
                <a:lnTo>
                  <a:pt x="579284" y="75142"/>
                </a:lnTo>
                <a:lnTo>
                  <a:pt x="579284" y="69761"/>
                </a:lnTo>
                <a:cubicBezTo>
                  <a:pt x="579284" y="61737"/>
                  <a:pt x="577582" y="55992"/>
                  <a:pt x="574177" y="52526"/>
                </a:cubicBezTo>
                <a:cubicBezTo>
                  <a:pt x="570773" y="49061"/>
                  <a:pt x="565423" y="47328"/>
                  <a:pt x="558127" y="47328"/>
                </a:cubicBezTo>
                <a:cubicBezTo>
                  <a:pt x="550771" y="47328"/>
                  <a:pt x="545421" y="48568"/>
                  <a:pt x="542078" y="51047"/>
                </a:cubicBezTo>
                <a:cubicBezTo>
                  <a:pt x="538734" y="53525"/>
                  <a:pt x="536728" y="57483"/>
                  <a:pt x="536059" y="62922"/>
                </a:cubicBezTo>
                <a:lnTo>
                  <a:pt x="518915" y="61378"/>
                </a:lnTo>
                <a:cubicBezTo>
                  <a:pt x="521712" y="43683"/>
                  <a:pt x="534904" y="34835"/>
                  <a:pt x="558492" y="34835"/>
                </a:cubicBezTo>
                <a:cubicBezTo>
                  <a:pt x="570894" y="34835"/>
                  <a:pt x="580226" y="37677"/>
                  <a:pt x="586488" y="43362"/>
                </a:cubicBezTo>
                <a:cubicBezTo>
                  <a:pt x="592750" y="49046"/>
                  <a:pt x="595881" y="57268"/>
                  <a:pt x="595881" y="68029"/>
                </a:cubicBezTo>
                <a:lnTo>
                  <a:pt x="595881" y="110524"/>
                </a:lnTo>
                <a:cubicBezTo>
                  <a:pt x="595881" y="115388"/>
                  <a:pt x="596519" y="119051"/>
                  <a:pt x="597796" y="121513"/>
                </a:cubicBezTo>
                <a:cubicBezTo>
                  <a:pt x="599072" y="123975"/>
                  <a:pt x="601504" y="125206"/>
                  <a:pt x="605091" y="125206"/>
                </a:cubicBezTo>
                <a:cubicBezTo>
                  <a:pt x="606672" y="125206"/>
                  <a:pt x="608465" y="124993"/>
                  <a:pt x="610471" y="124568"/>
                </a:cubicBezTo>
                <a:lnTo>
                  <a:pt x="610471" y="134781"/>
                </a:lnTo>
                <a:cubicBezTo>
                  <a:pt x="606337" y="135754"/>
                  <a:pt x="602112" y="136240"/>
                  <a:pt x="597796" y="136240"/>
                </a:cubicBezTo>
                <a:cubicBezTo>
                  <a:pt x="591716" y="136240"/>
                  <a:pt x="587294" y="134644"/>
                  <a:pt x="584527" y="131453"/>
                </a:cubicBezTo>
                <a:cubicBezTo>
                  <a:pt x="581761" y="128261"/>
                  <a:pt x="580196" y="123261"/>
                  <a:pt x="579831" y="116452"/>
                </a:cubicBezTo>
                <a:lnTo>
                  <a:pt x="579284" y="116452"/>
                </a:lnTo>
                <a:cubicBezTo>
                  <a:pt x="575089" y="123990"/>
                  <a:pt x="570210" y="129325"/>
                  <a:pt x="564648" y="132456"/>
                </a:cubicBezTo>
                <a:cubicBezTo>
                  <a:pt x="559085" y="135587"/>
                  <a:pt x="552322" y="137152"/>
                  <a:pt x="544358" y="137152"/>
                </a:cubicBezTo>
                <a:moveTo>
                  <a:pt x="548096" y="124841"/>
                </a:moveTo>
                <a:cubicBezTo>
                  <a:pt x="554115" y="124841"/>
                  <a:pt x="559465" y="123473"/>
                  <a:pt x="564146" y="120738"/>
                </a:cubicBezTo>
                <a:cubicBezTo>
                  <a:pt x="568827" y="118002"/>
                  <a:pt x="572521" y="114248"/>
                  <a:pt x="575226" y="109475"/>
                </a:cubicBezTo>
                <a:cubicBezTo>
                  <a:pt x="577931" y="104703"/>
                  <a:pt x="579284" y="99794"/>
                  <a:pt x="579284" y="94748"/>
                </a:cubicBezTo>
                <a:lnTo>
                  <a:pt x="579284" y="86632"/>
                </a:lnTo>
                <a:lnTo>
                  <a:pt x="561319" y="86997"/>
                </a:lnTo>
                <a:cubicBezTo>
                  <a:pt x="553598" y="87118"/>
                  <a:pt x="547747" y="87909"/>
                  <a:pt x="543765" y="89368"/>
                </a:cubicBezTo>
                <a:cubicBezTo>
                  <a:pt x="539783" y="90827"/>
                  <a:pt x="536728" y="93076"/>
                  <a:pt x="534600" y="96116"/>
                </a:cubicBezTo>
                <a:cubicBezTo>
                  <a:pt x="532472" y="99156"/>
                  <a:pt x="531408" y="103138"/>
                  <a:pt x="531408" y="108062"/>
                </a:cubicBezTo>
                <a:cubicBezTo>
                  <a:pt x="531408" y="113412"/>
                  <a:pt x="532852" y="117546"/>
                  <a:pt x="535740" y="120464"/>
                </a:cubicBezTo>
                <a:cubicBezTo>
                  <a:pt x="538628" y="123382"/>
                  <a:pt x="542746" y="124841"/>
                  <a:pt x="548096" y="124841"/>
                </a:cubicBezTo>
                <a:close/>
                <a:moveTo>
                  <a:pt x="660963" y="134599"/>
                </a:moveTo>
                <a:cubicBezTo>
                  <a:pt x="655552" y="136058"/>
                  <a:pt x="650020" y="136787"/>
                  <a:pt x="644366" y="136787"/>
                </a:cubicBezTo>
                <a:cubicBezTo>
                  <a:pt x="631235" y="136787"/>
                  <a:pt x="624669" y="129340"/>
                  <a:pt x="624669" y="114445"/>
                </a:cubicBezTo>
                <a:lnTo>
                  <a:pt x="624669" y="48605"/>
                </a:lnTo>
                <a:lnTo>
                  <a:pt x="613270" y="48605"/>
                </a:lnTo>
                <a:lnTo>
                  <a:pt x="613270" y="36659"/>
                </a:lnTo>
                <a:lnTo>
                  <a:pt x="625307" y="36659"/>
                </a:lnTo>
                <a:lnTo>
                  <a:pt x="630140" y="14591"/>
                </a:lnTo>
                <a:lnTo>
                  <a:pt x="641083" y="14591"/>
                </a:lnTo>
                <a:lnTo>
                  <a:pt x="641083" y="36659"/>
                </a:lnTo>
                <a:lnTo>
                  <a:pt x="659322" y="36659"/>
                </a:lnTo>
                <a:lnTo>
                  <a:pt x="659322" y="48605"/>
                </a:lnTo>
                <a:lnTo>
                  <a:pt x="641083" y="48605"/>
                </a:lnTo>
                <a:lnTo>
                  <a:pt x="641083" y="110889"/>
                </a:lnTo>
                <a:cubicBezTo>
                  <a:pt x="641083" y="115631"/>
                  <a:pt x="641858" y="118959"/>
                  <a:pt x="643409" y="120874"/>
                </a:cubicBezTo>
                <a:cubicBezTo>
                  <a:pt x="644959" y="122789"/>
                  <a:pt x="647649" y="123747"/>
                  <a:pt x="651479" y="123747"/>
                </a:cubicBezTo>
                <a:cubicBezTo>
                  <a:pt x="653668" y="123747"/>
                  <a:pt x="656829" y="123321"/>
                  <a:pt x="660963" y="122470"/>
                </a:cubicBezTo>
                <a:lnTo>
                  <a:pt x="660963" y="134599"/>
                </a:lnTo>
                <a:close/>
                <a:moveTo>
                  <a:pt x="700116" y="137152"/>
                </a:moveTo>
                <a:cubicBezTo>
                  <a:pt x="690206" y="137152"/>
                  <a:pt x="682759" y="134538"/>
                  <a:pt x="677774" y="129310"/>
                </a:cubicBezTo>
                <a:cubicBezTo>
                  <a:pt x="672789" y="124081"/>
                  <a:pt x="670296" y="116908"/>
                  <a:pt x="670296" y="107788"/>
                </a:cubicBezTo>
                <a:cubicBezTo>
                  <a:pt x="670296" y="97575"/>
                  <a:pt x="673655" y="89732"/>
                  <a:pt x="680373" y="84261"/>
                </a:cubicBezTo>
                <a:cubicBezTo>
                  <a:pt x="687090" y="78789"/>
                  <a:pt x="697927" y="75871"/>
                  <a:pt x="712882" y="75507"/>
                </a:cubicBezTo>
                <a:lnTo>
                  <a:pt x="735042" y="75142"/>
                </a:lnTo>
                <a:lnTo>
                  <a:pt x="735042" y="69761"/>
                </a:lnTo>
                <a:cubicBezTo>
                  <a:pt x="735042" y="61737"/>
                  <a:pt x="733340" y="55992"/>
                  <a:pt x="729935" y="52526"/>
                </a:cubicBezTo>
                <a:cubicBezTo>
                  <a:pt x="726531" y="49061"/>
                  <a:pt x="721181" y="47328"/>
                  <a:pt x="713885" y="47328"/>
                </a:cubicBezTo>
                <a:cubicBezTo>
                  <a:pt x="706529" y="47328"/>
                  <a:pt x="701179" y="48568"/>
                  <a:pt x="697836" y="51047"/>
                </a:cubicBezTo>
                <a:cubicBezTo>
                  <a:pt x="694492" y="53525"/>
                  <a:pt x="692486" y="57483"/>
                  <a:pt x="691817" y="62922"/>
                </a:cubicBezTo>
                <a:lnTo>
                  <a:pt x="674673" y="61378"/>
                </a:lnTo>
                <a:cubicBezTo>
                  <a:pt x="677470" y="43683"/>
                  <a:pt x="690662" y="34835"/>
                  <a:pt x="714250" y="34835"/>
                </a:cubicBezTo>
                <a:cubicBezTo>
                  <a:pt x="726652" y="34835"/>
                  <a:pt x="735984" y="37677"/>
                  <a:pt x="742246" y="43362"/>
                </a:cubicBezTo>
                <a:cubicBezTo>
                  <a:pt x="748508" y="49046"/>
                  <a:pt x="751639" y="57268"/>
                  <a:pt x="751639" y="68029"/>
                </a:cubicBezTo>
                <a:lnTo>
                  <a:pt x="751639" y="110524"/>
                </a:lnTo>
                <a:cubicBezTo>
                  <a:pt x="751639" y="115388"/>
                  <a:pt x="752277" y="119051"/>
                  <a:pt x="753554" y="121513"/>
                </a:cubicBezTo>
                <a:cubicBezTo>
                  <a:pt x="754830" y="123975"/>
                  <a:pt x="757262" y="125206"/>
                  <a:pt x="760849" y="125206"/>
                </a:cubicBezTo>
                <a:cubicBezTo>
                  <a:pt x="762430" y="125206"/>
                  <a:pt x="764223" y="124993"/>
                  <a:pt x="766229" y="124568"/>
                </a:cubicBezTo>
                <a:lnTo>
                  <a:pt x="766229" y="134781"/>
                </a:lnTo>
                <a:cubicBezTo>
                  <a:pt x="762095" y="135754"/>
                  <a:pt x="757870" y="136240"/>
                  <a:pt x="753554" y="136240"/>
                </a:cubicBezTo>
                <a:cubicBezTo>
                  <a:pt x="747474" y="136240"/>
                  <a:pt x="743052" y="134644"/>
                  <a:pt x="740285" y="131453"/>
                </a:cubicBezTo>
                <a:cubicBezTo>
                  <a:pt x="737519" y="128261"/>
                  <a:pt x="735954" y="123261"/>
                  <a:pt x="735589" y="116452"/>
                </a:cubicBezTo>
                <a:lnTo>
                  <a:pt x="735042" y="116452"/>
                </a:lnTo>
                <a:cubicBezTo>
                  <a:pt x="730847" y="123990"/>
                  <a:pt x="725968" y="129325"/>
                  <a:pt x="720406" y="132456"/>
                </a:cubicBezTo>
                <a:cubicBezTo>
                  <a:pt x="714843" y="135587"/>
                  <a:pt x="708080" y="137152"/>
                  <a:pt x="700116" y="137152"/>
                </a:cubicBezTo>
                <a:moveTo>
                  <a:pt x="703854" y="124841"/>
                </a:moveTo>
                <a:cubicBezTo>
                  <a:pt x="709873" y="124841"/>
                  <a:pt x="715223" y="123473"/>
                  <a:pt x="719904" y="120738"/>
                </a:cubicBezTo>
                <a:cubicBezTo>
                  <a:pt x="724585" y="118002"/>
                  <a:pt x="728279" y="114248"/>
                  <a:pt x="730984" y="109475"/>
                </a:cubicBezTo>
                <a:cubicBezTo>
                  <a:pt x="733689" y="104703"/>
                  <a:pt x="735042" y="99794"/>
                  <a:pt x="735042" y="94748"/>
                </a:cubicBezTo>
                <a:lnTo>
                  <a:pt x="735042" y="86632"/>
                </a:lnTo>
                <a:lnTo>
                  <a:pt x="717077" y="86997"/>
                </a:lnTo>
                <a:cubicBezTo>
                  <a:pt x="709356" y="87118"/>
                  <a:pt x="703505" y="87909"/>
                  <a:pt x="699523" y="89368"/>
                </a:cubicBezTo>
                <a:cubicBezTo>
                  <a:pt x="695541" y="90827"/>
                  <a:pt x="692486" y="93076"/>
                  <a:pt x="690358" y="96116"/>
                </a:cubicBezTo>
                <a:cubicBezTo>
                  <a:pt x="688230" y="99156"/>
                  <a:pt x="687166" y="103138"/>
                  <a:pt x="687166" y="108062"/>
                </a:cubicBezTo>
                <a:cubicBezTo>
                  <a:pt x="687166" y="113412"/>
                  <a:pt x="688610" y="117546"/>
                  <a:pt x="691498" y="120464"/>
                </a:cubicBezTo>
                <a:cubicBezTo>
                  <a:pt x="694386" y="123382"/>
                  <a:pt x="698505" y="124841"/>
                  <a:pt x="703854" y="124841"/>
                </a:cubicBezTo>
                <a:close/>
                <a:moveTo>
                  <a:pt x="783254" y="55627"/>
                </a:moveTo>
                <a:lnTo>
                  <a:pt x="783254" y="36659"/>
                </a:lnTo>
                <a:lnTo>
                  <a:pt x="801036" y="36659"/>
                </a:lnTo>
                <a:lnTo>
                  <a:pt x="801036" y="55627"/>
                </a:lnTo>
                <a:lnTo>
                  <a:pt x="783254" y="55627"/>
                </a:lnTo>
                <a:moveTo>
                  <a:pt x="783254" y="135328"/>
                </a:moveTo>
                <a:lnTo>
                  <a:pt x="783254" y="116360"/>
                </a:lnTo>
                <a:lnTo>
                  <a:pt x="801036" y="116360"/>
                </a:lnTo>
                <a:lnTo>
                  <a:pt x="801036" y="135328"/>
                </a:lnTo>
                <a:lnTo>
                  <a:pt x="783254" y="135328"/>
                </a:lnTo>
                <a:close/>
                <a:moveTo>
                  <a:pt x="920012" y="174176"/>
                </a:moveTo>
                <a:cubicBezTo>
                  <a:pt x="909252" y="174176"/>
                  <a:pt x="900680" y="172063"/>
                  <a:pt x="894296" y="167838"/>
                </a:cubicBezTo>
                <a:cubicBezTo>
                  <a:pt x="887913" y="163613"/>
                  <a:pt x="883809" y="157609"/>
                  <a:pt x="881985" y="149828"/>
                </a:cubicBezTo>
                <a:lnTo>
                  <a:pt x="898491" y="147457"/>
                </a:lnTo>
                <a:cubicBezTo>
                  <a:pt x="899585" y="152016"/>
                  <a:pt x="902002" y="155527"/>
                  <a:pt x="905741" y="157989"/>
                </a:cubicBezTo>
                <a:cubicBezTo>
                  <a:pt x="909480" y="160451"/>
                  <a:pt x="914389" y="161683"/>
                  <a:pt x="920468" y="161683"/>
                </a:cubicBezTo>
                <a:cubicBezTo>
                  <a:pt x="936822" y="161683"/>
                  <a:pt x="944999" y="152085"/>
                  <a:pt x="944999" y="132889"/>
                </a:cubicBezTo>
                <a:lnTo>
                  <a:pt x="944999" y="116982"/>
                </a:lnTo>
                <a:lnTo>
                  <a:pt x="944816" y="116982"/>
                </a:lnTo>
                <a:cubicBezTo>
                  <a:pt x="941716" y="123310"/>
                  <a:pt x="937460" y="128072"/>
                  <a:pt x="932050" y="131267"/>
                </a:cubicBezTo>
                <a:cubicBezTo>
                  <a:pt x="926639" y="134461"/>
                  <a:pt x="920316" y="136058"/>
                  <a:pt x="913082" y="136058"/>
                </a:cubicBezTo>
                <a:cubicBezTo>
                  <a:pt x="900984" y="136058"/>
                  <a:pt x="892093" y="132041"/>
                  <a:pt x="886408" y="124009"/>
                </a:cubicBezTo>
                <a:cubicBezTo>
                  <a:pt x="880724" y="115977"/>
                  <a:pt x="877882" y="103350"/>
                  <a:pt x="877882" y="86130"/>
                </a:cubicBezTo>
                <a:cubicBezTo>
                  <a:pt x="877882" y="68667"/>
                  <a:pt x="880937" y="55783"/>
                  <a:pt x="887047" y="47477"/>
                </a:cubicBezTo>
                <a:cubicBezTo>
                  <a:pt x="893156" y="39171"/>
                  <a:pt x="902443" y="35018"/>
                  <a:pt x="914906" y="35018"/>
                </a:cubicBezTo>
                <a:cubicBezTo>
                  <a:pt x="921897" y="35018"/>
                  <a:pt x="927961" y="36615"/>
                  <a:pt x="933098" y="39811"/>
                </a:cubicBezTo>
                <a:cubicBezTo>
                  <a:pt x="938235" y="43004"/>
                  <a:pt x="942202" y="47553"/>
                  <a:pt x="944999" y="53455"/>
                </a:cubicBezTo>
                <a:lnTo>
                  <a:pt x="945181" y="53455"/>
                </a:lnTo>
                <a:cubicBezTo>
                  <a:pt x="945181" y="51639"/>
                  <a:pt x="945303" y="48492"/>
                  <a:pt x="945546" y="44014"/>
                </a:cubicBezTo>
                <a:cubicBezTo>
                  <a:pt x="945789" y="39534"/>
                  <a:pt x="946032" y="37083"/>
                  <a:pt x="946275" y="36659"/>
                </a:cubicBezTo>
                <a:lnTo>
                  <a:pt x="961869" y="36659"/>
                </a:lnTo>
                <a:cubicBezTo>
                  <a:pt x="961504" y="39944"/>
                  <a:pt x="961322" y="46757"/>
                  <a:pt x="961322" y="57100"/>
                </a:cubicBezTo>
                <a:lnTo>
                  <a:pt x="961322" y="132564"/>
                </a:lnTo>
                <a:cubicBezTo>
                  <a:pt x="961322" y="160305"/>
                  <a:pt x="947552" y="174176"/>
                  <a:pt x="920012" y="174176"/>
                </a:cubicBezTo>
                <a:moveTo>
                  <a:pt x="944999" y="85948"/>
                </a:moveTo>
                <a:cubicBezTo>
                  <a:pt x="944999" y="77914"/>
                  <a:pt x="943905" y="70991"/>
                  <a:pt x="941716" y="65179"/>
                </a:cubicBezTo>
                <a:cubicBezTo>
                  <a:pt x="939527" y="59366"/>
                  <a:pt x="936442" y="54922"/>
                  <a:pt x="932460" y="51848"/>
                </a:cubicBezTo>
                <a:cubicBezTo>
                  <a:pt x="928478" y="48774"/>
                  <a:pt x="923964" y="47237"/>
                  <a:pt x="918918" y="47237"/>
                </a:cubicBezTo>
                <a:cubicBezTo>
                  <a:pt x="910528" y="47237"/>
                  <a:pt x="904419" y="50281"/>
                  <a:pt x="900589" y="56368"/>
                </a:cubicBezTo>
                <a:cubicBezTo>
                  <a:pt x="896758" y="62455"/>
                  <a:pt x="894843" y="72315"/>
                  <a:pt x="894843" y="85948"/>
                </a:cubicBezTo>
                <a:cubicBezTo>
                  <a:pt x="894843" y="99461"/>
                  <a:pt x="896637" y="109170"/>
                  <a:pt x="900224" y="115075"/>
                </a:cubicBezTo>
                <a:cubicBezTo>
                  <a:pt x="903811" y="120978"/>
                  <a:pt x="909951" y="123929"/>
                  <a:pt x="918644" y="123929"/>
                </a:cubicBezTo>
                <a:cubicBezTo>
                  <a:pt x="923812" y="123929"/>
                  <a:pt x="928402" y="122407"/>
                  <a:pt x="932414" y="119364"/>
                </a:cubicBezTo>
                <a:cubicBezTo>
                  <a:pt x="936427" y="116320"/>
                  <a:pt x="939527" y="111954"/>
                  <a:pt x="941716" y="106264"/>
                </a:cubicBezTo>
                <a:cubicBezTo>
                  <a:pt x="943905" y="100572"/>
                  <a:pt x="944999" y="93800"/>
                  <a:pt x="944999" y="85948"/>
                </a:cubicBezTo>
                <a:close/>
                <a:moveTo>
                  <a:pt x="1002512" y="36659"/>
                </a:moveTo>
                <a:lnTo>
                  <a:pt x="1002512" y="99216"/>
                </a:lnTo>
                <a:cubicBezTo>
                  <a:pt x="1002512" y="105721"/>
                  <a:pt x="1003151" y="110767"/>
                  <a:pt x="1004427" y="114354"/>
                </a:cubicBezTo>
                <a:cubicBezTo>
                  <a:pt x="1005704" y="117941"/>
                  <a:pt x="1007741" y="120525"/>
                  <a:pt x="1010537" y="122105"/>
                </a:cubicBezTo>
                <a:cubicBezTo>
                  <a:pt x="1013334" y="123686"/>
                  <a:pt x="1017437" y="124476"/>
                  <a:pt x="1022848" y="124476"/>
                </a:cubicBezTo>
                <a:cubicBezTo>
                  <a:pt x="1030751" y="124476"/>
                  <a:pt x="1036983" y="121771"/>
                  <a:pt x="1041542" y="116360"/>
                </a:cubicBezTo>
                <a:cubicBezTo>
                  <a:pt x="1046102" y="110950"/>
                  <a:pt x="1048382" y="103442"/>
                  <a:pt x="1048382" y="93836"/>
                </a:cubicBezTo>
                <a:lnTo>
                  <a:pt x="1048382" y="36659"/>
                </a:lnTo>
                <a:lnTo>
                  <a:pt x="1064796" y="36659"/>
                </a:lnTo>
                <a:lnTo>
                  <a:pt x="1064796" y="114263"/>
                </a:lnTo>
                <a:cubicBezTo>
                  <a:pt x="1064796" y="125753"/>
                  <a:pt x="1064979" y="132775"/>
                  <a:pt x="1065343" y="135328"/>
                </a:cubicBezTo>
                <a:lnTo>
                  <a:pt x="1049841" y="135328"/>
                </a:lnTo>
                <a:cubicBezTo>
                  <a:pt x="1049780" y="135024"/>
                  <a:pt x="1049719" y="134203"/>
                  <a:pt x="1049658" y="132866"/>
                </a:cubicBezTo>
                <a:cubicBezTo>
                  <a:pt x="1049598" y="131529"/>
                  <a:pt x="1049522" y="129993"/>
                  <a:pt x="1049430" y="128261"/>
                </a:cubicBezTo>
                <a:cubicBezTo>
                  <a:pt x="1049339" y="126528"/>
                  <a:pt x="1049233" y="123261"/>
                  <a:pt x="1049111" y="118458"/>
                </a:cubicBezTo>
                <a:lnTo>
                  <a:pt x="1048838" y="118458"/>
                </a:lnTo>
                <a:cubicBezTo>
                  <a:pt x="1045068" y="125267"/>
                  <a:pt x="1040706" y="130085"/>
                  <a:pt x="1035752" y="132912"/>
                </a:cubicBezTo>
                <a:cubicBezTo>
                  <a:pt x="1030797" y="135739"/>
                  <a:pt x="1024642" y="137152"/>
                  <a:pt x="1017285" y="137152"/>
                </a:cubicBezTo>
                <a:cubicBezTo>
                  <a:pt x="1006464" y="137152"/>
                  <a:pt x="998546" y="134462"/>
                  <a:pt x="993530" y="129082"/>
                </a:cubicBezTo>
                <a:cubicBezTo>
                  <a:pt x="988515" y="123701"/>
                  <a:pt x="986007" y="114810"/>
                  <a:pt x="986007" y="102408"/>
                </a:cubicBezTo>
                <a:lnTo>
                  <a:pt x="986007" y="36659"/>
                </a:lnTo>
                <a:lnTo>
                  <a:pt x="1002512" y="36659"/>
                </a:lnTo>
                <a:close/>
                <a:moveTo>
                  <a:pt x="1102886" y="89368"/>
                </a:moveTo>
                <a:cubicBezTo>
                  <a:pt x="1102886" y="100704"/>
                  <a:pt x="1105226" y="109451"/>
                  <a:pt x="1109907" y="115608"/>
                </a:cubicBezTo>
                <a:cubicBezTo>
                  <a:pt x="1114589" y="121763"/>
                  <a:pt x="1121428" y="124841"/>
                  <a:pt x="1130425" y="124841"/>
                </a:cubicBezTo>
                <a:cubicBezTo>
                  <a:pt x="1137538" y="124841"/>
                  <a:pt x="1143238" y="123404"/>
                  <a:pt x="1147524" y="120530"/>
                </a:cubicBezTo>
                <a:cubicBezTo>
                  <a:pt x="1151810" y="117655"/>
                  <a:pt x="1154713" y="114016"/>
                  <a:pt x="1156233" y="109612"/>
                </a:cubicBezTo>
                <a:lnTo>
                  <a:pt x="1170641" y="113730"/>
                </a:lnTo>
                <a:cubicBezTo>
                  <a:pt x="1164744" y="129345"/>
                  <a:pt x="1151339" y="137152"/>
                  <a:pt x="1130425" y="137152"/>
                </a:cubicBezTo>
                <a:cubicBezTo>
                  <a:pt x="1115835" y="137152"/>
                  <a:pt x="1104725" y="132805"/>
                  <a:pt x="1097095" y="124112"/>
                </a:cubicBezTo>
                <a:cubicBezTo>
                  <a:pt x="1089465" y="115418"/>
                  <a:pt x="1085650" y="102499"/>
                  <a:pt x="1085650" y="85355"/>
                </a:cubicBezTo>
                <a:cubicBezTo>
                  <a:pt x="1085650" y="69062"/>
                  <a:pt x="1089465" y="56569"/>
                  <a:pt x="1097095" y="47876"/>
                </a:cubicBezTo>
                <a:cubicBezTo>
                  <a:pt x="1104725" y="39182"/>
                  <a:pt x="1115622" y="34835"/>
                  <a:pt x="1129787" y="34835"/>
                </a:cubicBezTo>
                <a:cubicBezTo>
                  <a:pt x="1158786" y="34835"/>
                  <a:pt x="1173285" y="52284"/>
                  <a:pt x="1173285" y="87182"/>
                </a:cubicBezTo>
                <a:lnTo>
                  <a:pt x="1173285" y="89368"/>
                </a:lnTo>
                <a:lnTo>
                  <a:pt x="1102886" y="89368"/>
                </a:lnTo>
                <a:moveTo>
                  <a:pt x="1156324" y="76783"/>
                </a:moveTo>
                <a:cubicBezTo>
                  <a:pt x="1155412" y="66420"/>
                  <a:pt x="1152767" y="58859"/>
                  <a:pt x="1148390" y="54102"/>
                </a:cubicBezTo>
                <a:cubicBezTo>
                  <a:pt x="1144013" y="49343"/>
                  <a:pt x="1137721" y="46964"/>
                  <a:pt x="1129514" y="46964"/>
                </a:cubicBezTo>
                <a:cubicBezTo>
                  <a:pt x="1121549" y="46964"/>
                  <a:pt x="1115242" y="49616"/>
                  <a:pt x="1110591" y="54920"/>
                </a:cubicBezTo>
                <a:cubicBezTo>
                  <a:pt x="1105941" y="60222"/>
                  <a:pt x="1103433" y="67510"/>
                  <a:pt x="1103068" y="76783"/>
                </a:cubicBezTo>
                <a:lnTo>
                  <a:pt x="1156324" y="76783"/>
                </a:lnTo>
                <a:close/>
                <a:moveTo>
                  <a:pt x="1268187" y="108036"/>
                </a:moveTo>
                <a:cubicBezTo>
                  <a:pt x="1268187" y="117345"/>
                  <a:pt x="1264676" y="124526"/>
                  <a:pt x="1257655" y="129577"/>
                </a:cubicBezTo>
                <a:cubicBezTo>
                  <a:pt x="1250633" y="134627"/>
                  <a:pt x="1240800" y="137152"/>
                  <a:pt x="1228154" y="137152"/>
                </a:cubicBezTo>
                <a:cubicBezTo>
                  <a:pt x="1215874" y="137152"/>
                  <a:pt x="1206405" y="135131"/>
                  <a:pt x="1199748" y="131088"/>
                </a:cubicBezTo>
                <a:cubicBezTo>
                  <a:pt x="1193091" y="127045"/>
                  <a:pt x="1188760" y="120738"/>
                  <a:pt x="1186753" y="112166"/>
                </a:cubicBezTo>
                <a:lnTo>
                  <a:pt x="1201253" y="109339"/>
                </a:lnTo>
                <a:cubicBezTo>
                  <a:pt x="1202651" y="114628"/>
                  <a:pt x="1205539" y="118503"/>
                  <a:pt x="1209916" y="120966"/>
                </a:cubicBezTo>
                <a:cubicBezTo>
                  <a:pt x="1214293" y="123428"/>
                  <a:pt x="1220373" y="124659"/>
                  <a:pt x="1228154" y="124659"/>
                </a:cubicBezTo>
                <a:cubicBezTo>
                  <a:pt x="1236483" y="124659"/>
                  <a:pt x="1242578" y="123380"/>
                  <a:pt x="1246438" y="120823"/>
                </a:cubicBezTo>
                <a:cubicBezTo>
                  <a:pt x="1250299" y="118264"/>
                  <a:pt x="1252229" y="114427"/>
                  <a:pt x="1252229" y="109313"/>
                </a:cubicBezTo>
                <a:cubicBezTo>
                  <a:pt x="1252229" y="105418"/>
                  <a:pt x="1250891" y="102254"/>
                  <a:pt x="1248216" y="99820"/>
                </a:cubicBezTo>
                <a:cubicBezTo>
                  <a:pt x="1245541" y="97387"/>
                  <a:pt x="1241225" y="95379"/>
                  <a:pt x="1235267" y="93796"/>
                </a:cubicBezTo>
                <a:lnTo>
                  <a:pt x="1223504" y="90693"/>
                </a:lnTo>
                <a:cubicBezTo>
                  <a:pt x="1214080" y="88259"/>
                  <a:pt x="1207378" y="85871"/>
                  <a:pt x="1203396" y="83529"/>
                </a:cubicBezTo>
                <a:cubicBezTo>
                  <a:pt x="1199414" y="81186"/>
                  <a:pt x="1196298" y="78342"/>
                  <a:pt x="1194049" y="74996"/>
                </a:cubicBezTo>
                <a:cubicBezTo>
                  <a:pt x="1191799" y="71649"/>
                  <a:pt x="1190675" y="67542"/>
                  <a:pt x="1190675" y="62674"/>
                </a:cubicBezTo>
                <a:cubicBezTo>
                  <a:pt x="1190675" y="53667"/>
                  <a:pt x="1193881" y="46806"/>
                  <a:pt x="1200295" y="42091"/>
                </a:cubicBezTo>
                <a:cubicBezTo>
                  <a:pt x="1206709" y="37375"/>
                  <a:pt x="1216056" y="35018"/>
                  <a:pt x="1228337" y="35018"/>
                </a:cubicBezTo>
                <a:cubicBezTo>
                  <a:pt x="1239219" y="35018"/>
                  <a:pt x="1247867" y="36933"/>
                  <a:pt x="1254281" y="40763"/>
                </a:cubicBezTo>
                <a:cubicBezTo>
                  <a:pt x="1260694" y="44593"/>
                  <a:pt x="1264752" y="50733"/>
                  <a:pt x="1266455" y="59183"/>
                </a:cubicBezTo>
                <a:lnTo>
                  <a:pt x="1251682" y="61007"/>
                </a:lnTo>
                <a:cubicBezTo>
                  <a:pt x="1250770" y="56630"/>
                  <a:pt x="1248323" y="53271"/>
                  <a:pt x="1244341" y="50930"/>
                </a:cubicBezTo>
                <a:cubicBezTo>
                  <a:pt x="1240359" y="48590"/>
                  <a:pt x="1235024" y="47420"/>
                  <a:pt x="1228337" y="47420"/>
                </a:cubicBezTo>
                <a:cubicBezTo>
                  <a:pt x="1220920" y="47420"/>
                  <a:pt x="1215448" y="48546"/>
                  <a:pt x="1211922" y="50799"/>
                </a:cubicBezTo>
                <a:cubicBezTo>
                  <a:pt x="1208396" y="53053"/>
                  <a:pt x="1206633" y="56463"/>
                  <a:pt x="1206633" y="61030"/>
                </a:cubicBezTo>
                <a:cubicBezTo>
                  <a:pt x="1206633" y="63828"/>
                  <a:pt x="1207363" y="66140"/>
                  <a:pt x="1208822" y="67966"/>
                </a:cubicBezTo>
                <a:cubicBezTo>
                  <a:pt x="1210281" y="69792"/>
                  <a:pt x="1212439" y="71344"/>
                  <a:pt x="1215296" y="72623"/>
                </a:cubicBezTo>
                <a:cubicBezTo>
                  <a:pt x="1218154" y="73899"/>
                  <a:pt x="1224172" y="75663"/>
                  <a:pt x="1233352" y="77915"/>
                </a:cubicBezTo>
                <a:cubicBezTo>
                  <a:pt x="1242046" y="80105"/>
                  <a:pt x="1248308" y="82128"/>
                  <a:pt x="1252138" y="83985"/>
                </a:cubicBezTo>
                <a:cubicBezTo>
                  <a:pt x="1255968" y="85841"/>
                  <a:pt x="1258992" y="87894"/>
                  <a:pt x="1261211" y="90146"/>
                </a:cubicBezTo>
                <a:cubicBezTo>
                  <a:pt x="1263430" y="92397"/>
                  <a:pt x="1265148" y="94999"/>
                  <a:pt x="1266364" y="97951"/>
                </a:cubicBezTo>
                <a:cubicBezTo>
                  <a:pt x="1267579" y="100901"/>
                  <a:pt x="1268187" y="104263"/>
                  <a:pt x="1268187" y="108036"/>
                </a:cubicBezTo>
                <a:close/>
                <a:moveTo>
                  <a:pt x="1325456" y="134599"/>
                </a:moveTo>
                <a:cubicBezTo>
                  <a:pt x="1320045" y="136058"/>
                  <a:pt x="1314513" y="136787"/>
                  <a:pt x="1308859" y="136787"/>
                </a:cubicBezTo>
                <a:cubicBezTo>
                  <a:pt x="1295727" y="136787"/>
                  <a:pt x="1289161" y="129340"/>
                  <a:pt x="1289161" y="114445"/>
                </a:cubicBezTo>
                <a:lnTo>
                  <a:pt x="1289161" y="48605"/>
                </a:lnTo>
                <a:lnTo>
                  <a:pt x="1277762" y="48605"/>
                </a:lnTo>
                <a:lnTo>
                  <a:pt x="1277762" y="36659"/>
                </a:lnTo>
                <a:lnTo>
                  <a:pt x="1289800" y="36659"/>
                </a:lnTo>
                <a:lnTo>
                  <a:pt x="1294633" y="14591"/>
                </a:lnTo>
                <a:lnTo>
                  <a:pt x="1305576" y="14591"/>
                </a:lnTo>
                <a:lnTo>
                  <a:pt x="1305576" y="36659"/>
                </a:lnTo>
                <a:lnTo>
                  <a:pt x="1323814" y="36659"/>
                </a:lnTo>
                <a:lnTo>
                  <a:pt x="1323814" y="48605"/>
                </a:lnTo>
                <a:lnTo>
                  <a:pt x="1305576" y="48605"/>
                </a:lnTo>
                <a:lnTo>
                  <a:pt x="1305576" y="110889"/>
                </a:lnTo>
                <a:cubicBezTo>
                  <a:pt x="1305576" y="115631"/>
                  <a:pt x="1306351" y="118959"/>
                  <a:pt x="1307901" y="120874"/>
                </a:cubicBezTo>
                <a:cubicBezTo>
                  <a:pt x="1309451" y="122789"/>
                  <a:pt x="1312142" y="123747"/>
                  <a:pt x="1315972" y="123747"/>
                </a:cubicBezTo>
                <a:cubicBezTo>
                  <a:pt x="1318160" y="123747"/>
                  <a:pt x="1321321" y="123321"/>
                  <a:pt x="1325456" y="122470"/>
                </a:cubicBezTo>
                <a:lnTo>
                  <a:pt x="1325456" y="134599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4F78E-6C42-4854-ABCB-8C8A263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770129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9CF7B-3FB7-4056-B9EF-F4924E5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770129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66666"/>
            </a:solidFill>
            <a:miter/>
          </a:ln>
        </p:spPr>
      </p:sp>
      <p:sp>
        <p:nvSpPr>
          <p:cNvPr id="68" name="Text macrotable:main">
            <a:extLst xmlns:a="http://schemas.openxmlformats.org/drawingml/2006/main">
              <a:ext uri="{FF2B5EF4-FFF2-40B4-BE49-F238E27FC236}">
                <a16:creationId xmlns:a16="http://schemas.microsoft.com/office/drawing/2014/main" id="{AEBF3FC6-BDBB-4E1F-88BC-04A16E1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72" y="1844906"/>
            <a:ext cx="1459681" cy="137152"/>
          </a:xfrm>
          <a:custGeom xmlns:a="http://schemas.openxmlformats.org/drawingml/2006/main">
            <a:pathLst>
              <a:path w="1459681" h="137152">
                <a:moveTo>
                  <a:pt x="57633" y="135328"/>
                </a:moveTo>
                <a:lnTo>
                  <a:pt x="57633" y="72771"/>
                </a:lnTo>
                <a:cubicBezTo>
                  <a:pt x="57633" y="63226"/>
                  <a:pt x="56326" y="56630"/>
                  <a:pt x="53712" y="52982"/>
                </a:cubicBezTo>
                <a:cubicBezTo>
                  <a:pt x="51098" y="49335"/>
                  <a:pt x="46386" y="47511"/>
                  <a:pt x="39577" y="47511"/>
                </a:cubicBezTo>
                <a:cubicBezTo>
                  <a:pt x="32586" y="47511"/>
                  <a:pt x="27053" y="50186"/>
                  <a:pt x="22980" y="55536"/>
                </a:cubicBezTo>
                <a:cubicBezTo>
                  <a:pt x="18907" y="60886"/>
                  <a:pt x="16870" y="68424"/>
                  <a:pt x="16870" y="78151"/>
                </a:cubicBezTo>
                <a:lnTo>
                  <a:pt x="16870" y="135328"/>
                </a:lnTo>
                <a:lnTo>
                  <a:pt x="547" y="135328"/>
                </a:lnTo>
                <a:lnTo>
                  <a:pt x="547" y="57724"/>
                </a:lnTo>
                <a:cubicBezTo>
                  <a:pt x="547" y="46234"/>
                  <a:pt x="365" y="39212"/>
                  <a:pt x="0" y="36659"/>
                </a:cubicBezTo>
                <a:lnTo>
                  <a:pt x="15503" y="36659"/>
                </a:lnTo>
                <a:cubicBezTo>
                  <a:pt x="15563" y="36963"/>
                  <a:pt x="15624" y="37784"/>
                  <a:pt x="15685" y="39121"/>
                </a:cubicBezTo>
                <a:cubicBezTo>
                  <a:pt x="15746" y="40459"/>
                  <a:pt x="15822" y="41994"/>
                  <a:pt x="15913" y="43726"/>
                </a:cubicBezTo>
                <a:cubicBezTo>
                  <a:pt x="16004" y="45459"/>
                  <a:pt x="16110" y="48727"/>
                  <a:pt x="16232" y="53529"/>
                </a:cubicBezTo>
                <a:lnTo>
                  <a:pt x="16506" y="53529"/>
                </a:lnTo>
                <a:cubicBezTo>
                  <a:pt x="20032" y="46538"/>
                  <a:pt x="24075" y="41675"/>
                  <a:pt x="28634" y="38939"/>
                </a:cubicBezTo>
                <a:cubicBezTo>
                  <a:pt x="33194" y="36203"/>
                  <a:pt x="38756" y="34835"/>
                  <a:pt x="45322" y="34835"/>
                </a:cubicBezTo>
                <a:cubicBezTo>
                  <a:pt x="52800" y="34835"/>
                  <a:pt x="58712" y="36325"/>
                  <a:pt x="63059" y="39304"/>
                </a:cubicBezTo>
                <a:cubicBezTo>
                  <a:pt x="67406" y="42282"/>
                  <a:pt x="70430" y="47024"/>
                  <a:pt x="72132" y="53529"/>
                </a:cubicBezTo>
                <a:lnTo>
                  <a:pt x="72406" y="53529"/>
                </a:lnTo>
                <a:cubicBezTo>
                  <a:pt x="75811" y="46903"/>
                  <a:pt x="79929" y="42130"/>
                  <a:pt x="84763" y="39212"/>
                </a:cubicBezTo>
                <a:cubicBezTo>
                  <a:pt x="89596" y="36294"/>
                  <a:pt x="95447" y="34835"/>
                  <a:pt x="102317" y="34835"/>
                </a:cubicBezTo>
                <a:cubicBezTo>
                  <a:pt x="112287" y="34835"/>
                  <a:pt x="119537" y="37540"/>
                  <a:pt x="124066" y="42951"/>
                </a:cubicBezTo>
                <a:cubicBezTo>
                  <a:pt x="128595" y="48362"/>
                  <a:pt x="130860" y="57238"/>
                  <a:pt x="130860" y="69579"/>
                </a:cubicBezTo>
                <a:lnTo>
                  <a:pt x="130860" y="135328"/>
                </a:lnTo>
                <a:lnTo>
                  <a:pt x="114628" y="135328"/>
                </a:lnTo>
                <a:lnTo>
                  <a:pt x="114628" y="72771"/>
                </a:lnTo>
                <a:cubicBezTo>
                  <a:pt x="114628" y="63226"/>
                  <a:pt x="113321" y="56630"/>
                  <a:pt x="110706" y="52982"/>
                </a:cubicBezTo>
                <a:cubicBezTo>
                  <a:pt x="108092" y="49335"/>
                  <a:pt x="103381" y="47511"/>
                  <a:pt x="96572" y="47511"/>
                </a:cubicBezTo>
                <a:cubicBezTo>
                  <a:pt x="89398" y="47511"/>
                  <a:pt x="83820" y="50171"/>
                  <a:pt x="79838" y="55490"/>
                </a:cubicBezTo>
                <a:cubicBezTo>
                  <a:pt x="75856" y="60810"/>
                  <a:pt x="73865" y="68363"/>
                  <a:pt x="73865" y="78151"/>
                </a:cubicBezTo>
                <a:lnTo>
                  <a:pt x="73865" y="135328"/>
                </a:lnTo>
                <a:lnTo>
                  <a:pt x="57633" y="135328"/>
                </a:lnTo>
                <a:close/>
                <a:moveTo>
                  <a:pt x="180922" y="137152"/>
                </a:moveTo>
                <a:cubicBezTo>
                  <a:pt x="171013" y="137152"/>
                  <a:pt x="163566" y="134538"/>
                  <a:pt x="158581" y="129310"/>
                </a:cubicBezTo>
                <a:cubicBezTo>
                  <a:pt x="153595" y="124081"/>
                  <a:pt x="151103" y="116908"/>
                  <a:pt x="151103" y="107788"/>
                </a:cubicBezTo>
                <a:cubicBezTo>
                  <a:pt x="151103" y="97575"/>
                  <a:pt x="154462" y="89732"/>
                  <a:pt x="161179" y="84261"/>
                </a:cubicBezTo>
                <a:cubicBezTo>
                  <a:pt x="167897" y="78789"/>
                  <a:pt x="178734" y="75871"/>
                  <a:pt x="193689" y="75507"/>
                </a:cubicBezTo>
                <a:lnTo>
                  <a:pt x="215849" y="75142"/>
                </a:lnTo>
                <a:lnTo>
                  <a:pt x="215849" y="69761"/>
                </a:lnTo>
                <a:cubicBezTo>
                  <a:pt x="215849" y="61737"/>
                  <a:pt x="214147" y="55992"/>
                  <a:pt x="210742" y="52526"/>
                </a:cubicBezTo>
                <a:cubicBezTo>
                  <a:pt x="207338" y="49061"/>
                  <a:pt x="201988" y="47328"/>
                  <a:pt x="194692" y="47328"/>
                </a:cubicBezTo>
                <a:cubicBezTo>
                  <a:pt x="187336" y="47328"/>
                  <a:pt x="181986" y="48568"/>
                  <a:pt x="178643" y="51047"/>
                </a:cubicBezTo>
                <a:cubicBezTo>
                  <a:pt x="175299" y="53525"/>
                  <a:pt x="173293" y="57483"/>
                  <a:pt x="172624" y="62922"/>
                </a:cubicBezTo>
                <a:lnTo>
                  <a:pt x="155480" y="61378"/>
                </a:lnTo>
                <a:cubicBezTo>
                  <a:pt x="158277" y="43683"/>
                  <a:pt x="171469" y="34835"/>
                  <a:pt x="195057" y="34835"/>
                </a:cubicBezTo>
                <a:cubicBezTo>
                  <a:pt x="207459" y="34835"/>
                  <a:pt x="216791" y="37677"/>
                  <a:pt x="223053" y="43362"/>
                </a:cubicBezTo>
                <a:cubicBezTo>
                  <a:pt x="229315" y="49046"/>
                  <a:pt x="232446" y="57268"/>
                  <a:pt x="232446" y="68029"/>
                </a:cubicBezTo>
                <a:lnTo>
                  <a:pt x="232446" y="110524"/>
                </a:lnTo>
                <a:cubicBezTo>
                  <a:pt x="232446" y="115388"/>
                  <a:pt x="233084" y="119051"/>
                  <a:pt x="234361" y="121513"/>
                </a:cubicBezTo>
                <a:cubicBezTo>
                  <a:pt x="235637" y="123975"/>
                  <a:pt x="238069" y="125206"/>
                  <a:pt x="241656" y="125206"/>
                </a:cubicBezTo>
                <a:cubicBezTo>
                  <a:pt x="243237" y="125206"/>
                  <a:pt x="245030" y="124993"/>
                  <a:pt x="247036" y="124568"/>
                </a:cubicBezTo>
                <a:lnTo>
                  <a:pt x="247036" y="134781"/>
                </a:lnTo>
                <a:cubicBezTo>
                  <a:pt x="242902" y="135754"/>
                  <a:pt x="238677" y="136240"/>
                  <a:pt x="234361" y="136240"/>
                </a:cubicBezTo>
                <a:cubicBezTo>
                  <a:pt x="228281" y="136240"/>
                  <a:pt x="223858" y="134644"/>
                  <a:pt x="221092" y="131453"/>
                </a:cubicBezTo>
                <a:cubicBezTo>
                  <a:pt x="218326" y="128261"/>
                  <a:pt x="216761" y="123261"/>
                  <a:pt x="216396" y="116452"/>
                </a:cubicBezTo>
                <a:lnTo>
                  <a:pt x="215849" y="116452"/>
                </a:lnTo>
                <a:cubicBezTo>
                  <a:pt x="211654" y="123990"/>
                  <a:pt x="206775" y="129325"/>
                  <a:pt x="201213" y="132456"/>
                </a:cubicBezTo>
                <a:cubicBezTo>
                  <a:pt x="195650" y="135587"/>
                  <a:pt x="188887" y="137152"/>
                  <a:pt x="180922" y="137152"/>
                </a:cubicBezTo>
                <a:moveTo>
                  <a:pt x="184661" y="124841"/>
                </a:moveTo>
                <a:cubicBezTo>
                  <a:pt x="190680" y="124841"/>
                  <a:pt x="196030" y="123473"/>
                  <a:pt x="200711" y="120738"/>
                </a:cubicBezTo>
                <a:cubicBezTo>
                  <a:pt x="205392" y="118002"/>
                  <a:pt x="209085" y="114248"/>
                  <a:pt x="211791" y="109475"/>
                </a:cubicBezTo>
                <a:cubicBezTo>
                  <a:pt x="214496" y="104703"/>
                  <a:pt x="215849" y="99794"/>
                  <a:pt x="215849" y="94748"/>
                </a:cubicBezTo>
                <a:lnTo>
                  <a:pt x="215849" y="86632"/>
                </a:lnTo>
                <a:lnTo>
                  <a:pt x="197884" y="86997"/>
                </a:lnTo>
                <a:cubicBezTo>
                  <a:pt x="190163" y="87118"/>
                  <a:pt x="184312" y="87909"/>
                  <a:pt x="180330" y="89368"/>
                </a:cubicBezTo>
                <a:cubicBezTo>
                  <a:pt x="176348" y="90827"/>
                  <a:pt x="173293" y="93076"/>
                  <a:pt x="171165" y="96116"/>
                </a:cubicBezTo>
                <a:cubicBezTo>
                  <a:pt x="169037" y="99156"/>
                  <a:pt x="167973" y="103138"/>
                  <a:pt x="167973" y="108062"/>
                </a:cubicBezTo>
                <a:cubicBezTo>
                  <a:pt x="167973" y="113412"/>
                  <a:pt x="169417" y="117546"/>
                  <a:pt x="172305" y="120464"/>
                </a:cubicBezTo>
                <a:cubicBezTo>
                  <a:pt x="175193" y="123382"/>
                  <a:pt x="179311" y="124841"/>
                  <a:pt x="184661" y="124841"/>
                </a:cubicBezTo>
                <a:close/>
                <a:moveTo>
                  <a:pt x="272085" y="85538"/>
                </a:moveTo>
                <a:cubicBezTo>
                  <a:pt x="272085" y="98669"/>
                  <a:pt x="274152" y="108396"/>
                  <a:pt x="278286" y="114719"/>
                </a:cubicBezTo>
                <a:cubicBezTo>
                  <a:pt x="282420" y="121042"/>
                  <a:pt x="288652" y="124203"/>
                  <a:pt x="296981" y="124203"/>
                </a:cubicBezTo>
                <a:cubicBezTo>
                  <a:pt x="302817" y="124203"/>
                  <a:pt x="307696" y="122622"/>
                  <a:pt x="311617" y="119461"/>
                </a:cubicBezTo>
                <a:cubicBezTo>
                  <a:pt x="315538" y="116300"/>
                  <a:pt x="317955" y="111436"/>
                  <a:pt x="318867" y="104870"/>
                </a:cubicBezTo>
                <a:lnTo>
                  <a:pt x="335464" y="105965"/>
                </a:lnTo>
                <a:cubicBezTo>
                  <a:pt x="334187" y="115448"/>
                  <a:pt x="330144" y="123017"/>
                  <a:pt x="323335" y="128671"/>
                </a:cubicBezTo>
                <a:cubicBezTo>
                  <a:pt x="316526" y="134325"/>
                  <a:pt x="307893" y="137152"/>
                  <a:pt x="297437" y="137152"/>
                </a:cubicBezTo>
                <a:cubicBezTo>
                  <a:pt x="283636" y="137152"/>
                  <a:pt x="273104" y="132790"/>
                  <a:pt x="265839" y="124066"/>
                </a:cubicBezTo>
                <a:cubicBezTo>
                  <a:pt x="258574" y="115342"/>
                  <a:pt x="254941" y="102621"/>
                  <a:pt x="254941" y="85902"/>
                </a:cubicBezTo>
                <a:cubicBezTo>
                  <a:pt x="254941" y="69306"/>
                  <a:pt x="258589" y="56645"/>
                  <a:pt x="265884" y="47921"/>
                </a:cubicBezTo>
                <a:cubicBezTo>
                  <a:pt x="273180" y="39197"/>
                  <a:pt x="283636" y="34835"/>
                  <a:pt x="297254" y="34835"/>
                </a:cubicBezTo>
                <a:cubicBezTo>
                  <a:pt x="307346" y="34835"/>
                  <a:pt x="315721" y="37442"/>
                  <a:pt x="322378" y="42655"/>
                </a:cubicBezTo>
                <a:cubicBezTo>
                  <a:pt x="329035" y="47868"/>
                  <a:pt x="333214" y="55050"/>
                  <a:pt x="334916" y="64202"/>
                </a:cubicBezTo>
                <a:lnTo>
                  <a:pt x="318046" y="65475"/>
                </a:lnTo>
                <a:cubicBezTo>
                  <a:pt x="317195" y="60033"/>
                  <a:pt x="315037" y="55709"/>
                  <a:pt x="311571" y="52504"/>
                </a:cubicBezTo>
                <a:cubicBezTo>
                  <a:pt x="308106" y="49297"/>
                  <a:pt x="303182" y="47693"/>
                  <a:pt x="296798" y="47693"/>
                </a:cubicBezTo>
                <a:cubicBezTo>
                  <a:pt x="288105" y="47693"/>
                  <a:pt x="281813" y="50581"/>
                  <a:pt x="277922" y="56356"/>
                </a:cubicBezTo>
                <a:cubicBezTo>
                  <a:pt x="274031" y="62132"/>
                  <a:pt x="272085" y="71859"/>
                  <a:pt x="272085" y="85538"/>
                </a:cubicBezTo>
                <a:close/>
                <a:moveTo>
                  <a:pt x="353337" y="135328"/>
                </a:moveTo>
                <a:lnTo>
                  <a:pt x="353337" y="59639"/>
                </a:lnTo>
                <a:cubicBezTo>
                  <a:pt x="353337" y="52709"/>
                  <a:pt x="353155" y="45049"/>
                  <a:pt x="352790" y="36659"/>
                </a:cubicBezTo>
                <a:lnTo>
                  <a:pt x="368292" y="36659"/>
                </a:lnTo>
                <a:cubicBezTo>
                  <a:pt x="368779" y="47845"/>
                  <a:pt x="369022" y="54563"/>
                  <a:pt x="369022" y="56812"/>
                </a:cubicBezTo>
                <a:lnTo>
                  <a:pt x="369387" y="56812"/>
                </a:lnTo>
                <a:cubicBezTo>
                  <a:pt x="372001" y="48362"/>
                  <a:pt x="375010" y="42586"/>
                  <a:pt x="378415" y="39486"/>
                </a:cubicBezTo>
                <a:cubicBezTo>
                  <a:pt x="381819" y="36385"/>
                  <a:pt x="386622" y="34835"/>
                  <a:pt x="392823" y="34835"/>
                </a:cubicBezTo>
                <a:cubicBezTo>
                  <a:pt x="395012" y="34835"/>
                  <a:pt x="397231" y="35139"/>
                  <a:pt x="399480" y="35747"/>
                </a:cubicBezTo>
                <a:lnTo>
                  <a:pt x="399480" y="50794"/>
                </a:lnTo>
                <a:cubicBezTo>
                  <a:pt x="397291" y="50186"/>
                  <a:pt x="394373" y="49882"/>
                  <a:pt x="390726" y="49882"/>
                </a:cubicBezTo>
                <a:cubicBezTo>
                  <a:pt x="383917" y="49882"/>
                  <a:pt x="378719" y="52815"/>
                  <a:pt x="375132" y="58682"/>
                </a:cubicBezTo>
                <a:cubicBezTo>
                  <a:pt x="371545" y="64548"/>
                  <a:pt x="369751" y="72953"/>
                  <a:pt x="369751" y="83896"/>
                </a:cubicBezTo>
                <a:lnTo>
                  <a:pt x="369751" y="135328"/>
                </a:lnTo>
                <a:lnTo>
                  <a:pt x="353337" y="135328"/>
                </a:lnTo>
                <a:close/>
                <a:moveTo>
                  <a:pt x="498604" y="85902"/>
                </a:moveTo>
                <a:cubicBezTo>
                  <a:pt x="498604" y="103168"/>
                  <a:pt x="494804" y="116026"/>
                  <a:pt x="487205" y="124476"/>
                </a:cubicBezTo>
                <a:cubicBezTo>
                  <a:pt x="479605" y="132927"/>
                  <a:pt x="468571" y="137152"/>
                  <a:pt x="454102" y="137152"/>
                </a:cubicBezTo>
                <a:cubicBezTo>
                  <a:pt x="439694" y="137152"/>
                  <a:pt x="428812" y="132760"/>
                  <a:pt x="421456" y="123975"/>
                </a:cubicBezTo>
                <a:cubicBezTo>
                  <a:pt x="414100" y="115190"/>
                  <a:pt x="410421" y="102499"/>
                  <a:pt x="410421" y="85902"/>
                </a:cubicBezTo>
                <a:cubicBezTo>
                  <a:pt x="410421" y="51858"/>
                  <a:pt x="425164" y="34835"/>
                  <a:pt x="454649" y="34835"/>
                </a:cubicBezTo>
                <a:cubicBezTo>
                  <a:pt x="469726" y="34835"/>
                  <a:pt x="480821" y="38984"/>
                  <a:pt x="487934" y="47283"/>
                </a:cubicBezTo>
                <a:cubicBezTo>
                  <a:pt x="495047" y="55581"/>
                  <a:pt x="498604" y="68454"/>
                  <a:pt x="498604" y="85902"/>
                </a:cubicBezTo>
                <a:moveTo>
                  <a:pt x="481368" y="85902"/>
                </a:moveTo>
                <a:cubicBezTo>
                  <a:pt x="481368" y="72284"/>
                  <a:pt x="479347" y="62390"/>
                  <a:pt x="475304" y="56220"/>
                </a:cubicBezTo>
                <a:cubicBezTo>
                  <a:pt x="471261" y="50049"/>
                  <a:pt x="464468" y="46964"/>
                  <a:pt x="454923" y="46964"/>
                </a:cubicBezTo>
                <a:cubicBezTo>
                  <a:pt x="445317" y="46964"/>
                  <a:pt x="438372" y="50110"/>
                  <a:pt x="434086" y="56402"/>
                </a:cubicBezTo>
                <a:cubicBezTo>
                  <a:pt x="429800" y="62694"/>
                  <a:pt x="427657" y="72528"/>
                  <a:pt x="427657" y="85902"/>
                </a:cubicBezTo>
                <a:cubicBezTo>
                  <a:pt x="427657" y="98912"/>
                  <a:pt x="429769" y="108685"/>
                  <a:pt x="433994" y="115220"/>
                </a:cubicBezTo>
                <a:cubicBezTo>
                  <a:pt x="438220" y="121756"/>
                  <a:pt x="444861" y="125024"/>
                  <a:pt x="453920" y="125024"/>
                </a:cubicBezTo>
                <a:cubicBezTo>
                  <a:pt x="463769" y="125024"/>
                  <a:pt x="470805" y="121862"/>
                  <a:pt x="475031" y="115540"/>
                </a:cubicBezTo>
                <a:cubicBezTo>
                  <a:pt x="479256" y="109217"/>
                  <a:pt x="481368" y="99338"/>
                  <a:pt x="481368" y="85902"/>
                </a:cubicBezTo>
                <a:close/>
                <a:moveTo>
                  <a:pt x="608857" y="134599"/>
                </a:moveTo>
                <a:cubicBezTo>
                  <a:pt x="603446" y="136058"/>
                  <a:pt x="597914" y="136787"/>
                  <a:pt x="592260" y="136787"/>
                </a:cubicBezTo>
                <a:cubicBezTo>
                  <a:pt x="579129" y="136787"/>
                  <a:pt x="572563" y="129340"/>
                  <a:pt x="572563" y="114445"/>
                </a:cubicBezTo>
                <a:lnTo>
                  <a:pt x="572563" y="48605"/>
                </a:lnTo>
                <a:lnTo>
                  <a:pt x="561164" y="48605"/>
                </a:lnTo>
                <a:lnTo>
                  <a:pt x="561164" y="36659"/>
                </a:lnTo>
                <a:lnTo>
                  <a:pt x="573201" y="36659"/>
                </a:lnTo>
                <a:lnTo>
                  <a:pt x="578034" y="14591"/>
                </a:lnTo>
                <a:lnTo>
                  <a:pt x="588977" y="14591"/>
                </a:lnTo>
                <a:lnTo>
                  <a:pt x="588977" y="36659"/>
                </a:lnTo>
                <a:lnTo>
                  <a:pt x="607216" y="36659"/>
                </a:lnTo>
                <a:lnTo>
                  <a:pt x="607216" y="48605"/>
                </a:lnTo>
                <a:lnTo>
                  <a:pt x="588977" y="48605"/>
                </a:lnTo>
                <a:lnTo>
                  <a:pt x="588977" y="110889"/>
                </a:lnTo>
                <a:cubicBezTo>
                  <a:pt x="588977" y="115631"/>
                  <a:pt x="589752" y="118959"/>
                  <a:pt x="591303" y="120874"/>
                </a:cubicBezTo>
                <a:cubicBezTo>
                  <a:pt x="592853" y="122789"/>
                  <a:pt x="595543" y="123747"/>
                  <a:pt x="599373" y="123747"/>
                </a:cubicBezTo>
                <a:cubicBezTo>
                  <a:pt x="601562" y="123747"/>
                  <a:pt x="604723" y="123321"/>
                  <a:pt x="608857" y="122470"/>
                </a:cubicBezTo>
                <a:lnTo>
                  <a:pt x="608857" y="134599"/>
                </a:lnTo>
                <a:close/>
                <a:moveTo>
                  <a:pt x="648010" y="137152"/>
                </a:moveTo>
                <a:cubicBezTo>
                  <a:pt x="638100" y="137152"/>
                  <a:pt x="630653" y="134538"/>
                  <a:pt x="625668" y="129310"/>
                </a:cubicBezTo>
                <a:cubicBezTo>
                  <a:pt x="620682" y="124081"/>
                  <a:pt x="618190" y="116908"/>
                  <a:pt x="618190" y="107788"/>
                </a:cubicBezTo>
                <a:cubicBezTo>
                  <a:pt x="618190" y="97575"/>
                  <a:pt x="621549" y="89732"/>
                  <a:pt x="628267" y="84261"/>
                </a:cubicBezTo>
                <a:cubicBezTo>
                  <a:pt x="634984" y="78789"/>
                  <a:pt x="645821" y="75871"/>
                  <a:pt x="660776" y="75507"/>
                </a:cubicBezTo>
                <a:lnTo>
                  <a:pt x="682936" y="75142"/>
                </a:lnTo>
                <a:lnTo>
                  <a:pt x="682936" y="69761"/>
                </a:lnTo>
                <a:cubicBezTo>
                  <a:pt x="682936" y="61737"/>
                  <a:pt x="681234" y="55992"/>
                  <a:pt x="677829" y="52526"/>
                </a:cubicBezTo>
                <a:cubicBezTo>
                  <a:pt x="674425" y="49061"/>
                  <a:pt x="669075" y="47328"/>
                  <a:pt x="661779" y="47328"/>
                </a:cubicBezTo>
                <a:cubicBezTo>
                  <a:pt x="654423" y="47328"/>
                  <a:pt x="649073" y="48568"/>
                  <a:pt x="645730" y="51047"/>
                </a:cubicBezTo>
                <a:cubicBezTo>
                  <a:pt x="642386" y="53525"/>
                  <a:pt x="640380" y="57483"/>
                  <a:pt x="639711" y="62922"/>
                </a:cubicBezTo>
                <a:lnTo>
                  <a:pt x="622567" y="61378"/>
                </a:lnTo>
                <a:cubicBezTo>
                  <a:pt x="625364" y="43683"/>
                  <a:pt x="638556" y="34835"/>
                  <a:pt x="662144" y="34835"/>
                </a:cubicBezTo>
                <a:cubicBezTo>
                  <a:pt x="674546" y="34835"/>
                  <a:pt x="683878" y="37677"/>
                  <a:pt x="690140" y="43362"/>
                </a:cubicBezTo>
                <a:cubicBezTo>
                  <a:pt x="696402" y="49046"/>
                  <a:pt x="699533" y="57268"/>
                  <a:pt x="699533" y="68029"/>
                </a:cubicBezTo>
                <a:lnTo>
                  <a:pt x="699533" y="110524"/>
                </a:lnTo>
                <a:cubicBezTo>
                  <a:pt x="699533" y="115388"/>
                  <a:pt x="700171" y="119051"/>
                  <a:pt x="701448" y="121513"/>
                </a:cubicBezTo>
                <a:cubicBezTo>
                  <a:pt x="702724" y="123975"/>
                  <a:pt x="705156" y="125206"/>
                  <a:pt x="708743" y="125206"/>
                </a:cubicBezTo>
                <a:cubicBezTo>
                  <a:pt x="710324" y="125206"/>
                  <a:pt x="712117" y="124993"/>
                  <a:pt x="714123" y="124568"/>
                </a:cubicBezTo>
                <a:lnTo>
                  <a:pt x="714123" y="134781"/>
                </a:lnTo>
                <a:cubicBezTo>
                  <a:pt x="709989" y="135754"/>
                  <a:pt x="705764" y="136240"/>
                  <a:pt x="701448" y="136240"/>
                </a:cubicBezTo>
                <a:cubicBezTo>
                  <a:pt x="695368" y="136240"/>
                  <a:pt x="690946" y="134644"/>
                  <a:pt x="688179" y="131453"/>
                </a:cubicBezTo>
                <a:cubicBezTo>
                  <a:pt x="685413" y="128261"/>
                  <a:pt x="683848" y="123261"/>
                  <a:pt x="683483" y="116452"/>
                </a:cubicBezTo>
                <a:lnTo>
                  <a:pt x="682936" y="116452"/>
                </a:lnTo>
                <a:cubicBezTo>
                  <a:pt x="678741" y="123990"/>
                  <a:pt x="673862" y="129325"/>
                  <a:pt x="668300" y="132456"/>
                </a:cubicBezTo>
                <a:cubicBezTo>
                  <a:pt x="662737" y="135587"/>
                  <a:pt x="655974" y="137152"/>
                  <a:pt x="648010" y="137152"/>
                </a:cubicBezTo>
                <a:moveTo>
                  <a:pt x="651748" y="124841"/>
                </a:moveTo>
                <a:cubicBezTo>
                  <a:pt x="657767" y="124841"/>
                  <a:pt x="663117" y="123473"/>
                  <a:pt x="667798" y="120738"/>
                </a:cubicBezTo>
                <a:cubicBezTo>
                  <a:pt x="672479" y="118002"/>
                  <a:pt x="676173" y="114248"/>
                  <a:pt x="678878" y="109475"/>
                </a:cubicBezTo>
                <a:cubicBezTo>
                  <a:pt x="681583" y="104703"/>
                  <a:pt x="682936" y="99794"/>
                  <a:pt x="682936" y="94748"/>
                </a:cubicBezTo>
                <a:lnTo>
                  <a:pt x="682936" y="86632"/>
                </a:lnTo>
                <a:lnTo>
                  <a:pt x="664971" y="86997"/>
                </a:lnTo>
                <a:cubicBezTo>
                  <a:pt x="657250" y="87118"/>
                  <a:pt x="651399" y="87909"/>
                  <a:pt x="647417" y="89368"/>
                </a:cubicBezTo>
                <a:cubicBezTo>
                  <a:pt x="643435" y="90827"/>
                  <a:pt x="640380" y="93076"/>
                  <a:pt x="638252" y="96116"/>
                </a:cubicBezTo>
                <a:cubicBezTo>
                  <a:pt x="636124" y="99156"/>
                  <a:pt x="635060" y="103138"/>
                  <a:pt x="635060" y="108062"/>
                </a:cubicBezTo>
                <a:cubicBezTo>
                  <a:pt x="635060" y="113412"/>
                  <a:pt x="636504" y="117546"/>
                  <a:pt x="639392" y="120464"/>
                </a:cubicBezTo>
                <a:cubicBezTo>
                  <a:pt x="642280" y="123382"/>
                  <a:pt x="646398" y="124841"/>
                  <a:pt x="651748" y="124841"/>
                </a:cubicBezTo>
                <a:close/>
                <a:moveTo>
                  <a:pt x="810119" y="85538"/>
                </a:moveTo>
                <a:cubicBezTo>
                  <a:pt x="810119" y="119947"/>
                  <a:pt x="798021" y="137152"/>
                  <a:pt x="773825" y="137152"/>
                </a:cubicBezTo>
                <a:cubicBezTo>
                  <a:pt x="766348" y="137152"/>
                  <a:pt x="760131" y="135799"/>
                  <a:pt x="755177" y="133094"/>
                </a:cubicBezTo>
                <a:cubicBezTo>
                  <a:pt x="750222" y="130389"/>
                  <a:pt x="746194" y="126027"/>
                  <a:pt x="743094" y="120008"/>
                </a:cubicBezTo>
                <a:lnTo>
                  <a:pt x="742911" y="120008"/>
                </a:lnTo>
                <a:cubicBezTo>
                  <a:pt x="742911" y="121893"/>
                  <a:pt x="742790" y="124765"/>
                  <a:pt x="742547" y="128626"/>
                </a:cubicBezTo>
                <a:cubicBezTo>
                  <a:pt x="742303" y="132486"/>
                  <a:pt x="742121" y="134720"/>
                  <a:pt x="741999" y="135328"/>
                </a:cubicBezTo>
                <a:lnTo>
                  <a:pt x="726132" y="135328"/>
                </a:lnTo>
                <a:cubicBezTo>
                  <a:pt x="726497" y="132045"/>
                  <a:pt x="726679" y="125267"/>
                  <a:pt x="726679" y="114992"/>
                </a:cubicBezTo>
                <a:lnTo>
                  <a:pt x="726679" y="0"/>
                </a:lnTo>
                <a:lnTo>
                  <a:pt x="743094" y="0"/>
                </a:lnTo>
                <a:lnTo>
                  <a:pt x="743094" y="38574"/>
                </a:lnTo>
                <a:cubicBezTo>
                  <a:pt x="743094" y="42526"/>
                  <a:pt x="742972" y="47176"/>
                  <a:pt x="742729" y="52526"/>
                </a:cubicBezTo>
                <a:lnTo>
                  <a:pt x="743094" y="52526"/>
                </a:lnTo>
                <a:cubicBezTo>
                  <a:pt x="746133" y="46204"/>
                  <a:pt x="750161" y="41675"/>
                  <a:pt x="755177" y="38939"/>
                </a:cubicBezTo>
                <a:cubicBezTo>
                  <a:pt x="760192" y="36203"/>
                  <a:pt x="766408" y="34835"/>
                  <a:pt x="773825" y="34835"/>
                </a:cubicBezTo>
                <a:cubicBezTo>
                  <a:pt x="786288" y="34835"/>
                  <a:pt x="795453" y="39030"/>
                  <a:pt x="801319" y="47420"/>
                </a:cubicBezTo>
                <a:cubicBezTo>
                  <a:pt x="807186" y="55809"/>
                  <a:pt x="810119" y="68515"/>
                  <a:pt x="810119" y="85538"/>
                </a:cubicBezTo>
                <a:moveTo>
                  <a:pt x="792884" y="86085"/>
                </a:moveTo>
                <a:cubicBezTo>
                  <a:pt x="792884" y="72284"/>
                  <a:pt x="791060" y="62405"/>
                  <a:pt x="787413" y="56448"/>
                </a:cubicBezTo>
                <a:cubicBezTo>
                  <a:pt x="783765" y="50490"/>
                  <a:pt x="777838" y="47511"/>
                  <a:pt x="769630" y="47511"/>
                </a:cubicBezTo>
                <a:cubicBezTo>
                  <a:pt x="760390" y="47511"/>
                  <a:pt x="753657" y="50672"/>
                  <a:pt x="749432" y="56995"/>
                </a:cubicBezTo>
                <a:cubicBezTo>
                  <a:pt x="745206" y="63317"/>
                  <a:pt x="743094" y="73348"/>
                  <a:pt x="743094" y="87088"/>
                </a:cubicBezTo>
                <a:cubicBezTo>
                  <a:pt x="743094" y="100037"/>
                  <a:pt x="745161" y="109597"/>
                  <a:pt x="749295" y="115768"/>
                </a:cubicBezTo>
                <a:cubicBezTo>
                  <a:pt x="753429" y="121938"/>
                  <a:pt x="760147" y="125024"/>
                  <a:pt x="769448" y="125024"/>
                </a:cubicBezTo>
                <a:cubicBezTo>
                  <a:pt x="777716" y="125024"/>
                  <a:pt x="783689" y="121969"/>
                  <a:pt x="787367" y="115859"/>
                </a:cubicBezTo>
                <a:cubicBezTo>
                  <a:pt x="791045" y="109749"/>
                  <a:pt x="792884" y="99824"/>
                  <a:pt x="792884" y="86085"/>
                </a:cubicBezTo>
                <a:close/>
                <a:moveTo>
                  <a:pt x="830518" y="135328"/>
                </a:moveTo>
                <a:lnTo>
                  <a:pt x="830518" y="0"/>
                </a:lnTo>
                <a:lnTo>
                  <a:pt x="846932" y="0"/>
                </a:lnTo>
                <a:lnTo>
                  <a:pt x="846932" y="135328"/>
                </a:lnTo>
                <a:lnTo>
                  <a:pt x="830518" y="135328"/>
                </a:lnTo>
                <a:close/>
                <a:moveTo>
                  <a:pt x="884563" y="89368"/>
                </a:moveTo>
                <a:cubicBezTo>
                  <a:pt x="884563" y="100704"/>
                  <a:pt x="886904" y="109451"/>
                  <a:pt x="891585" y="115608"/>
                </a:cubicBezTo>
                <a:cubicBezTo>
                  <a:pt x="896266" y="121763"/>
                  <a:pt x="903106" y="124841"/>
                  <a:pt x="912103" y="124841"/>
                </a:cubicBezTo>
                <a:cubicBezTo>
                  <a:pt x="919216" y="124841"/>
                  <a:pt x="924915" y="123404"/>
                  <a:pt x="929201" y="120530"/>
                </a:cubicBezTo>
                <a:cubicBezTo>
                  <a:pt x="933487" y="117655"/>
                  <a:pt x="936390" y="114016"/>
                  <a:pt x="937910" y="109612"/>
                </a:cubicBezTo>
                <a:lnTo>
                  <a:pt x="952319" y="113730"/>
                </a:lnTo>
                <a:cubicBezTo>
                  <a:pt x="946421" y="129345"/>
                  <a:pt x="933016" y="137152"/>
                  <a:pt x="912103" y="137152"/>
                </a:cubicBezTo>
                <a:cubicBezTo>
                  <a:pt x="897512" y="137152"/>
                  <a:pt x="886402" y="132805"/>
                  <a:pt x="878773" y="124112"/>
                </a:cubicBezTo>
                <a:cubicBezTo>
                  <a:pt x="871143" y="115418"/>
                  <a:pt x="867328" y="102499"/>
                  <a:pt x="867328" y="85355"/>
                </a:cubicBezTo>
                <a:cubicBezTo>
                  <a:pt x="867328" y="69062"/>
                  <a:pt x="871143" y="56569"/>
                  <a:pt x="878773" y="47876"/>
                </a:cubicBezTo>
                <a:cubicBezTo>
                  <a:pt x="886402" y="39182"/>
                  <a:pt x="897300" y="34835"/>
                  <a:pt x="911465" y="34835"/>
                </a:cubicBezTo>
                <a:cubicBezTo>
                  <a:pt x="940464" y="34835"/>
                  <a:pt x="954963" y="52284"/>
                  <a:pt x="954963" y="87182"/>
                </a:cubicBezTo>
                <a:lnTo>
                  <a:pt x="954963" y="89368"/>
                </a:lnTo>
                <a:lnTo>
                  <a:pt x="884563" y="89368"/>
                </a:lnTo>
                <a:moveTo>
                  <a:pt x="938001" y="76783"/>
                </a:moveTo>
                <a:cubicBezTo>
                  <a:pt x="937090" y="66420"/>
                  <a:pt x="934445" y="58859"/>
                  <a:pt x="930068" y="54102"/>
                </a:cubicBezTo>
                <a:cubicBezTo>
                  <a:pt x="925691" y="49343"/>
                  <a:pt x="919398" y="46964"/>
                  <a:pt x="911191" y="46964"/>
                </a:cubicBezTo>
                <a:cubicBezTo>
                  <a:pt x="903227" y="46964"/>
                  <a:pt x="896920" y="49616"/>
                  <a:pt x="892269" y="54920"/>
                </a:cubicBezTo>
                <a:cubicBezTo>
                  <a:pt x="887618" y="60222"/>
                  <a:pt x="885110" y="67510"/>
                  <a:pt x="884746" y="76783"/>
                </a:cubicBezTo>
                <a:lnTo>
                  <a:pt x="938001" y="76783"/>
                </a:lnTo>
                <a:close/>
                <a:moveTo>
                  <a:pt x="980286" y="55627"/>
                </a:moveTo>
                <a:lnTo>
                  <a:pt x="980286" y="36659"/>
                </a:lnTo>
                <a:lnTo>
                  <a:pt x="998068" y="36659"/>
                </a:lnTo>
                <a:lnTo>
                  <a:pt x="998068" y="55627"/>
                </a:lnTo>
                <a:lnTo>
                  <a:pt x="980286" y="55627"/>
                </a:lnTo>
                <a:moveTo>
                  <a:pt x="980286" y="135328"/>
                </a:moveTo>
                <a:lnTo>
                  <a:pt x="980286" y="116360"/>
                </a:lnTo>
                <a:lnTo>
                  <a:pt x="998068" y="116360"/>
                </a:lnTo>
                <a:lnTo>
                  <a:pt x="998068" y="135328"/>
                </a:lnTo>
                <a:lnTo>
                  <a:pt x="980286" y="135328"/>
                </a:lnTo>
                <a:close/>
                <a:moveTo>
                  <a:pt x="1137107" y="135328"/>
                </a:moveTo>
                <a:lnTo>
                  <a:pt x="1137107" y="72771"/>
                </a:lnTo>
                <a:cubicBezTo>
                  <a:pt x="1137107" y="63226"/>
                  <a:pt x="1135799" y="56630"/>
                  <a:pt x="1133185" y="52982"/>
                </a:cubicBezTo>
                <a:cubicBezTo>
                  <a:pt x="1130571" y="49335"/>
                  <a:pt x="1125860" y="47511"/>
                  <a:pt x="1119051" y="47511"/>
                </a:cubicBezTo>
                <a:cubicBezTo>
                  <a:pt x="1112059" y="47511"/>
                  <a:pt x="1106527" y="50186"/>
                  <a:pt x="1102454" y="55536"/>
                </a:cubicBezTo>
                <a:cubicBezTo>
                  <a:pt x="1098381" y="60886"/>
                  <a:pt x="1096344" y="68424"/>
                  <a:pt x="1096344" y="78151"/>
                </a:cubicBezTo>
                <a:lnTo>
                  <a:pt x="1096344" y="135328"/>
                </a:lnTo>
                <a:lnTo>
                  <a:pt x="1080021" y="135328"/>
                </a:lnTo>
                <a:lnTo>
                  <a:pt x="1080021" y="57724"/>
                </a:lnTo>
                <a:cubicBezTo>
                  <a:pt x="1080021" y="46234"/>
                  <a:pt x="1079838" y="39212"/>
                  <a:pt x="1079474" y="36659"/>
                </a:cubicBezTo>
                <a:lnTo>
                  <a:pt x="1094976" y="36659"/>
                </a:lnTo>
                <a:cubicBezTo>
                  <a:pt x="1095037" y="36963"/>
                  <a:pt x="1095098" y="37784"/>
                  <a:pt x="1095158" y="39121"/>
                </a:cubicBezTo>
                <a:cubicBezTo>
                  <a:pt x="1095219" y="40459"/>
                  <a:pt x="1095295" y="41994"/>
                  <a:pt x="1095386" y="43726"/>
                </a:cubicBezTo>
                <a:cubicBezTo>
                  <a:pt x="1095478" y="45459"/>
                  <a:pt x="1095584" y="48727"/>
                  <a:pt x="1095706" y="53529"/>
                </a:cubicBezTo>
                <a:lnTo>
                  <a:pt x="1095979" y="53529"/>
                </a:lnTo>
                <a:cubicBezTo>
                  <a:pt x="1099505" y="46538"/>
                  <a:pt x="1103548" y="41675"/>
                  <a:pt x="1108108" y="38939"/>
                </a:cubicBezTo>
                <a:cubicBezTo>
                  <a:pt x="1112667" y="36203"/>
                  <a:pt x="1118230" y="34835"/>
                  <a:pt x="1124796" y="34835"/>
                </a:cubicBezTo>
                <a:cubicBezTo>
                  <a:pt x="1132273" y="34835"/>
                  <a:pt x="1138186" y="36325"/>
                  <a:pt x="1142532" y="39304"/>
                </a:cubicBezTo>
                <a:cubicBezTo>
                  <a:pt x="1146879" y="42282"/>
                  <a:pt x="1149904" y="47024"/>
                  <a:pt x="1151606" y="53529"/>
                </a:cubicBezTo>
                <a:lnTo>
                  <a:pt x="1151880" y="53529"/>
                </a:lnTo>
                <a:cubicBezTo>
                  <a:pt x="1155284" y="46903"/>
                  <a:pt x="1159403" y="42130"/>
                  <a:pt x="1164236" y="39212"/>
                </a:cubicBezTo>
                <a:cubicBezTo>
                  <a:pt x="1169069" y="36294"/>
                  <a:pt x="1174921" y="34835"/>
                  <a:pt x="1181790" y="34835"/>
                </a:cubicBezTo>
                <a:cubicBezTo>
                  <a:pt x="1191761" y="34835"/>
                  <a:pt x="1199010" y="37540"/>
                  <a:pt x="1203540" y="42951"/>
                </a:cubicBezTo>
                <a:cubicBezTo>
                  <a:pt x="1208069" y="48362"/>
                  <a:pt x="1210333" y="57238"/>
                  <a:pt x="1210333" y="69579"/>
                </a:cubicBezTo>
                <a:lnTo>
                  <a:pt x="1210333" y="135328"/>
                </a:lnTo>
                <a:lnTo>
                  <a:pt x="1194101" y="135328"/>
                </a:lnTo>
                <a:lnTo>
                  <a:pt x="1194101" y="72771"/>
                </a:lnTo>
                <a:cubicBezTo>
                  <a:pt x="1194101" y="63226"/>
                  <a:pt x="1192794" y="56630"/>
                  <a:pt x="1190180" y="52982"/>
                </a:cubicBezTo>
                <a:cubicBezTo>
                  <a:pt x="1187566" y="49335"/>
                  <a:pt x="1182854" y="47511"/>
                  <a:pt x="1176045" y="47511"/>
                </a:cubicBezTo>
                <a:cubicBezTo>
                  <a:pt x="1168872" y="47511"/>
                  <a:pt x="1163294" y="50171"/>
                  <a:pt x="1159312" y="55490"/>
                </a:cubicBezTo>
                <a:cubicBezTo>
                  <a:pt x="1155330" y="60810"/>
                  <a:pt x="1153339" y="68363"/>
                  <a:pt x="1153339" y="78151"/>
                </a:cubicBezTo>
                <a:lnTo>
                  <a:pt x="1153339" y="135328"/>
                </a:lnTo>
                <a:lnTo>
                  <a:pt x="1137107" y="135328"/>
                </a:lnTo>
                <a:close/>
                <a:moveTo>
                  <a:pt x="1260396" y="137152"/>
                </a:moveTo>
                <a:cubicBezTo>
                  <a:pt x="1250486" y="137152"/>
                  <a:pt x="1243039" y="134538"/>
                  <a:pt x="1238054" y="129310"/>
                </a:cubicBezTo>
                <a:cubicBezTo>
                  <a:pt x="1233069" y="124081"/>
                  <a:pt x="1230576" y="116908"/>
                  <a:pt x="1230576" y="107788"/>
                </a:cubicBezTo>
                <a:cubicBezTo>
                  <a:pt x="1230576" y="97575"/>
                  <a:pt x="1233935" y="89732"/>
                  <a:pt x="1240653" y="84261"/>
                </a:cubicBezTo>
                <a:cubicBezTo>
                  <a:pt x="1247371" y="78789"/>
                  <a:pt x="1258207" y="75871"/>
                  <a:pt x="1273163" y="75507"/>
                </a:cubicBezTo>
                <a:lnTo>
                  <a:pt x="1295322" y="75142"/>
                </a:lnTo>
                <a:lnTo>
                  <a:pt x="1295322" y="69761"/>
                </a:lnTo>
                <a:cubicBezTo>
                  <a:pt x="1295322" y="61737"/>
                  <a:pt x="1293620" y="55992"/>
                  <a:pt x="1290216" y="52526"/>
                </a:cubicBezTo>
                <a:cubicBezTo>
                  <a:pt x="1286811" y="49061"/>
                  <a:pt x="1281461" y="47328"/>
                  <a:pt x="1274166" y="47328"/>
                </a:cubicBezTo>
                <a:cubicBezTo>
                  <a:pt x="1266810" y="47328"/>
                  <a:pt x="1261460" y="48568"/>
                  <a:pt x="1258116" y="51047"/>
                </a:cubicBezTo>
                <a:cubicBezTo>
                  <a:pt x="1254772" y="53525"/>
                  <a:pt x="1252766" y="57483"/>
                  <a:pt x="1252098" y="62922"/>
                </a:cubicBezTo>
                <a:lnTo>
                  <a:pt x="1234954" y="61378"/>
                </a:lnTo>
                <a:cubicBezTo>
                  <a:pt x="1237750" y="43683"/>
                  <a:pt x="1250942" y="34835"/>
                  <a:pt x="1274531" y="34835"/>
                </a:cubicBezTo>
                <a:cubicBezTo>
                  <a:pt x="1286933" y="34835"/>
                  <a:pt x="1296265" y="37677"/>
                  <a:pt x="1302526" y="43362"/>
                </a:cubicBezTo>
                <a:cubicBezTo>
                  <a:pt x="1308788" y="49046"/>
                  <a:pt x="1311919" y="57268"/>
                  <a:pt x="1311919" y="68029"/>
                </a:cubicBezTo>
                <a:lnTo>
                  <a:pt x="1311919" y="110524"/>
                </a:lnTo>
                <a:cubicBezTo>
                  <a:pt x="1311919" y="115388"/>
                  <a:pt x="1312557" y="119051"/>
                  <a:pt x="1313834" y="121513"/>
                </a:cubicBezTo>
                <a:cubicBezTo>
                  <a:pt x="1315111" y="123975"/>
                  <a:pt x="1317543" y="125206"/>
                  <a:pt x="1321129" y="125206"/>
                </a:cubicBezTo>
                <a:cubicBezTo>
                  <a:pt x="1322710" y="125206"/>
                  <a:pt x="1324504" y="124993"/>
                  <a:pt x="1326510" y="124568"/>
                </a:cubicBezTo>
                <a:lnTo>
                  <a:pt x="1326510" y="134781"/>
                </a:lnTo>
                <a:cubicBezTo>
                  <a:pt x="1322376" y="135754"/>
                  <a:pt x="1318151" y="136240"/>
                  <a:pt x="1313834" y="136240"/>
                </a:cubicBezTo>
                <a:cubicBezTo>
                  <a:pt x="1307755" y="136240"/>
                  <a:pt x="1303332" y="134644"/>
                  <a:pt x="1300566" y="131453"/>
                </a:cubicBezTo>
                <a:cubicBezTo>
                  <a:pt x="1297800" y="128261"/>
                  <a:pt x="1296234" y="123261"/>
                  <a:pt x="1295869" y="116452"/>
                </a:cubicBezTo>
                <a:lnTo>
                  <a:pt x="1295322" y="116452"/>
                </a:lnTo>
                <a:cubicBezTo>
                  <a:pt x="1291127" y="123990"/>
                  <a:pt x="1286249" y="129325"/>
                  <a:pt x="1280686" y="132456"/>
                </a:cubicBezTo>
                <a:cubicBezTo>
                  <a:pt x="1275123" y="135587"/>
                  <a:pt x="1268360" y="137152"/>
                  <a:pt x="1260396" y="137152"/>
                </a:cubicBezTo>
                <a:moveTo>
                  <a:pt x="1264135" y="124841"/>
                </a:moveTo>
                <a:cubicBezTo>
                  <a:pt x="1270153" y="124841"/>
                  <a:pt x="1275503" y="123473"/>
                  <a:pt x="1280184" y="120738"/>
                </a:cubicBezTo>
                <a:cubicBezTo>
                  <a:pt x="1284866" y="118002"/>
                  <a:pt x="1288559" y="114248"/>
                  <a:pt x="1291264" y="109475"/>
                </a:cubicBezTo>
                <a:cubicBezTo>
                  <a:pt x="1293970" y="104703"/>
                  <a:pt x="1295322" y="99794"/>
                  <a:pt x="1295322" y="94748"/>
                </a:cubicBezTo>
                <a:lnTo>
                  <a:pt x="1295322" y="86632"/>
                </a:lnTo>
                <a:lnTo>
                  <a:pt x="1277358" y="86997"/>
                </a:lnTo>
                <a:cubicBezTo>
                  <a:pt x="1269637" y="87118"/>
                  <a:pt x="1263785" y="87909"/>
                  <a:pt x="1259803" y="89368"/>
                </a:cubicBezTo>
                <a:cubicBezTo>
                  <a:pt x="1255821" y="90827"/>
                  <a:pt x="1252766" y="93076"/>
                  <a:pt x="1250638" y="96116"/>
                </a:cubicBezTo>
                <a:cubicBezTo>
                  <a:pt x="1248511" y="99156"/>
                  <a:pt x="1247447" y="103138"/>
                  <a:pt x="1247447" y="108062"/>
                </a:cubicBezTo>
                <a:cubicBezTo>
                  <a:pt x="1247447" y="113412"/>
                  <a:pt x="1248891" y="117546"/>
                  <a:pt x="1251778" y="120464"/>
                </a:cubicBezTo>
                <a:cubicBezTo>
                  <a:pt x="1254666" y="123382"/>
                  <a:pt x="1258785" y="124841"/>
                  <a:pt x="1264135" y="124841"/>
                </a:cubicBezTo>
                <a:close/>
                <a:moveTo>
                  <a:pt x="1338975" y="15685"/>
                </a:moveTo>
                <a:lnTo>
                  <a:pt x="1338975" y="0"/>
                </a:lnTo>
                <a:lnTo>
                  <a:pt x="1355389" y="0"/>
                </a:lnTo>
                <a:lnTo>
                  <a:pt x="1355389" y="15685"/>
                </a:lnTo>
                <a:lnTo>
                  <a:pt x="1338975" y="15685"/>
                </a:lnTo>
                <a:moveTo>
                  <a:pt x="1338975" y="135328"/>
                </a:moveTo>
                <a:lnTo>
                  <a:pt x="1338975" y="36659"/>
                </a:lnTo>
                <a:lnTo>
                  <a:pt x="1355389" y="36659"/>
                </a:lnTo>
                <a:lnTo>
                  <a:pt x="1355389" y="135328"/>
                </a:lnTo>
                <a:lnTo>
                  <a:pt x="1338975" y="135328"/>
                </a:lnTo>
                <a:close/>
                <a:moveTo>
                  <a:pt x="1443175" y="135328"/>
                </a:moveTo>
                <a:lnTo>
                  <a:pt x="1443175" y="72771"/>
                </a:lnTo>
                <a:cubicBezTo>
                  <a:pt x="1443175" y="66266"/>
                  <a:pt x="1442537" y="61220"/>
                  <a:pt x="1441260" y="57633"/>
                </a:cubicBezTo>
                <a:cubicBezTo>
                  <a:pt x="1439984" y="54046"/>
                  <a:pt x="1437947" y="51462"/>
                  <a:pt x="1435150" y="49882"/>
                </a:cubicBezTo>
                <a:cubicBezTo>
                  <a:pt x="1432354" y="48301"/>
                  <a:pt x="1428250" y="47511"/>
                  <a:pt x="1422840" y="47511"/>
                </a:cubicBezTo>
                <a:cubicBezTo>
                  <a:pt x="1414936" y="47511"/>
                  <a:pt x="1408705" y="50216"/>
                  <a:pt x="1404145" y="55627"/>
                </a:cubicBezTo>
                <a:cubicBezTo>
                  <a:pt x="1399586" y="61038"/>
                  <a:pt x="1397306" y="68546"/>
                  <a:pt x="1397306" y="78151"/>
                </a:cubicBezTo>
                <a:lnTo>
                  <a:pt x="1397306" y="135328"/>
                </a:lnTo>
                <a:lnTo>
                  <a:pt x="1380891" y="135328"/>
                </a:lnTo>
                <a:lnTo>
                  <a:pt x="1380891" y="57724"/>
                </a:lnTo>
                <a:cubicBezTo>
                  <a:pt x="1380891" y="46234"/>
                  <a:pt x="1380709" y="39212"/>
                  <a:pt x="1380344" y="36659"/>
                </a:cubicBezTo>
                <a:lnTo>
                  <a:pt x="1395847" y="36659"/>
                </a:lnTo>
                <a:cubicBezTo>
                  <a:pt x="1395908" y="36963"/>
                  <a:pt x="1395968" y="37784"/>
                  <a:pt x="1396029" y="39121"/>
                </a:cubicBezTo>
                <a:cubicBezTo>
                  <a:pt x="1396090" y="40459"/>
                  <a:pt x="1396166" y="41994"/>
                  <a:pt x="1396257" y="43726"/>
                </a:cubicBezTo>
                <a:cubicBezTo>
                  <a:pt x="1396348" y="45459"/>
                  <a:pt x="1396455" y="48727"/>
                  <a:pt x="1396576" y="53529"/>
                </a:cubicBezTo>
                <a:lnTo>
                  <a:pt x="1396850" y="53529"/>
                </a:lnTo>
                <a:cubicBezTo>
                  <a:pt x="1400619" y="46720"/>
                  <a:pt x="1404981" y="41902"/>
                  <a:pt x="1409936" y="39076"/>
                </a:cubicBezTo>
                <a:cubicBezTo>
                  <a:pt x="1414891" y="36249"/>
                  <a:pt x="1421046" y="34835"/>
                  <a:pt x="1428402" y="34835"/>
                </a:cubicBezTo>
                <a:cubicBezTo>
                  <a:pt x="1439224" y="34835"/>
                  <a:pt x="1447142" y="37525"/>
                  <a:pt x="1452158" y="42906"/>
                </a:cubicBezTo>
                <a:cubicBezTo>
                  <a:pt x="1457173" y="48286"/>
                  <a:pt x="1459681" y="57177"/>
                  <a:pt x="1459681" y="69579"/>
                </a:cubicBezTo>
                <a:lnTo>
                  <a:pt x="1459681" y="135328"/>
                </a:lnTo>
                <a:lnTo>
                  <a:pt x="1443175" y="135328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20EA5-0413-4ED4-9631-CB28490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081396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1965A-2D57-44E9-BA39-CDD13C3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081396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66666"/>
            </a:solidFill>
            <a:miter/>
          </a:ln>
        </p:spPr>
      </p:sp>
      <p:sp>
        <p:nvSpPr>
          <p:cNvPr id="71" name="Text macrotable:guest">
            <a:extLst xmlns:a="http://schemas.openxmlformats.org/drawingml/2006/main">
              <a:ext uri="{FF2B5EF4-FFF2-40B4-BE49-F238E27FC236}">
                <a16:creationId xmlns:a16="http://schemas.microsoft.com/office/drawing/2014/main" id="{F94DC922-FAED-4FD8-A9F2-8502E078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52" y="2156173"/>
            <a:ext cx="1522488" cy="174176"/>
          </a:xfrm>
          <a:custGeom xmlns:a="http://schemas.openxmlformats.org/drawingml/2006/main">
            <a:pathLst>
              <a:path w="1522488" h="174176">
                <a:moveTo>
                  <a:pt x="57633" y="135328"/>
                </a:moveTo>
                <a:lnTo>
                  <a:pt x="57633" y="72771"/>
                </a:lnTo>
                <a:cubicBezTo>
                  <a:pt x="57633" y="63226"/>
                  <a:pt x="56326" y="56630"/>
                  <a:pt x="53712" y="52982"/>
                </a:cubicBezTo>
                <a:cubicBezTo>
                  <a:pt x="51098" y="49335"/>
                  <a:pt x="46386" y="47511"/>
                  <a:pt x="39577" y="47511"/>
                </a:cubicBezTo>
                <a:cubicBezTo>
                  <a:pt x="32586" y="47511"/>
                  <a:pt x="27053" y="50186"/>
                  <a:pt x="22980" y="55536"/>
                </a:cubicBezTo>
                <a:cubicBezTo>
                  <a:pt x="18907" y="60886"/>
                  <a:pt x="16870" y="68424"/>
                  <a:pt x="16870" y="78151"/>
                </a:cubicBezTo>
                <a:lnTo>
                  <a:pt x="16870" y="135328"/>
                </a:lnTo>
                <a:lnTo>
                  <a:pt x="547" y="135328"/>
                </a:lnTo>
                <a:lnTo>
                  <a:pt x="547" y="57724"/>
                </a:lnTo>
                <a:cubicBezTo>
                  <a:pt x="547" y="46234"/>
                  <a:pt x="365" y="39212"/>
                  <a:pt x="0" y="36659"/>
                </a:cubicBezTo>
                <a:lnTo>
                  <a:pt x="15503" y="36659"/>
                </a:lnTo>
                <a:cubicBezTo>
                  <a:pt x="15563" y="36963"/>
                  <a:pt x="15624" y="37784"/>
                  <a:pt x="15685" y="39121"/>
                </a:cubicBezTo>
                <a:cubicBezTo>
                  <a:pt x="15746" y="40459"/>
                  <a:pt x="15822" y="41994"/>
                  <a:pt x="15913" y="43726"/>
                </a:cubicBezTo>
                <a:cubicBezTo>
                  <a:pt x="16004" y="45459"/>
                  <a:pt x="16110" y="48727"/>
                  <a:pt x="16232" y="53529"/>
                </a:cubicBezTo>
                <a:lnTo>
                  <a:pt x="16506" y="53529"/>
                </a:lnTo>
                <a:cubicBezTo>
                  <a:pt x="20032" y="46538"/>
                  <a:pt x="24075" y="41675"/>
                  <a:pt x="28634" y="38939"/>
                </a:cubicBezTo>
                <a:cubicBezTo>
                  <a:pt x="33194" y="36203"/>
                  <a:pt x="38756" y="34835"/>
                  <a:pt x="45322" y="34835"/>
                </a:cubicBezTo>
                <a:cubicBezTo>
                  <a:pt x="52800" y="34835"/>
                  <a:pt x="58712" y="36325"/>
                  <a:pt x="63059" y="39304"/>
                </a:cubicBezTo>
                <a:cubicBezTo>
                  <a:pt x="67406" y="42282"/>
                  <a:pt x="70430" y="47024"/>
                  <a:pt x="72132" y="53529"/>
                </a:cubicBezTo>
                <a:lnTo>
                  <a:pt x="72406" y="53529"/>
                </a:lnTo>
                <a:cubicBezTo>
                  <a:pt x="75811" y="46903"/>
                  <a:pt x="79929" y="42130"/>
                  <a:pt x="84763" y="39212"/>
                </a:cubicBezTo>
                <a:cubicBezTo>
                  <a:pt x="89596" y="36294"/>
                  <a:pt x="95447" y="34835"/>
                  <a:pt x="102317" y="34835"/>
                </a:cubicBezTo>
                <a:cubicBezTo>
                  <a:pt x="112287" y="34835"/>
                  <a:pt x="119537" y="37540"/>
                  <a:pt x="124066" y="42951"/>
                </a:cubicBezTo>
                <a:cubicBezTo>
                  <a:pt x="128595" y="48362"/>
                  <a:pt x="130860" y="57238"/>
                  <a:pt x="130860" y="69579"/>
                </a:cubicBezTo>
                <a:lnTo>
                  <a:pt x="130860" y="135328"/>
                </a:lnTo>
                <a:lnTo>
                  <a:pt x="114628" y="135328"/>
                </a:lnTo>
                <a:lnTo>
                  <a:pt x="114628" y="72771"/>
                </a:lnTo>
                <a:cubicBezTo>
                  <a:pt x="114628" y="63226"/>
                  <a:pt x="113321" y="56630"/>
                  <a:pt x="110706" y="52982"/>
                </a:cubicBezTo>
                <a:cubicBezTo>
                  <a:pt x="108092" y="49335"/>
                  <a:pt x="103381" y="47511"/>
                  <a:pt x="96572" y="47511"/>
                </a:cubicBezTo>
                <a:cubicBezTo>
                  <a:pt x="89398" y="47511"/>
                  <a:pt x="83820" y="50171"/>
                  <a:pt x="79838" y="55490"/>
                </a:cubicBezTo>
                <a:cubicBezTo>
                  <a:pt x="75856" y="60810"/>
                  <a:pt x="73865" y="68363"/>
                  <a:pt x="73865" y="78151"/>
                </a:cubicBezTo>
                <a:lnTo>
                  <a:pt x="73865" y="135328"/>
                </a:lnTo>
                <a:lnTo>
                  <a:pt x="57633" y="135328"/>
                </a:lnTo>
                <a:close/>
                <a:moveTo>
                  <a:pt x="180923" y="137152"/>
                </a:moveTo>
                <a:cubicBezTo>
                  <a:pt x="171013" y="137152"/>
                  <a:pt x="163566" y="134538"/>
                  <a:pt x="158581" y="129310"/>
                </a:cubicBezTo>
                <a:cubicBezTo>
                  <a:pt x="153595" y="124081"/>
                  <a:pt x="151103" y="116908"/>
                  <a:pt x="151103" y="107788"/>
                </a:cubicBezTo>
                <a:cubicBezTo>
                  <a:pt x="151103" y="97575"/>
                  <a:pt x="154462" y="89732"/>
                  <a:pt x="161180" y="84261"/>
                </a:cubicBezTo>
                <a:cubicBezTo>
                  <a:pt x="167897" y="78789"/>
                  <a:pt x="178734" y="75871"/>
                  <a:pt x="193689" y="75507"/>
                </a:cubicBezTo>
                <a:lnTo>
                  <a:pt x="215849" y="75142"/>
                </a:lnTo>
                <a:lnTo>
                  <a:pt x="215849" y="69761"/>
                </a:lnTo>
                <a:cubicBezTo>
                  <a:pt x="215849" y="61737"/>
                  <a:pt x="214147" y="55992"/>
                  <a:pt x="210742" y="52526"/>
                </a:cubicBezTo>
                <a:cubicBezTo>
                  <a:pt x="207338" y="49061"/>
                  <a:pt x="201988" y="47328"/>
                  <a:pt x="194692" y="47328"/>
                </a:cubicBezTo>
                <a:cubicBezTo>
                  <a:pt x="187336" y="47328"/>
                  <a:pt x="181986" y="48568"/>
                  <a:pt x="178643" y="51047"/>
                </a:cubicBezTo>
                <a:cubicBezTo>
                  <a:pt x="175299" y="53525"/>
                  <a:pt x="173293" y="57483"/>
                  <a:pt x="172624" y="62922"/>
                </a:cubicBezTo>
                <a:lnTo>
                  <a:pt x="155480" y="61378"/>
                </a:lnTo>
                <a:cubicBezTo>
                  <a:pt x="158277" y="43683"/>
                  <a:pt x="171469" y="34835"/>
                  <a:pt x="195057" y="34835"/>
                </a:cubicBezTo>
                <a:cubicBezTo>
                  <a:pt x="207459" y="34835"/>
                  <a:pt x="216791" y="37677"/>
                  <a:pt x="223053" y="43362"/>
                </a:cubicBezTo>
                <a:cubicBezTo>
                  <a:pt x="229315" y="49046"/>
                  <a:pt x="232446" y="57268"/>
                  <a:pt x="232446" y="68029"/>
                </a:cubicBezTo>
                <a:lnTo>
                  <a:pt x="232446" y="110524"/>
                </a:lnTo>
                <a:cubicBezTo>
                  <a:pt x="232446" y="115388"/>
                  <a:pt x="233084" y="119051"/>
                  <a:pt x="234361" y="121513"/>
                </a:cubicBezTo>
                <a:cubicBezTo>
                  <a:pt x="235637" y="123975"/>
                  <a:pt x="238069" y="125206"/>
                  <a:pt x="241656" y="125206"/>
                </a:cubicBezTo>
                <a:cubicBezTo>
                  <a:pt x="243237" y="125206"/>
                  <a:pt x="245030" y="124993"/>
                  <a:pt x="247036" y="124568"/>
                </a:cubicBezTo>
                <a:lnTo>
                  <a:pt x="247036" y="134781"/>
                </a:lnTo>
                <a:cubicBezTo>
                  <a:pt x="242902" y="135754"/>
                  <a:pt x="238677" y="136240"/>
                  <a:pt x="234361" y="136240"/>
                </a:cubicBezTo>
                <a:cubicBezTo>
                  <a:pt x="228281" y="136240"/>
                  <a:pt x="223859" y="134644"/>
                  <a:pt x="221092" y="131453"/>
                </a:cubicBezTo>
                <a:cubicBezTo>
                  <a:pt x="218326" y="128261"/>
                  <a:pt x="216761" y="123261"/>
                  <a:pt x="216396" y="116452"/>
                </a:cubicBezTo>
                <a:lnTo>
                  <a:pt x="215849" y="116452"/>
                </a:lnTo>
                <a:cubicBezTo>
                  <a:pt x="211654" y="123990"/>
                  <a:pt x="206775" y="129325"/>
                  <a:pt x="201213" y="132456"/>
                </a:cubicBezTo>
                <a:cubicBezTo>
                  <a:pt x="195650" y="135587"/>
                  <a:pt x="188887" y="137152"/>
                  <a:pt x="180923" y="137152"/>
                </a:cubicBezTo>
                <a:moveTo>
                  <a:pt x="184661" y="124841"/>
                </a:moveTo>
                <a:cubicBezTo>
                  <a:pt x="190680" y="124841"/>
                  <a:pt x="196030" y="123473"/>
                  <a:pt x="200711" y="120738"/>
                </a:cubicBezTo>
                <a:cubicBezTo>
                  <a:pt x="205392" y="118002"/>
                  <a:pt x="209085" y="114248"/>
                  <a:pt x="211791" y="109475"/>
                </a:cubicBezTo>
                <a:cubicBezTo>
                  <a:pt x="214496" y="104703"/>
                  <a:pt x="215849" y="99794"/>
                  <a:pt x="215849" y="94748"/>
                </a:cubicBezTo>
                <a:lnTo>
                  <a:pt x="215849" y="86632"/>
                </a:lnTo>
                <a:lnTo>
                  <a:pt x="197884" y="86997"/>
                </a:lnTo>
                <a:cubicBezTo>
                  <a:pt x="190163" y="87118"/>
                  <a:pt x="184312" y="87909"/>
                  <a:pt x="180330" y="89368"/>
                </a:cubicBezTo>
                <a:cubicBezTo>
                  <a:pt x="176348" y="90827"/>
                  <a:pt x="173293" y="93076"/>
                  <a:pt x="171165" y="96116"/>
                </a:cubicBezTo>
                <a:cubicBezTo>
                  <a:pt x="169037" y="99156"/>
                  <a:pt x="167973" y="103138"/>
                  <a:pt x="167973" y="108062"/>
                </a:cubicBezTo>
                <a:cubicBezTo>
                  <a:pt x="167973" y="113412"/>
                  <a:pt x="169417" y="117546"/>
                  <a:pt x="172305" y="120464"/>
                </a:cubicBezTo>
                <a:cubicBezTo>
                  <a:pt x="175193" y="123382"/>
                  <a:pt x="179311" y="124841"/>
                  <a:pt x="184661" y="124841"/>
                </a:cubicBezTo>
                <a:close/>
                <a:moveTo>
                  <a:pt x="272085" y="85538"/>
                </a:moveTo>
                <a:cubicBezTo>
                  <a:pt x="272085" y="98669"/>
                  <a:pt x="274152" y="108396"/>
                  <a:pt x="278286" y="114719"/>
                </a:cubicBezTo>
                <a:cubicBezTo>
                  <a:pt x="282421" y="121042"/>
                  <a:pt x="288652" y="124203"/>
                  <a:pt x="296981" y="124203"/>
                </a:cubicBezTo>
                <a:cubicBezTo>
                  <a:pt x="302817" y="124203"/>
                  <a:pt x="307696" y="122622"/>
                  <a:pt x="311617" y="119461"/>
                </a:cubicBezTo>
                <a:cubicBezTo>
                  <a:pt x="315538" y="116300"/>
                  <a:pt x="317955" y="111436"/>
                  <a:pt x="318867" y="104870"/>
                </a:cubicBezTo>
                <a:lnTo>
                  <a:pt x="335464" y="105965"/>
                </a:lnTo>
                <a:cubicBezTo>
                  <a:pt x="334187" y="115448"/>
                  <a:pt x="330144" y="123017"/>
                  <a:pt x="323335" y="128671"/>
                </a:cubicBezTo>
                <a:cubicBezTo>
                  <a:pt x="316526" y="134325"/>
                  <a:pt x="307893" y="137152"/>
                  <a:pt x="297437" y="137152"/>
                </a:cubicBezTo>
                <a:cubicBezTo>
                  <a:pt x="283636" y="137152"/>
                  <a:pt x="273104" y="132790"/>
                  <a:pt x="265839" y="124066"/>
                </a:cubicBezTo>
                <a:cubicBezTo>
                  <a:pt x="258574" y="115342"/>
                  <a:pt x="254941" y="102621"/>
                  <a:pt x="254941" y="85902"/>
                </a:cubicBezTo>
                <a:cubicBezTo>
                  <a:pt x="254941" y="69306"/>
                  <a:pt x="258589" y="56645"/>
                  <a:pt x="265884" y="47921"/>
                </a:cubicBezTo>
                <a:cubicBezTo>
                  <a:pt x="273180" y="39197"/>
                  <a:pt x="283636" y="34835"/>
                  <a:pt x="297254" y="34835"/>
                </a:cubicBezTo>
                <a:cubicBezTo>
                  <a:pt x="307346" y="34835"/>
                  <a:pt x="315721" y="37442"/>
                  <a:pt x="322378" y="42655"/>
                </a:cubicBezTo>
                <a:cubicBezTo>
                  <a:pt x="329035" y="47868"/>
                  <a:pt x="333214" y="55050"/>
                  <a:pt x="334916" y="64202"/>
                </a:cubicBezTo>
                <a:lnTo>
                  <a:pt x="318046" y="65475"/>
                </a:lnTo>
                <a:cubicBezTo>
                  <a:pt x="317195" y="60033"/>
                  <a:pt x="315037" y="55709"/>
                  <a:pt x="311571" y="52504"/>
                </a:cubicBezTo>
                <a:cubicBezTo>
                  <a:pt x="308106" y="49297"/>
                  <a:pt x="303182" y="47693"/>
                  <a:pt x="296798" y="47693"/>
                </a:cubicBezTo>
                <a:cubicBezTo>
                  <a:pt x="288105" y="47693"/>
                  <a:pt x="281813" y="50581"/>
                  <a:pt x="277922" y="56356"/>
                </a:cubicBezTo>
                <a:cubicBezTo>
                  <a:pt x="274031" y="62132"/>
                  <a:pt x="272085" y="71859"/>
                  <a:pt x="272085" y="85538"/>
                </a:cubicBezTo>
                <a:close/>
                <a:moveTo>
                  <a:pt x="353337" y="135328"/>
                </a:moveTo>
                <a:lnTo>
                  <a:pt x="353337" y="59639"/>
                </a:lnTo>
                <a:cubicBezTo>
                  <a:pt x="353337" y="52709"/>
                  <a:pt x="353155" y="45049"/>
                  <a:pt x="352790" y="36659"/>
                </a:cubicBezTo>
                <a:lnTo>
                  <a:pt x="368293" y="36659"/>
                </a:lnTo>
                <a:cubicBezTo>
                  <a:pt x="368779" y="47845"/>
                  <a:pt x="369022" y="54563"/>
                  <a:pt x="369022" y="56812"/>
                </a:cubicBezTo>
                <a:lnTo>
                  <a:pt x="369387" y="56812"/>
                </a:lnTo>
                <a:cubicBezTo>
                  <a:pt x="372001" y="48362"/>
                  <a:pt x="375010" y="42586"/>
                  <a:pt x="378415" y="39486"/>
                </a:cubicBezTo>
                <a:cubicBezTo>
                  <a:pt x="381819" y="36385"/>
                  <a:pt x="386622" y="34835"/>
                  <a:pt x="392823" y="34835"/>
                </a:cubicBezTo>
                <a:cubicBezTo>
                  <a:pt x="395012" y="34835"/>
                  <a:pt x="397231" y="35139"/>
                  <a:pt x="399480" y="35747"/>
                </a:cubicBezTo>
                <a:lnTo>
                  <a:pt x="399480" y="50794"/>
                </a:lnTo>
                <a:cubicBezTo>
                  <a:pt x="397291" y="50186"/>
                  <a:pt x="394373" y="49882"/>
                  <a:pt x="390726" y="49882"/>
                </a:cubicBezTo>
                <a:cubicBezTo>
                  <a:pt x="383917" y="49882"/>
                  <a:pt x="378719" y="52815"/>
                  <a:pt x="375132" y="58682"/>
                </a:cubicBezTo>
                <a:cubicBezTo>
                  <a:pt x="371545" y="64548"/>
                  <a:pt x="369752" y="72953"/>
                  <a:pt x="369752" y="83896"/>
                </a:cubicBezTo>
                <a:lnTo>
                  <a:pt x="369752" y="135328"/>
                </a:lnTo>
                <a:lnTo>
                  <a:pt x="353337" y="135328"/>
                </a:lnTo>
                <a:close/>
                <a:moveTo>
                  <a:pt x="498604" y="85902"/>
                </a:moveTo>
                <a:cubicBezTo>
                  <a:pt x="498604" y="103168"/>
                  <a:pt x="494804" y="116026"/>
                  <a:pt x="487205" y="124476"/>
                </a:cubicBezTo>
                <a:cubicBezTo>
                  <a:pt x="479606" y="132927"/>
                  <a:pt x="468571" y="137152"/>
                  <a:pt x="454102" y="137152"/>
                </a:cubicBezTo>
                <a:cubicBezTo>
                  <a:pt x="439694" y="137152"/>
                  <a:pt x="428812" y="132760"/>
                  <a:pt x="421456" y="123975"/>
                </a:cubicBezTo>
                <a:cubicBezTo>
                  <a:pt x="414100" y="115190"/>
                  <a:pt x="410422" y="102499"/>
                  <a:pt x="410422" y="85902"/>
                </a:cubicBezTo>
                <a:cubicBezTo>
                  <a:pt x="410422" y="51858"/>
                  <a:pt x="425164" y="34835"/>
                  <a:pt x="454649" y="34835"/>
                </a:cubicBezTo>
                <a:cubicBezTo>
                  <a:pt x="469726" y="34835"/>
                  <a:pt x="480821" y="38984"/>
                  <a:pt x="487934" y="47283"/>
                </a:cubicBezTo>
                <a:cubicBezTo>
                  <a:pt x="495047" y="55581"/>
                  <a:pt x="498604" y="68454"/>
                  <a:pt x="498604" y="85902"/>
                </a:cubicBezTo>
                <a:moveTo>
                  <a:pt x="481369" y="85902"/>
                </a:moveTo>
                <a:cubicBezTo>
                  <a:pt x="481369" y="72284"/>
                  <a:pt x="479347" y="62390"/>
                  <a:pt x="475304" y="56220"/>
                </a:cubicBezTo>
                <a:cubicBezTo>
                  <a:pt x="471262" y="50049"/>
                  <a:pt x="464468" y="46964"/>
                  <a:pt x="454923" y="46964"/>
                </a:cubicBezTo>
                <a:cubicBezTo>
                  <a:pt x="445318" y="46964"/>
                  <a:pt x="438372" y="50110"/>
                  <a:pt x="434086" y="56402"/>
                </a:cubicBezTo>
                <a:cubicBezTo>
                  <a:pt x="429800" y="62694"/>
                  <a:pt x="427657" y="72528"/>
                  <a:pt x="427657" y="85902"/>
                </a:cubicBezTo>
                <a:cubicBezTo>
                  <a:pt x="427657" y="98912"/>
                  <a:pt x="429769" y="108685"/>
                  <a:pt x="433995" y="115220"/>
                </a:cubicBezTo>
                <a:cubicBezTo>
                  <a:pt x="438220" y="121756"/>
                  <a:pt x="444862" y="125024"/>
                  <a:pt x="453920" y="125024"/>
                </a:cubicBezTo>
                <a:cubicBezTo>
                  <a:pt x="463769" y="125024"/>
                  <a:pt x="470806" y="121862"/>
                  <a:pt x="475031" y="115540"/>
                </a:cubicBezTo>
                <a:cubicBezTo>
                  <a:pt x="479256" y="109217"/>
                  <a:pt x="481369" y="99338"/>
                  <a:pt x="481369" y="85902"/>
                </a:cubicBezTo>
                <a:close/>
                <a:moveTo>
                  <a:pt x="608857" y="134599"/>
                </a:moveTo>
                <a:cubicBezTo>
                  <a:pt x="603447" y="136058"/>
                  <a:pt x="597914" y="136787"/>
                  <a:pt x="592260" y="136787"/>
                </a:cubicBezTo>
                <a:cubicBezTo>
                  <a:pt x="579129" y="136787"/>
                  <a:pt x="572563" y="129340"/>
                  <a:pt x="572563" y="114445"/>
                </a:cubicBezTo>
                <a:lnTo>
                  <a:pt x="572563" y="48605"/>
                </a:lnTo>
                <a:lnTo>
                  <a:pt x="561164" y="48605"/>
                </a:lnTo>
                <a:lnTo>
                  <a:pt x="561164" y="36659"/>
                </a:lnTo>
                <a:lnTo>
                  <a:pt x="573201" y="36659"/>
                </a:lnTo>
                <a:lnTo>
                  <a:pt x="578034" y="14591"/>
                </a:lnTo>
                <a:lnTo>
                  <a:pt x="588977" y="14591"/>
                </a:lnTo>
                <a:lnTo>
                  <a:pt x="588977" y="36659"/>
                </a:lnTo>
                <a:lnTo>
                  <a:pt x="607216" y="36659"/>
                </a:lnTo>
                <a:lnTo>
                  <a:pt x="607216" y="48605"/>
                </a:lnTo>
                <a:lnTo>
                  <a:pt x="588977" y="48605"/>
                </a:lnTo>
                <a:lnTo>
                  <a:pt x="588977" y="110889"/>
                </a:lnTo>
                <a:cubicBezTo>
                  <a:pt x="588977" y="115631"/>
                  <a:pt x="589753" y="118959"/>
                  <a:pt x="591303" y="120874"/>
                </a:cubicBezTo>
                <a:cubicBezTo>
                  <a:pt x="592853" y="122789"/>
                  <a:pt x="595543" y="123747"/>
                  <a:pt x="599373" y="123747"/>
                </a:cubicBezTo>
                <a:cubicBezTo>
                  <a:pt x="601562" y="123747"/>
                  <a:pt x="604723" y="123321"/>
                  <a:pt x="608857" y="122470"/>
                </a:cubicBezTo>
                <a:lnTo>
                  <a:pt x="608857" y="134599"/>
                </a:lnTo>
                <a:close/>
                <a:moveTo>
                  <a:pt x="648010" y="137152"/>
                </a:moveTo>
                <a:cubicBezTo>
                  <a:pt x="638100" y="137152"/>
                  <a:pt x="630653" y="134538"/>
                  <a:pt x="625668" y="129310"/>
                </a:cubicBezTo>
                <a:cubicBezTo>
                  <a:pt x="620683" y="124081"/>
                  <a:pt x="618190" y="116908"/>
                  <a:pt x="618190" y="107788"/>
                </a:cubicBezTo>
                <a:cubicBezTo>
                  <a:pt x="618190" y="97575"/>
                  <a:pt x="621549" y="89732"/>
                  <a:pt x="628267" y="84261"/>
                </a:cubicBezTo>
                <a:cubicBezTo>
                  <a:pt x="634984" y="78789"/>
                  <a:pt x="645821" y="75871"/>
                  <a:pt x="660776" y="75507"/>
                </a:cubicBezTo>
                <a:lnTo>
                  <a:pt x="682936" y="75142"/>
                </a:lnTo>
                <a:lnTo>
                  <a:pt x="682936" y="69761"/>
                </a:lnTo>
                <a:cubicBezTo>
                  <a:pt x="682936" y="61737"/>
                  <a:pt x="681234" y="55992"/>
                  <a:pt x="677829" y="52526"/>
                </a:cubicBezTo>
                <a:cubicBezTo>
                  <a:pt x="674425" y="49061"/>
                  <a:pt x="669075" y="47328"/>
                  <a:pt x="661780" y="47328"/>
                </a:cubicBezTo>
                <a:cubicBezTo>
                  <a:pt x="654423" y="47328"/>
                  <a:pt x="649074" y="48568"/>
                  <a:pt x="645730" y="51047"/>
                </a:cubicBezTo>
                <a:cubicBezTo>
                  <a:pt x="642386" y="53525"/>
                  <a:pt x="640380" y="57483"/>
                  <a:pt x="639711" y="62922"/>
                </a:cubicBezTo>
                <a:lnTo>
                  <a:pt x="622567" y="61378"/>
                </a:lnTo>
                <a:cubicBezTo>
                  <a:pt x="625364" y="43683"/>
                  <a:pt x="638556" y="34835"/>
                  <a:pt x="662144" y="34835"/>
                </a:cubicBezTo>
                <a:cubicBezTo>
                  <a:pt x="674546" y="34835"/>
                  <a:pt x="683878" y="37677"/>
                  <a:pt x="690140" y="43362"/>
                </a:cubicBezTo>
                <a:cubicBezTo>
                  <a:pt x="696402" y="49046"/>
                  <a:pt x="699533" y="57268"/>
                  <a:pt x="699533" y="68029"/>
                </a:cubicBezTo>
                <a:lnTo>
                  <a:pt x="699533" y="110524"/>
                </a:lnTo>
                <a:cubicBezTo>
                  <a:pt x="699533" y="115388"/>
                  <a:pt x="700171" y="119051"/>
                  <a:pt x="701448" y="121513"/>
                </a:cubicBezTo>
                <a:cubicBezTo>
                  <a:pt x="702725" y="123975"/>
                  <a:pt x="705156" y="125206"/>
                  <a:pt x="708743" y="125206"/>
                </a:cubicBezTo>
                <a:cubicBezTo>
                  <a:pt x="710324" y="125206"/>
                  <a:pt x="712117" y="124993"/>
                  <a:pt x="714123" y="124568"/>
                </a:cubicBezTo>
                <a:lnTo>
                  <a:pt x="714123" y="134781"/>
                </a:lnTo>
                <a:cubicBezTo>
                  <a:pt x="709989" y="135754"/>
                  <a:pt x="705764" y="136240"/>
                  <a:pt x="701448" y="136240"/>
                </a:cubicBezTo>
                <a:cubicBezTo>
                  <a:pt x="695368" y="136240"/>
                  <a:pt x="690946" y="134644"/>
                  <a:pt x="688179" y="131453"/>
                </a:cubicBezTo>
                <a:cubicBezTo>
                  <a:pt x="685413" y="128261"/>
                  <a:pt x="683848" y="123261"/>
                  <a:pt x="683483" y="116452"/>
                </a:cubicBezTo>
                <a:lnTo>
                  <a:pt x="682936" y="116452"/>
                </a:lnTo>
                <a:cubicBezTo>
                  <a:pt x="678741" y="123990"/>
                  <a:pt x="673862" y="129325"/>
                  <a:pt x="668300" y="132456"/>
                </a:cubicBezTo>
                <a:cubicBezTo>
                  <a:pt x="662737" y="135587"/>
                  <a:pt x="655974" y="137152"/>
                  <a:pt x="648010" y="137152"/>
                </a:cubicBezTo>
                <a:moveTo>
                  <a:pt x="651748" y="124841"/>
                </a:moveTo>
                <a:cubicBezTo>
                  <a:pt x="657767" y="124841"/>
                  <a:pt x="663117" y="123473"/>
                  <a:pt x="667798" y="120738"/>
                </a:cubicBezTo>
                <a:cubicBezTo>
                  <a:pt x="672479" y="118002"/>
                  <a:pt x="676173" y="114248"/>
                  <a:pt x="678878" y="109475"/>
                </a:cubicBezTo>
                <a:cubicBezTo>
                  <a:pt x="681583" y="104703"/>
                  <a:pt x="682936" y="99794"/>
                  <a:pt x="682936" y="94748"/>
                </a:cubicBezTo>
                <a:lnTo>
                  <a:pt x="682936" y="86632"/>
                </a:lnTo>
                <a:lnTo>
                  <a:pt x="664971" y="86997"/>
                </a:lnTo>
                <a:cubicBezTo>
                  <a:pt x="657250" y="87118"/>
                  <a:pt x="651399" y="87909"/>
                  <a:pt x="647417" y="89368"/>
                </a:cubicBezTo>
                <a:cubicBezTo>
                  <a:pt x="643435" y="90827"/>
                  <a:pt x="640380" y="93076"/>
                  <a:pt x="638252" y="96116"/>
                </a:cubicBezTo>
                <a:cubicBezTo>
                  <a:pt x="636124" y="99156"/>
                  <a:pt x="635060" y="103138"/>
                  <a:pt x="635060" y="108062"/>
                </a:cubicBezTo>
                <a:cubicBezTo>
                  <a:pt x="635060" y="113412"/>
                  <a:pt x="636504" y="117546"/>
                  <a:pt x="639392" y="120464"/>
                </a:cubicBezTo>
                <a:cubicBezTo>
                  <a:pt x="642280" y="123382"/>
                  <a:pt x="646399" y="124841"/>
                  <a:pt x="651748" y="124841"/>
                </a:cubicBezTo>
                <a:close/>
                <a:moveTo>
                  <a:pt x="810120" y="85538"/>
                </a:moveTo>
                <a:cubicBezTo>
                  <a:pt x="810120" y="119947"/>
                  <a:pt x="798022" y="137152"/>
                  <a:pt x="773825" y="137152"/>
                </a:cubicBezTo>
                <a:cubicBezTo>
                  <a:pt x="766348" y="137152"/>
                  <a:pt x="760131" y="135799"/>
                  <a:pt x="755177" y="133094"/>
                </a:cubicBezTo>
                <a:cubicBezTo>
                  <a:pt x="750222" y="130389"/>
                  <a:pt x="746194" y="126027"/>
                  <a:pt x="743094" y="120008"/>
                </a:cubicBezTo>
                <a:lnTo>
                  <a:pt x="742912" y="120008"/>
                </a:lnTo>
                <a:cubicBezTo>
                  <a:pt x="742912" y="121893"/>
                  <a:pt x="742790" y="124765"/>
                  <a:pt x="742547" y="128626"/>
                </a:cubicBezTo>
                <a:cubicBezTo>
                  <a:pt x="742304" y="132486"/>
                  <a:pt x="742121" y="134720"/>
                  <a:pt x="742000" y="135328"/>
                </a:cubicBezTo>
                <a:lnTo>
                  <a:pt x="726132" y="135328"/>
                </a:lnTo>
                <a:cubicBezTo>
                  <a:pt x="726497" y="132045"/>
                  <a:pt x="726679" y="125267"/>
                  <a:pt x="726679" y="114992"/>
                </a:cubicBezTo>
                <a:lnTo>
                  <a:pt x="726679" y="0"/>
                </a:lnTo>
                <a:lnTo>
                  <a:pt x="743094" y="0"/>
                </a:lnTo>
                <a:lnTo>
                  <a:pt x="743094" y="38574"/>
                </a:lnTo>
                <a:cubicBezTo>
                  <a:pt x="743094" y="42526"/>
                  <a:pt x="742972" y="47176"/>
                  <a:pt x="742729" y="52526"/>
                </a:cubicBezTo>
                <a:lnTo>
                  <a:pt x="743094" y="52526"/>
                </a:lnTo>
                <a:cubicBezTo>
                  <a:pt x="746134" y="46204"/>
                  <a:pt x="750161" y="41675"/>
                  <a:pt x="755177" y="38939"/>
                </a:cubicBezTo>
                <a:cubicBezTo>
                  <a:pt x="760192" y="36203"/>
                  <a:pt x="766409" y="34835"/>
                  <a:pt x="773825" y="34835"/>
                </a:cubicBezTo>
                <a:cubicBezTo>
                  <a:pt x="786288" y="34835"/>
                  <a:pt x="795453" y="39030"/>
                  <a:pt x="801320" y="47420"/>
                </a:cubicBezTo>
                <a:cubicBezTo>
                  <a:pt x="807186" y="55809"/>
                  <a:pt x="810120" y="68515"/>
                  <a:pt x="810120" y="85538"/>
                </a:cubicBezTo>
                <a:moveTo>
                  <a:pt x="792884" y="86085"/>
                </a:moveTo>
                <a:cubicBezTo>
                  <a:pt x="792884" y="72284"/>
                  <a:pt x="791061" y="62405"/>
                  <a:pt x="787413" y="56448"/>
                </a:cubicBezTo>
                <a:cubicBezTo>
                  <a:pt x="783765" y="50490"/>
                  <a:pt x="777838" y="47511"/>
                  <a:pt x="769631" y="47511"/>
                </a:cubicBezTo>
                <a:cubicBezTo>
                  <a:pt x="760390" y="47511"/>
                  <a:pt x="753657" y="50672"/>
                  <a:pt x="749432" y="56995"/>
                </a:cubicBezTo>
                <a:cubicBezTo>
                  <a:pt x="745206" y="63317"/>
                  <a:pt x="743094" y="73348"/>
                  <a:pt x="743094" y="87088"/>
                </a:cubicBezTo>
                <a:cubicBezTo>
                  <a:pt x="743094" y="100037"/>
                  <a:pt x="745161" y="109597"/>
                  <a:pt x="749295" y="115768"/>
                </a:cubicBezTo>
                <a:cubicBezTo>
                  <a:pt x="753429" y="121938"/>
                  <a:pt x="760147" y="125024"/>
                  <a:pt x="769448" y="125024"/>
                </a:cubicBezTo>
                <a:cubicBezTo>
                  <a:pt x="777716" y="125024"/>
                  <a:pt x="783689" y="121969"/>
                  <a:pt x="787367" y="115859"/>
                </a:cubicBezTo>
                <a:cubicBezTo>
                  <a:pt x="791045" y="109749"/>
                  <a:pt x="792884" y="99824"/>
                  <a:pt x="792884" y="86085"/>
                </a:cubicBezTo>
                <a:close/>
                <a:moveTo>
                  <a:pt x="830518" y="135328"/>
                </a:moveTo>
                <a:lnTo>
                  <a:pt x="830518" y="0"/>
                </a:lnTo>
                <a:lnTo>
                  <a:pt x="846932" y="0"/>
                </a:lnTo>
                <a:lnTo>
                  <a:pt x="846932" y="135328"/>
                </a:lnTo>
                <a:lnTo>
                  <a:pt x="830518" y="135328"/>
                </a:lnTo>
                <a:close/>
                <a:moveTo>
                  <a:pt x="884563" y="89368"/>
                </a:moveTo>
                <a:cubicBezTo>
                  <a:pt x="884563" y="100704"/>
                  <a:pt x="886904" y="109451"/>
                  <a:pt x="891585" y="115608"/>
                </a:cubicBezTo>
                <a:cubicBezTo>
                  <a:pt x="896266" y="121763"/>
                  <a:pt x="903105" y="124841"/>
                  <a:pt x="912103" y="124841"/>
                </a:cubicBezTo>
                <a:cubicBezTo>
                  <a:pt x="919216" y="124841"/>
                  <a:pt x="924915" y="123404"/>
                  <a:pt x="929201" y="120530"/>
                </a:cubicBezTo>
                <a:cubicBezTo>
                  <a:pt x="933487" y="117655"/>
                  <a:pt x="936390" y="114016"/>
                  <a:pt x="937910" y="109612"/>
                </a:cubicBezTo>
                <a:lnTo>
                  <a:pt x="952318" y="113730"/>
                </a:lnTo>
                <a:cubicBezTo>
                  <a:pt x="946421" y="129345"/>
                  <a:pt x="933016" y="137152"/>
                  <a:pt x="912103" y="137152"/>
                </a:cubicBezTo>
                <a:cubicBezTo>
                  <a:pt x="897512" y="137152"/>
                  <a:pt x="886402" y="132805"/>
                  <a:pt x="878773" y="124112"/>
                </a:cubicBezTo>
                <a:cubicBezTo>
                  <a:pt x="871143" y="115418"/>
                  <a:pt x="867328" y="102499"/>
                  <a:pt x="867328" y="85355"/>
                </a:cubicBezTo>
                <a:cubicBezTo>
                  <a:pt x="867328" y="69062"/>
                  <a:pt x="871143" y="56569"/>
                  <a:pt x="878773" y="47876"/>
                </a:cubicBezTo>
                <a:cubicBezTo>
                  <a:pt x="886402" y="39182"/>
                  <a:pt x="897300" y="34835"/>
                  <a:pt x="911465" y="34835"/>
                </a:cubicBezTo>
                <a:cubicBezTo>
                  <a:pt x="940464" y="34835"/>
                  <a:pt x="954963" y="52284"/>
                  <a:pt x="954963" y="87182"/>
                </a:cubicBezTo>
                <a:lnTo>
                  <a:pt x="954963" y="89368"/>
                </a:lnTo>
                <a:lnTo>
                  <a:pt x="884563" y="89368"/>
                </a:lnTo>
                <a:moveTo>
                  <a:pt x="938001" y="76783"/>
                </a:moveTo>
                <a:cubicBezTo>
                  <a:pt x="937090" y="66420"/>
                  <a:pt x="934445" y="58859"/>
                  <a:pt x="930068" y="54102"/>
                </a:cubicBezTo>
                <a:cubicBezTo>
                  <a:pt x="925691" y="49343"/>
                  <a:pt x="919398" y="46964"/>
                  <a:pt x="911191" y="46964"/>
                </a:cubicBezTo>
                <a:cubicBezTo>
                  <a:pt x="903227" y="46964"/>
                  <a:pt x="896920" y="49616"/>
                  <a:pt x="892269" y="54920"/>
                </a:cubicBezTo>
                <a:cubicBezTo>
                  <a:pt x="887618" y="60222"/>
                  <a:pt x="885110" y="67510"/>
                  <a:pt x="884746" y="76783"/>
                </a:cubicBezTo>
                <a:lnTo>
                  <a:pt x="938001" y="76783"/>
                </a:lnTo>
                <a:close/>
                <a:moveTo>
                  <a:pt x="980286" y="55627"/>
                </a:moveTo>
                <a:lnTo>
                  <a:pt x="980286" y="36659"/>
                </a:lnTo>
                <a:lnTo>
                  <a:pt x="998068" y="36659"/>
                </a:lnTo>
                <a:lnTo>
                  <a:pt x="998068" y="55627"/>
                </a:lnTo>
                <a:lnTo>
                  <a:pt x="980286" y="55627"/>
                </a:lnTo>
                <a:moveTo>
                  <a:pt x="980286" y="135328"/>
                </a:moveTo>
                <a:lnTo>
                  <a:pt x="980286" y="116360"/>
                </a:lnTo>
                <a:lnTo>
                  <a:pt x="998068" y="116360"/>
                </a:lnTo>
                <a:lnTo>
                  <a:pt x="998068" y="135328"/>
                </a:lnTo>
                <a:lnTo>
                  <a:pt x="980286" y="135328"/>
                </a:lnTo>
                <a:close/>
                <a:moveTo>
                  <a:pt x="1117045" y="174176"/>
                </a:moveTo>
                <a:cubicBezTo>
                  <a:pt x="1106284" y="174176"/>
                  <a:pt x="1097712" y="172063"/>
                  <a:pt x="1091329" y="167838"/>
                </a:cubicBezTo>
                <a:cubicBezTo>
                  <a:pt x="1084945" y="163613"/>
                  <a:pt x="1080842" y="157609"/>
                  <a:pt x="1079018" y="149828"/>
                </a:cubicBezTo>
                <a:lnTo>
                  <a:pt x="1095523" y="147457"/>
                </a:lnTo>
                <a:cubicBezTo>
                  <a:pt x="1096618" y="152016"/>
                  <a:pt x="1099034" y="155527"/>
                  <a:pt x="1102773" y="157989"/>
                </a:cubicBezTo>
                <a:cubicBezTo>
                  <a:pt x="1106512" y="160451"/>
                  <a:pt x="1111421" y="161683"/>
                  <a:pt x="1117501" y="161683"/>
                </a:cubicBezTo>
                <a:cubicBezTo>
                  <a:pt x="1133854" y="161683"/>
                  <a:pt x="1142031" y="152085"/>
                  <a:pt x="1142031" y="132889"/>
                </a:cubicBezTo>
                <a:lnTo>
                  <a:pt x="1142031" y="116982"/>
                </a:lnTo>
                <a:lnTo>
                  <a:pt x="1141849" y="116982"/>
                </a:lnTo>
                <a:cubicBezTo>
                  <a:pt x="1138748" y="123310"/>
                  <a:pt x="1134493" y="128072"/>
                  <a:pt x="1129082" y="131267"/>
                </a:cubicBezTo>
                <a:cubicBezTo>
                  <a:pt x="1123671" y="134461"/>
                  <a:pt x="1117349" y="136058"/>
                  <a:pt x="1110114" y="136058"/>
                </a:cubicBezTo>
                <a:cubicBezTo>
                  <a:pt x="1098016" y="136058"/>
                  <a:pt x="1089125" y="132041"/>
                  <a:pt x="1083441" y="124009"/>
                </a:cubicBezTo>
                <a:cubicBezTo>
                  <a:pt x="1077756" y="115977"/>
                  <a:pt x="1074914" y="103350"/>
                  <a:pt x="1074914" y="86130"/>
                </a:cubicBezTo>
                <a:cubicBezTo>
                  <a:pt x="1074914" y="68667"/>
                  <a:pt x="1077969" y="55783"/>
                  <a:pt x="1084079" y="47477"/>
                </a:cubicBezTo>
                <a:cubicBezTo>
                  <a:pt x="1090189" y="39171"/>
                  <a:pt x="1099475" y="35018"/>
                  <a:pt x="1111938" y="35018"/>
                </a:cubicBezTo>
                <a:cubicBezTo>
                  <a:pt x="1118929" y="35018"/>
                  <a:pt x="1124993" y="36615"/>
                  <a:pt x="1130131" y="39811"/>
                </a:cubicBezTo>
                <a:cubicBezTo>
                  <a:pt x="1135268" y="43004"/>
                  <a:pt x="1139235" y="47553"/>
                  <a:pt x="1142031" y="53455"/>
                </a:cubicBezTo>
                <a:lnTo>
                  <a:pt x="1142213" y="53455"/>
                </a:lnTo>
                <a:cubicBezTo>
                  <a:pt x="1142213" y="51639"/>
                  <a:pt x="1142335" y="48492"/>
                  <a:pt x="1142578" y="44014"/>
                </a:cubicBezTo>
                <a:cubicBezTo>
                  <a:pt x="1142821" y="39534"/>
                  <a:pt x="1143065" y="37083"/>
                  <a:pt x="1143308" y="36659"/>
                </a:cubicBezTo>
                <a:lnTo>
                  <a:pt x="1158902" y="36659"/>
                </a:lnTo>
                <a:cubicBezTo>
                  <a:pt x="1158537" y="39944"/>
                  <a:pt x="1158354" y="46757"/>
                  <a:pt x="1158354" y="57100"/>
                </a:cubicBezTo>
                <a:lnTo>
                  <a:pt x="1158354" y="132564"/>
                </a:lnTo>
                <a:cubicBezTo>
                  <a:pt x="1158354" y="160305"/>
                  <a:pt x="1144584" y="174176"/>
                  <a:pt x="1117045" y="174176"/>
                </a:cubicBezTo>
                <a:moveTo>
                  <a:pt x="1142031" y="85948"/>
                </a:moveTo>
                <a:cubicBezTo>
                  <a:pt x="1142031" y="77914"/>
                  <a:pt x="1140937" y="70991"/>
                  <a:pt x="1138748" y="65179"/>
                </a:cubicBezTo>
                <a:cubicBezTo>
                  <a:pt x="1136560" y="59366"/>
                  <a:pt x="1133474" y="54922"/>
                  <a:pt x="1129492" y="51848"/>
                </a:cubicBezTo>
                <a:cubicBezTo>
                  <a:pt x="1125510" y="48774"/>
                  <a:pt x="1120996" y="47237"/>
                  <a:pt x="1115950" y="47237"/>
                </a:cubicBezTo>
                <a:cubicBezTo>
                  <a:pt x="1107561" y="47237"/>
                  <a:pt x="1101451" y="50281"/>
                  <a:pt x="1097621" y="56368"/>
                </a:cubicBezTo>
                <a:cubicBezTo>
                  <a:pt x="1093791" y="62455"/>
                  <a:pt x="1091876" y="72315"/>
                  <a:pt x="1091876" y="85948"/>
                </a:cubicBezTo>
                <a:cubicBezTo>
                  <a:pt x="1091876" y="99461"/>
                  <a:pt x="1093669" y="109170"/>
                  <a:pt x="1097256" y="115075"/>
                </a:cubicBezTo>
                <a:cubicBezTo>
                  <a:pt x="1100843" y="120978"/>
                  <a:pt x="1106983" y="123929"/>
                  <a:pt x="1115677" y="123929"/>
                </a:cubicBezTo>
                <a:cubicBezTo>
                  <a:pt x="1120844" y="123929"/>
                  <a:pt x="1125434" y="122407"/>
                  <a:pt x="1129447" y="119364"/>
                </a:cubicBezTo>
                <a:cubicBezTo>
                  <a:pt x="1133459" y="116320"/>
                  <a:pt x="1136560" y="111954"/>
                  <a:pt x="1138748" y="106264"/>
                </a:cubicBezTo>
                <a:cubicBezTo>
                  <a:pt x="1140937" y="100572"/>
                  <a:pt x="1142031" y="93800"/>
                  <a:pt x="1142031" y="85948"/>
                </a:cubicBezTo>
                <a:close/>
                <a:moveTo>
                  <a:pt x="1199544" y="36659"/>
                </a:moveTo>
                <a:lnTo>
                  <a:pt x="1199544" y="99216"/>
                </a:lnTo>
                <a:cubicBezTo>
                  <a:pt x="1199544" y="105721"/>
                  <a:pt x="1200183" y="110767"/>
                  <a:pt x="1201459" y="114354"/>
                </a:cubicBezTo>
                <a:cubicBezTo>
                  <a:pt x="1202736" y="117941"/>
                  <a:pt x="1204773" y="120525"/>
                  <a:pt x="1207569" y="122105"/>
                </a:cubicBezTo>
                <a:cubicBezTo>
                  <a:pt x="1210366" y="123686"/>
                  <a:pt x="1214469" y="124476"/>
                  <a:pt x="1219880" y="124476"/>
                </a:cubicBezTo>
                <a:cubicBezTo>
                  <a:pt x="1227783" y="124476"/>
                  <a:pt x="1234015" y="121771"/>
                  <a:pt x="1238574" y="116360"/>
                </a:cubicBezTo>
                <a:cubicBezTo>
                  <a:pt x="1243134" y="110950"/>
                  <a:pt x="1245414" y="103442"/>
                  <a:pt x="1245414" y="93836"/>
                </a:cubicBezTo>
                <a:lnTo>
                  <a:pt x="1245414" y="36659"/>
                </a:lnTo>
                <a:lnTo>
                  <a:pt x="1261828" y="36659"/>
                </a:lnTo>
                <a:lnTo>
                  <a:pt x="1261828" y="114263"/>
                </a:lnTo>
                <a:cubicBezTo>
                  <a:pt x="1261828" y="125753"/>
                  <a:pt x="1262010" y="132775"/>
                  <a:pt x="1262375" y="135328"/>
                </a:cubicBezTo>
                <a:lnTo>
                  <a:pt x="1246873" y="135328"/>
                </a:lnTo>
                <a:cubicBezTo>
                  <a:pt x="1246812" y="135024"/>
                  <a:pt x="1246751" y="134203"/>
                  <a:pt x="1246690" y="132866"/>
                </a:cubicBezTo>
                <a:cubicBezTo>
                  <a:pt x="1246629" y="131529"/>
                  <a:pt x="1246553" y="129993"/>
                  <a:pt x="1246462" y="128261"/>
                </a:cubicBezTo>
                <a:cubicBezTo>
                  <a:pt x="1246371" y="126528"/>
                  <a:pt x="1246265" y="123261"/>
                  <a:pt x="1246143" y="118458"/>
                </a:cubicBezTo>
                <a:lnTo>
                  <a:pt x="1245870" y="118458"/>
                </a:lnTo>
                <a:cubicBezTo>
                  <a:pt x="1242100" y="125267"/>
                  <a:pt x="1237738" y="130085"/>
                  <a:pt x="1232784" y="132912"/>
                </a:cubicBezTo>
                <a:cubicBezTo>
                  <a:pt x="1227829" y="135739"/>
                  <a:pt x="1221673" y="137152"/>
                  <a:pt x="1214317" y="137152"/>
                </a:cubicBezTo>
                <a:cubicBezTo>
                  <a:pt x="1203496" y="137152"/>
                  <a:pt x="1195577" y="134462"/>
                  <a:pt x="1190562" y="129082"/>
                </a:cubicBezTo>
                <a:cubicBezTo>
                  <a:pt x="1185546" y="123701"/>
                  <a:pt x="1183039" y="114810"/>
                  <a:pt x="1183039" y="102408"/>
                </a:cubicBezTo>
                <a:lnTo>
                  <a:pt x="1183039" y="36659"/>
                </a:lnTo>
                <a:lnTo>
                  <a:pt x="1199544" y="36659"/>
                </a:lnTo>
                <a:close/>
                <a:moveTo>
                  <a:pt x="1299918" y="89368"/>
                </a:moveTo>
                <a:cubicBezTo>
                  <a:pt x="1299918" y="100704"/>
                  <a:pt x="1302258" y="109451"/>
                  <a:pt x="1306939" y="115608"/>
                </a:cubicBezTo>
                <a:cubicBezTo>
                  <a:pt x="1311621" y="121763"/>
                  <a:pt x="1318460" y="124841"/>
                  <a:pt x="1327458" y="124841"/>
                </a:cubicBezTo>
                <a:cubicBezTo>
                  <a:pt x="1334570" y="124841"/>
                  <a:pt x="1340270" y="123404"/>
                  <a:pt x="1344556" y="120530"/>
                </a:cubicBezTo>
                <a:cubicBezTo>
                  <a:pt x="1348842" y="117655"/>
                  <a:pt x="1351745" y="114016"/>
                  <a:pt x="1353265" y="109612"/>
                </a:cubicBezTo>
                <a:lnTo>
                  <a:pt x="1367673" y="113730"/>
                </a:lnTo>
                <a:cubicBezTo>
                  <a:pt x="1361776" y="129345"/>
                  <a:pt x="1348371" y="137152"/>
                  <a:pt x="1327458" y="137152"/>
                </a:cubicBezTo>
                <a:cubicBezTo>
                  <a:pt x="1312867" y="137152"/>
                  <a:pt x="1301757" y="132805"/>
                  <a:pt x="1294127" y="124112"/>
                </a:cubicBezTo>
                <a:cubicBezTo>
                  <a:pt x="1286497" y="115418"/>
                  <a:pt x="1282682" y="102499"/>
                  <a:pt x="1282682" y="85355"/>
                </a:cubicBezTo>
                <a:cubicBezTo>
                  <a:pt x="1282682" y="69062"/>
                  <a:pt x="1286497" y="56569"/>
                  <a:pt x="1294127" y="47876"/>
                </a:cubicBezTo>
                <a:cubicBezTo>
                  <a:pt x="1301757" y="39182"/>
                  <a:pt x="1312654" y="34835"/>
                  <a:pt x="1326819" y="34835"/>
                </a:cubicBezTo>
                <a:cubicBezTo>
                  <a:pt x="1355818" y="34835"/>
                  <a:pt x="1370318" y="52284"/>
                  <a:pt x="1370318" y="87182"/>
                </a:cubicBezTo>
                <a:lnTo>
                  <a:pt x="1370318" y="89368"/>
                </a:lnTo>
                <a:lnTo>
                  <a:pt x="1299918" y="89368"/>
                </a:lnTo>
                <a:moveTo>
                  <a:pt x="1353356" y="76783"/>
                </a:moveTo>
                <a:cubicBezTo>
                  <a:pt x="1352444" y="66420"/>
                  <a:pt x="1349799" y="58859"/>
                  <a:pt x="1345422" y="54102"/>
                </a:cubicBezTo>
                <a:cubicBezTo>
                  <a:pt x="1341045" y="49343"/>
                  <a:pt x="1334753" y="46964"/>
                  <a:pt x="1326546" y="46964"/>
                </a:cubicBezTo>
                <a:cubicBezTo>
                  <a:pt x="1318582" y="46964"/>
                  <a:pt x="1312274" y="49616"/>
                  <a:pt x="1307623" y="54920"/>
                </a:cubicBezTo>
                <a:cubicBezTo>
                  <a:pt x="1302973" y="60222"/>
                  <a:pt x="1300465" y="67510"/>
                  <a:pt x="1300100" y="76783"/>
                </a:cubicBezTo>
                <a:lnTo>
                  <a:pt x="1353356" y="76783"/>
                </a:lnTo>
                <a:close/>
                <a:moveTo>
                  <a:pt x="1465219" y="108036"/>
                </a:moveTo>
                <a:cubicBezTo>
                  <a:pt x="1465219" y="117345"/>
                  <a:pt x="1461709" y="124526"/>
                  <a:pt x="1454687" y="129577"/>
                </a:cubicBezTo>
                <a:cubicBezTo>
                  <a:pt x="1447665" y="134627"/>
                  <a:pt x="1437832" y="137152"/>
                  <a:pt x="1425186" y="137152"/>
                </a:cubicBezTo>
                <a:cubicBezTo>
                  <a:pt x="1412906" y="137152"/>
                  <a:pt x="1403437" y="135131"/>
                  <a:pt x="1396780" y="131088"/>
                </a:cubicBezTo>
                <a:cubicBezTo>
                  <a:pt x="1390123" y="127045"/>
                  <a:pt x="1385792" y="120738"/>
                  <a:pt x="1383785" y="112166"/>
                </a:cubicBezTo>
                <a:lnTo>
                  <a:pt x="1398285" y="109339"/>
                </a:lnTo>
                <a:cubicBezTo>
                  <a:pt x="1399683" y="114628"/>
                  <a:pt x="1402571" y="118503"/>
                  <a:pt x="1406948" y="120966"/>
                </a:cubicBezTo>
                <a:cubicBezTo>
                  <a:pt x="1411325" y="123428"/>
                  <a:pt x="1417405" y="124659"/>
                  <a:pt x="1425186" y="124659"/>
                </a:cubicBezTo>
                <a:cubicBezTo>
                  <a:pt x="1433515" y="124659"/>
                  <a:pt x="1439610" y="123380"/>
                  <a:pt x="1443470" y="120823"/>
                </a:cubicBezTo>
                <a:cubicBezTo>
                  <a:pt x="1447331" y="118264"/>
                  <a:pt x="1449261" y="114427"/>
                  <a:pt x="1449261" y="109313"/>
                </a:cubicBezTo>
                <a:cubicBezTo>
                  <a:pt x="1449261" y="105418"/>
                  <a:pt x="1447923" y="102254"/>
                  <a:pt x="1445249" y="99820"/>
                </a:cubicBezTo>
                <a:cubicBezTo>
                  <a:pt x="1442574" y="97387"/>
                  <a:pt x="1438257" y="95379"/>
                  <a:pt x="1432299" y="93796"/>
                </a:cubicBezTo>
                <a:lnTo>
                  <a:pt x="1420536" y="90693"/>
                </a:lnTo>
                <a:cubicBezTo>
                  <a:pt x="1411112" y="88259"/>
                  <a:pt x="1404410" y="85871"/>
                  <a:pt x="1400428" y="83529"/>
                </a:cubicBezTo>
                <a:cubicBezTo>
                  <a:pt x="1396446" y="81186"/>
                  <a:pt x="1393330" y="78342"/>
                  <a:pt x="1391081" y="74996"/>
                </a:cubicBezTo>
                <a:cubicBezTo>
                  <a:pt x="1388831" y="71649"/>
                  <a:pt x="1387707" y="67542"/>
                  <a:pt x="1387707" y="62674"/>
                </a:cubicBezTo>
                <a:cubicBezTo>
                  <a:pt x="1387707" y="53667"/>
                  <a:pt x="1390914" y="46806"/>
                  <a:pt x="1397327" y="42091"/>
                </a:cubicBezTo>
                <a:cubicBezTo>
                  <a:pt x="1403741" y="37375"/>
                  <a:pt x="1413088" y="35018"/>
                  <a:pt x="1425369" y="35018"/>
                </a:cubicBezTo>
                <a:cubicBezTo>
                  <a:pt x="1436251" y="35018"/>
                  <a:pt x="1444899" y="36933"/>
                  <a:pt x="1451313" y="40763"/>
                </a:cubicBezTo>
                <a:cubicBezTo>
                  <a:pt x="1457727" y="44593"/>
                  <a:pt x="1461785" y="50733"/>
                  <a:pt x="1463487" y="59183"/>
                </a:cubicBezTo>
                <a:lnTo>
                  <a:pt x="1448714" y="61007"/>
                </a:lnTo>
                <a:cubicBezTo>
                  <a:pt x="1447802" y="56630"/>
                  <a:pt x="1445355" y="53271"/>
                  <a:pt x="1441373" y="50930"/>
                </a:cubicBezTo>
                <a:cubicBezTo>
                  <a:pt x="1437391" y="48590"/>
                  <a:pt x="1432056" y="47420"/>
                  <a:pt x="1425369" y="47420"/>
                </a:cubicBezTo>
                <a:cubicBezTo>
                  <a:pt x="1417952" y="47420"/>
                  <a:pt x="1412480" y="48546"/>
                  <a:pt x="1408954" y="50799"/>
                </a:cubicBezTo>
                <a:cubicBezTo>
                  <a:pt x="1405428" y="53053"/>
                  <a:pt x="1403665" y="56463"/>
                  <a:pt x="1403665" y="61030"/>
                </a:cubicBezTo>
                <a:cubicBezTo>
                  <a:pt x="1403665" y="63828"/>
                  <a:pt x="1404395" y="66140"/>
                  <a:pt x="1405854" y="67966"/>
                </a:cubicBezTo>
                <a:cubicBezTo>
                  <a:pt x="1407313" y="69792"/>
                  <a:pt x="1409471" y="71344"/>
                  <a:pt x="1412328" y="72623"/>
                </a:cubicBezTo>
                <a:cubicBezTo>
                  <a:pt x="1415186" y="73899"/>
                  <a:pt x="1421204" y="75663"/>
                  <a:pt x="1430384" y="77915"/>
                </a:cubicBezTo>
                <a:cubicBezTo>
                  <a:pt x="1439078" y="80105"/>
                  <a:pt x="1445340" y="82128"/>
                  <a:pt x="1449170" y="83985"/>
                </a:cubicBezTo>
                <a:cubicBezTo>
                  <a:pt x="1453000" y="85841"/>
                  <a:pt x="1456024" y="87894"/>
                  <a:pt x="1458243" y="90146"/>
                </a:cubicBezTo>
                <a:cubicBezTo>
                  <a:pt x="1460462" y="92397"/>
                  <a:pt x="1462180" y="94999"/>
                  <a:pt x="1463396" y="97951"/>
                </a:cubicBezTo>
                <a:cubicBezTo>
                  <a:pt x="1464612" y="100901"/>
                  <a:pt x="1465219" y="104263"/>
                  <a:pt x="1465219" y="108036"/>
                </a:cubicBezTo>
                <a:close/>
                <a:moveTo>
                  <a:pt x="1522488" y="134599"/>
                </a:moveTo>
                <a:cubicBezTo>
                  <a:pt x="1517077" y="136058"/>
                  <a:pt x="1511545" y="136787"/>
                  <a:pt x="1505891" y="136787"/>
                </a:cubicBezTo>
                <a:cubicBezTo>
                  <a:pt x="1492759" y="136787"/>
                  <a:pt x="1486193" y="129340"/>
                  <a:pt x="1486193" y="114445"/>
                </a:cubicBezTo>
                <a:lnTo>
                  <a:pt x="1486193" y="48605"/>
                </a:lnTo>
                <a:lnTo>
                  <a:pt x="1474794" y="48605"/>
                </a:lnTo>
                <a:lnTo>
                  <a:pt x="1474794" y="36659"/>
                </a:lnTo>
                <a:lnTo>
                  <a:pt x="1486832" y="36659"/>
                </a:lnTo>
                <a:lnTo>
                  <a:pt x="1491665" y="14591"/>
                </a:lnTo>
                <a:lnTo>
                  <a:pt x="1502608" y="14591"/>
                </a:lnTo>
                <a:lnTo>
                  <a:pt x="1502608" y="36659"/>
                </a:lnTo>
                <a:lnTo>
                  <a:pt x="1520846" y="36659"/>
                </a:lnTo>
                <a:lnTo>
                  <a:pt x="1520846" y="48605"/>
                </a:lnTo>
                <a:lnTo>
                  <a:pt x="1502608" y="48605"/>
                </a:lnTo>
                <a:lnTo>
                  <a:pt x="1502608" y="110889"/>
                </a:lnTo>
                <a:cubicBezTo>
                  <a:pt x="1502608" y="115631"/>
                  <a:pt x="1503383" y="118959"/>
                  <a:pt x="1504933" y="120874"/>
                </a:cubicBezTo>
                <a:cubicBezTo>
                  <a:pt x="1506483" y="122789"/>
                  <a:pt x="1509174" y="123747"/>
                  <a:pt x="1513004" y="123747"/>
                </a:cubicBezTo>
                <a:cubicBezTo>
                  <a:pt x="1515192" y="123747"/>
                  <a:pt x="1518354" y="123321"/>
                  <a:pt x="1522488" y="122470"/>
                </a:cubicBezTo>
                <a:lnTo>
                  <a:pt x="1522488" y="134599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3C959-D8E8-45BA-86C5-4CBEB172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529" y="2081396"/>
            <a:ext cx="543783" cy="466900"/>
          </a:xfrm>
          <a:custGeom xmlns:a="http://schemas.openxmlformats.org/drawingml/2006/main">
            <a:pathLst>
              <a:path w="543783" h="466900" fill="none">
                <a:moveTo>
                  <a:pt x="0" y="466900"/>
                </a:moveTo>
                <a:lnTo>
                  <a:pt x="311267" y="466900"/>
                </a:lnTo>
                <a:lnTo>
                  <a:pt x="311267" y="0"/>
                </a:lnTo>
                <a:lnTo>
                  <a:pt x="5437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86971-F13F-4ADD-897E-33C2929A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058051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D5771-9029-4B93-9F22-A61A7767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058051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C2FD9-23B5-4458-9E08-91801EF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529" y="2392663"/>
            <a:ext cx="543783" cy="155633"/>
          </a:xfrm>
          <a:custGeom xmlns:a="http://schemas.openxmlformats.org/drawingml/2006/main">
            <a:pathLst>
              <a:path w="543783" h="155633" fill="none">
                <a:moveTo>
                  <a:pt x="0" y="155633"/>
                </a:moveTo>
                <a:lnTo>
                  <a:pt x="311267" y="155633"/>
                </a:lnTo>
                <a:lnTo>
                  <a:pt x="311267" y="0"/>
                </a:lnTo>
                <a:lnTo>
                  <a:pt x="5437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5371F-0FCE-4CC0-BA00-DBC71358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369318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822BC-8BA9-4E3E-B5F4-52718D0C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369318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841C1-5433-442E-8ED5-2D8A6EF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392663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235C7-6C1F-46F7-B74D-7EA6723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392663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80" name="Text code:main">
            <a:extLst xmlns:a="http://schemas.openxmlformats.org/drawingml/2006/main">
              <a:ext uri="{FF2B5EF4-FFF2-40B4-BE49-F238E27FC236}">
                <a16:creationId xmlns:a16="http://schemas.microsoft.com/office/drawing/2014/main" id="{C6E9360A-BD9E-4750-A320-B1F5AE3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50" y="2467440"/>
            <a:ext cx="893410" cy="137152"/>
          </a:xfrm>
          <a:custGeom xmlns:a="http://schemas.openxmlformats.org/drawingml/2006/main">
            <a:pathLst>
              <a:path w="893410" h="137152">
                <a:moveTo>
                  <a:pt x="17144" y="85538"/>
                </a:moveTo>
                <a:cubicBezTo>
                  <a:pt x="17144" y="98669"/>
                  <a:pt x="19211" y="108396"/>
                  <a:pt x="23345" y="114719"/>
                </a:cubicBezTo>
                <a:cubicBezTo>
                  <a:pt x="27479" y="121042"/>
                  <a:pt x="33710" y="124203"/>
                  <a:pt x="42039" y="124203"/>
                </a:cubicBezTo>
                <a:cubicBezTo>
                  <a:pt x="47876" y="124203"/>
                  <a:pt x="52754" y="122622"/>
                  <a:pt x="56676" y="119461"/>
                </a:cubicBezTo>
                <a:cubicBezTo>
                  <a:pt x="60597" y="116300"/>
                  <a:pt x="63013" y="111436"/>
                  <a:pt x="63925" y="104870"/>
                </a:cubicBezTo>
                <a:lnTo>
                  <a:pt x="80522" y="105965"/>
                </a:lnTo>
                <a:cubicBezTo>
                  <a:pt x="79245" y="115448"/>
                  <a:pt x="75203" y="123017"/>
                  <a:pt x="68394" y="128671"/>
                </a:cubicBezTo>
                <a:cubicBezTo>
                  <a:pt x="61585" y="134325"/>
                  <a:pt x="52952" y="137152"/>
                  <a:pt x="42495" y="137152"/>
                </a:cubicBezTo>
                <a:cubicBezTo>
                  <a:pt x="28695" y="137152"/>
                  <a:pt x="18162" y="132790"/>
                  <a:pt x="10897" y="124066"/>
                </a:cubicBezTo>
                <a:cubicBezTo>
                  <a:pt x="3632" y="115342"/>
                  <a:pt x="0" y="102621"/>
                  <a:pt x="0" y="85902"/>
                </a:cubicBezTo>
                <a:cubicBezTo>
                  <a:pt x="0" y="69306"/>
                  <a:pt x="3648" y="56645"/>
                  <a:pt x="10943" y="47921"/>
                </a:cubicBezTo>
                <a:cubicBezTo>
                  <a:pt x="18238" y="39197"/>
                  <a:pt x="28695" y="34835"/>
                  <a:pt x="42313" y="34835"/>
                </a:cubicBezTo>
                <a:cubicBezTo>
                  <a:pt x="52405" y="34835"/>
                  <a:pt x="60779" y="37442"/>
                  <a:pt x="67436" y="42655"/>
                </a:cubicBezTo>
                <a:cubicBezTo>
                  <a:pt x="74093" y="47868"/>
                  <a:pt x="78273" y="55050"/>
                  <a:pt x="79975" y="64202"/>
                </a:cubicBezTo>
                <a:lnTo>
                  <a:pt x="63105" y="65475"/>
                </a:lnTo>
                <a:cubicBezTo>
                  <a:pt x="62253" y="60033"/>
                  <a:pt x="60095" y="55709"/>
                  <a:pt x="56630" y="52504"/>
                </a:cubicBezTo>
                <a:cubicBezTo>
                  <a:pt x="53165" y="49297"/>
                  <a:pt x="48240" y="47693"/>
                  <a:pt x="41857" y="47693"/>
                </a:cubicBezTo>
                <a:cubicBezTo>
                  <a:pt x="33163" y="47693"/>
                  <a:pt x="26871" y="50581"/>
                  <a:pt x="22980" y="56356"/>
                </a:cubicBezTo>
                <a:cubicBezTo>
                  <a:pt x="19089" y="62132"/>
                  <a:pt x="17144" y="71859"/>
                  <a:pt x="17144" y="85538"/>
                </a:cubicBezTo>
                <a:close/>
                <a:moveTo>
                  <a:pt x="181471" y="85902"/>
                </a:moveTo>
                <a:cubicBezTo>
                  <a:pt x="181471" y="103168"/>
                  <a:pt x="177672" y="116026"/>
                  <a:pt x="170072" y="124476"/>
                </a:cubicBezTo>
                <a:cubicBezTo>
                  <a:pt x="162473" y="132927"/>
                  <a:pt x="151439" y="137152"/>
                  <a:pt x="136970" y="137152"/>
                </a:cubicBezTo>
                <a:cubicBezTo>
                  <a:pt x="122561" y="137152"/>
                  <a:pt x="111679" y="132760"/>
                  <a:pt x="104323" y="123975"/>
                </a:cubicBezTo>
                <a:cubicBezTo>
                  <a:pt x="96967" y="115190"/>
                  <a:pt x="93289" y="102499"/>
                  <a:pt x="93289" y="85902"/>
                </a:cubicBezTo>
                <a:cubicBezTo>
                  <a:pt x="93289" y="51858"/>
                  <a:pt x="108032" y="34835"/>
                  <a:pt x="137517" y="34835"/>
                </a:cubicBezTo>
                <a:cubicBezTo>
                  <a:pt x="152594" y="34835"/>
                  <a:pt x="163689" y="38984"/>
                  <a:pt x="170802" y="47283"/>
                </a:cubicBezTo>
                <a:cubicBezTo>
                  <a:pt x="177915" y="55581"/>
                  <a:pt x="181471" y="68454"/>
                  <a:pt x="181471" y="85902"/>
                </a:cubicBezTo>
                <a:moveTo>
                  <a:pt x="164236" y="85902"/>
                </a:moveTo>
                <a:cubicBezTo>
                  <a:pt x="164236" y="72284"/>
                  <a:pt x="162215" y="62390"/>
                  <a:pt x="158172" y="56220"/>
                </a:cubicBezTo>
                <a:cubicBezTo>
                  <a:pt x="154129" y="50049"/>
                  <a:pt x="147335" y="46964"/>
                  <a:pt x="137790" y="46964"/>
                </a:cubicBezTo>
                <a:cubicBezTo>
                  <a:pt x="128185" y="46964"/>
                  <a:pt x="121239" y="50110"/>
                  <a:pt x="116953" y="56402"/>
                </a:cubicBezTo>
                <a:cubicBezTo>
                  <a:pt x="112667" y="62694"/>
                  <a:pt x="110524" y="72528"/>
                  <a:pt x="110524" y="85902"/>
                </a:cubicBezTo>
                <a:cubicBezTo>
                  <a:pt x="110524" y="98912"/>
                  <a:pt x="112637" y="108685"/>
                  <a:pt x="116862" y="115220"/>
                </a:cubicBezTo>
                <a:cubicBezTo>
                  <a:pt x="121087" y="121756"/>
                  <a:pt x="127729" y="125024"/>
                  <a:pt x="136787" y="125024"/>
                </a:cubicBezTo>
                <a:cubicBezTo>
                  <a:pt x="146636" y="125024"/>
                  <a:pt x="153673" y="121862"/>
                  <a:pt x="157898" y="115540"/>
                </a:cubicBezTo>
                <a:cubicBezTo>
                  <a:pt x="162123" y="109217"/>
                  <a:pt x="164236" y="99338"/>
                  <a:pt x="164236" y="85902"/>
                </a:cubicBezTo>
                <a:close/>
                <a:moveTo>
                  <a:pt x="264153" y="119461"/>
                </a:moveTo>
                <a:cubicBezTo>
                  <a:pt x="261114" y="125783"/>
                  <a:pt x="257086" y="130313"/>
                  <a:pt x="252071" y="133048"/>
                </a:cubicBezTo>
                <a:cubicBezTo>
                  <a:pt x="247055" y="135784"/>
                  <a:pt x="240839" y="137152"/>
                  <a:pt x="233422" y="137152"/>
                </a:cubicBezTo>
                <a:cubicBezTo>
                  <a:pt x="220959" y="137152"/>
                  <a:pt x="211794" y="132957"/>
                  <a:pt x="205928" y="124568"/>
                </a:cubicBezTo>
                <a:cubicBezTo>
                  <a:pt x="200061" y="116178"/>
                  <a:pt x="197128" y="103472"/>
                  <a:pt x="197128" y="86450"/>
                </a:cubicBezTo>
                <a:cubicBezTo>
                  <a:pt x="197128" y="52040"/>
                  <a:pt x="209226" y="34835"/>
                  <a:pt x="233422" y="34835"/>
                </a:cubicBezTo>
                <a:cubicBezTo>
                  <a:pt x="240900" y="34835"/>
                  <a:pt x="247131" y="36203"/>
                  <a:pt x="252116" y="38939"/>
                </a:cubicBezTo>
                <a:cubicBezTo>
                  <a:pt x="257101" y="41675"/>
                  <a:pt x="261114" y="46021"/>
                  <a:pt x="264153" y="51979"/>
                </a:cubicBezTo>
                <a:lnTo>
                  <a:pt x="264336" y="51979"/>
                </a:lnTo>
                <a:lnTo>
                  <a:pt x="264153" y="40945"/>
                </a:lnTo>
                <a:lnTo>
                  <a:pt x="264153" y="0"/>
                </a:lnTo>
                <a:lnTo>
                  <a:pt x="280568" y="0"/>
                </a:lnTo>
                <a:lnTo>
                  <a:pt x="280568" y="114992"/>
                </a:lnTo>
                <a:cubicBezTo>
                  <a:pt x="280568" y="125267"/>
                  <a:pt x="280750" y="132045"/>
                  <a:pt x="281115" y="135328"/>
                </a:cubicBezTo>
                <a:lnTo>
                  <a:pt x="265430" y="135328"/>
                </a:lnTo>
                <a:cubicBezTo>
                  <a:pt x="265248" y="134355"/>
                  <a:pt x="265050" y="132106"/>
                  <a:pt x="264837" y="128580"/>
                </a:cubicBezTo>
                <a:cubicBezTo>
                  <a:pt x="264625" y="125054"/>
                  <a:pt x="264518" y="122014"/>
                  <a:pt x="264518" y="119461"/>
                </a:cubicBezTo>
                <a:lnTo>
                  <a:pt x="264153" y="119461"/>
                </a:lnTo>
                <a:moveTo>
                  <a:pt x="214363" y="85902"/>
                </a:moveTo>
                <a:cubicBezTo>
                  <a:pt x="214363" y="99703"/>
                  <a:pt x="216187" y="109582"/>
                  <a:pt x="219834" y="115540"/>
                </a:cubicBezTo>
                <a:cubicBezTo>
                  <a:pt x="223482" y="121497"/>
                  <a:pt x="229409" y="124476"/>
                  <a:pt x="237617" y="124476"/>
                </a:cubicBezTo>
                <a:cubicBezTo>
                  <a:pt x="246918" y="124476"/>
                  <a:pt x="253666" y="121254"/>
                  <a:pt x="257861" y="114810"/>
                </a:cubicBezTo>
                <a:cubicBezTo>
                  <a:pt x="262056" y="108366"/>
                  <a:pt x="264153" y="98365"/>
                  <a:pt x="264153" y="84808"/>
                </a:cubicBezTo>
                <a:cubicBezTo>
                  <a:pt x="264153" y="71737"/>
                  <a:pt x="262056" y="62162"/>
                  <a:pt x="257861" y="56083"/>
                </a:cubicBezTo>
                <a:cubicBezTo>
                  <a:pt x="253666" y="50003"/>
                  <a:pt x="246979" y="46964"/>
                  <a:pt x="237799" y="46964"/>
                </a:cubicBezTo>
                <a:cubicBezTo>
                  <a:pt x="229531" y="46964"/>
                  <a:pt x="223558" y="50019"/>
                  <a:pt x="219880" y="56128"/>
                </a:cubicBezTo>
                <a:cubicBezTo>
                  <a:pt x="216202" y="62238"/>
                  <a:pt x="214363" y="72163"/>
                  <a:pt x="214363" y="85902"/>
                </a:cubicBezTo>
                <a:close/>
                <a:moveTo>
                  <a:pt x="318293" y="89368"/>
                </a:moveTo>
                <a:cubicBezTo>
                  <a:pt x="318293" y="100704"/>
                  <a:pt x="320633" y="109451"/>
                  <a:pt x="325314" y="115608"/>
                </a:cubicBezTo>
                <a:cubicBezTo>
                  <a:pt x="329995" y="121763"/>
                  <a:pt x="336835" y="124841"/>
                  <a:pt x="345832" y="124841"/>
                </a:cubicBezTo>
                <a:cubicBezTo>
                  <a:pt x="352945" y="124841"/>
                  <a:pt x="358645" y="123404"/>
                  <a:pt x="362931" y="120530"/>
                </a:cubicBezTo>
                <a:cubicBezTo>
                  <a:pt x="367217" y="117655"/>
                  <a:pt x="370120" y="114016"/>
                  <a:pt x="371640" y="109612"/>
                </a:cubicBezTo>
                <a:lnTo>
                  <a:pt x="386048" y="113730"/>
                </a:lnTo>
                <a:cubicBezTo>
                  <a:pt x="380151" y="129345"/>
                  <a:pt x="366746" y="137152"/>
                  <a:pt x="345832" y="137152"/>
                </a:cubicBezTo>
                <a:cubicBezTo>
                  <a:pt x="331242" y="137152"/>
                  <a:pt x="320132" y="132805"/>
                  <a:pt x="312502" y="124112"/>
                </a:cubicBezTo>
                <a:cubicBezTo>
                  <a:pt x="304872" y="115418"/>
                  <a:pt x="301057" y="102499"/>
                  <a:pt x="301057" y="85355"/>
                </a:cubicBezTo>
                <a:cubicBezTo>
                  <a:pt x="301057" y="69062"/>
                  <a:pt x="304872" y="56569"/>
                  <a:pt x="312502" y="47876"/>
                </a:cubicBezTo>
                <a:cubicBezTo>
                  <a:pt x="320132" y="39182"/>
                  <a:pt x="331029" y="34835"/>
                  <a:pt x="345194" y="34835"/>
                </a:cubicBezTo>
                <a:cubicBezTo>
                  <a:pt x="374193" y="34835"/>
                  <a:pt x="388692" y="52284"/>
                  <a:pt x="388692" y="87182"/>
                </a:cubicBezTo>
                <a:lnTo>
                  <a:pt x="388692" y="89368"/>
                </a:lnTo>
                <a:lnTo>
                  <a:pt x="318293" y="89368"/>
                </a:lnTo>
                <a:moveTo>
                  <a:pt x="371731" y="76783"/>
                </a:moveTo>
                <a:cubicBezTo>
                  <a:pt x="370819" y="66420"/>
                  <a:pt x="368174" y="58859"/>
                  <a:pt x="363797" y="54102"/>
                </a:cubicBezTo>
                <a:cubicBezTo>
                  <a:pt x="359420" y="49343"/>
                  <a:pt x="353128" y="46964"/>
                  <a:pt x="344920" y="46964"/>
                </a:cubicBezTo>
                <a:cubicBezTo>
                  <a:pt x="336956" y="46964"/>
                  <a:pt x="330649" y="49616"/>
                  <a:pt x="325998" y="54920"/>
                </a:cubicBezTo>
                <a:cubicBezTo>
                  <a:pt x="321347" y="60222"/>
                  <a:pt x="318840" y="67510"/>
                  <a:pt x="318475" y="76783"/>
                </a:cubicBezTo>
                <a:lnTo>
                  <a:pt x="371731" y="76783"/>
                </a:lnTo>
                <a:close/>
                <a:moveTo>
                  <a:pt x="414015" y="55627"/>
                </a:moveTo>
                <a:lnTo>
                  <a:pt x="414015" y="36659"/>
                </a:lnTo>
                <a:lnTo>
                  <a:pt x="431797" y="36659"/>
                </a:lnTo>
                <a:lnTo>
                  <a:pt x="431797" y="55627"/>
                </a:lnTo>
                <a:lnTo>
                  <a:pt x="414015" y="55627"/>
                </a:lnTo>
                <a:moveTo>
                  <a:pt x="414015" y="135328"/>
                </a:moveTo>
                <a:lnTo>
                  <a:pt x="414015" y="116360"/>
                </a:lnTo>
                <a:lnTo>
                  <a:pt x="431797" y="116360"/>
                </a:lnTo>
                <a:lnTo>
                  <a:pt x="431797" y="135328"/>
                </a:lnTo>
                <a:lnTo>
                  <a:pt x="414015" y="135328"/>
                </a:lnTo>
                <a:close/>
                <a:moveTo>
                  <a:pt x="570836" y="135328"/>
                </a:moveTo>
                <a:lnTo>
                  <a:pt x="570836" y="72771"/>
                </a:lnTo>
                <a:cubicBezTo>
                  <a:pt x="570836" y="63226"/>
                  <a:pt x="569529" y="56630"/>
                  <a:pt x="566915" y="52982"/>
                </a:cubicBezTo>
                <a:cubicBezTo>
                  <a:pt x="564300" y="49335"/>
                  <a:pt x="559589" y="47511"/>
                  <a:pt x="552780" y="47511"/>
                </a:cubicBezTo>
                <a:cubicBezTo>
                  <a:pt x="545789" y="47511"/>
                  <a:pt x="540256" y="50186"/>
                  <a:pt x="536183" y="55536"/>
                </a:cubicBezTo>
                <a:cubicBezTo>
                  <a:pt x="532110" y="60886"/>
                  <a:pt x="530073" y="68424"/>
                  <a:pt x="530073" y="78151"/>
                </a:cubicBezTo>
                <a:lnTo>
                  <a:pt x="530073" y="135328"/>
                </a:lnTo>
                <a:lnTo>
                  <a:pt x="513750" y="135328"/>
                </a:lnTo>
                <a:lnTo>
                  <a:pt x="513750" y="57724"/>
                </a:lnTo>
                <a:cubicBezTo>
                  <a:pt x="513750" y="46234"/>
                  <a:pt x="513568" y="39212"/>
                  <a:pt x="513203" y="36659"/>
                </a:cubicBezTo>
                <a:lnTo>
                  <a:pt x="528705" y="36659"/>
                </a:lnTo>
                <a:cubicBezTo>
                  <a:pt x="528766" y="36963"/>
                  <a:pt x="528827" y="37784"/>
                  <a:pt x="528888" y="39121"/>
                </a:cubicBezTo>
                <a:cubicBezTo>
                  <a:pt x="528949" y="40459"/>
                  <a:pt x="529025" y="41994"/>
                  <a:pt x="529116" y="43726"/>
                </a:cubicBezTo>
                <a:cubicBezTo>
                  <a:pt x="529207" y="45459"/>
                  <a:pt x="529313" y="48727"/>
                  <a:pt x="529435" y="53529"/>
                </a:cubicBezTo>
                <a:lnTo>
                  <a:pt x="529708" y="53529"/>
                </a:lnTo>
                <a:cubicBezTo>
                  <a:pt x="533235" y="46538"/>
                  <a:pt x="537277" y="41675"/>
                  <a:pt x="541837" y="38939"/>
                </a:cubicBezTo>
                <a:cubicBezTo>
                  <a:pt x="546397" y="36203"/>
                  <a:pt x="551959" y="34835"/>
                  <a:pt x="558525" y="34835"/>
                </a:cubicBezTo>
                <a:cubicBezTo>
                  <a:pt x="566003" y="34835"/>
                  <a:pt x="571915" y="36325"/>
                  <a:pt x="576262" y="39304"/>
                </a:cubicBezTo>
                <a:cubicBezTo>
                  <a:pt x="580609" y="42282"/>
                  <a:pt x="583633" y="47024"/>
                  <a:pt x="585335" y="53529"/>
                </a:cubicBezTo>
                <a:lnTo>
                  <a:pt x="585609" y="53529"/>
                </a:lnTo>
                <a:cubicBezTo>
                  <a:pt x="589013" y="46903"/>
                  <a:pt x="593132" y="42130"/>
                  <a:pt x="597965" y="39212"/>
                </a:cubicBezTo>
                <a:cubicBezTo>
                  <a:pt x="602798" y="36294"/>
                  <a:pt x="608650" y="34835"/>
                  <a:pt x="615520" y="34835"/>
                </a:cubicBezTo>
                <a:cubicBezTo>
                  <a:pt x="625490" y="34835"/>
                  <a:pt x="632740" y="37540"/>
                  <a:pt x="637269" y="42951"/>
                </a:cubicBezTo>
                <a:cubicBezTo>
                  <a:pt x="641798" y="48362"/>
                  <a:pt x="644063" y="57238"/>
                  <a:pt x="644063" y="69579"/>
                </a:cubicBezTo>
                <a:lnTo>
                  <a:pt x="644063" y="135328"/>
                </a:lnTo>
                <a:lnTo>
                  <a:pt x="627831" y="135328"/>
                </a:lnTo>
                <a:lnTo>
                  <a:pt x="627831" y="72771"/>
                </a:lnTo>
                <a:cubicBezTo>
                  <a:pt x="627831" y="63226"/>
                  <a:pt x="626523" y="56630"/>
                  <a:pt x="623909" y="52982"/>
                </a:cubicBezTo>
                <a:cubicBezTo>
                  <a:pt x="621295" y="49335"/>
                  <a:pt x="616584" y="47511"/>
                  <a:pt x="609775" y="47511"/>
                </a:cubicBezTo>
                <a:cubicBezTo>
                  <a:pt x="602601" y="47511"/>
                  <a:pt x="597023" y="50171"/>
                  <a:pt x="593041" y="55490"/>
                </a:cubicBezTo>
                <a:cubicBezTo>
                  <a:pt x="589059" y="60810"/>
                  <a:pt x="587068" y="68363"/>
                  <a:pt x="587068" y="78151"/>
                </a:cubicBezTo>
                <a:lnTo>
                  <a:pt x="587068" y="135328"/>
                </a:lnTo>
                <a:lnTo>
                  <a:pt x="570836" y="135328"/>
                </a:lnTo>
                <a:close/>
                <a:moveTo>
                  <a:pt x="694126" y="137152"/>
                </a:moveTo>
                <a:cubicBezTo>
                  <a:pt x="684216" y="137152"/>
                  <a:pt x="676769" y="134538"/>
                  <a:pt x="671784" y="129310"/>
                </a:cubicBezTo>
                <a:cubicBezTo>
                  <a:pt x="666798" y="124081"/>
                  <a:pt x="664306" y="116908"/>
                  <a:pt x="664306" y="107788"/>
                </a:cubicBezTo>
                <a:cubicBezTo>
                  <a:pt x="664306" y="97575"/>
                  <a:pt x="667665" y="89732"/>
                  <a:pt x="674383" y="84261"/>
                </a:cubicBezTo>
                <a:cubicBezTo>
                  <a:pt x="681100" y="78789"/>
                  <a:pt x="691937" y="75871"/>
                  <a:pt x="706892" y="75507"/>
                </a:cubicBezTo>
                <a:lnTo>
                  <a:pt x="729052" y="75142"/>
                </a:lnTo>
                <a:lnTo>
                  <a:pt x="729052" y="69761"/>
                </a:lnTo>
                <a:cubicBezTo>
                  <a:pt x="729052" y="61737"/>
                  <a:pt x="727350" y="55992"/>
                  <a:pt x="723945" y="52526"/>
                </a:cubicBezTo>
                <a:cubicBezTo>
                  <a:pt x="720541" y="49061"/>
                  <a:pt x="715191" y="47328"/>
                  <a:pt x="707895" y="47328"/>
                </a:cubicBezTo>
                <a:cubicBezTo>
                  <a:pt x="700539" y="47328"/>
                  <a:pt x="695189" y="48568"/>
                  <a:pt x="691846" y="51047"/>
                </a:cubicBezTo>
                <a:cubicBezTo>
                  <a:pt x="688502" y="53525"/>
                  <a:pt x="686496" y="57483"/>
                  <a:pt x="685827" y="62922"/>
                </a:cubicBezTo>
                <a:lnTo>
                  <a:pt x="668683" y="61378"/>
                </a:lnTo>
                <a:cubicBezTo>
                  <a:pt x="671480" y="43683"/>
                  <a:pt x="684672" y="34835"/>
                  <a:pt x="708260" y="34835"/>
                </a:cubicBezTo>
                <a:cubicBezTo>
                  <a:pt x="720662" y="34835"/>
                  <a:pt x="729994" y="37677"/>
                  <a:pt x="736256" y="43362"/>
                </a:cubicBezTo>
                <a:cubicBezTo>
                  <a:pt x="742518" y="49046"/>
                  <a:pt x="745649" y="57268"/>
                  <a:pt x="745649" y="68029"/>
                </a:cubicBezTo>
                <a:lnTo>
                  <a:pt x="745649" y="110524"/>
                </a:lnTo>
                <a:cubicBezTo>
                  <a:pt x="745649" y="115388"/>
                  <a:pt x="746287" y="119051"/>
                  <a:pt x="747564" y="121513"/>
                </a:cubicBezTo>
                <a:cubicBezTo>
                  <a:pt x="748840" y="123975"/>
                  <a:pt x="751272" y="125206"/>
                  <a:pt x="754859" y="125206"/>
                </a:cubicBezTo>
                <a:cubicBezTo>
                  <a:pt x="756440" y="125206"/>
                  <a:pt x="758233" y="124993"/>
                  <a:pt x="760239" y="124568"/>
                </a:cubicBezTo>
                <a:lnTo>
                  <a:pt x="760239" y="134781"/>
                </a:lnTo>
                <a:cubicBezTo>
                  <a:pt x="756105" y="135754"/>
                  <a:pt x="751880" y="136240"/>
                  <a:pt x="747564" y="136240"/>
                </a:cubicBezTo>
                <a:cubicBezTo>
                  <a:pt x="741484" y="136240"/>
                  <a:pt x="737062" y="134644"/>
                  <a:pt x="734295" y="131453"/>
                </a:cubicBezTo>
                <a:cubicBezTo>
                  <a:pt x="731529" y="128261"/>
                  <a:pt x="729964" y="123261"/>
                  <a:pt x="729599" y="116452"/>
                </a:cubicBezTo>
                <a:lnTo>
                  <a:pt x="729052" y="116452"/>
                </a:lnTo>
                <a:cubicBezTo>
                  <a:pt x="724857" y="123990"/>
                  <a:pt x="719978" y="129325"/>
                  <a:pt x="714416" y="132456"/>
                </a:cubicBezTo>
                <a:cubicBezTo>
                  <a:pt x="708853" y="135587"/>
                  <a:pt x="702090" y="137152"/>
                  <a:pt x="694126" y="137152"/>
                </a:cubicBezTo>
                <a:moveTo>
                  <a:pt x="697864" y="124841"/>
                </a:moveTo>
                <a:cubicBezTo>
                  <a:pt x="703883" y="124841"/>
                  <a:pt x="709233" y="123473"/>
                  <a:pt x="713914" y="120738"/>
                </a:cubicBezTo>
                <a:cubicBezTo>
                  <a:pt x="718595" y="118002"/>
                  <a:pt x="722288" y="114248"/>
                  <a:pt x="724994" y="109475"/>
                </a:cubicBezTo>
                <a:cubicBezTo>
                  <a:pt x="727699" y="104703"/>
                  <a:pt x="729052" y="99794"/>
                  <a:pt x="729052" y="94748"/>
                </a:cubicBezTo>
                <a:lnTo>
                  <a:pt x="729052" y="86632"/>
                </a:lnTo>
                <a:lnTo>
                  <a:pt x="711087" y="86997"/>
                </a:lnTo>
                <a:cubicBezTo>
                  <a:pt x="703366" y="87118"/>
                  <a:pt x="697515" y="87909"/>
                  <a:pt x="693533" y="89368"/>
                </a:cubicBezTo>
                <a:cubicBezTo>
                  <a:pt x="689551" y="90827"/>
                  <a:pt x="686496" y="93076"/>
                  <a:pt x="684368" y="96116"/>
                </a:cubicBezTo>
                <a:cubicBezTo>
                  <a:pt x="682240" y="99156"/>
                  <a:pt x="681176" y="103138"/>
                  <a:pt x="681176" y="108062"/>
                </a:cubicBezTo>
                <a:cubicBezTo>
                  <a:pt x="681176" y="113412"/>
                  <a:pt x="682620" y="117546"/>
                  <a:pt x="685508" y="120464"/>
                </a:cubicBezTo>
                <a:cubicBezTo>
                  <a:pt x="688396" y="123382"/>
                  <a:pt x="692514" y="124841"/>
                  <a:pt x="697864" y="124841"/>
                </a:cubicBezTo>
                <a:close/>
                <a:moveTo>
                  <a:pt x="772704" y="15685"/>
                </a:moveTo>
                <a:lnTo>
                  <a:pt x="772704" y="0"/>
                </a:lnTo>
                <a:lnTo>
                  <a:pt x="789119" y="0"/>
                </a:lnTo>
                <a:lnTo>
                  <a:pt x="789119" y="15685"/>
                </a:lnTo>
                <a:lnTo>
                  <a:pt x="772704" y="15685"/>
                </a:lnTo>
                <a:moveTo>
                  <a:pt x="772704" y="135328"/>
                </a:moveTo>
                <a:lnTo>
                  <a:pt x="772704" y="36659"/>
                </a:lnTo>
                <a:lnTo>
                  <a:pt x="789119" y="36659"/>
                </a:lnTo>
                <a:lnTo>
                  <a:pt x="789119" y="135328"/>
                </a:lnTo>
                <a:lnTo>
                  <a:pt x="772704" y="135328"/>
                </a:lnTo>
                <a:close/>
                <a:moveTo>
                  <a:pt x="876905" y="135328"/>
                </a:moveTo>
                <a:lnTo>
                  <a:pt x="876905" y="72771"/>
                </a:lnTo>
                <a:cubicBezTo>
                  <a:pt x="876905" y="66266"/>
                  <a:pt x="876266" y="61220"/>
                  <a:pt x="874989" y="57633"/>
                </a:cubicBezTo>
                <a:cubicBezTo>
                  <a:pt x="873713" y="54046"/>
                  <a:pt x="871676" y="51462"/>
                  <a:pt x="868880" y="49882"/>
                </a:cubicBezTo>
                <a:cubicBezTo>
                  <a:pt x="866083" y="48301"/>
                  <a:pt x="861980" y="47511"/>
                  <a:pt x="856569" y="47511"/>
                </a:cubicBezTo>
                <a:cubicBezTo>
                  <a:pt x="848666" y="47511"/>
                  <a:pt x="842434" y="50216"/>
                  <a:pt x="837875" y="55627"/>
                </a:cubicBezTo>
                <a:cubicBezTo>
                  <a:pt x="833315" y="61038"/>
                  <a:pt x="831035" y="68546"/>
                  <a:pt x="831035" y="78151"/>
                </a:cubicBezTo>
                <a:lnTo>
                  <a:pt x="831035" y="135328"/>
                </a:lnTo>
                <a:lnTo>
                  <a:pt x="814621" y="135328"/>
                </a:lnTo>
                <a:lnTo>
                  <a:pt x="814621" y="57724"/>
                </a:lnTo>
                <a:cubicBezTo>
                  <a:pt x="814621" y="46234"/>
                  <a:pt x="814438" y="39212"/>
                  <a:pt x="814074" y="36659"/>
                </a:cubicBezTo>
                <a:lnTo>
                  <a:pt x="829576" y="36659"/>
                </a:lnTo>
                <a:cubicBezTo>
                  <a:pt x="829637" y="36963"/>
                  <a:pt x="829698" y="37784"/>
                  <a:pt x="829759" y="39121"/>
                </a:cubicBezTo>
                <a:cubicBezTo>
                  <a:pt x="829819" y="40459"/>
                  <a:pt x="829895" y="41994"/>
                  <a:pt x="829986" y="43726"/>
                </a:cubicBezTo>
                <a:cubicBezTo>
                  <a:pt x="830078" y="45459"/>
                  <a:pt x="830184" y="48727"/>
                  <a:pt x="830306" y="53529"/>
                </a:cubicBezTo>
                <a:lnTo>
                  <a:pt x="830579" y="53529"/>
                </a:lnTo>
                <a:cubicBezTo>
                  <a:pt x="834348" y="46720"/>
                  <a:pt x="838710" y="41902"/>
                  <a:pt x="843665" y="39076"/>
                </a:cubicBezTo>
                <a:cubicBezTo>
                  <a:pt x="848620" y="36249"/>
                  <a:pt x="854775" y="34835"/>
                  <a:pt x="862131" y="34835"/>
                </a:cubicBezTo>
                <a:cubicBezTo>
                  <a:pt x="872953" y="34835"/>
                  <a:pt x="880871" y="37525"/>
                  <a:pt x="885887" y="42906"/>
                </a:cubicBezTo>
                <a:cubicBezTo>
                  <a:pt x="890902" y="48286"/>
                  <a:pt x="893410" y="57177"/>
                  <a:pt x="893410" y="69579"/>
                </a:cubicBezTo>
                <a:lnTo>
                  <a:pt x="893410" y="135328"/>
                </a:lnTo>
                <a:lnTo>
                  <a:pt x="876905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311AD-1C63-45C9-8533-39A22DB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529" y="2697704"/>
            <a:ext cx="534445" cy="161859"/>
          </a:xfrm>
          <a:custGeom xmlns:a="http://schemas.openxmlformats.org/drawingml/2006/main">
            <a:pathLst>
              <a:path w="534445" h="161859" fill="none">
                <a:moveTo>
                  <a:pt x="0" y="161859"/>
                </a:moveTo>
                <a:lnTo>
                  <a:pt x="311267" y="161859"/>
                </a:lnTo>
                <a:lnTo>
                  <a:pt x="311267" y="0"/>
                </a:lnTo>
                <a:lnTo>
                  <a:pt x="5344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5D719-C3BD-4723-9154-5D31AD29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975" y="2674359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17116-CA19-434E-A13F-C3E312D8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975" y="2674359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C402E-78D1-4125-9497-F1687FF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529" y="2859563"/>
            <a:ext cx="543783" cy="155633"/>
          </a:xfrm>
          <a:custGeom xmlns:a="http://schemas.openxmlformats.org/drawingml/2006/main">
            <a:pathLst>
              <a:path w="543783" h="155633" fill="none">
                <a:moveTo>
                  <a:pt x="0" y="0"/>
                </a:moveTo>
                <a:lnTo>
                  <a:pt x="311267" y="0"/>
                </a:lnTo>
                <a:lnTo>
                  <a:pt x="311267" y="155633"/>
                </a:lnTo>
                <a:lnTo>
                  <a:pt x="543783" y="155633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7613C-2B7B-42D9-999C-DB30EA2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991851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4E00C-FC25-4477-97C3-D6659DB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2991851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503B2-F14A-415E-A0D1-B7A6F5E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703930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15D53-490A-4F9C-9683-AA91594D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2703930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D6B656"/>
            </a:solidFill>
            <a:miter/>
          </a:ln>
        </p:spPr>
      </p:sp>
      <p:sp>
        <p:nvSpPr>
          <p:cNvPr id="89" name="Text code:guest">
            <a:extLst xmlns:a="http://schemas.openxmlformats.org/drawingml/2006/main">
              <a:ext uri="{FF2B5EF4-FFF2-40B4-BE49-F238E27FC236}">
                <a16:creationId xmlns:a16="http://schemas.microsoft.com/office/drawing/2014/main" id="{B50507B5-3682-4AC4-9E04-C1435C0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0" y="2778707"/>
            <a:ext cx="956217" cy="174176"/>
          </a:xfrm>
          <a:custGeom xmlns:a="http://schemas.openxmlformats.org/drawingml/2006/main">
            <a:pathLst>
              <a:path w="956217" h="174176">
                <a:moveTo>
                  <a:pt x="17144" y="85538"/>
                </a:moveTo>
                <a:cubicBezTo>
                  <a:pt x="17144" y="98669"/>
                  <a:pt x="19211" y="108396"/>
                  <a:pt x="23345" y="114719"/>
                </a:cubicBezTo>
                <a:cubicBezTo>
                  <a:pt x="27479" y="121042"/>
                  <a:pt x="33710" y="124203"/>
                  <a:pt x="42039" y="124203"/>
                </a:cubicBezTo>
                <a:cubicBezTo>
                  <a:pt x="47876" y="124203"/>
                  <a:pt x="52754" y="122622"/>
                  <a:pt x="56676" y="119461"/>
                </a:cubicBezTo>
                <a:cubicBezTo>
                  <a:pt x="60597" y="116300"/>
                  <a:pt x="63013" y="111436"/>
                  <a:pt x="63925" y="104870"/>
                </a:cubicBezTo>
                <a:lnTo>
                  <a:pt x="80522" y="105965"/>
                </a:lnTo>
                <a:cubicBezTo>
                  <a:pt x="79245" y="115448"/>
                  <a:pt x="75203" y="123017"/>
                  <a:pt x="68394" y="128671"/>
                </a:cubicBezTo>
                <a:cubicBezTo>
                  <a:pt x="61585" y="134325"/>
                  <a:pt x="52952" y="137152"/>
                  <a:pt x="42495" y="137152"/>
                </a:cubicBezTo>
                <a:cubicBezTo>
                  <a:pt x="28695" y="137152"/>
                  <a:pt x="18162" y="132790"/>
                  <a:pt x="10897" y="124066"/>
                </a:cubicBezTo>
                <a:cubicBezTo>
                  <a:pt x="3632" y="115342"/>
                  <a:pt x="0" y="102621"/>
                  <a:pt x="0" y="85902"/>
                </a:cubicBezTo>
                <a:cubicBezTo>
                  <a:pt x="0" y="69306"/>
                  <a:pt x="3648" y="56645"/>
                  <a:pt x="10943" y="47921"/>
                </a:cubicBezTo>
                <a:cubicBezTo>
                  <a:pt x="18238" y="39197"/>
                  <a:pt x="28695" y="34835"/>
                  <a:pt x="42313" y="34835"/>
                </a:cubicBezTo>
                <a:cubicBezTo>
                  <a:pt x="52405" y="34835"/>
                  <a:pt x="60779" y="37442"/>
                  <a:pt x="67436" y="42655"/>
                </a:cubicBezTo>
                <a:cubicBezTo>
                  <a:pt x="74093" y="47868"/>
                  <a:pt x="78273" y="55050"/>
                  <a:pt x="79975" y="64202"/>
                </a:cubicBezTo>
                <a:lnTo>
                  <a:pt x="63105" y="65475"/>
                </a:lnTo>
                <a:cubicBezTo>
                  <a:pt x="62253" y="60033"/>
                  <a:pt x="60095" y="55709"/>
                  <a:pt x="56630" y="52504"/>
                </a:cubicBezTo>
                <a:cubicBezTo>
                  <a:pt x="53165" y="49297"/>
                  <a:pt x="48240" y="47693"/>
                  <a:pt x="41857" y="47693"/>
                </a:cubicBezTo>
                <a:cubicBezTo>
                  <a:pt x="33163" y="47693"/>
                  <a:pt x="26871" y="50581"/>
                  <a:pt x="22980" y="56356"/>
                </a:cubicBezTo>
                <a:cubicBezTo>
                  <a:pt x="19089" y="62132"/>
                  <a:pt x="17144" y="71859"/>
                  <a:pt x="17144" y="85538"/>
                </a:cubicBezTo>
                <a:close/>
                <a:moveTo>
                  <a:pt x="181471" y="85902"/>
                </a:moveTo>
                <a:cubicBezTo>
                  <a:pt x="181471" y="103168"/>
                  <a:pt x="177671" y="116026"/>
                  <a:pt x="170072" y="124476"/>
                </a:cubicBezTo>
                <a:cubicBezTo>
                  <a:pt x="162473" y="132927"/>
                  <a:pt x="151439" y="137152"/>
                  <a:pt x="136970" y="137152"/>
                </a:cubicBezTo>
                <a:cubicBezTo>
                  <a:pt x="122561" y="137152"/>
                  <a:pt x="111679" y="132760"/>
                  <a:pt x="104323" y="123975"/>
                </a:cubicBezTo>
                <a:cubicBezTo>
                  <a:pt x="96967" y="115190"/>
                  <a:pt x="93289" y="102499"/>
                  <a:pt x="93289" y="85902"/>
                </a:cubicBezTo>
                <a:cubicBezTo>
                  <a:pt x="93289" y="51858"/>
                  <a:pt x="108032" y="34835"/>
                  <a:pt x="137517" y="34835"/>
                </a:cubicBezTo>
                <a:cubicBezTo>
                  <a:pt x="152594" y="34835"/>
                  <a:pt x="163689" y="38984"/>
                  <a:pt x="170802" y="47283"/>
                </a:cubicBezTo>
                <a:cubicBezTo>
                  <a:pt x="177915" y="55581"/>
                  <a:pt x="181471" y="68454"/>
                  <a:pt x="181471" y="85902"/>
                </a:cubicBezTo>
                <a:moveTo>
                  <a:pt x="164236" y="85902"/>
                </a:moveTo>
                <a:cubicBezTo>
                  <a:pt x="164236" y="72284"/>
                  <a:pt x="162214" y="62390"/>
                  <a:pt x="158172" y="56220"/>
                </a:cubicBezTo>
                <a:cubicBezTo>
                  <a:pt x="154129" y="50049"/>
                  <a:pt x="147335" y="46964"/>
                  <a:pt x="137790" y="46964"/>
                </a:cubicBezTo>
                <a:cubicBezTo>
                  <a:pt x="128185" y="46964"/>
                  <a:pt x="121239" y="50110"/>
                  <a:pt x="116953" y="56402"/>
                </a:cubicBezTo>
                <a:cubicBezTo>
                  <a:pt x="112667" y="62694"/>
                  <a:pt x="110524" y="72528"/>
                  <a:pt x="110524" y="85902"/>
                </a:cubicBezTo>
                <a:cubicBezTo>
                  <a:pt x="110524" y="98912"/>
                  <a:pt x="112637" y="108685"/>
                  <a:pt x="116862" y="115220"/>
                </a:cubicBezTo>
                <a:cubicBezTo>
                  <a:pt x="121087" y="121756"/>
                  <a:pt x="127729" y="125024"/>
                  <a:pt x="136787" y="125024"/>
                </a:cubicBezTo>
                <a:cubicBezTo>
                  <a:pt x="146636" y="125024"/>
                  <a:pt x="153673" y="121862"/>
                  <a:pt x="157898" y="115540"/>
                </a:cubicBezTo>
                <a:cubicBezTo>
                  <a:pt x="162123" y="109217"/>
                  <a:pt x="164236" y="99338"/>
                  <a:pt x="164236" y="85902"/>
                </a:cubicBezTo>
                <a:close/>
                <a:moveTo>
                  <a:pt x="264153" y="119461"/>
                </a:moveTo>
                <a:cubicBezTo>
                  <a:pt x="261114" y="125783"/>
                  <a:pt x="257086" y="130313"/>
                  <a:pt x="252070" y="133048"/>
                </a:cubicBezTo>
                <a:cubicBezTo>
                  <a:pt x="247055" y="135784"/>
                  <a:pt x="240839" y="137152"/>
                  <a:pt x="233422" y="137152"/>
                </a:cubicBezTo>
                <a:cubicBezTo>
                  <a:pt x="220959" y="137152"/>
                  <a:pt x="211794" y="132957"/>
                  <a:pt x="205927" y="124568"/>
                </a:cubicBezTo>
                <a:cubicBezTo>
                  <a:pt x="200061" y="116178"/>
                  <a:pt x="197127" y="103472"/>
                  <a:pt x="197127" y="86450"/>
                </a:cubicBezTo>
                <a:cubicBezTo>
                  <a:pt x="197127" y="52040"/>
                  <a:pt x="209226" y="34835"/>
                  <a:pt x="233422" y="34835"/>
                </a:cubicBezTo>
                <a:cubicBezTo>
                  <a:pt x="240899" y="34835"/>
                  <a:pt x="247131" y="36203"/>
                  <a:pt x="252116" y="38939"/>
                </a:cubicBezTo>
                <a:cubicBezTo>
                  <a:pt x="257101" y="41675"/>
                  <a:pt x="261114" y="46021"/>
                  <a:pt x="264153" y="51979"/>
                </a:cubicBezTo>
                <a:lnTo>
                  <a:pt x="264336" y="51979"/>
                </a:lnTo>
                <a:lnTo>
                  <a:pt x="264153" y="40945"/>
                </a:lnTo>
                <a:lnTo>
                  <a:pt x="264153" y="0"/>
                </a:lnTo>
                <a:lnTo>
                  <a:pt x="280568" y="0"/>
                </a:lnTo>
                <a:lnTo>
                  <a:pt x="280568" y="114992"/>
                </a:lnTo>
                <a:cubicBezTo>
                  <a:pt x="280568" y="125267"/>
                  <a:pt x="280750" y="132045"/>
                  <a:pt x="281115" y="135328"/>
                </a:cubicBezTo>
                <a:lnTo>
                  <a:pt x="265430" y="135328"/>
                </a:lnTo>
                <a:cubicBezTo>
                  <a:pt x="265248" y="134355"/>
                  <a:pt x="265050" y="132106"/>
                  <a:pt x="264837" y="128580"/>
                </a:cubicBezTo>
                <a:cubicBezTo>
                  <a:pt x="264624" y="125054"/>
                  <a:pt x="264518" y="122014"/>
                  <a:pt x="264518" y="119461"/>
                </a:cubicBezTo>
                <a:lnTo>
                  <a:pt x="264153" y="119461"/>
                </a:lnTo>
                <a:moveTo>
                  <a:pt x="214363" y="85902"/>
                </a:moveTo>
                <a:cubicBezTo>
                  <a:pt x="214363" y="99703"/>
                  <a:pt x="216187" y="109582"/>
                  <a:pt x="219834" y="115540"/>
                </a:cubicBezTo>
                <a:cubicBezTo>
                  <a:pt x="223482" y="121497"/>
                  <a:pt x="229409" y="124476"/>
                  <a:pt x="237617" y="124476"/>
                </a:cubicBezTo>
                <a:cubicBezTo>
                  <a:pt x="246918" y="124476"/>
                  <a:pt x="253666" y="121254"/>
                  <a:pt x="257861" y="114810"/>
                </a:cubicBezTo>
                <a:cubicBezTo>
                  <a:pt x="262056" y="108366"/>
                  <a:pt x="264153" y="98365"/>
                  <a:pt x="264153" y="84808"/>
                </a:cubicBezTo>
                <a:cubicBezTo>
                  <a:pt x="264153" y="71737"/>
                  <a:pt x="262056" y="62162"/>
                  <a:pt x="257861" y="56083"/>
                </a:cubicBezTo>
                <a:cubicBezTo>
                  <a:pt x="253666" y="50003"/>
                  <a:pt x="246979" y="46964"/>
                  <a:pt x="237799" y="46964"/>
                </a:cubicBezTo>
                <a:cubicBezTo>
                  <a:pt x="229531" y="46964"/>
                  <a:pt x="223558" y="50019"/>
                  <a:pt x="219880" y="56128"/>
                </a:cubicBezTo>
                <a:cubicBezTo>
                  <a:pt x="216202" y="62238"/>
                  <a:pt x="214363" y="72163"/>
                  <a:pt x="214363" y="85902"/>
                </a:cubicBezTo>
                <a:close/>
                <a:moveTo>
                  <a:pt x="318293" y="89368"/>
                </a:moveTo>
                <a:cubicBezTo>
                  <a:pt x="318293" y="100704"/>
                  <a:pt x="320633" y="109451"/>
                  <a:pt x="325314" y="115608"/>
                </a:cubicBezTo>
                <a:cubicBezTo>
                  <a:pt x="329995" y="121763"/>
                  <a:pt x="336835" y="124841"/>
                  <a:pt x="345832" y="124841"/>
                </a:cubicBezTo>
                <a:cubicBezTo>
                  <a:pt x="352945" y="124841"/>
                  <a:pt x="358645" y="123404"/>
                  <a:pt x="362931" y="120530"/>
                </a:cubicBezTo>
                <a:cubicBezTo>
                  <a:pt x="367217" y="117655"/>
                  <a:pt x="370120" y="114016"/>
                  <a:pt x="371640" y="109612"/>
                </a:cubicBezTo>
                <a:lnTo>
                  <a:pt x="386048" y="113730"/>
                </a:lnTo>
                <a:cubicBezTo>
                  <a:pt x="380151" y="129345"/>
                  <a:pt x="366746" y="137152"/>
                  <a:pt x="345832" y="137152"/>
                </a:cubicBezTo>
                <a:cubicBezTo>
                  <a:pt x="331242" y="137152"/>
                  <a:pt x="320132" y="132805"/>
                  <a:pt x="312502" y="124112"/>
                </a:cubicBezTo>
                <a:cubicBezTo>
                  <a:pt x="304872" y="115418"/>
                  <a:pt x="301057" y="102499"/>
                  <a:pt x="301057" y="85355"/>
                </a:cubicBezTo>
                <a:cubicBezTo>
                  <a:pt x="301057" y="69062"/>
                  <a:pt x="304872" y="56569"/>
                  <a:pt x="312502" y="47876"/>
                </a:cubicBezTo>
                <a:cubicBezTo>
                  <a:pt x="320132" y="39182"/>
                  <a:pt x="331029" y="34835"/>
                  <a:pt x="345194" y="34835"/>
                </a:cubicBezTo>
                <a:cubicBezTo>
                  <a:pt x="374193" y="34835"/>
                  <a:pt x="388692" y="52284"/>
                  <a:pt x="388692" y="87182"/>
                </a:cubicBezTo>
                <a:lnTo>
                  <a:pt x="388692" y="89368"/>
                </a:lnTo>
                <a:lnTo>
                  <a:pt x="318293" y="89368"/>
                </a:lnTo>
                <a:moveTo>
                  <a:pt x="371731" y="76783"/>
                </a:moveTo>
                <a:cubicBezTo>
                  <a:pt x="370819" y="66420"/>
                  <a:pt x="368174" y="58859"/>
                  <a:pt x="363797" y="54102"/>
                </a:cubicBezTo>
                <a:cubicBezTo>
                  <a:pt x="359420" y="49343"/>
                  <a:pt x="353128" y="46964"/>
                  <a:pt x="344920" y="46964"/>
                </a:cubicBezTo>
                <a:cubicBezTo>
                  <a:pt x="336956" y="46964"/>
                  <a:pt x="330649" y="49616"/>
                  <a:pt x="325998" y="54920"/>
                </a:cubicBezTo>
                <a:cubicBezTo>
                  <a:pt x="321347" y="60222"/>
                  <a:pt x="318840" y="67510"/>
                  <a:pt x="318475" y="76783"/>
                </a:cubicBezTo>
                <a:lnTo>
                  <a:pt x="371731" y="76783"/>
                </a:lnTo>
                <a:close/>
                <a:moveTo>
                  <a:pt x="414015" y="55627"/>
                </a:moveTo>
                <a:lnTo>
                  <a:pt x="414015" y="36659"/>
                </a:lnTo>
                <a:lnTo>
                  <a:pt x="431797" y="36659"/>
                </a:lnTo>
                <a:lnTo>
                  <a:pt x="431797" y="55627"/>
                </a:lnTo>
                <a:lnTo>
                  <a:pt x="414015" y="55627"/>
                </a:lnTo>
                <a:moveTo>
                  <a:pt x="414015" y="135328"/>
                </a:moveTo>
                <a:lnTo>
                  <a:pt x="414015" y="116360"/>
                </a:lnTo>
                <a:lnTo>
                  <a:pt x="431797" y="116360"/>
                </a:lnTo>
                <a:lnTo>
                  <a:pt x="431797" y="135328"/>
                </a:lnTo>
                <a:lnTo>
                  <a:pt x="414015" y="135328"/>
                </a:lnTo>
                <a:close/>
                <a:moveTo>
                  <a:pt x="550774" y="174176"/>
                </a:moveTo>
                <a:cubicBezTo>
                  <a:pt x="540013" y="174176"/>
                  <a:pt x="531441" y="172063"/>
                  <a:pt x="525058" y="167838"/>
                </a:cubicBezTo>
                <a:cubicBezTo>
                  <a:pt x="518674" y="163613"/>
                  <a:pt x="514571" y="157609"/>
                  <a:pt x="512747" y="149828"/>
                </a:cubicBezTo>
                <a:lnTo>
                  <a:pt x="529253" y="147457"/>
                </a:lnTo>
                <a:cubicBezTo>
                  <a:pt x="530347" y="152016"/>
                  <a:pt x="532763" y="155527"/>
                  <a:pt x="536502" y="157989"/>
                </a:cubicBezTo>
                <a:cubicBezTo>
                  <a:pt x="540241" y="160451"/>
                  <a:pt x="545150" y="161683"/>
                  <a:pt x="551230" y="161683"/>
                </a:cubicBezTo>
                <a:cubicBezTo>
                  <a:pt x="567583" y="161683"/>
                  <a:pt x="575760" y="152085"/>
                  <a:pt x="575760" y="132889"/>
                </a:cubicBezTo>
                <a:lnTo>
                  <a:pt x="575760" y="116982"/>
                </a:lnTo>
                <a:lnTo>
                  <a:pt x="575578" y="116982"/>
                </a:lnTo>
                <a:cubicBezTo>
                  <a:pt x="572477" y="123310"/>
                  <a:pt x="568222" y="128072"/>
                  <a:pt x="562811" y="131267"/>
                </a:cubicBezTo>
                <a:cubicBezTo>
                  <a:pt x="557400" y="134461"/>
                  <a:pt x="551078" y="136058"/>
                  <a:pt x="543843" y="136058"/>
                </a:cubicBezTo>
                <a:cubicBezTo>
                  <a:pt x="531745" y="136058"/>
                  <a:pt x="522854" y="132041"/>
                  <a:pt x="517170" y="124009"/>
                </a:cubicBezTo>
                <a:cubicBezTo>
                  <a:pt x="511485" y="115977"/>
                  <a:pt x="508643" y="103350"/>
                  <a:pt x="508643" y="86130"/>
                </a:cubicBezTo>
                <a:cubicBezTo>
                  <a:pt x="508643" y="68667"/>
                  <a:pt x="511698" y="55783"/>
                  <a:pt x="517808" y="47477"/>
                </a:cubicBezTo>
                <a:cubicBezTo>
                  <a:pt x="523918" y="39171"/>
                  <a:pt x="533204" y="35018"/>
                  <a:pt x="545667" y="35018"/>
                </a:cubicBezTo>
                <a:cubicBezTo>
                  <a:pt x="552658" y="35018"/>
                  <a:pt x="558723" y="36615"/>
                  <a:pt x="563860" y="39811"/>
                </a:cubicBezTo>
                <a:cubicBezTo>
                  <a:pt x="568997" y="43004"/>
                  <a:pt x="572964" y="47553"/>
                  <a:pt x="575760" y="53455"/>
                </a:cubicBezTo>
                <a:lnTo>
                  <a:pt x="575943" y="53455"/>
                </a:lnTo>
                <a:cubicBezTo>
                  <a:pt x="575943" y="51639"/>
                  <a:pt x="576064" y="48492"/>
                  <a:pt x="576307" y="44014"/>
                </a:cubicBezTo>
                <a:cubicBezTo>
                  <a:pt x="576551" y="39534"/>
                  <a:pt x="576794" y="37083"/>
                  <a:pt x="577037" y="36659"/>
                </a:cubicBezTo>
                <a:lnTo>
                  <a:pt x="592631" y="36659"/>
                </a:lnTo>
                <a:cubicBezTo>
                  <a:pt x="592266" y="39944"/>
                  <a:pt x="592084" y="46757"/>
                  <a:pt x="592084" y="57100"/>
                </a:cubicBezTo>
                <a:lnTo>
                  <a:pt x="592084" y="132564"/>
                </a:lnTo>
                <a:cubicBezTo>
                  <a:pt x="592084" y="160305"/>
                  <a:pt x="578314" y="174176"/>
                  <a:pt x="550774" y="174176"/>
                </a:cubicBezTo>
                <a:moveTo>
                  <a:pt x="575760" y="85948"/>
                </a:moveTo>
                <a:cubicBezTo>
                  <a:pt x="575760" y="77914"/>
                  <a:pt x="574666" y="70991"/>
                  <a:pt x="572477" y="65179"/>
                </a:cubicBezTo>
                <a:cubicBezTo>
                  <a:pt x="570289" y="59366"/>
                  <a:pt x="567203" y="54922"/>
                  <a:pt x="563221" y="51848"/>
                </a:cubicBezTo>
                <a:cubicBezTo>
                  <a:pt x="559239" y="48774"/>
                  <a:pt x="554725" y="47237"/>
                  <a:pt x="549679" y="47237"/>
                </a:cubicBezTo>
                <a:cubicBezTo>
                  <a:pt x="541290" y="47237"/>
                  <a:pt x="535180" y="50281"/>
                  <a:pt x="531350" y="56368"/>
                </a:cubicBezTo>
                <a:cubicBezTo>
                  <a:pt x="527520" y="62455"/>
                  <a:pt x="525605" y="72315"/>
                  <a:pt x="525605" y="85948"/>
                </a:cubicBezTo>
                <a:cubicBezTo>
                  <a:pt x="525605" y="99461"/>
                  <a:pt x="527398" y="109170"/>
                  <a:pt x="530985" y="115075"/>
                </a:cubicBezTo>
                <a:cubicBezTo>
                  <a:pt x="534572" y="120978"/>
                  <a:pt x="540712" y="123929"/>
                  <a:pt x="549406" y="123929"/>
                </a:cubicBezTo>
                <a:cubicBezTo>
                  <a:pt x="554573" y="123929"/>
                  <a:pt x="559163" y="122407"/>
                  <a:pt x="563176" y="119364"/>
                </a:cubicBezTo>
                <a:cubicBezTo>
                  <a:pt x="567188" y="116320"/>
                  <a:pt x="570289" y="111954"/>
                  <a:pt x="572477" y="106264"/>
                </a:cubicBezTo>
                <a:cubicBezTo>
                  <a:pt x="574666" y="100572"/>
                  <a:pt x="575760" y="93800"/>
                  <a:pt x="575760" y="85948"/>
                </a:cubicBezTo>
                <a:close/>
                <a:moveTo>
                  <a:pt x="633274" y="36659"/>
                </a:moveTo>
                <a:lnTo>
                  <a:pt x="633274" y="99216"/>
                </a:lnTo>
                <a:cubicBezTo>
                  <a:pt x="633274" y="105721"/>
                  <a:pt x="633912" y="110767"/>
                  <a:pt x="635189" y="114354"/>
                </a:cubicBezTo>
                <a:cubicBezTo>
                  <a:pt x="636465" y="117941"/>
                  <a:pt x="638502" y="120525"/>
                  <a:pt x="641298" y="122105"/>
                </a:cubicBezTo>
                <a:cubicBezTo>
                  <a:pt x="644095" y="123686"/>
                  <a:pt x="648199" y="124476"/>
                  <a:pt x="653609" y="124476"/>
                </a:cubicBezTo>
                <a:cubicBezTo>
                  <a:pt x="661513" y="124476"/>
                  <a:pt x="667744" y="121771"/>
                  <a:pt x="672304" y="116360"/>
                </a:cubicBezTo>
                <a:cubicBezTo>
                  <a:pt x="676863" y="110950"/>
                  <a:pt x="679143" y="103442"/>
                  <a:pt x="679143" y="93836"/>
                </a:cubicBezTo>
                <a:lnTo>
                  <a:pt x="679143" y="36659"/>
                </a:lnTo>
                <a:lnTo>
                  <a:pt x="695557" y="36659"/>
                </a:lnTo>
                <a:lnTo>
                  <a:pt x="695557" y="114263"/>
                </a:lnTo>
                <a:cubicBezTo>
                  <a:pt x="695557" y="125753"/>
                  <a:pt x="695740" y="132775"/>
                  <a:pt x="696105" y="135328"/>
                </a:cubicBezTo>
                <a:lnTo>
                  <a:pt x="680602" y="135328"/>
                </a:lnTo>
                <a:cubicBezTo>
                  <a:pt x="680541" y="135024"/>
                  <a:pt x="680480" y="134203"/>
                  <a:pt x="680420" y="132866"/>
                </a:cubicBezTo>
                <a:cubicBezTo>
                  <a:pt x="680359" y="131529"/>
                  <a:pt x="680283" y="129993"/>
                  <a:pt x="680192" y="128261"/>
                </a:cubicBezTo>
                <a:cubicBezTo>
                  <a:pt x="680100" y="126528"/>
                  <a:pt x="679994" y="123261"/>
                  <a:pt x="679872" y="118458"/>
                </a:cubicBezTo>
                <a:lnTo>
                  <a:pt x="679599" y="118458"/>
                </a:lnTo>
                <a:cubicBezTo>
                  <a:pt x="675830" y="125267"/>
                  <a:pt x="671468" y="130085"/>
                  <a:pt x="666513" y="132912"/>
                </a:cubicBezTo>
                <a:cubicBezTo>
                  <a:pt x="661558" y="135739"/>
                  <a:pt x="655403" y="137152"/>
                  <a:pt x="648047" y="137152"/>
                </a:cubicBezTo>
                <a:cubicBezTo>
                  <a:pt x="637225" y="137152"/>
                  <a:pt x="629307" y="134462"/>
                  <a:pt x="624291" y="129082"/>
                </a:cubicBezTo>
                <a:cubicBezTo>
                  <a:pt x="619276" y="123701"/>
                  <a:pt x="616768" y="114810"/>
                  <a:pt x="616768" y="102408"/>
                </a:cubicBezTo>
                <a:lnTo>
                  <a:pt x="616768" y="36659"/>
                </a:lnTo>
                <a:lnTo>
                  <a:pt x="633274" y="36659"/>
                </a:lnTo>
                <a:close/>
                <a:moveTo>
                  <a:pt x="733647" y="89368"/>
                </a:moveTo>
                <a:cubicBezTo>
                  <a:pt x="733647" y="100704"/>
                  <a:pt x="735988" y="109451"/>
                  <a:pt x="740669" y="115608"/>
                </a:cubicBezTo>
                <a:cubicBezTo>
                  <a:pt x="745350" y="121763"/>
                  <a:pt x="752189" y="124841"/>
                  <a:pt x="761187" y="124841"/>
                </a:cubicBezTo>
                <a:cubicBezTo>
                  <a:pt x="768300" y="124841"/>
                  <a:pt x="773999" y="123404"/>
                  <a:pt x="778285" y="120530"/>
                </a:cubicBezTo>
                <a:cubicBezTo>
                  <a:pt x="782571" y="117655"/>
                  <a:pt x="785474" y="114016"/>
                  <a:pt x="786994" y="109612"/>
                </a:cubicBezTo>
                <a:lnTo>
                  <a:pt x="801402" y="113730"/>
                </a:lnTo>
                <a:cubicBezTo>
                  <a:pt x="795505" y="129345"/>
                  <a:pt x="782100" y="137152"/>
                  <a:pt x="761187" y="137152"/>
                </a:cubicBezTo>
                <a:cubicBezTo>
                  <a:pt x="746596" y="137152"/>
                  <a:pt x="735486" y="132805"/>
                  <a:pt x="727856" y="124112"/>
                </a:cubicBezTo>
                <a:cubicBezTo>
                  <a:pt x="720227" y="115418"/>
                  <a:pt x="716412" y="102499"/>
                  <a:pt x="716412" y="85355"/>
                </a:cubicBezTo>
                <a:cubicBezTo>
                  <a:pt x="716412" y="69062"/>
                  <a:pt x="720227" y="56569"/>
                  <a:pt x="727856" y="47876"/>
                </a:cubicBezTo>
                <a:cubicBezTo>
                  <a:pt x="735486" y="39182"/>
                  <a:pt x="746383" y="34835"/>
                  <a:pt x="760549" y="34835"/>
                </a:cubicBezTo>
                <a:cubicBezTo>
                  <a:pt x="789547" y="34835"/>
                  <a:pt x="804047" y="52284"/>
                  <a:pt x="804047" y="87182"/>
                </a:cubicBezTo>
                <a:lnTo>
                  <a:pt x="804047" y="89368"/>
                </a:lnTo>
                <a:lnTo>
                  <a:pt x="733647" y="89368"/>
                </a:lnTo>
                <a:moveTo>
                  <a:pt x="787085" y="76783"/>
                </a:moveTo>
                <a:cubicBezTo>
                  <a:pt x="786173" y="66420"/>
                  <a:pt x="783529" y="58859"/>
                  <a:pt x="779152" y="54102"/>
                </a:cubicBezTo>
                <a:cubicBezTo>
                  <a:pt x="774774" y="49343"/>
                  <a:pt x="768482" y="46964"/>
                  <a:pt x="760275" y="46964"/>
                </a:cubicBezTo>
                <a:cubicBezTo>
                  <a:pt x="752311" y="46964"/>
                  <a:pt x="746003" y="49616"/>
                  <a:pt x="741353" y="54920"/>
                </a:cubicBezTo>
                <a:cubicBezTo>
                  <a:pt x="736702" y="60222"/>
                  <a:pt x="734194" y="67510"/>
                  <a:pt x="733829" y="76783"/>
                </a:cubicBezTo>
                <a:lnTo>
                  <a:pt x="787085" y="76783"/>
                </a:lnTo>
                <a:close/>
                <a:moveTo>
                  <a:pt x="898949" y="108036"/>
                </a:moveTo>
                <a:cubicBezTo>
                  <a:pt x="898949" y="117345"/>
                  <a:pt x="895438" y="124526"/>
                  <a:pt x="888416" y="129577"/>
                </a:cubicBezTo>
                <a:cubicBezTo>
                  <a:pt x="881394" y="134627"/>
                  <a:pt x="871561" y="137152"/>
                  <a:pt x="858916" y="137152"/>
                </a:cubicBezTo>
                <a:cubicBezTo>
                  <a:pt x="846635" y="137152"/>
                  <a:pt x="837167" y="135131"/>
                  <a:pt x="830510" y="131088"/>
                </a:cubicBezTo>
                <a:cubicBezTo>
                  <a:pt x="823853" y="127045"/>
                  <a:pt x="819521" y="120738"/>
                  <a:pt x="817515" y="112166"/>
                </a:cubicBezTo>
                <a:lnTo>
                  <a:pt x="832014" y="109339"/>
                </a:lnTo>
                <a:cubicBezTo>
                  <a:pt x="833412" y="114628"/>
                  <a:pt x="836300" y="118503"/>
                  <a:pt x="840677" y="120966"/>
                </a:cubicBezTo>
                <a:cubicBezTo>
                  <a:pt x="845055" y="123428"/>
                  <a:pt x="851134" y="124659"/>
                  <a:pt x="858916" y="124659"/>
                </a:cubicBezTo>
                <a:cubicBezTo>
                  <a:pt x="867245" y="124659"/>
                  <a:pt x="873339" y="123380"/>
                  <a:pt x="877200" y="120823"/>
                </a:cubicBezTo>
                <a:cubicBezTo>
                  <a:pt x="881060" y="118264"/>
                  <a:pt x="882990" y="114427"/>
                  <a:pt x="882990" y="109313"/>
                </a:cubicBezTo>
                <a:cubicBezTo>
                  <a:pt x="882990" y="105418"/>
                  <a:pt x="881653" y="102254"/>
                  <a:pt x="878978" y="99820"/>
                </a:cubicBezTo>
                <a:cubicBezTo>
                  <a:pt x="876303" y="97387"/>
                  <a:pt x="871986" y="95379"/>
                  <a:pt x="866029" y="93796"/>
                </a:cubicBezTo>
                <a:lnTo>
                  <a:pt x="854265" y="90693"/>
                </a:lnTo>
                <a:cubicBezTo>
                  <a:pt x="844842" y="88259"/>
                  <a:pt x="838139" y="85871"/>
                  <a:pt x="834157" y="83529"/>
                </a:cubicBezTo>
                <a:cubicBezTo>
                  <a:pt x="830175" y="81186"/>
                  <a:pt x="827059" y="78342"/>
                  <a:pt x="824810" y="74996"/>
                </a:cubicBezTo>
                <a:cubicBezTo>
                  <a:pt x="822561" y="71649"/>
                  <a:pt x="821436" y="67542"/>
                  <a:pt x="821436" y="62674"/>
                </a:cubicBezTo>
                <a:cubicBezTo>
                  <a:pt x="821436" y="53667"/>
                  <a:pt x="824643" y="46806"/>
                  <a:pt x="831057" y="42091"/>
                </a:cubicBezTo>
                <a:cubicBezTo>
                  <a:pt x="837471" y="37375"/>
                  <a:pt x="846818" y="35018"/>
                  <a:pt x="859098" y="35018"/>
                </a:cubicBezTo>
                <a:cubicBezTo>
                  <a:pt x="869980" y="35018"/>
                  <a:pt x="878628" y="36933"/>
                  <a:pt x="885042" y="40763"/>
                </a:cubicBezTo>
                <a:cubicBezTo>
                  <a:pt x="891456" y="44593"/>
                  <a:pt x="895514" y="50733"/>
                  <a:pt x="897216" y="59183"/>
                </a:cubicBezTo>
                <a:lnTo>
                  <a:pt x="882443" y="61007"/>
                </a:lnTo>
                <a:cubicBezTo>
                  <a:pt x="881531" y="56630"/>
                  <a:pt x="879084" y="53271"/>
                  <a:pt x="875102" y="50930"/>
                </a:cubicBezTo>
                <a:cubicBezTo>
                  <a:pt x="871120" y="48590"/>
                  <a:pt x="865785" y="47420"/>
                  <a:pt x="859098" y="47420"/>
                </a:cubicBezTo>
                <a:cubicBezTo>
                  <a:pt x="851681" y="47420"/>
                  <a:pt x="846210" y="48546"/>
                  <a:pt x="842684" y="50799"/>
                </a:cubicBezTo>
                <a:cubicBezTo>
                  <a:pt x="839158" y="53053"/>
                  <a:pt x="837395" y="56463"/>
                  <a:pt x="837395" y="61030"/>
                </a:cubicBezTo>
                <a:cubicBezTo>
                  <a:pt x="837395" y="63828"/>
                  <a:pt x="838124" y="66140"/>
                  <a:pt x="839583" y="67966"/>
                </a:cubicBezTo>
                <a:cubicBezTo>
                  <a:pt x="841042" y="69792"/>
                  <a:pt x="843200" y="71344"/>
                  <a:pt x="846058" y="72623"/>
                </a:cubicBezTo>
                <a:cubicBezTo>
                  <a:pt x="848915" y="73899"/>
                  <a:pt x="854934" y="75663"/>
                  <a:pt x="864114" y="77915"/>
                </a:cubicBezTo>
                <a:cubicBezTo>
                  <a:pt x="872807" y="80105"/>
                  <a:pt x="879069" y="82128"/>
                  <a:pt x="882899" y="83985"/>
                </a:cubicBezTo>
                <a:cubicBezTo>
                  <a:pt x="886729" y="85841"/>
                  <a:pt x="889754" y="87894"/>
                  <a:pt x="891973" y="90146"/>
                </a:cubicBezTo>
                <a:cubicBezTo>
                  <a:pt x="894192" y="92397"/>
                  <a:pt x="895909" y="94999"/>
                  <a:pt x="897125" y="97951"/>
                </a:cubicBezTo>
                <a:cubicBezTo>
                  <a:pt x="898341" y="100901"/>
                  <a:pt x="898949" y="104263"/>
                  <a:pt x="898949" y="108036"/>
                </a:cubicBezTo>
                <a:close/>
                <a:moveTo>
                  <a:pt x="956217" y="134599"/>
                </a:moveTo>
                <a:cubicBezTo>
                  <a:pt x="950806" y="136058"/>
                  <a:pt x="945274" y="136787"/>
                  <a:pt x="939620" y="136787"/>
                </a:cubicBezTo>
                <a:cubicBezTo>
                  <a:pt x="926489" y="136787"/>
                  <a:pt x="919923" y="129340"/>
                  <a:pt x="919923" y="114445"/>
                </a:cubicBezTo>
                <a:lnTo>
                  <a:pt x="919923" y="48605"/>
                </a:lnTo>
                <a:lnTo>
                  <a:pt x="908524" y="48605"/>
                </a:lnTo>
                <a:lnTo>
                  <a:pt x="908524" y="36659"/>
                </a:lnTo>
                <a:lnTo>
                  <a:pt x="920561" y="36659"/>
                </a:lnTo>
                <a:lnTo>
                  <a:pt x="925394" y="14591"/>
                </a:lnTo>
                <a:lnTo>
                  <a:pt x="936337" y="14591"/>
                </a:lnTo>
                <a:lnTo>
                  <a:pt x="936337" y="36659"/>
                </a:lnTo>
                <a:lnTo>
                  <a:pt x="954575" y="36659"/>
                </a:lnTo>
                <a:lnTo>
                  <a:pt x="954575" y="48605"/>
                </a:lnTo>
                <a:lnTo>
                  <a:pt x="936337" y="48605"/>
                </a:lnTo>
                <a:lnTo>
                  <a:pt x="936337" y="110889"/>
                </a:lnTo>
                <a:cubicBezTo>
                  <a:pt x="936337" y="115631"/>
                  <a:pt x="937112" y="118959"/>
                  <a:pt x="938663" y="120874"/>
                </a:cubicBezTo>
                <a:cubicBezTo>
                  <a:pt x="940213" y="122789"/>
                  <a:pt x="942903" y="123747"/>
                  <a:pt x="946733" y="123747"/>
                </a:cubicBezTo>
                <a:cubicBezTo>
                  <a:pt x="948922" y="123747"/>
                  <a:pt x="952083" y="123321"/>
                  <a:pt x="956217" y="122470"/>
                </a:cubicBezTo>
                <a:lnTo>
                  <a:pt x="95621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B2A66-4449-4503-A364-C9E3B104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572" y="3482097"/>
            <a:ext cx="901740" cy="778167"/>
          </a:xfrm>
          <a:custGeom xmlns:a="http://schemas.openxmlformats.org/drawingml/2006/main">
            <a:pathLst>
              <a:path w="901740" h="778167" fill="none">
                <a:moveTo>
                  <a:pt x="0" y="778167"/>
                </a:moveTo>
                <a:lnTo>
                  <a:pt x="490245" y="778167"/>
                </a:lnTo>
                <a:lnTo>
                  <a:pt x="490245" y="0"/>
                </a:lnTo>
                <a:lnTo>
                  <a:pt x="901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417BB-661E-42D8-A663-15EE58E1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3458752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DA8E3-1913-4BF8-B196-DBECE713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3458752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65E41-79BA-4437-AB79-24225A67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104631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60498-FEF1-4A47-83DA-025D796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104631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95" name="Text data:main">
            <a:extLst xmlns:a="http://schemas.openxmlformats.org/drawingml/2006/main">
              <a:ext uri="{FF2B5EF4-FFF2-40B4-BE49-F238E27FC236}">
                <a16:creationId xmlns:a16="http://schemas.microsoft.com/office/drawing/2014/main" id="{20EC9118-4FAE-4177-A57A-81D7AA3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72" y="4179408"/>
            <a:ext cx="852041" cy="137152"/>
          </a:xfrm>
          <a:custGeom xmlns:a="http://schemas.openxmlformats.org/drawingml/2006/main">
            <a:pathLst>
              <a:path w="852041" h="137152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49" y="137152"/>
                </a:moveTo>
                <a:cubicBezTo>
                  <a:pt x="123840" y="137152"/>
                  <a:pt x="116393" y="134538"/>
                  <a:pt x="111407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6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3" y="55992"/>
                  <a:pt x="163569" y="52526"/>
                </a:cubicBezTo>
                <a:cubicBezTo>
                  <a:pt x="160164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3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3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5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39" y="132456"/>
                </a:cubicBezTo>
                <a:cubicBezTo>
                  <a:pt x="148477" y="135587"/>
                  <a:pt x="141713" y="137152"/>
                  <a:pt x="133749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19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59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7" y="137152"/>
                </a:moveTo>
                <a:cubicBezTo>
                  <a:pt x="279598" y="137152"/>
                  <a:pt x="272151" y="134538"/>
                  <a:pt x="267165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4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1" y="55992"/>
                  <a:pt x="319327" y="52526"/>
                </a:cubicBezTo>
                <a:cubicBezTo>
                  <a:pt x="315922" y="49061"/>
                  <a:pt x="310573" y="47328"/>
                  <a:pt x="303277" y="47328"/>
                </a:cubicBezTo>
                <a:cubicBezTo>
                  <a:pt x="295921" y="47328"/>
                  <a:pt x="290571" y="48568"/>
                  <a:pt x="287228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1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1" y="57268"/>
                  <a:pt x="341031" y="68029"/>
                </a:cubicBezTo>
                <a:lnTo>
                  <a:pt x="341031" y="110524"/>
                </a:lnTo>
                <a:cubicBezTo>
                  <a:pt x="341031" y="115388"/>
                  <a:pt x="341669" y="119051"/>
                  <a:pt x="342946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2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6" y="136240"/>
                </a:cubicBezTo>
                <a:cubicBezTo>
                  <a:pt x="336866" y="136240"/>
                  <a:pt x="332443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7" y="132456"/>
                </a:cubicBezTo>
                <a:cubicBezTo>
                  <a:pt x="304235" y="135587"/>
                  <a:pt x="297471" y="137152"/>
                  <a:pt x="289507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0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3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7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29466" y="135328"/>
                </a:moveTo>
                <a:lnTo>
                  <a:pt x="529466" y="72771"/>
                </a:lnTo>
                <a:cubicBezTo>
                  <a:pt x="529466" y="63226"/>
                  <a:pt x="528159" y="56630"/>
                  <a:pt x="525545" y="52982"/>
                </a:cubicBezTo>
                <a:cubicBezTo>
                  <a:pt x="522931" y="49335"/>
                  <a:pt x="518219" y="47511"/>
                  <a:pt x="511410" y="47511"/>
                </a:cubicBezTo>
                <a:cubicBezTo>
                  <a:pt x="504419" y="47511"/>
                  <a:pt x="498887" y="50186"/>
                  <a:pt x="494813" y="55536"/>
                </a:cubicBezTo>
                <a:cubicBezTo>
                  <a:pt x="490740" y="60886"/>
                  <a:pt x="488704" y="68424"/>
                  <a:pt x="488704" y="78151"/>
                </a:cubicBezTo>
                <a:lnTo>
                  <a:pt x="488704" y="135328"/>
                </a:lnTo>
                <a:lnTo>
                  <a:pt x="472380" y="135328"/>
                </a:lnTo>
                <a:lnTo>
                  <a:pt x="472380" y="57724"/>
                </a:lnTo>
                <a:cubicBezTo>
                  <a:pt x="472380" y="46234"/>
                  <a:pt x="472198" y="39212"/>
                  <a:pt x="471833" y="36659"/>
                </a:cubicBezTo>
                <a:lnTo>
                  <a:pt x="487336" y="36659"/>
                </a:lnTo>
                <a:cubicBezTo>
                  <a:pt x="487397" y="36963"/>
                  <a:pt x="487457" y="37784"/>
                  <a:pt x="487518" y="39121"/>
                </a:cubicBezTo>
                <a:cubicBezTo>
                  <a:pt x="487579" y="40459"/>
                  <a:pt x="487655" y="41994"/>
                  <a:pt x="487746" y="43726"/>
                </a:cubicBezTo>
                <a:cubicBezTo>
                  <a:pt x="487837" y="45459"/>
                  <a:pt x="487944" y="48727"/>
                  <a:pt x="488065" y="53529"/>
                </a:cubicBezTo>
                <a:lnTo>
                  <a:pt x="488339" y="53529"/>
                </a:lnTo>
                <a:cubicBezTo>
                  <a:pt x="491865" y="46538"/>
                  <a:pt x="495908" y="41675"/>
                  <a:pt x="500467" y="38939"/>
                </a:cubicBezTo>
                <a:cubicBezTo>
                  <a:pt x="505027" y="36203"/>
                  <a:pt x="510590" y="34835"/>
                  <a:pt x="517155" y="34835"/>
                </a:cubicBezTo>
                <a:cubicBezTo>
                  <a:pt x="524633" y="34835"/>
                  <a:pt x="530545" y="36325"/>
                  <a:pt x="534892" y="39304"/>
                </a:cubicBezTo>
                <a:cubicBezTo>
                  <a:pt x="539239" y="42282"/>
                  <a:pt x="542263" y="47024"/>
                  <a:pt x="543966" y="53529"/>
                </a:cubicBezTo>
                <a:lnTo>
                  <a:pt x="544239" y="53529"/>
                </a:lnTo>
                <a:cubicBezTo>
                  <a:pt x="547644" y="46903"/>
                  <a:pt x="551763" y="42130"/>
                  <a:pt x="556596" y="39212"/>
                </a:cubicBezTo>
                <a:cubicBezTo>
                  <a:pt x="561429" y="36294"/>
                  <a:pt x="567280" y="34835"/>
                  <a:pt x="574150" y="34835"/>
                </a:cubicBezTo>
                <a:cubicBezTo>
                  <a:pt x="584120" y="34835"/>
                  <a:pt x="591370" y="37540"/>
                  <a:pt x="595899" y="42951"/>
                </a:cubicBezTo>
                <a:cubicBezTo>
                  <a:pt x="600428" y="48362"/>
                  <a:pt x="602693" y="57238"/>
                  <a:pt x="602693" y="69579"/>
                </a:cubicBezTo>
                <a:lnTo>
                  <a:pt x="602693" y="135328"/>
                </a:lnTo>
                <a:lnTo>
                  <a:pt x="586461" y="135328"/>
                </a:lnTo>
                <a:lnTo>
                  <a:pt x="586461" y="72771"/>
                </a:lnTo>
                <a:cubicBezTo>
                  <a:pt x="586461" y="63226"/>
                  <a:pt x="585154" y="56630"/>
                  <a:pt x="582540" y="52982"/>
                </a:cubicBezTo>
                <a:cubicBezTo>
                  <a:pt x="579926" y="49335"/>
                  <a:pt x="575214" y="47511"/>
                  <a:pt x="568405" y="47511"/>
                </a:cubicBezTo>
                <a:cubicBezTo>
                  <a:pt x="561231" y="47511"/>
                  <a:pt x="555653" y="50171"/>
                  <a:pt x="551671" y="55490"/>
                </a:cubicBezTo>
                <a:cubicBezTo>
                  <a:pt x="547689" y="60810"/>
                  <a:pt x="545698" y="68363"/>
                  <a:pt x="545698" y="78151"/>
                </a:cubicBezTo>
                <a:lnTo>
                  <a:pt x="545698" y="135328"/>
                </a:lnTo>
                <a:lnTo>
                  <a:pt x="529466" y="135328"/>
                </a:lnTo>
                <a:close/>
                <a:moveTo>
                  <a:pt x="652756" y="137152"/>
                </a:moveTo>
                <a:cubicBezTo>
                  <a:pt x="642846" y="137152"/>
                  <a:pt x="635399" y="134538"/>
                  <a:pt x="630414" y="129310"/>
                </a:cubicBezTo>
                <a:cubicBezTo>
                  <a:pt x="625429" y="124081"/>
                  <a:pt x="622936" y="116908"/>
                  <a:pt x="622936" y="107788"/>
                </a:cubicBezTo>
                <a:cubicBezTo>
                  <a:pt x="622936" y="97575"/>
                  <a:pt x="626295" y="89732"/>
                  <a:pt x="633013" y="84261"/>
                </a:cubicBezTo>
                <a:cubicBezTo>
                  <a:pt x="639731" y="78789"/>
                  <a:pt x="650567" y="75871"/>
                  <a:pt x="665523" y="75507"/>
                </a:cubicBezTo>
                <a:lnTo>
                  <a:pt x="687682" y="75142"/>
                </a:lnTo>
                <a:lnTo>
                  <a:pt x="687682" y="69761"/>
                </a:lnTo>
                <a:cubicBezTo>
                  <a:pt x="687682" y="61737"/>
                  <a:pt x="685980" y="55992"/>
                  <a:pt x="682575" y="52526"/>
                </a:cubicBezTo>
                <a:cubicBezTo>
                  <a:pt x="679171" y="49061"/>
                  <a:pt x="673821" y="47328"/>
                  <a:pt x="666526" y="47328"/>
                </a:cubicBezTo>
                <a:cubicBezTo>
                  <a:pt x="659170" y="47328"/>
                  <a:pt x="653820" y="48568"/>
                  <a:pt x="650476" y="51047"/>
                </a:cubicBezTo>
                <a:cubicBezTo>
                  <a:pt x="647132" y="53525"/>
                  <a:pt x="645126" y="57483"/>
                  <a:pt x="644457" y="62922"/>
                </a:cubicBezTo>
                <a:lnTo>
                  <a:pt x="627313" y="61378"/>
                </a:lnTo>
                <a:cubicBezTo>
                  <a:pt x="630110" y="43683"/>
                  <a:pt x="643302" y="34835"/>
                  <a:pt x="666891" y="34835"/>
                </a:cubicBezTo>
                <a:cubicBezTo>
                  <a:pt x="679293" y="34835"/>
                  <a:pt x="688625" y="37677"/>
                  <a:pt x="694886" y="43362"/>
                </a:cubicBezTo>
                <a:cubicBezTo>
                  <a:pt x="701148" y="49046"/>
                  <a:pt x="704279" y="57268"/>
                  <a:pt x="704279" y="68029"/>
                </a:cubicBezTo>
                <a:lnTo>
                  <a:pt x="704279" y="110524"/>
                </a:lnTo>
                <a:cubicBezTo>
                  <a:pt x="704279" y="115388"/>
                  <a:pt x="704917" y="119051"/>
                  <a:pt x="706194" y="121513"/>
                </a:cubicBezTo>
                <a:cubicBezTo>
                  <a:pt x="707471" y="123975"/>
                  <a:pt x="709903" y="125206"/>
                  <a:pt x="713489" y="125206"/>
                </a:cubicBezTo>
                <a:cubicBezTo>
                  <a:pt x="715070" y="125206"/>
                  <a:pt x="716863" y="124993"/>
                  <a:pt x="718870" y="124568"/>
                </a:cubicBezTo>
                <a:lnTo>
                  <a:pt x="718870" y="134781"/>
                </a:lnTo>
                <a:cubicBezTo>
                  <a:pt x="714736" y="135754"/>
                  <a:pt x="710510" y="136240"/>
                  <a:pt x="706194" y="136240"/>
                </a:cubicBezTo>
                <a:cubicBezTo>
                  <a:pt x="700115" y="136240"/>
                  <a:pt x="695692" y="134644"/>
                  <a:pt x="692926" y="131453"/>
                </a:cubicBezTo>
                <a:cubicBezTo>
                  <a:pt x="690160" y="128261"/>
                  <a:pt x="688594" y="123261"/>
                  <a:pt x="688229" y="116452"/>
                </a:cubicBezTo>
                <a:lnTo>
                  <a:pt x="687682" y="116452"/>
                </a:lnTo>
                <a:cubicBezTo>
                  <a:pt x="683487" y="123990"/>
                  <a:pt x="678609" y="129325"/>
                  <a:pt x="673046" y="132456"/>
                </a:cubicBezTo>
                <a:cubicBezTo>
                  <a:pt x="667483" y="135587"/>
                  <a:pt x="660720" y="137152"/>
                  <a:pt x="652756" y="137152"/>
                </a:cubicBezTo>
                <a:moveTo>
                  <a:pt x="656495" y="124841"/>
                </a:moveTo>
                <a:cubicBezTo>
                  <a:pt x="662513" y="124841"/>
                  <a:pt x="667863" y="123473"/>
                  <a:pt x="672544" y="120738"/>
                </a:cubicBezTo>
                <a:cubicBezTo>
                  <a:pt x="677226" y="118002"/>
                  <a:pt x="680919" y="114248"/>
                  <a:pt x="683624" y="109475"/>
                </a:cubicBezTo>
                <a:cubicBezTo>
                  <a:pt x="686330" y="104703"/>
                  <a:pt x="687682" y="99794"/>
                  <a:pt x="687682" y="94748"/>
                </a:cubicBezTo>
                <a:lnTo>
                  <a:pt x="687682" y="86632"/>
                </a:lnTo>
                <a:lnTo>
                  <a:pt x="669717" y="86997"/>
                </a:lnTo>
                <a:cubicBezTo>
                  <a:pt x="661997" y="87118"/>
                  <a:pt x="656145" y="87909"/>
                  <a:pt x="652163" y="89368"/>
                </a:cubicBezTo>
                <a:cubicBezTo>
                  <a:pt x="648181" y="90827"/>
                  <a:pt x="645126" y="93076"/>
                  <a:pt x="642998" y="96116"/>
                </a:cubicBezTo>
                <a:cubicBezTo>
                  <a:pt x="640871" y="99156"/>
                  <a:pt x="639807" y="103138"/>
                  <a:pt x="639807" y="108062"/>
                </a:cubicBezTo>
                <a:cubicBezTo>
                  <a:pt x="639807" y="113412"/>
                  <a:pt x="641251" y="117546"/>
                  <a:pt x="644138" y="120464"/>
                </a:cubicBezTo>
                <a:cubicBezTo>
                  <a:pt x="647026" y="123382"/>
                  <a:pt x="651145" y="124841"/>
                  <a:pt x="656495" y="124841"/>
                </a:cubicBezTo>
                <a:close/>
                <a:moveTo>
                  <a:pt x="731334" y="15685"/>
                </a:moveTo>
                <a:lnTo>
                  <a:pt x="731334" y="0"/>
                </a:lnTo>
                <a:lnTo>
                  <a:pt x="747749" y="0"/>
                </a:lnTo>
                <a:lnTo>
                  <a:pt x="747749" y="15685"/>
                </a:lnTo>
                <a:lnTo>
                  <a:pt x="731334" y="15685"/>
                </a:lnTo>
                <a:moveTo>
                  <a:pt x="731334" y="135328"/>
                </a:moveTo>
                <a:lnTo>
                  <a:pt x="731334" y="36659"/>
                </a:lnTo>
                <a:lnTo>
                  <a:pt x="747749" y="36659"/>
                </a:lnTo>
                <a:lnTo>
                  <a:pt x="747749" y="135328"/>
                </a:lnTo>
                <a:lnTo>
                  <a:pt x="731334" y="135328"/>
                </a:lnTo>
                <a:close/>
                <a:moveTo>
                  <a:pt x="835535" y="135328"/>
                </a:moveTo>
                <a:lnTo>
                  <a:pt x="835535" y="72771"/>
                </a:lnTo>
                <a:cubicBezTo>
                  <a:pt x="835535" y="66266"/>
                  <a:pt x="834897" y="61220"/>
                  <a:pt x="833620" y="57633"/>
                </a:cubicBezTo>
                <a:cubicBezTo>
                  <a:pt x="832343" y="54046"/>
                  <a:pt x="830307" y="51462"/>
                  <a:pt x="827510" y="49882"/>
                </a:cubicBezTo>
                <a:cubicBezTo>
                  <a:pt x="824713" y="48301"/>
                  <a:pt x="820610" y="47511"/>
                  <a:pt x="815199" y="47511"/>
                </a:cubicBezTo>
                <a:cubicBezTo>
                  <a:pt x="807296" y="47511"/>
                  <a:pt x="801065" y="50216"/>
                  <a:pt x="796505" y="55627"/>
                </a:cubicBezTo>
                <a:cubicBezTo>
                  <a:pt x="791945" y="61038"/>
                  <a:pt x="789666" y="68546"/>
                  <a:pt x="789666" y="78151"/>
                </a:cubicBezTo>
                <a:lnTo>
                  <a:pt x="789666" y="135328"/>
                </a:lnTo>
                <a:lnTo>
                  <a:pt x="773251" y="135328"/>
                </a:lnTo>
                <a:lnTo>
                  <a:pt x="773251" y="57724"/>
                </a:lnTo>
                <a:cubicBezTo>
                  <a:pt x="773251" y="46234"/>
                  <a:pt x="773069" y="39212"/>
                  <a:pt x="772704" y="36659"/>
                </a:cubicBezTo>
                <a:lnTo>
                  <a:pt x="788207" y="36659"/>
                </a:lnTo>
                <a:cubicBezTo>
                  <a:pt x="788267" y="36963"/>
                  <a:pt x="788328" y="37784"/>
                  <a:pt x="788389" y="39121"/>
                </a:cubicBezTo>
                <a:cubicBezTo>
                  <a:pt x="788450" y="40459"/>
                  <a:pt x="788526" y="41994"/>
                  <a:pt x="788617" y="43726"/>
                </a:cubicBezTo>
                <a:cubicBezTo>
                  <a:pt x="788708" y="45459"/>
                  <a:pt x="788814" y="48727"/>
                  <a:pt x="788936" y="53529"/>
                </a:cubicBezTo>
                <a:lnTo>
                  <a:pt x="789210" y="53529"/>
                </a:lnTo>
                <a:cubicBezTo>
                  <a:pt x="792979" y="46720"/>
                  <a:pt x="797341" y="41902"/>
                  <a:pt x="802296" y="39076"/>
                </a:cubicBezTo>
                <a:cubicBezTo>
                  <a:pt x="807250" y="36249"/>
                  <a:pt x="813406" y="34835"/>
                  <a:pt x="820762" y="34835"/>
                </a:cubicBezTo>
                <a:cubicBezTo>
                  <a:pt x="831583" y="34835"/>
                  <a:pt x="839502" y="37525"/>
                  <a:pt x="844517" y="42906"/>
                </a:cubicBezTo>
                <a:cubicBezTo>
                  <a:pt x="849533" y="48286"/>
                  <a:pt x="852041" y="57177"/>
                  <a:pt x="852041" y="69579"/>
                </a:cubicBezTo>
                <a:lnTo>
                  <a:pt x="852041" y="135328"/>
                </a:lnTo>
                <a:lnTo>
                  <a:pt x="835535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92DAA-521C-4851-8D9B-E6AC0884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572" y="3793364"/>
            <a:ext cx="901740" cy="778167"/>
          </a:xfrm>
          <a:custGeom xmlns:a="http://schemas.openxmlformats.org/drawingml/2006/main">
            <a:pathLst>
              <a:path w="901740" h="778167" fill="none">
                <a:moveTo>
                  <a:pt x="0" y="778167"/>
                </a:moveTo>
                <a:lnTo>
                  <a:pt x="824857" y="778167"/>
                </a:lnTo>
                <a:lnTo>
                  <a:pt x="824857" y="0"/>
                </a:lnTo>
                <a:lnTo>
                  <a:pt x="901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F294A-F5F5-4B1F-9B11-CD6B8825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3770019"/>
            <a:ext cx="70035" cy="46690"/>
          </a:xfrm>
          <a:custGeom xmlns:a="http://schemas.openxmlformats.org/drawingml/2006/main">
            <a:pathLst>
              <a:path w="70035" h="46690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6B3CB-A007-4CFA-8570-DC3B497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313" y="3770019"/>
            <a:ext cx="70035" cy="46690"/>
          </a:xfrm>
          <a:custGeom xmlns:a="http://schemas.openxmlformats.org/drawingml/2006/main">
            <a:pathLst>
              <a:path w="70035" h="46690" fill="none">
                <a:moveTo>
                  <a:pt x="70035" y="23345"/>
                </a:moveTo>
                <a:lnTo>
                  <a:pt x="0" y="46690"/>
                </a:lnTo>
                <a:lnTo>
                  <a:pt x="0" y="0"/>
                </a:lnTo>
                <a:lnTo>
                  <a:pt x="70035" y="23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82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A20BA-8D06-45EE-A465-C25E563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415898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0867C-255F-48AC-A05B-F2A21B9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415898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101" name="Text data:guest">
            <a:extLst xmlns:a="http://schemas.openxmlformats.org/drawingml/2006/main">
              <a:ext uri="{FF2B5EF4-FFF2-40B4-BE49-F238E27FC236}">
                <a16:creationId xmlns:a16="http://schemas.microsoft.com/office/drawing/2014/main" id="{79E6ACC2-42F7-4234-A547-9DAABCE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52" y="4490675"/>
            <a:ext cx="914847" cy="174176"/>
          </a:xfrm>
          <a:custGeom xmlns:a="http://schemas.openxmlformats.org/drawingml/2006/main">
            <a:pathLst>
              <a:path w="914847" h="174176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49" y="137152"/>
                </a:moveTo>
                <a:cubicBezTo>
                  <a:pt x="123840" y="137152"/>
                  <a:pt x="116393" y="134538"/>
                  <a:pt x="111408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7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4" y="55992"/>
                  <a:pt x="163569" y="52526"/>
                </a:cubicBezTo>
                <a:cubicBezTo>
                  <a:pt x="160165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4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4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5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40" y="132456"/>
                </a:cubicBezTo>
                <a:cubicBezTo>
                  <a:pt x="148477" y="135587"/>
                  <a:pt x="141714" y="137152"/>
                  <a:pt x="133749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20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60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7" y="137152"/>
                </a:moveTo>
                <a:cubicBezTo>
                  <a:pt x="279598" y="137152"/>
                  <a:pt x="272150" y="134538"/>
                  <a:pt x="267165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4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1" y="55992"/>
                  <a:pt x="319327" y="52526"/>
                </a:cubicBezTo>
                <a:cubicBezTo>
                  <a:pt x="315922" y="49061"/>
                  <a:pt x="310572" y="47328"/>
                  <a:pt x="303277" y="47328"/>
                </a:cubicBezTo>
                <a:cubicBezTo>
                  <a:pt x="295921" y="47328"/>
                  <a:pt x="290571" y="48568"/>
                  <a:pt x="287227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1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0" y="57268"/>
                  <a:pt x="341030" y="68029"/>
                </a:cubicBezTo>
                <a:lnTo>
                  <a:pt x="341030" y="110524"/>
                </a:lnTo>
                <a:cubicBezTo>
                  <a:pt x="341030" y="115388"/>
                  <a:pt x="341669" y="119051"/>
                  <a:pt x="342945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1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5" y="136240"/>
                </a:cubicBezTo>
                <a:cubicBezTo>
                  <a:pt x="336866" y="136240"/>
                  <a:pt x="332443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7" y="132456"/>
                </a:cubicBezTo>
                <a:cubicBezTo>
                  <a:pt x="304235" y="135587"/>
                  <a:pt x="297471" y="137152"/>
                  <a:pt x="289507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0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2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7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09404" y="174176"/>
                </a:moveTo>
                <a:cubicBezTo>
                  <a:pt x="498644" y="174176"/>
                  <a:pt x="490072" y="172063"/>
                  <a:pt x="483688" y="167838"/>
                </a:cubicBezTo>
                <a:cubicBezTo>
                  <a:pt x="477305" y="163613"/>
                  <a:pt x="473201" y="157609"/>
                  <a:pt x="471377" y="149828"/>
                </a:cubicBezTo>
                <a:lnTo>
                  <a:pt x="487883" y="147457"/>
                </a:lnTo>
                <a:cubicBezTo>
                  <a:pt x="488977" y="152016"/>
                  <a:pt x="491394" y="155527"/>
                  <a:pt x="495133" y="157989"/>
                </a:cubicBezTo>
                <a:cubicBezTo>
                  <a:pt x="498872" y="160451"/>
                  <a:pt x="503781" y="161683"/>
                  <a:pt x="509860" y="161683"/>
                </a:cubicBezTo>
                <a:cubicBezTo>
                  <a:pt x="526214" y="161683"/>
                  <a:pt x="534391" y="152085"/>
                  <a:pt x="534391" y="132889"/>
                </a:cubicBezTo>
                <a:lnTo>
                  <a:pt x="534391" y="116982"/>
                </a:lnTo>
                <a:lnTo>
                  <a:pt x="534208" y="116982"/>
                </a:lnTo>
                <a:cubicBezTo>
                  <a:pt x="531108" y="123310"/>
                  <a:pt x="526852" y="128072"/>
                  <a:pt x="521442" y="131267"/>
                </a:cubicBezTo>
                <a:cubicBezTo>
                  <a:pt x="516031" y="134461"/>
                  <a:pt x="509708" y="136058"/>
                  <a:pt x="502474" y="136058"/>
                </a:cubicBezTo>
                <a:cubicBezTo>
                  <a:pt x="490376" y="136058"/>
                  <a:pt x="481484" y="132041"/>
                  <a:pt x="475800" y="124009"/>
                </a:cubicBezTo>
                <a:cubicBezTo>
                  <a:pt x="470116" y="115977"/>
                  <a:pt x="467274" y="103350"/>
                  <a:pt x="467274" y="86130"/>
                </a:cubicBezTo>
                <a:cubicBezTo>
                  <a:pt x="467274" y="68667"/>
                  <a:pt x="470329" y="55783"/>
                  <a:pt x="476439" y="47477"/>
                </a:cubicBezTo>
                <a:cubicBezTo>
                  <a:pt x="482548" y="39171"/>
                  <a:pt x="491835" y="35018"/>
                  <a:pt x="504298" y="35018"/>
                </a:cubicBezTo>
                <a:cubicBezTo>
                  <a:pt x="511289" y="35018"/>
                  <a:pt x="517353" y="36615"/>
                  <a:pt x="522490" y="39811"/>
                </a:cubicBezTo>
                <a:cubicBezTo>
                  <a:pt x="527627" y="43004"/>
                  <a:pt x="531594" y="47553"/>
                  <a:pt x="534391" y="53455"/>
                </a:cubicBezTo>
                <a:lnTo>
                  <a:pt x="534573" y="53455"/>
                </a:lnTo>
                <a:cubicBezTo>
                  <a:pt x="534573" y="51639"/>
                  <a:pt x="534695" y="48492"/>
                  <a:pt x="534938" y="44014"/>
                </a:cubicBezTo>
                <a:cubicBezTo>
                  <a:pt x="535181" y="39534"/>
                  <a:pt x="535424" y="37083"/>
                  <a:pt x="535667" y="36659"/>
                </a:cubicBezTo>
                <a:lnTo>
                  <a:pt x="551261" y="36659"/>
                </a:lnTo>
                <a:cubicBezTo>
                  <a:pt x="550896" y="39944"/>
                  <a:pt x="550714" y="46757"/>
                  <a:pt x="550714" y="57100"/>
                </a:cubicBezTo>
                <a:lnTo>
                  <a:pt x="550714" y="132564"/>
                </a:lnTo>
                <a:cubicBezTo>
                  <a:pt x="550714" y="160305"/>
                  <a:pt x="536944" y="174176"/>
                  <a:pt x="509404" y="174176"/>
                </a:cubicBezTo>
                <a:moveTo>
                  <a:pt x="534391" y="85948"/>
                </a:moveTo>
                <a:cubicBezTo>
                  <a:pt x="534391" y="77914"/>
                  <a:pt x="533296" y="70991"/>
                  <a:pt x="531108" y="65179"/>
                </a:cubicBezTo>
                <a:cubicBezTo>
                  <a:pt x="528919" y="59366"/>
                  <a:pt x="525834" y="54922"/>
                  <a:pt x="521852" y="51848"/>
                </a:cubicBezTo>
                <a:cubicBezTo>
                  <a:pt x="517870" y="48774"/>
                  <a:pt x="513356" y="47237"/>
                  <a:pt x="508310" y="47237"/>
                </a:cubicBezTo>
                <a:cubicBezTo>
                  <a:pt x="499920" y="47237"/>
                  <a:pt x="493811" y="50281"/>
                  <a:pt x="489980" y="56368"/>
                </a:cubicBezTo>
                <a:cubicBezTo>
                  <a:pt x="486150" y="62455"/>
                  <a:pt x="484235" y="72315"/>
                  <a:pt x="484235" y="85948"/>
                </a:cubicBezTo>
                <a:cubicBezTo>
                  <a:pt x="484235" y="99461"/>
                  <a:pt x="486029" y="109170"/>
                  <a:pt x="489616" y="115075"/>
                </a:cubicBezTo>
                <a:cubicBezTo>
                  <a:pt x="493203" y="120978"/>
                  <a:pt x="499343" y="123929"/>
                  <a:pt x="508036" y="123929"/>
                </a:cubicBezTo>
                <a:cubicBezTo>
                  <a:pt x="513204" y="123929"/>
                  <a:pt x="517794" y="122407"/>
                  <a:pt x="521806" y="119364"/>
                </a:cubicBezTo>
                <a:cubicBezTo>
                  <a:pt x="525819" y="116320"/>
                  <a:pt x="528919" y="111954"/>
                  <a:pt x="531108" y="106264"/>
                </a:cubicBezTo>
                <a:cubicBezTo>
                  <a:pt x="533296" y="100572"/>
                  <a:pt x="534391" y="93800"/>
                  <a:pt x="534391" y="85948"/>
                </a:cubicBezTo>
                <a:close/>
                <a:moveTo>
                  <a:pt x="591904" y="36659"/>
                </a:moveTo>
                <a:lnTo>
                  <a:pt x="591904" y="99216"/>
                </a:lnTo>
                <a:cubicBezTo>
                  <a:pt x="591904" y="105721"/>
                  <a:pt x="592542" y="110767"/>
                  <a:pt x="593819" y="114354"/>
                </a:cubicBezTo>
                <a:cubicBezTo>
                  <a:pt x="595096" y="117941"/>
                  <a:pt x="597132" y="120525"/>
                  <a:pt x="599929" y="122105"/>
                </a:cubicBezTo>
                <a:cubicBezTo>
                  <a:pt x="602725" y="123686"/>
                  <a:pt x="606829" y="124476"/>
                  <a:pt x="612240" y="124476"/>
                </a:cubicBezTo>
                <a:cubicBezTo>
                  <a:pt x="620143" y="124476"/>
                  <a:pt x="626374" y="121771"/>
                  <a:pt x="630934" y="116360"/>
                </a:cubicBezTo>
                <a:cubicBezTo>
                  <a:pt x="635494" y="110950"/>
                  <a:pt x="637773" y="103442"/>
                  <a:pt x="637773" y="93836"/>
                </a:cubicBezTo>
                <a:lnTo>
                  <a:pt x="637773" y="36659"/>
                </a:lnTo>
                <a:lnTo>
                  <a:pt x="654188" y="36659"/>
                </a:lnTo>
                <a:lnTo>
                  <a:pt x="654188" y="114263"/>
                </a:lnTo>
                <a:cubicBezTo>
                  <a:pt x="654188" y="125753"/>
                  <a:pt x="654370" y="132775"/>
                  <a:pt x="654735" y="135328"/>
                </a:cubicBezTo>
                <a:lnTo>
                  <a:pt x="639232" y="135328"/>
                </a:lnTo>
                <a:cubicBezTo>
                  <a:pt x="639172" y="135024"/>
                  <a:pt x="639111" y="134203"/>
                  <a:pt x="639050" y="132866"/>
                </a:cubicBezTo>
                <a:cubicBezTo>
                  <a:pt x="638989" y="131529"/>
                  <a:pt x="638913" y="129993"/>
                  <a:pt x="638822" y="128261"/>
                </a:cubicBezTo>
                <a:cubicBezTo>
                  <a:pt x="638731" y="126528"/>
                  <a:pt x="638624" y="123261"/>
                  <a:pt x="638503" y="118458"/>
                </a:cubicBezTo>
                <a:lnTo>
                  <a:pt x="638229" y="118458"/>
                </a:lnTo>
                <a:cubicBezTo>
                  <a:pt x="634460" y="125267"/>
                  <a:pt x="630098" y="130085"/>
                  <a:pt x="625143" y="132912"/>
                </a:cubicBezTo>
                <a:cubicBezTo>
                  <a:pt x="620189" y="135739"/>
                  <a:pt x="614033" y="137152"/>
                  <a:pt x="606677" y="137152"/>
                </a:cubicBezTo>
                <a:cubicBezTo>
                  <a:pt x="595856" y="137152"/>
                  <a:pt x="587937" y="134462"/>
                  <a:pt x="582922" y="129082"/>
                </a:cubicBezTo>
                <a:cubicBezTo>
                  <a:pt x="577906" y="123701"/>
                  <a:pt x="575398" y="114810"/>
                  <a:pt x="575398" y="102408"/>
                </a:cubicBezTo>
                <a:lnTo>
                  <a:pt x="575398" y="36659"/>
                </a:lnTo>
                <a:lnTo>
                  <a:pt x="591904" y="36659"/>
                </a:lnTo>
                <a:close/>
                <a:moveTo>
                  <a:pt x="692277" y="89368"/>
                </a:moveTo>
                <a:cubicBezTo>
                  <a:pt x="692277" y="100704"/>
                  <a:pt x="694618" y="109451"/>
                  <a:pt x="699299" y="115608"/>
                </a:cubicBezTo>
                <a:cubicBezTo>
                  <a:pt x="703980" y="121763"/>
                  <a:pt x="710820" y="124841"/>
                  <a:pt x="719817" y="124841"/>
                </a:cubicBezTo>
                <a:cubicBezTo>
                  <a:pt x="726930" y="124841"/>
                  <a:pt x="732630" y="123404"/>
                  <a:pt x="736916" y="120530"/>
                </a:cubicBezTo>
                <a:cubicBezTo>
                  <a:pt x="741202" y="117655"/>
                  <a:pt x="744105" y="114016"/>
                  <a:pt x="745624" y="109612"/>
                </a:cubicBezTo>
                <a:lnTo>
                  <a:pt x="760033" y="113730"/>
                </a:lnTo>
                <a:cubicBezTo>
                  <a:pt x="754136" y="129345"/>
                  <a:pt x="740731" y="137152"/>
                  <a:pt x="719817" y="137152"/>
                </a:cubicBezTo>
                <a:cubicBezTo>
                  <a:pt x="705227" y="137152"/>
                  <a:pt x="694116" y="132805"/>
                  <a:pt x="686487" y="124112"/>
                </a:cubicBezTo>
                <a:cubicBezTo>
                  <a:pt x="678857" y="115418"/>
                  <a:pt x="675042" y="102499"/>
                  <a:pt x="675042" y="85355"/>
                </a:cubicBezTo>
                <a:cubicBezTo>
                  <a:pt x="675042" y="69062"/>
                  <a:pt x="678857" y="56569"/>
                  <a:pt x="686487" y="47876"/>
                </a:cubicBezTo>
                <a:cubicBezTo>
                  <a:pt x="694116" y="39182"/>
                  <a:pt x="705014" y="34835"/>
                  <a:pt x="719179" y="34835"/>
                </a:cubicBezTo>
                <a:cubicBezTo>
                  <a:pt x="748178" y="34835"/>
                  <a:pt x="762677" y="52284"/>
                  <a:pt x="762677" y="87182"/>
                </a:cubicBezTo>
                <a:lnTo>
                  <a:pt x="762677" y="89368"/>
                </a:lnTo>
                <a:lnTo>
                  <a:pt x="692277" y="89368"/>
                </a:lnTo>
                <a:moveTo>
                  <a:pt x="745716" y="76783"/>
                </a:moveTo>
                <a:cubicBezTo>
                  <a:pt x="744804" y="66420"/>
                  <a:pt x="742159" y="58859"/>
                  <a:pt x="737782" y="54102"/>
                </a:cubicBezTo>
                <a:cubicBezTo>
                  <a:pt x="733405" y="49343"/>
                  <a:pt x="727113" y="46964"/>
                  <a:pt x="718905" y="46964"/>
                </a:cubicBezTo>
                <a:cubicBezTo>
                  <a:pt x="710941" y="46964"/>
                  <a:pt x="704634" y="49616"/>
                  <a:pt x="699983" y="54920"/>
                </a:cubicBezTo>
                <a:cubicBezTo>
                  <a:pt x="695332" y="60222"/>
                  <a:pt x="692825" y="67510"/>
                  <a:pt x="692460" y="76783"/>
                </a:cubicBezTo>
                <a:lnTo>
                  <a:pt x="745716" y="76783"/>
                </a:lnTo>
                <a:close/>
                <a:moveTo>
                  <a:pt x="857579" y="108036"/>
                </a:moveTo>
                <a:cubicBezTo>
                  <a:pt x="857579" y="117345"/>
                  <a:pt x="854068" y="124526"/>
                  <a:pt x="847046" y="129577"/>
                </a:cubicBezTo>
                <a:cubicBezTo>
                  <a:pt x="840025" y="134627"/>
                  <a:pt x="830191" y="137152"/>
                  <a:pt x="817546" y="137152"/>
                </a:cubicBezTo>
                <a:cubicBezTo>
                  <a:pt x="805266" y="137152"/>
                  <a:pt x="795797" y="135131"/>
                  <a:pt x="789140" y="131088"/>
                </a:cubicBezTo>
                <a:cubicBezTo>
                  <a:pt x="782483" y="127045"/>
                  <a:pt x="778151" y="120738"/>
                  <a:pt x="776145" y="112166"/>
                </a:cubicBezTo>
                <a:lnTo>
                  <a:pt x="790645" y="109339"/>
                </a:lnTo>
                <a:cubicBezTo>
                  <a:pt x="792043" y="114628"/>
                  <a:pt x="794931" y="118503"/>
                  <a:pt x="799308" y="120966"/>
                </a:cubicBezTo>
                <a:cubicBezTo>
                  <a:pt x="803685" y="123428"/>
                  <a:pt x="809764" y="124659"/>
                  <a:pt x="817546" y="124659"/>
                </a:cubicBezTo>
                <a:cubicBezTo>
                  <a:pt x="825875" y="124659"/>
                  <a:pt x="831969" y="123380"/>
                  <a:pt x="835830" y="120823"/>
                </a:cubicBezTo>
                <a:cubicBezTo>
                  <a:pt x="839690" y="118264"/>
                  <a:pt x="841621" y="114427"/>
                  <a:pt x="841621" y="109313"/>
                </a:cubicBezTo>
                <a:cubicBezTo>
                  <a:pt x="841621" y="105418"/>
                  <a:pt x="840283" y="102254"/>
                  <a:pt x="837608" y="99820"/>
                </a:cubicBezTo>
                <a:cubicBezTo>
                  <a:pt x="834933" y="97387"/>
                  <a:pt x="830617" y="95379"/>
                  <a:pt x="824659" y="93796"/>
                </a:cubicBezTo>
                <a:lnTo>
                  <a:pt x="812895" y="90693"/>
                </a:lnTo>
                <a:cubicBezTo>
                  <a:pt x="803472" y="88259"/>
                  <a:pt x="796770" y="85871"/>
                  <a:pt x="792788" y="83529"/>
                </a:cubicBezTo>
                <a:cubicBezTo>
                  <a:pt x="788805" y="81186"/>
                  <a:pt x="785690" y="78342"/>
                  <a:pt x="783440" y="74996"/>
                </a:cubicBezTo>
                <a:cubicBezTo>
                  <a:pt x="781191" y="71649"/>
                  <a:pt x="780066" y="67542"/>
                  <a:pt x="780066" y="62674"/>
                </a:cubicBezTo>
                <a:cubicBezTo>
                  <a:pt x="780066" y="53667"/>
                  <a:pt x="783273" y="46806"/>
                  <a:pt x="789687" y="42091"/>
                </a:cubicBezTo>
                <a:cubicBezTo>
                  <a:pt x="796101" y="37375"/>
                  <a:pt x="805448" y="35018"/>
                  <a:pt x="817728" y="35018"/>
                </a:cubicBezTo>
                <a:cubicBezTo>
                  <a:pt x="828611" y="35018"/>
                  <a:pt x="837259" y="36933"/>
                  <a:pt x="843672" y="40763"/>
                </a:cubicBezTo>
                <a:cubicBezTo>
                  <a:pt x="850086" y="44593"/>
                  <a:pt x="854144" y="50733"/>
                  <a:pt x="855846" y="59183"/>
                </a:cubicBezTo>
                <a:lnTo>
                  <a:pt x="841073" y="61007"/>
                </a:lnTo>
                <a:cubicBezTo>
                  <a:pt x="840162" y="56630"/>
                  <a:pt x="837715" y="53271"/>
                  <a:pt x="833733" y="50930"/>
                </a:cubicBezTo>
                <a:cubicBezTo>
                  <a:pt x="829750" y="48590"/>
                  <a:pt x="824416" y="47420"/>
                  <a:pt x="817728" y="47420"/>
                </a:cubicBezTo>
                <a:cubicBezTo>
                  <a:pt x="810311" y="47420"/>
                  <a:pt x="804840" y="48546"/>
                  <a:pt x="801314" y="50799"/>
                </a:cubicBezTo>
                <a:cubicBezTo>
                  <a:pt x="797788" y="53053"/>
                  <a:pt x="796025" y="56463"/>
                  <a:pt x="796025" y="61030"/>
                </a:cubicBezTo>
                <a:cubicBezTo>
                  <a:pt x="796025" y="63828"/>
                  <a:pt x="796754" y="66140"/>
                  <a:pt x="798213" y="67966"/>
                </a:cubicBezTo>
                <a:cubicBezTo>
                  <a:pt x="799672" y="69792"/>
                  <a:pt x="801831" y="71344"/>
                  <a:pt x="804688" y="72623"/>
                </a:cubicBezTo>
                <a:cubicBezTo>
                  <a:pt x="807545" y="73899"/>
                  <a:pt x="813564" y="75663"/>
                  <a:pt x="822744" y="77915"/>
                </a:cubicBezTo>
                <a:cubicBezTo>
                  <a:pt x="831438" y="80105"/>
                  <a:pt x="837699" y="82128"/>
                  <a:pt x="841529" y="83985"/>
                </a:cubicBezTo>
                <a:cubicBezTo>
                  <a:pt x="845359" y="85841"/>
                  <a:pt x="848384" y="87894"/>
                  <a:pt x="850603" y="90146"/>
                </a:cubicBezTo>
                <a:cubicBezTo>
                  <a:pt x="852822" y="92397"/>
                  <a:pt x="854539" y="94999"/>
                  <a:pt x="855755" y="97951"/>
                </a:cubicBezTo>
                <a:cubicBezTo>
                  <a:pt x="856971" y="100901"/>
                  <a:pt x="857579" y="104263"/>
                  <a:pt x="857579" y="108036"/>
                </a:cubicBezTo>
                <a:close/>
                <a:moveTo>
                  <a:pt x="914847" y="134599"/>
                </a:moveTo>
                <a:cubicBezTo>
                  <a:pt x="909437" y="136058"/>
                  <a:pt x="903904" y="136787"/>
                  <a:pt x="898250" y="136787"/>
                </a:cubicBezTo>
                <a:cubicBezTo>
                  <a:pt x="885119" y="136787"/>
                  <a:pt x="878553" y="129340"/>
                  <a:pt x="878553" y="114445"/>
                </a:cubicBezTo>
                <a:lnTo>
                  <a:pt x="878553" y="48605"/>
                </a:lnTo>
                <a:lnTo>
                  <a:pt x="867154" y="48605"/>
                </a:lnTo>
                <a:lnTo>
                  <a:pt x="867154" y="36659"/>
                </a:lnTo>
                <a:lnTo>
                  <a:pt x="879191" y="36659"/>
                </a:lnTo>
                <a:lnTo>
                  <a:pt x="884024" y="14591"/>
                </a:lnTo>
                <a:lnTo>
                  <a:pt x="894967" y="14591"/>
                </a:lnTo>
                <a:lnTo>
                  <a:pt x="894967" y="36659"/>
                </a:lnTo>
                <a:lnTo>
                  <a:pt x="913206" y="36659"/>
                </a:lnTo>
                <a:lnTo>
                  <a:pt x="913206" y="48605"/>
                </a:lnTo>
                <a:lnTo>
                  <a:pt x="894967" y="48605"/>
                </a:lnTo>
                <a:lnTo>
                  <a:pt x="894967" y="110889"/>
                </a:lnTo>
                <a:cubicBezTo>
                  <a:pt x="894967" y="115631"/>
                  <a:pt x="895743" y="118959"/>
                  <a:pt x="897293" y="120874"/>
                </a:cubicBezTo>
                <a:cubicBezTo>
                  <a:pt x="898843" y="122789"/>
                  <a:pt x="901533" y="123747"/>
                  <a:pt x="905363" y="123747"/>
                </a:cubicBezTo>
                <a:cubicBezTo>
                  <a:pt x="907552" y="123747"/>
                  <a:pt x="910713" y="123321"/>
                  <a:pt x="914847" y="122470"/>
                </a:cubicBezTo>
                <a:lnTo>
                  <a:pt x="91484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BF6E6-7F58-4D3D-B5FD-DCABF32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727165"/>
            <a:ext cx="1867602" cy="933801"/>
          </a:xfrm>
          <a:custGeom xmlns:a="http://schemas.openxmlformats.org/drawingml/2006/main">
            <a:pathLst>
              <a:path w="1867602" h="933801">
                <a:moveTo>
                  <a:pt x="0" y="0"/>
                </a:moveTo>
                <a:lnTo>
                  <a:pt x="1867602" y="0"/>
                </a:lnTo>
                <a:lnTo>
                  <a:pt x="1867602" y="933801"/>
                </a:lnTo>
                <a:lnTo>
                  <a:pt x="0" y="933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951E1-C865-4DC1-B806-1B0C72C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4727165"/>
            <a:ext cx="1867602" cy="933801"/>
          </a:xfrm>
          <a:custGeom xmlns:a="http://schemas.openxmlformats.org/drawingml/2006/main">
            <a:pathLst>
              <a:path w="1867602" h="933801" fill="none">
                <a:moveTo>
                  <a:pt x="0" y="0"/>
                </a:moveTo>
                <a:lnTo>
                  <a:pt x="1867602" y="0"/>
                </a:lnTo>
                <a:lnTo>
                  <a:pt x="1867602" y="933801"/>
                </a:lnTo>
                <a:lnTo>
                  <a:pt x="0" y="9338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04" name="Text Input2">
            <a:extLst xmlns:a="http://schemas.openxmlformats.org/drawingml/2006/main">
              <a:ext uri="{FF2B5EF4-FFF2-40B4-BE49-F238E27FC236}">
                <a16:creationId xmlns:a16="http://schemas.microsoft.com/office/drawing/2014/main" id="{E4BEA3CC-183A-46D0-A11A-CAADEB6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51" y="4822430"/>
            <a:ext cx="544513" cy="169251"/>
          </a:xfrm>
          <a:custGeom xmlns:a="http://schemas.openxmlformats.org/drawingml/2006/main">
            <a:pathLst>
              <a:path w="544513" h="169251">
                <a:moveTo>
                  <a:pt x="0" y="130404"/>
                </a:moveTo>
                <a:lnTo>
                  <a:pt x="0" y="1824"/>
                </a:lnTo>
                <a:lnTo>
                  <a:pt x="17418" y="1824"/>
                </a:lnTo>
                <a:lnTo>
                  <a:pt x="17418" y="130404"/>
                </a:lnTo>
                <a:lnTo>
                  <a:pt x="0" y="130404"/>
                </a:lnTo>
                <a:close/>
                <a:moveTo>
                  <a:pt x="109917" y="130404"/>
                </a:moveTo>
                <a:lnTo>
                  <a:pt x="109917" y="67846"/>
                </a:lnTo>
                <a:cubicBezTo>
                  <a:pt x="109917" y="61341"/>
                  <a:pt x="109279" y="56296"/>
                  <a:pt x="108002" y="52709"/>
                </a:cubicBezTo>
                <a:cubicBezTo>
                  <a:pt x="106725" y="49122"/>
                  <a:pt x="104689" y="46538"/>
                  <a:pt x="101892" y="44957"/>
                </a:cubicBezTo>
                <a:cubicBezTo>
                  <a:pt x="99096" y="43377"/>
                  <a:pt x="94992" y="42586"/>
                  <a:pt x="89581" y="42586"/>
                </a:cubicBezTo>
                <a:cubicBezTo>
                  <a:pt x="81678" y="42586"/>
                  <a:pt x="75447" y="45292"/>
                  <a:pt x="70887" y="50702"/>
                </a:cubicBezTo>
                <a:cubicBezTo>
                  <a:pt x="66328" y="56113"/>
                  <a:pt x="64048" y="63621"/>
                  <a:pt x="64048" y="73227"/>
                </a:cubicBezTo>
                <a:lnTo>
                  <a:pt x="64048" y="130404"/>
                </a:lnTo>
                <a:lnTo>
                  <a:pt x="47633" y="130404"/>
                </a:lnTo>
                <a:lnTo>
                  <a:pt x="47633" y="52800"/>
                </a:lnTo>
                <a:cubicBezTo>
                  <a:pt x="47633" y="41310"/>
                  <a:pt x="47451" y="34288"/>
                  <a:pt x="47086" y="31735"/>
                </a:cubicBezTo>
                <a:lnTo>
                  <a:pt x="62589" y="31735"/>
                </a:lnTo>
                <a:cubicBezTo>
                  <a:pt x="62649" y="32039"/>
                  <a:pt x="62710" y="32859"/>
                  <a:pt x="62771" y="34197"/>
                </a:cubicBezTo>
                <a:cubicBezTo>
                  <a:pt x="62832" y="35534"/>
                  <a:pt x="62908" y="37069"/>
                  <a:pt x="62999" y="38802"/>
                </a:cubicBezTo>
                <a:cubicBezTo>
                  <a:pt x="63090" y="40535"/>
                  <a:pt x="63197" y="43802"/>
                  <a:pt x="63318" y="48605"/>
                </a:cubicBezTo>
                <a:lnTo>
                  <a:pt x="63592" y="48605"/>
                </a:lnTo>
                <a:cubicBezTo>
                  <a:pt x="67361" y="41796"/>
                  <a:pt x="71723" y="36978"/>
                  <a:pt x="76678" y="34151"/>
                </a:cubicBezTo>
                <a:cubicBezTo>
                  <a:pt x="81632" y="31324"/>
                  <a:pt x="87788" y="29911"/>
                  <a:pt x="95144" y="29911"/>
                </a:cubicBezTo>
                <a:cubicBezTo>
                  <a:pt x="105965" y="29911"/>
                  <a:pt x="113884" y="32601"/>
                  <a:pt x="118899" y="37981"/>
                </a:cubicBezTo>
                <a:cubicBezTo>
                  <a:pt x="123915" y="43362"/>
                  <a:pt x="126423" y="52253"/>
                  <a:pt x="126423" y="64655"/>
                </a:cubicBezTo>
                <a:lnTo>
                  <a:pt x="126423" y="130404"/>
                </a:lnTo>
                <a:lnTo>
                  <a:pt x="109917" y="130404"/>
                </a:lnTo>
                <a:close/>
                <a:moveTo>
                  <a:pt x="234547" y="80568"/>
                </a:moveTo>
                <a:cubicBezTo>
                  <a:pt x="234547" y="115008"/>
                  <a:pt x="222449" y="132228"/>
                  <a:pt x="198253" y="132228"/>
                </a:cubicBezTo>
                <a:cubicBezTo>
                  <a:pt x="183055" y="132228"/>
                  <a:pt x="172841" y="126508"/>
                  <a:pt x="167613" y="115069"/>
                </a:cubicBezTo>
                <a:lnTo>
                  <a:pt x="167157" y="115069"/>
                </a:lnTo>
                <a:cubicBezTo>
                  <a:pt x="167400" y="115556"/>
                  <a:pt x="167522" y="120734"/>
                  <a:pt x="167522" y="130603"/>
                </a:cubicBezTo>
                <a:lnTo>
                  <a:pt x="167522" y="169251"/>
                </a:lnTo>
                <a:lnTo>
                  <a:pt x="151107" y="169251"/>
                </a:lnTo>
                <a:lnTo>
                  <a:pt x="151107" y="51902"/>
                </a:lnTo>
                <a:cubicBezTo>
                  <a:pt x="151107" y="41742"/>
                  <a:pt x="150925" y="35019"/>
                  <a:pt x="150560" y="31735"/>
                </a:cubicBezTo>
                <a:lnTo>
                  <a:pt x="166427" y="31735"/>
                </a:lnTo>
                <a:cubicBezTo>
                  <a:pt x="166488" y="31976"/>
                  <a:pt x="166579" y="32838"/>
                  <a:pt x="166701" y="34322"/>
                </a:cubicBezTo>
                <a:cubicBezTo>
                  <a:pt x="166823" y="35804"/>
                  <a:pt x="166959" y="38089"/>
                  <a:pt x="167111" y="41176"/>
                </a:cubicBezTo>
                <a:cubicBezTo>
                  <a:pt x="167263" y="44261"/>
                  <a:pt x="167339" y="46378"/>
                  <a:pt x="167339" y="47528"/>
                </a:cubicBezTo>
                <a:lnTo>
                  <a:pt x="167704" y="47528"/>
                </a:lnTo>
                <a:cubicBezTo>
                  <a:pt x="170622" y="41443"/>
                  <a:pt x="174483" y="36986"/>
                  <a:pt x="179285" y="34157"/>
                </a:cubicBezTo>
                <a:cubicBezTo>
                  <a:pt x="184088" y="31326"/>
                  <a:pt x="190411" y="29911"/>
                  <a:pt x="198253" y="29911"/>
                </a:cubicBezTo>
                <a:cubicBezTo>
                  <a:pt x="210412" y="29911"/>
                  <a:pt x="219501" y="33988"/>
                  <a:pt x="225519" y="42142"/>
                </a:cubicBezTo>
                <a:cubicBezTo>
                  <a:pt x="231538" y="50296"/>
                  <a:pt x="234547" y="63105"/>
                  <a:pt x="234547" y="80568"/>
                </a:cubicBezTo>
                <a:moveTo>
                  <a:pt x="217312" y="80932"/>
                </a:moveTo>
                <a:cubicBezTo>
                  <a:pt x="217312" y="67176"/>
                  <a:pt x="215458" y="57346"/>
                  <a:pt x="211750" y="51443"/>
                </a:cubicBezTo>
                <a:cubicBezTo>
                  <a:pt x="208041" y="45539"/>
                  <a:pt x="202144" y="42586"/>
                  <a:pt x="194058" y="42586"/>
                </a:cubicBezTo>
                <a:cubicBezTo>
                  <a:pt x="187553" y="42586"/>
                  <a:pt x="182462" y="43956"/>
                  <a:pt x="178784" y="46696"/>
                </a:cubicBezTo>
                <a:cubicBezTo>
                  <a:pt x="175106" y="49433"/>
                  <a:pt x="172309" y="53709"/>
                  <a:pt x="170394" y="59522"/>
                </a:cubicBezTo>
                <a:cubicBezTo>
                  <a:pt x="168479" y="65336"/>
                  <a:pt x="167522" y="72898"/>
                  <a:pt x="167522" y="82209"/>
                </a:cubicBezTo>
                <a:cubicBezTo>
                  <a:pt x="167522" y="95174"/>
                  <a:pt x="169589" y="104730"/>
                  <a:pt x="173723" y="110877"/>
                </a:cubicBezTo>
                <a:cubicBezTo>
                  <a:pt x="177857" y="117025"/>
                  <a:pt x="184574" y="120099"/>
                  <a:pt x="193876" y="120099"/>
                </a:cubicBezTo>
                <a:cubicBezTo>
                  <a:pt x="202022" y="120099"/>
                  <a:pt x="207965" y="117102"/>
                  <a:pt x="211704" y="111108"/>
                </a:cubicBezTo>
                <a:cubicBezTo>
                  <a:pt x="215443" y="105112"/>
                  <a:pt x="217312" y="95054"/>
                  <a:pt x="217312" y="80932"/>
                </a:cubicBezTo>
                <a:close/>
                <a:moveTo>
                  <a:pt x="270996" y="31735"/>
                </a:moveTo>
                <a:lnTo>
                  <a:pt x="270996" y="94292"/>
                </a:lnTo>
                <a:cubicBezTo>
                  <a:pt x="270996" y="100797"/>
                  <a:pt x="271634" y="105843"/>
                  <a:pt x="272911" y="109430"/>
                </a:cubicBezTo>
                <a:cubicBezTo>
                  <a:pt x="274187" y="113017"/>
                  <a:pt x="276224" y="115600"/>
                  <a:pt x="279020" y="117181"/>
                </a:cubicBezTo>
                <a:cubicBezTo>
                  <a:pt x="281817" y="118762"/>
                  <a:pt x="285921" y="119552"/>
                  <a:pt x="291331" y="119552"/>
                </a:cubicBezTo>
                <a:cubicBezTo>
                  <a:pt x="299235" y="119552"/>
                  <a:pt x="305466" y="116847"/>
                  <a:pt x="310026" y="111436"/>
                </a:cubicBezTo>
                <a:cubicBezTo>
                  <a:pt x="314585" y="106025"/>
                  <a:pt x="316865" y="98517"/>
                  <a:pt x="316865" y="88912"/>
                </a:cubicBezTo>
                <a:lnTo>
                  <a:pt x="316865" y="31735"/>
                </a:lnTo>
                <a:lnTo>
                  <a:pt x="333279" y="31735"/>
                </a:lnTo>
                <a:lnTo>
                  <a:pt x="333279" y="109339"/>
                </a:lnTo>
                <a:cubicBezTo>
                  <a:pt x="333279" y="120829"/>
                  <a:pt x="333462" y="127850"/>
                  <a:pt x="333827" y="130404"/>
                </a:cubicBezTo>
                <a:lnTo>
                  <a:pt x="318324" y="130404"/>
                </a:lnTo>
                <a:cubicBezTo>
                  <a:pt x="318263" y="130100"/>
                  <a:pt x="318202" y="129279"/>
                  <a:pt x="318142" y="127942"/>
                </a:cubicBezTo>
                <a:cubicBezTo>
                  <a:pt x="318081" y="126604"/>
                  <a:pt x="318005" y="125069"/>
                  <a:pt x="317914" y="123337"/>
                </a:cubicBezTo>
                <a:cubicBezTo>
                  <a:pt x="317822" y="121604"/>
                  <a:pt x="317716" y="118336"/>
                  <a:pt x="317594" y="113533"/>
                </a:cubicBezTo>
                <a:lnTo>
                  <a:pt x="317321" y="113533"/>
                </a:lnTo>
                <a:cubicBezTo>
                  <a:pt x="313552" y="120342"/>
                  <a:pt x="309190" y="125160"/>
                  <a:pt x="304235" y="127987"/>
                </a:cubicBezTo>
                <a:cubicBezTo>
                  <a:pt x="299280" y="130814"/>
                  <a:pt x="293125" y="132228"/>
                  <a:pt x="285769" y="132228"/>
                </a:cubicBezTo>
                <a:cubicBezTo>
                  <a:pt x="274947" y="132228"/>
                  <a:pt x="267029" y="129538"/>
                  <a:pt x="262013" y="124157"/>
                </a:cubicBezTo>
                <a:cubicBezTo>
                  <a:pt x="256998" y="118777"/>
                  <a:pt x="254490" y="109886"/>
                  <a:pt x="254490" y="97484"/>
                </a:cubicBezTo>
                <a:lnTo>
                  <a:pt x="254490" y="31735"/>
                </a:lnTo>
                <a:lnTo>
                  <a:pt x="270996" y="31735"/>
                </a:lnTo>
                <a:close/>
                <a:moveTo>
                  <a:pt x="396720" y="129674"/>
                </a:moveTo>
                <a:cubicBezTo>
                  <a:pt x="391310" y="131133"/>
                  <a:pt x="385777" y="131863"/>
                  <a:pt x="380123" y="131863"/>
                </a:cubicBezTo>
                <a:cubicBezTo>
                  <a:pt x="366992" y="131863"/>
                  <a:pt x="360426" y="124416"/>
                  <a:pt x="360426" y="109521"/>
                </a:cubicBezTo>
                <a:lnTo>
                  <a:pt x="360426" y="43681"/>
                </a:lnTo>
                <a:lnTo>
                  <a:pt x="349027" y="43681"/>
                </a:lnTo>
                <a:lnTo>
                  <a:pt x="349027" y="31735"/>
                </a:lnTo>
                <a:lnTo>
                  <a:pt x="361064" y="31735"/>
                </a:lnTo>
                <a:lnTo>
                  <a:pt x="365898" y="9666"/>
                </a:lnTo>
                <a:lnTo>
                  <a:pt x="376841" y="9666"/>
                </a:lnTo>
                <a:lnTo>
                  <a:pt x="376841" y="31735"/>
                </a:lnTo>
                <a:lnTo>
                  <a:pt x="395079" y="31735"/>
                </a:lnTo>
                <a:lnTo>
                  <a:pt x="395079" y="43681"/>
                </a:lnTo>
                <a:lnTo>
                  <a:pt x="376841" y="43681"/>
                </a:lnTo>
                <a:lnTo>
                  <a:pt x="376841" y="105965"/>
                </a:lnTo>
                <a:cubicBezTo>
                  <a:pt x="376841" y="110706"/>
                  <a:pt x="377616" y="114035"/>
                  <a:pt x="379166" y="115950"/>
                </a:cubicBezTo>
                <a:cubicBezTo>
                  <a:pt x="380716" y="117865"/>
                  <a:pt x="383406" y="118823"/>
                  <a:pt x="387236" y="118823"/>
                </a:cubicBezTo>
                <a:cubicBezTo>
                  <a:pt x="389425" y="118823"/>
                  <a:pt x="392586" y="118397"/>
                  <a:pt x="396720" y="117546"/>
                </a:cubicBezTo>
                <a:lnTo>
                  <a:pt x="396720" y="129674"/>
                </a:lnTo>
                <a:close/>
                <a:moveTo>
                  <a:pt x="459432" y="130404"/>
                </a:moveTo>
                <a:lnTo>
                  <a:pt x="459432" y="118823"/>
                </a:lnTo>
                <a:cubicBezTo>
                  <a:pt x="462532" y="111710"/>
                  <a:pt x="466316" y="105433"/>
                  <a:pt x="470785" y="99991"/>
                </a:cubicBezTo>
                <a:cubicBezTo>
                  <a:pt x="475253" y="94550"/>
                  <a:pt x="479950" y="89626"/>
                  <a:pt x="484874" y="85218"/>
                </a:cubicBezTo>
                <a:cubicBezTo>
                  <a:pt x="489798" y="80811"/>
                  <a:pt x="494677" y="76722"/>
                  <a:pt x="499510" y="72953"/>
                </a:cubicBezTo>
                <a:cubicBezTo>
                  <a:pt x="504343" y="69184"/>
                  <a:pt x="508705" y="65415"/>
                  <a:pt x="512596" y="61645"/>
                </a:cubicBezTo>
                <a:cubicBezTo>
                  <a:pt x="516487" y="57876"/>
                  <a:pt x="519633" y="53925"/>
                  <a:pt x="522034" y="49791"/>
                </a:cubicBezTo>
                <a:cubicBezTo>
                  <a:pt x="524436" y="45657"/>
                  <a:pt x="525637" y="40975"/>
                  <a:pt x="525637" y="35747"/>
                </a:cubicBezTo>
                <a:cubicBezTo>
                  <a:pt x="525637" y="28695"/>
                  <a:pt x="523570" y="23223"/>
                  <a:pt x="519436" y="19333"/>
                </a:cubicBezTo>
                <a:cubicBezTo>
                  <a:pt x="515301" y="15442"/>
                  <a:pt x="509556" y="13496"/>
                  <a:pt x="502200" y="13496"/>
                </a:cubicBezTo>
                <a:cubicBezTo>
                  <a:pt x="495209" y="13496"/>
                  <a:pt x="489449" y="15396"/>
                  <a:pt x="484920" y="19196"/>
                </a:cubicBezTo>
                <a:cubicBezTo>
                  <a:pt x="480390" y="22995"/>
                  <a:pt x="477731" y="28330"/>
                  <a:pt x="476940" y="35200"/>
                </a:cubicBezTo>
                <a:lnTo>
                  <a:pt x="460161" y="33650"/>
                </a:lnTo>
                <a:cubicBezTo>
                  <a:pt x="461377" y="23375"/>
                  <a:pt x="465739" y="15199"/>
                  <a:pt x="473247" y="9119"/>
                </a:cubicBezTo>
                <a:cubicBezTo>
                  <a:pt x="480755" y="3040"/>
                  <a:pt x="490406" y="0"/>
                  <a:pt x="502200" y="0"/>
                </a:cubicBezTo>
                <a:cubicBezTo>
                  <a:pt x="515150" y="0"/>
                  <a:pt x="525105" y="3055"/>
                  <a:pt x="532066" y="9165"/>
                </a:cubicBezTo>
                <a:cubicBezTo>
                  <a:pt x="539026" y="15275"/>
                  <a:pt x="542507" y="23953"/>
                  <a:pt x="542507" y="35200"/>
                </a:cubicBezTo>
                <a:cubicBezTo>
                  <a:pt x="542507" y="40185"/>
                  <a:pt x="541367" y="45140"/>
                  <a:pt x="539087" y="50064"/>
                </a:cubicBezTo>
                <a:cubicBezTo>
                  <a:pt x="536807" y="54988"/>
                  <a:pt x="533418" y="59913"/>
                  <a:pt x="528919" y="64837"/>
                </a:cubicBezTo>
                <a:cubicBezTo>
                  <a:pt x="524421" y="69761"/>
                  <a:pt x="515818" y="77391"/>
                  <a:pt x="503112" y="87726"/>
                </a:cubicBezTo>
                <a:cubicBezTo>
                  <a:pt x="496121" y="93441"/>
                  <a:pt x="490558" y="98593"/>
                  <a:pt x="486424" y="103183"/>
                </a:cubicBezTo>
                <a:cubicBezTo>
                  <a:pt x="482290" y="107773"/>
                  <a:pt x="479311" y="112196"/>
                  <a:pt x="477487" y="116452"/>
                </a:cubicBezTo>
                <a:lnTo>
                  <a:pt x="544513" y="116452"/>
                </a:lnTo>
                <a:lnTo>
                  <a:pt x="544513" y="130404"/>
                </a:lnTo>
                <a:lnTo>
                  <a:pt x="459432" y="130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CBCD3-A4AA-4386-B9E1-2BA6C15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5038432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70FC0-62C0-4CD7-BA63-F3A55EE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5038432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107" name="Text data:main">
            <a:extLst xmlns:a="http://schemas.openxmlformats.org/drawingml/2006/main">
              <a:ext uri="{FF2B5EF4-FFF2-40B4-BE49-F238E27FC236}">
                <a16:creationId xmlns:a16="http://schemas.microsoft.com/office/drawing/2014/main" id="{8ED6CC0A-48A1-40E0-A1DC-E3C3148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72" y="5113209"/>
            <a:ext cx="852041" cy="137152"/>
          </a:xfrm>
          <a:custGeom xmlns:a="http://schemas.openxmlformats.org/drawingml/2006/main">
            <a:pathLst>
              <a:path w="852041" h="137152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49" y="137152"/>
                </a:moveTo>
                <a:cubicBezTo>
                  <a:pt x="123840" y="137152"/>
                  <a:pt x="116393" y="134538"/>
                  <a:pt x="111407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6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3" y="55992"/>
                  <a:pt x="163569" y="52526"/>
                </a:cubicBezTo>
                <a:cubicBezTo>
                  <a:pt x="160164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3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3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5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39" y="132456"/>
                </a:cubicBezTo>
                <a:cubicBezTo>
                  <a:pt x="148477" y="135587"/>
                  <a:pt x="141713" y="137152"/>
                  <a:pt x="133749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19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59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7" y="137152"/>
                </a:moveTo>
                <a:cubicBezTo>
                  <a:pt x="279598" y="137152"/>
                  <a:pt x="272151" y="134538"/>
                  <a:pt x="267165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4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1" y="55992"/>
                  <a:pt x="319327" y="52526"/>
                </a:cubicBezTo>
                <a:cubicBezTo>
                  <a:pt x="315922" y="49061"/>
                  <a:pt x="310573" y="47328"/>
                  <a:pt x="303277" y="47328"/>
                </a:cubicBezTo>
                <a:cubicBezTo>
                  <a:pt x="295921" y="47328"/>
                  <a:pt x="290571" y="48568"/>
                  <a:pt x="287228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1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1" y="57268"/>
                  <a:pt x="341031" y="68029"/>
                </a:cubicBezTo>
                <a:lnTo>
                  <a:pt x="341031" y="110524"/>
                </a:lnTo>
                <a:cubicBezTo>
                  <a:pt x="341031" y="115388"/>
                  <a:pt x="341669" y="119051"/>
                  <a:pt x="342946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2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6" y="136240"/>
                </a:cubicBezTo>
                <a:cubicBezTo>
                  <a:pt x="336866" y="136240"/>
                  <a:pt x="332443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7" y="132456"/>
                </a:cubicBezTo>
                <a:cubicBezTo>
                  <a:pt x="304235" y="135587"/>
                  <a:pt x="297471" y="137152"/>
                  <a:pt x="289507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0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3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7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29466" y="135328"/>
                </a:moveTo>
                <a:lnTo>
                  <a:pt x="529466" y="72771"/>
                </a:lnTo>
                <a:cubicBezTo>
                  <a:pt x="529466" y="63226"/>
                  <a:pt x="528159" y="56630"/>
                  <a:pt x="525545" y="52982"/>
                </a:cubicBezTo>
                <a:cubicBezTo>
                  <a:pt x="522931" y="49335"/>
                  <a:pt x="518219" y="47511"/>
                  <a:pt x="511410" y="47511"/>
                </a:cubicBezTo>
                <a:cubicBezTo>
                  <a:pt x="504419" y="47511"/>
                  <a:pt x="498887" y="50186"/>
                  <a:pt x="494813" y="55536"/>
                </a:cubicBezTo>
                <a:cubicBezTo>
                  <a:pt x="490740" y="60886"/>
                  <a:pt x="488704" y="68424"/>
                  <a:pt x="488704" y="78151"/>
                </a:cubicBezTo>
                <a:lnTo>
                  <a:pt x="488704" y="135328"/>
                </a:lnTo>
                <a:lnTo>
                  <a:pt x="472380" y="135328"/>
                </a:lnTo>
                <a:lnTo>
                  <a:pt x="472380" y="57724"/>
                </a:lnTo>
                <a:cubicBezTo>
                  <a:pt x="472380" y="46234"/>
                  <a:pt x="472198" y="39212"/>
                  <a:pt x="471833" y="36659"/>
                </a:cubicBezTo>
                <a:lnTo>
                  <a:pt x="487336" y="36659"/>
                </a:lnTo>
                <a:cubicBezTo>
                  <a:pt x="487397" y="36963"/>
                  <a:pt x="487457" y="37784"/>
                  <a:pt x="487518" y="39121"/>
                </a:cubicBezTo>
                <a:cubicBezTo>
                  <a:pt x="487579" y="40459"/>
                  <a:pt x="487655" y="41994"/>
                  <a:pt x="487746" y="43726"/>
                </a:cubicBezTo>
                <a:cubicBezTo>
                  <a:pt x="487837" y="45459"/>
                  <a:pt x="487944" y="48727"/>
                  <a:pt x="488065" y="53529"/>
                </a:cubicBezTo>
                <a:lnTo>
                  <a:pt x="488339" y="53529"/>
                </a:lnTo>
                <a:cubicBezTo>
                  <a:pt x="491865" y="46538"/>
                  <a:pt x="495908" y="41675"/>
                  <a:pt x="500467" y="38939"/>
                </a:cubicBezTo>
                <a:cubicBezTo>
                  <a:pt x="505027" y="36203"/>
                  <a:pt x="510590" y="34835"/>
                  <a:pt x="517155" y="34835"/>
                </a:cubicBezTo>
                <a:cubicBezTo>
                  <a:pt x="524633" y="34835"/>
                  <a:pt x="530545" y="36325"/>
                  <a:pt x="534892" y="39304"/>
                </a:cubicBezTo>
                <a:cubicBezTo>
                  <a:pt x="539239" y="42282"/>
                  <a:pt x="542263" y="47024"/>
                  <a:pt x="543966" y="53529"/>
                </a:cubicBezTo>
                <a:lnTo>
                  <a:pt x="544239" y="53529"/>
                </a:lnTo>
                <a:cubicBezTo>
                  <a:pt x="547644" y="46903"/>
                  <a:pt x="551763" y="42130"/>
                  <a:pt x="556596" y="39212"/>
                </a:cubicBezTo>
                <a:cubicBezTo>
                  <a:pt x="561429" y="36294"/>
                  <a:pt x="567280" y="34835"/>
                  <a:pt x="574150" y="34835"/>
                </a:cubicBezTo>
                <a:cubicBezTo>
                  <a:pt x="584120" y="34835"/>
                  <a:pt x="591370" y="37540"/>
                  <a:pt x="595899" y="42951"/>
                </a:cubicBezTo>
                <a:cubicBezTo>
                  <a:pt x="600428" y="48362"/>
                  <a:pt x="602693" y="57238"/>
                  <a:pt x="602693" y="69579"/>
                </a:cubicBezTo>
                <a:lnTo>
                  <a:pt x="602693" y="135328"/>
                </a:lnTo>
                <a:lnTo>
                  <a:pt x="586461" y="135328"/>
                </a:lnTo>
                <a:lnTo>
                  <a:pt x="586461" y="72771"/>
                </a:lnTo>
                <a:cubicBezTo>
                  <a:pt x="586461" y="63226"/>
                  <a:pt x="585154" y="56630"/>
                  <a:pt x="582540" y="52982"/>
                </a:cubicBezTo>
                <a:cubicBezTo>
                  <a:pt x="579926" y="49335"/>
                  <a:pt x="575214" y="47511"/>
                  <a:pt x="568405" y="47511"/>
                </a:cubicBezTo>
                <a:cubicBezTo>
                  <a:pt x="561231" y="47511"/>
                  <a:pt x="555653" y="50171"/>
                  <a:pt x="551671" y="55490"/>
                </a:cubicBezTo>
                <a:cubicBezTo>
                  <a:pt x="547689" y="60810"/>
                  <a:pt x="545698" y="68363"/>
                  <a:pt x="545698" y="78151"/>
                </a:cubicBezTo>
                <a:lnTo>
                  <a:pt x="545698" y="135328"/>
                </a:lnTo>
                <a:lnTo>
                  <a:pt x="529466" y="135328"/>
                </a:lnTo>
                <a:close/>
                <a:moveTo>
                  <a:pt x="652756" y="137152"/>
                </a:moveTo>
                <a:cubicBezTo>
                  <a:pt x="642846" y="137152"/>
                  <a:pt x="635399" y="134538"/>
                  <a:pt x="630414" y="129310"/>
                </a:cubicBezTo>
                <a:cubicBezTo>
                  <a:pt x="625429" y="124081"/>
                  <a:pt x="622936" y="116908"/>
                  <a:pt x="622936" y="107788"/>
                </a:cubicBezTo>
                <a:cubicBezTo>
                  <a:pt x="622936" y="97575"/>
                  <a:pt x="626295" y="89732"/>
                  <a:pt x="633013" y="84261"/>
                </a:cubicBezTo>
                <a:cubicBezTo>
                  <a:pt x="639731" y="78789"/>
                  <a:pt x="650567" y="75871"/>
                  <a:pt x="665523" y="75507"/>
                </a:cubicBezTo>
                <a:lnTo>
                  <a:pt x="687682" y="75142"/>
                </a:lnTo>
                <a:lnTo>
                  <a:pt x="687682" y="69761"/>
                </a:lnTo>
                <a:cubicBezTo>
                  <a:pt x="687682" y="61737"/>
                  <a:pt x="685980" y="55992"/>
                  <a:pt x="682575" y="52526"/>
                </a:cubicBezTo>
                <a:cubicBezTo>
                  <a:pt x="679171" y="49061"/>
                  <a:pt x="673821" y="47328"/>
                  <a:pt x="666526" y="47328"/>
                </a:cubicBezTo>
                <a:cubicBezTo>
                  <a:pt x="659170" y="47328"/>
                  <a:pt x="653820" y="48568"/>
                  <a:pt x="650476" y="51047"/>
                </a:cubicBezTo>
                <a:cubicBezTo>
                  <a:pt x="647132" y="53525"/>
                  <a:pt x="645126" y="57483"/>
                  <a:pt x="644457" y="62922"/>
                </a:cubicBezTo>
                <a:lnTo>
                  <a:pt x="627313" y="61378"/>
                </a:lnTo>
                <a:cubicBezTo>
                  <a:pt x="630110" y="43683"/>
                  <a:pt x="643302" y="34835"/>
                  <a:pt x="666891" y="34835"/>
                </a:cubicBezTo>
                <a:cubicBezTo>
                  <a:pt x="679293" y="34835"/>
                  <a:pt x="688625" y="37677"/>
                  <a:pt x="694886" y="43362"/>
                </a:cubicBezTo>
                <a:cubicBezTo>
                  <a:pt x="701148" y="49046"/>
                  <a:pt x="704279" y="57268"/>
                  <a:pt x="704279" y="68029"/>
                </a:cubicBezTo>
                <a:lnTo>
                  <a:pt x="704279" y="110524"/>
                </a:lnTo>
                <a:cubicBezTo>
                  <a:pt x="704279" y="115388"/>
                  <a:pt x="704917" y="119051"/>
                  <a:pt x="706194" y="121513"/>
                </a:cubicBezTo>
                <a:cubicBezTo>
                  <a:pt x="707471" y="123975"/>
                  <a:pt x="709903" y="125206"/>
                  <a:pt x="713489" y="125206"/>
                </a:cubicBezTo>
                <a:cubicBezTo>
                  <a:pt x="715070" y="125206"/>
                  <a:pt x="716863" y="124993"/>
                  <a:pt x="718870" y="124568"/>
                </a:cubicBezTo>
                <a:lnTo>
                  <a:pt x="718870" y="134781"/>
                </a:lnTo>
                <a:cubicBezTo>
                  <a:pt x="714736" y="135754"/>
                  <a:pt x="710510" y="136240"/>
                  <a:pt x="706194" y="136240"/>
                </a:cubicBezTo>
                <a:cubicBezTo>
                  <a:pt x="700115" y="136240"/>
                  <a:pt x="695692" y="134644"/>
                  <a:pt x="692926" y="131453"/>
                </a:cubicBezTo>
                <a:cubicBezTo>
                  <a:pt x="690160" y="128261"/>
                  <a:pt x="688594" y="123261"/>
                  <a:pt x="688229" y="116452"/>
                </a:cubicBezTo>
                <a:lnTo>
                  <a:pt x="687682" y="116452"/>
                </a:lnTo>
                <a:cubicBezTo>
                  <a:pt x="683487" y="123990"/>
                  <a:pt x="678609" y="129325"/>
                  <a:pt x="673046" y="132456"/>
                </a:cubicBezTo>
                <a:cubicBezTo>
                  <a:pt x="667483" y="135587"/>
                  <a:pt x="660720" y="137152"/>
                  <a:pt x="652756" y="137152"/>
                </a:cubicBezTo>
                <a:moveTo>
                  <a:pt x="656495" y="124841"/>
                </a:moveTo>
                <a:cubicBezTo>
                  <a:pt x="662513" y="124841"/>
                  <a:pt x="667863" y="123473"/>
                  <a:pt x="672544" y="120738"/>
                </a:cubicBezTo>
                <a:cubicBezTo>
                  <a:pt x="677226" y="118002"/>
                  <a:pt x="680919" y="114248"/>
                  <a:pt x="683624" y="109475"/>
                </a:cubicBezTo>
                <a:cubicBezTo>
                  <a:pt x="686330" y="104703"/>
                  <a:pt x="687682" y="99794"/>
                  <a:pt x="687682" y="94748"/>
                </a:cubicBezTo>
                <a:lnTo>
                  <a:pt x="687682" y="86632"/>
                </a:lnTo>
                <a:lnTo>
                  <a:pt x="669717" y="86997"/>
                </a:lnTo>
                <a:cubicBezTo>
                  <a:pt x="661997" y="87118"/>
                  <a:pt x="656145" y="87909"/>
                  <a:pt x="652163" y="89368"/>
                </a:cubicBezTo>
                <a:cubicBezTo>
                  <a:pt x="648181" y="90827"/>
                  <a:pt x="645126" y="93076"/>
                  <a:pt x="642998" y="96116"/>
                </a:cubicBezTo>
                <a:cubicBezTo>
                  <a:pt x="640871" y="99156"/>
                  <a:pt x="639807" y="103138"/>
                  <a:pt x="639807" y="108062"/>
                </a:cubicBezTo>
                <a:cubicBezTo>
                  <a:pt x="639807" y="113412"/>
                  <a:pt x="641251" y="117546"/>
                  <a:pt x="644138" y="120464"/>
                </a:cubicBezTo>
                <a:cubicBezTo>
                  <a:pt x="647026" y="123382"/>
                  <a:pt x="651145" y="124841"/>
                  <a:pt x="656495" y="124841"/>
                </a:cubicBezTo>
                <a:close/>
                <a:moveTo>
                  <a:pt x="731334" y="15685"/>
                </a:moveTo>
                <a:lnTo>
                  <a:pt x="731334" y="0"/>
                </a:lnTo>
                <a:lnTo>
                  <a:pt x="747749" y="0"/>
                </a:lnTo>
                <a:lnTo>
                  <a:pt x="747749" y="15685"/>
                </a:lnTo>
                <a:lnTo>
                  <a:pt x="731334" y="15685"/>
                </a:lnTo>
                <a:moveTo>
                  <a:pt x="731334" y="135328"/>
                </a:moveTo>
                <a:lnTo>
                  <a:pt x="731334" y="36659"/>
                </a:lnTo>
                <a:lnTo>
                  <a:pt x="747749" y="36659"/>
                </a:lnTo>
                <a:lnTo>
                  <a:pt x="747749" y="135328"/>
                </a:lnTo>
                <a:lnTo>
                  <a:pt x="731334" y="135328"/>
                </a:lnTo>
                <a:close/>
                <a:moveTo>
                  <a:pt x="835535" y="135328"/>
                </a:moveTo>
                <a:lnTo>
                  <a:pt x="835535" y="72771"/>
                </a:lnTo>
                <a:cubicBezTo>
                  <a:pt x="835535" y="66266"/>
                  <a:pt x="834897" y="61220"/>
                  <a:pt x="833620" y="57633"/>
                </a:cubicBezTo>
                <a:cubicBezTo>
                  <a:pt x="832343" y="54046"/>
                  <a:pt x="830307" y="51462"/>
                  <a:pt x="827510" y="49882"/>
                </a:cubicBezTo>
                <a:cubicBezTo>
                  <a:pt x="824713" y="48301"/>
                  <a:pt x="820610" y="47511"/>
                  <a:pt x="815199" y="47511"/>
                </a:cubicBezTo>
                <a:cubicBezTo>
                  <a:pt x="807296" y="47511"/>
                  <a:pt x="801065" y="50216"/>
                  <a:pt x="796505" y="55627"/>
                </a:cubicBezTo>
                <a:cubicBezTo>
                  <a:pt x="791945" y="61038"/>
                  <a:pt x="789666" y="68546"/>
                  <a:pt x="789666" y="78151"/>
                </a:cubicBezTo>
                <a:lnTo>
                  <a:pt x="789666" y="135328"/>
                </a:lnTo>
                <a:lnTo>
                  <a:pt x="773251" y="135328"/>
                </a:lnTo>
                <a:lnTo>
                  <a:pt x="773251" y="57724"/>
                </a:lnTo>
                <a:cubicBezTo>
                  <a:pt x="773251" y="46234"/>
                  <a:pt x="773069" y="39212"/>
                  <a:pt x="772704" y="36659"/>
                </a:cubicBezTo>
                <a:lnTo>
                  <a:pt x="788207" y="36659"/>
                </a:lnTo>
                <a:cubicBezTo>
                  <a:pt x="788267" y="36963"/>
                  <a:pt x="788328" y="37784"/>
                  <a:pt x="788389" y="39121"/>
                </a:cubicBezTo>
                <a:cubicBezTo>
                  <a:pt x="788450" y="40459"/>
                  <a:pt x="788526" y="41994"/>
                  <a:pt x="788617" y="43726"/>
                </a:cubicBezTo>
                <a:cubicBezTo>
                  <a:pt x="788708" y="45459"/>
                  <a:pt x="788814" y="48727"/>
                  <a:pt x="788936" y="53529"/>
                </a:cubicBezTo>
                <a:lnTo>
                  <a:pt x="789210" y="53529"/>
                </a:lnTo>
                <a:cubicBezTo>
                  <a:pt x="792979" y="46720"/>
                  <a:pt x="797341" y="41902"/>
                  <a:pt x="802296" y="39076"/>
                </a:cubicBezTo>
                <a:cubicBezTo>
                  <a:pt x="807250" y="36249"/>
                  <a:pt x="813406" y="34835"/>
                  <a:pt x="820762" y="34835"/>
                </a:cubicBezTo>
                <a:cubicBezTo>
                  <a:pt x="831583" y="34835"/>
                  <a:pt x="839502" y="37525"/>
                  <a:pt x="844517" y="42906"/>
                </a:cubicBezTo>
                <a:cubicBezTo>
                  <a:pt x="849533" y="48286"/>
                  <a:pt x="852041" y="57177"/>
                  <a:pt x="852041" y="69579"/>
                </a:cubicBezTo>
                <a:lnTo>
                  <a:pt x="852041" y="135328"/>
                </a:lnTo>
                <a:lnTo>
                  <a:pt x="835535" y="135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18741-BED2-4F6C-A63D-D7EF1E0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5349699"/>
            <a:ext cx="1867602" cy="311267"/>
          </a:xfrm>
          <a:custGeom xmlns:a="http://schemas.openxmlformats.org/drawingml/2006/main">
            <a:pathLst>
              <a:path w="1867602" h="311267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F0022-D3A6-47D4-A492-427565D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5349699"/>
            <a:ext cx="1867602" cy="311267"/>
          </a:xfrm>
          <a:custGeom xmlns:a="http://schemas.openxmlformats.org/drawingml/2006/main">
            <a:pathLst>
              <a:path w="1867602" h="311267" fill="none">
                <a:moveTo>
                  <a:pt x="0" y="0"/>
                </a:moveTo>
                <a:lnTo>
                  <a:pt x="1867602" y="0"/>
                </a:lnTo>
                <a:lnTo>
                  <a:pt x="1867602" y="311267"/>
                </a:lnTo>
                <a:lnTo>
                  <a:pt x="0" y="3112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6C8EBF"/>
            </a:solidFill>
            <a:miter/>
          </a:ln>
        </p:spPr>
      </p:sp>
      <p:sp>
        <p:nvSpPr>
          <p:cNvPr id="110" name="Text data:guest">
            <a:extLst xmlns:a="http://schemas.openxmlformats.org/drawingml/2006/main">
              <a:ext uri="{FF2B5EF4-FFF2-40B4-BE49-F238E27FC236}">
                <a16:creationId xmlns:a16="http://schemas.microsoft.com/office/drawing/2014/main" id="{C6B2091E-2A08-4413-A2BF-3E26F670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52" y="5424476"/>
            <a:ext cx="914847" cy="174176"/>
          </a:xfrm>
          <a:custGeom xmlns:a="http://schemas.openxmlformats.org/drawingml/2006/main">
            <a:pathLst>
              <a:path w="914847" h="174176">
                <a:moveTo>
                  <a:pt x="67026" y="119461"/>
                </a:moveTo>
                <a:cubicBezTo>
                  <a:pt x="63986" y="125783"/>
                  <a:pt x="59958" y="130313"/>
                  <a:pt x="54943" y="133048"/>
                </a:cubicBezTo>
                <a:cubicBezTo>
                  <a:pt x="49927" y="135784"/>
                  <a:pt x="43711" y="137152"/>
                  <a:pt x="36294" y="137152"/>
                </a:cubicBezTo>
                <a:cubicBezTo>
                  <a:pt x="23831" y="137152"/>
                  <a:pt x="14667" y="132957"/>
                  <a:pt x="8800" y="124568"/>
                </a:cubicBezTo>
                <a:cubicBezTo>
                  <a:pt x="2933" y="116178"/>
                  <a:pt x="0" y="103472"/>
                  <a:pt x="0" y="86450"/>
                </a:cubicBezTo>
                <a:cubicBezTo>
                  <a:pt x="0" y="52040"/>
                  <a:pt x="12098" y="34835"/>
                  <a:pt x="36294" y="34835"/>
                </a:cubicBezTo>
                <a:cubicBezTo>
                  <a:pt x="43772" y="34835"/>
                  <a:pt x="50003" y="36203"/>
                  <a:pt x="54988" y="38939"/>
                </a:cubicBezTo>
                <a:cubicBezTo>
                  <a:pt x="59974" y="41675"/>
                  <a:pt x="63986" y="46021"/>
                  <a:pt x="67026" y="51979"/>
                </a:cubicBezTo>
                <a:lnTo>
                  <a:pt x="67208" y="51979"/>
                </a:lnTo>
                <a:lnTo>
                  <a:pt x="67026" y="40945"/>
                </a:lnTo>
                <a:lnTo>
                  <a:pt x="67026" y="0"/>
                </a:lnTo>
                <a:lnTo>
                  <a:pt x="83440" y="0"/>
                </a:lnTo>
                <a:lnTo>
                  <a:pt x="83440" y="114992"/>
                </a:lnTo>
                <a:cubicBezTo>
                  <a:pt x="83440" y="125267"/>
                  <a:pt x="83623" y="132045"/>
                  <a:pt x="83987" y="135328"/>
                </a:cubicBezTo>
                <a:lnTo>
                  <a:pt x="68302" y="135328"/>
                </a:lnTo>
                <a:cubicBezTo>
                  <a:pt x="68120" y="134355"/>
                  <a:pt x="67922" y="132106"/>
                  <a:pt x="67710" y="128580"/>
                </a:cubicBezTo>
                <a:cubicBezTo>
                  <a:pt x="67497" y="125054"/>
                  <a:pt x="67391" y="122014"/>
                  <a:pt x="67391" y="119461"/>
                </a:cubicBezTo>
                <a:lnTo>
                  <a:pt x="67026" y="119461"/>
                </a:lnTo>
                <a:moveTo>
                  <a:pt x="17235" y="85902"/>
                </a:moveTo>
                <a:cubicBezTo>
                  <a:pt x="17235" y="99703"/>
                  <a:pt x="19059" y="109582"/>
                  <a:pt x="22707" y="115540"/>
                </a:cubicBezTo>
                <a:cubicBezTo>
                  <a:pt x="26354" y="121497"/>
                  <a:pt x="32282" y="124476"/>
                  <a:pt x="40489" y="124476"/>
                </a:cubicBezTo>
                <a:cubicBezTo>
                  <a:pt x="49791" y="124476"/>
                  <a:pt x="56539" y="121254"/>
                  <a:pt x="60734" y="114810"/>
                </a:cubicBezTo>
                <a:cubicBezTo>
                  <a:pt x="64928" y="108366"/>
                  <a:pt x="67026" y="98365"/>
                  <a:pt x="67026" y="84808"/>
                </a:cubicBezTo>
                <a:cubicBezTo>
                  <a:pt x="67026" y="71737"/>
                  <a:pt x="64928" y="62162"/>
                  <a:pt x="60734" y="56083"/>
                </a:cubicBezTo>
                <a:cubicBezTo>
                  <a:pt x="56539" y="50003"/>
                  <a:pt x="49851" y="46964"/>
                  <a:pt x="40671" y="46964"/>
                </a:cubicBezTo>
                <a:cubicBezTo>
                  <a:pt x="32403" y="46964"/>
                  <a:pt x="26430" y="50019"/>
                  <a:pt x="22752" y="56128"/>
                </a:cubicBezTo>
                <a:cubicBezTo>
                  <a:pt x="19074" y="62238"/>
                  <a:pt x="17235" y="72163"/>
                  <a:pt x="17235" y="85902"/>
                </a:cubicBezTo>
                <a:close/>
                <a:moveTo>
                  <a:pt x="133749" y="137152"/>
                </a:moveTo>
                <a:cubicBezTo>
                  <a:pt x="123840" y="137152"/>
                  <a:pt x="116393" y="134538"/>
                  <a:pt x="111408" y="129310"/>
                </a:cubicBezTo>
                <a:cubicBezTo>
                  <a:pt x="106422" y="124081"/>
                  <a:pt x="103930" y="116908"/>
                  <a:pt x="103930" y="107788"/>
                </a:cubicBezTo>
                <a:cubicBezTo>
                  <a:pt x="103930" y="97575"/>
                  <a:pt x="107289" y="89732"/>
                  <a:pt x="114007" y="84261"/>
                </a:cubicBezTo>
                <a:cubicBezTo>
                  <a:pt x="120724" y="78789"/>
                  <a:pt x="131561" y="75871"/>
                  <a:pt x="146516" y="75507"/>
                </a:cubicBezTo>
                <a:lnTo>
                  <a:pt x="168676" y="75142"/>
                </a:lnTo>
                <a:lnTo>
                  <a:pt x="168676" y="69761"/>
                </a:lnTo>
                <a:cubicBezTo>
                  <a:pt x="168676" y="61737"/>
                  <a:pt x="166974" y="55992"/>
                  <a:pt x="163569" y="52526"/>
                </a:cubicBezTo>
                <a:cubicBezTo>
                  <a:pt x="160165" y="49061"/>
                  <a:pt x="154815" y="47328"/>
                  <a:pt x="147519" y="47328"/>
                </a:cubicBezTo>
                <a:cubicBezTo>
                  <a:pt x="140163" y="47328"/>
                  <a:pt x="134813" y="48568"/>
                  <a:pt x="131470" y="51047"/>
                </a:cubicBezTo>
                <a:cubicBezTo>
                  <a:pt x="128126" y="53525"/>
                  <a:pt x="126120" y="57483"/>
                  <a:pt x="125451" y="62922"/>
                </a:cubicBezTo>
                <a:lnTo>
                  <a:pt x="108307" y="61378"/>
                </a:lnTo>
                <a:cubicBezTo>
                  <a:pt x="111104" y="43683"/>
                  <a:pt x="124296" y="34835"/>
                  <a:pt x="147884" y="34835"/>
                </a:cubicBezTo>
                <a:cubicBezTo>
                  <a:pt x="160286" y="34835"/>
                  <a:pt x="169618" y="37677"/>
                  <a:pt x="175880" y="43362"/>
                </a:cubicBezTo>
                <a:cubicBezTo>
                  <a:pt x="182142" y="49046"/>
                  <a:pt x="185273" y="57268"/>
                  <a:pt x="185273" y="68029"/>
                </a:cubicBezTo>
                <a:lnTo>
                  <a:pt x="185273" y="110524"/>
                </a:lnTo>
                <a:cubicBezTo>
                  <a:pt x="185273" y="115388"/>
                  <a:pt x="185911" y="119051"/>
                  <a:pt x="187188" y="121513"/>
                </a:cubicBezTo>
                <a:cubicBezTo>
                  <a:pt x="188464" y="123975"/>
                  <a:pt x="190896" y="125206"/>
                  <a:pt x="194483" y="125206"/>
                </a:cubicBezTo>
                <a:cubicBezTo>
                  <a:pt x="196064" y="125206"/>
                  <a:pt x="197857" y="124993"/>
                  <a:pt x="199863" y="124568"/>
                </a:cubicBezTo>
                <a:lnTo>
                  <a:pt x="199863" y="134781"/>
                </a:lnTo>
                <a:cubicBezTo>
                  <a:pt x="195729" y="135754"/>
                  <a:pt x="191504" y="136240"/>
                  <a:pt x="187188" y="136240"/>
                </a:cubicBezTo>
                <a:cubicBezTo>
                  <a:pt x="181108" y="136240"/>
                  <a:pt x="176685" y="134644"/>
                  <a:pt x="173919" y="131453"/>
                </a:cubicBezTo>
                <a:cubicBezTo>
                  <a:pt x="171153" y="128261"/>
                  <a:pt x="169588" y="123261"/>
                  <a:pt x="169223" y="116452"/>
                </a:cubicBezTo>
                <a:lnTo>
                  <a:pt x="168676" y="116452"/>
                </a:lnTo>
                <a:cubicBezTo>
                  <a:pt x="164481" y="123990"/>
                  <a:pt x="159602" y="129325"/>
                  <a:pt x="154040" y="132456"/>
                </a:cubicBezTo>
                <a:cubicBezTo>
                  <a:pt x="148477" y="135587"/>
                  <a:pt x="141714" y="137152"/>
                  <a:pt x="133749" y="137152"/>
                </a:cubicBezTo>
                <a:moveTo>
                  <a:pt x="137488" y="124841"/>
                </a:moveTo>
                <a:cubicBezTo>
                  <a:pt x="143507" y="124841"/>
                  <a:pt x="148857" y="123473"/>
                  <a:pt x="153538" y="120738"/>
                </a:cubicBezTo>
                <a:cubicBezTo>
                  <a:pt x="158219" y="118002"/>
                  <a:pt x="161912" y="114248"/>
                  <a:pt x="164618" y="109475"/>
                </a:cubicBezTo>
                <a:cubicBezTo>
                  <a:pt x="167323" y="104703"/>
                  <a:pt x="168676" y="99794"/>
                  <a:pt x="168676" y="94748"/>
                </a:cubicBezTo>
                <a:lnTo>
                  <a:pt x="168676" y="86632"/>
                </a:lnTo>
                <a:lnTo>
                  <a:pt x="150711" y="86997"/>
                </a:lnTo>
                <a:cubicBezTo>
                  <a:pt x="142990" y="87118"/>
                  <a:pt x="137139" y="87909"/>
                  <a:pt x="133157" y="89368"/>
                </a:cubicBezTo>
                <a:cubicBezTo>
                  <a:pt x="129175" y="90827"/>
                  <a:pt x="126120" y="93076"/>
                  <a:pt x="123992" y="96116"/>
                </a:cubicBezTo>
                <a:cubicBezTo>
                  <a:pt x="121864" y="99156"/>
                  <a:pt x="120800" y="103138"/>
                  <a:pt x="120800" y="108062"/>
                </a:cubicBezTo>
                <a:cubicBezTo>
                  <a:pt x="120800" y="113412"/>
                  <a:pt x="122244" y="117546"/>
                  <a:pt x="125132" y="120464"/>
                </a:cubicBezTo>
                <a:cubicBezTo>
                  <a:pt x="128020" y="123382"/>
                  <a:pt x="132138" y="124841"/>
                  <a:pt x="137488" y="124841"/>
                </a:cubicBezTo>
                <a:close/>
                <a:moveTo>
                  <a:pt x="250355" y="134599"/>
                </a:moveTo>
                <a:cubicBezTo>
                  <a:pt x="244944" y="136058"/>
                  <a:pt x="239412" y="136787"/>
                  <a:pt x="233758" y="136787"/>
                </a:cubicBezTo>
                <a:cubicBezTo>
                  <a:pt x="220626" y="136787"/>
                  <a:pt x="214061" y="129340"/>
                  <a:pt x="214061" y="114445"/>
                </a:cubicBezTo>
                <a:lnTo>
                  <a:pt x="214061" y="48605"/>
                </a:lnTo>
                <a:lnTo>
                  <a:pt x="202662" y="48605"/>
                </a:lnTo>
                <a:lnTo>
                  <a:pt x="202662" y="36659"/>
                </a:lnTo>
                <a:lnTo>
                  <a:pt x="214699" y="36659"/>
                </a:lnTo>
                <a:lnTo>
                  <a:pt x="219532" y="14591"/>
                </a:lnTo>
                <a:lnTo>
                  <a:pt x="230475" y="14591"/>
                </a:lnTo>
                <a:lnTo>
                  <a:pt x="230475" y="36659"/>
                </a:lnTo>
                <a:lnTo>
                  <a:pt x="248713" y="36659"/>
                </a:lnTo>
                <a:lnTo>
                  <a:pt x="248713" y="48605"/>
                </a:lnTo>
                <a:lnTo>
                  <a:pt x="230475" y="48605"/>
                </a:lnTo>
                <a:lnTo>
                  <a:pt x="230475" y="110889"/>
                </a:lnTo>
                <a:cubicBezTo>
                  <a:pt x="230475" y="115631"/>
                  <a:pt x="231250" y="118959"/>
                  <a:pt x="232800" y="120874"/>
                </a:cubicBezTo>
                <a:cubicBezTo>
                  <a:pt x="234351" y="122789"/>
                  <a:pt x="237041" y="123747"/>
                  <a:pt x="240871" y="123747"/>
                </a:cubicBezTo>
                <a:cubicBezTo>
                  <a:pt x="243060" y="123747"/>
                  <a:pt x="246221" y="123321"/>
                  <a:pt x="250355" y="122470"/>
                </a:cubicBezTo>
                <a:lnTo>
                  <a:pt x="250355" y="134599"/>
                </a:lnTo>
                <a:close/>
                <a:moveTo>
                  <a:pt x="289507" y="137152"/>
                </a:moveTo>
                <a:cubicBezTo>
                  <a:pt x="279598" y="137152"/>
                  <a:pt x="272150" y="134538"/>
                  <a:pt x="267165" y="129310"/>
                </a:cubicBezTo>
                <a:cubicBezTo>
                  <a:pt x="262180" y="124081"/>
                  <a:pt x="259688" y="116908"/>
                  <a:pt x="259688" y="107788"/>
                </a:cubicBezTo>
                <a:cubicBezTo>
                  <a:pt x="259688" y="97575"/>
                  <a:pt x="263047" y="89732"/>
                  <a:pt x="269764" y="84261"/>
                </a:cubicBezTo>
                <a:cubicBezTo>
                  <a:pt x="276482" y="78789"/>
                  <a:pt x="287319" y="75871"/>
                  <a:pt x="302274" y="75507"/>
                </a:cubicBezTo>
                <a:lnTo>
                  <a:pt x="324434" y="75142"/>
                </a:lnTo>
                <a:lnTo>
                  <a:pt x="324434" y="69761"/>
                </a:lnTo>
                <a:cubicBezTo>
                  <a:pt x="324434" y="61737"/>
                  <a:pt x="322731" y="55992"/>
                  <a:pt x="319327" y="52526"/>
                </a:cubicBezTo>
                <a:cubicBezTo>
                  <a:pt x="315922" y="49061"/>
                  <a:pt x="310572" y="47328"/>
                  <a:pt x="303277" y="47328"/>
                </a:cubicBezTo>
                <a:cubicBezTo>
                  <a:pt x="295921" y="47328"/>
                  <a:pt x="290571" y="48568"/>
                  <a:pt x="287227" y="51047"/>
                </a:cubicBezTo>
                <a:cubicBezTo>
                  <a:pt x="283884" y="53525"/>
                  <a:pt x="281878" y="57483"/>
                  <a:pt x="281209" y="62922"/>
                </a:cubicBezTo>
                <a:lnTo>
                  <a:pt x="264065" y="61378"/>
                </a:lnTo>
                <a:cubicBezTo>
                  <a:pt x="266861" y="43683"/>
                  <a:pt x="280054" y="34835"/>
                  <a:pt x="303642" y="34835"/>
                </a:cubicBezTo>
                <a:cubicBezTo>
                  <a:pt x="316044" y="34835"/>
                  <a:pt x="325376" y="37677"/>
                  <a:pt x="331638" y="43362"/>
                </a:cubicBezTo>
                <a:cubicBezTo>
                  <a:pt x="337900" y="49046"/>
                  <a:pt x="341030" y="57268"/>
                  <a:pt x="341030" y="68029"/>
                </a:cubicBezTo>
                <a:lnTo>
                  <a:pt x="341030" y="110524"/>
                </a:lnTo>
                <a:cubicBezTo>
                  <a:pt x="341030" y="115388"/>
                  <a:pt x="341669" y="119051"/>
                  <a:pt x="342945" y="121513"/>
                </a:cubicBezTo>
                <a:cubicBezTo>
                  <a:pt x="344222" y="123975"/>
                  <a:pt x="346654" y="125206"/>
                  <a:pt x="350241" y="125206"/>
                </a:cubicBezTo>
                <a:cubicBezTo>
                  <a:pt x="351821" y="125206"/>
                  <a:pt x="353615" y="124993"/>
                  <a:pt x="355621" y="124568"/>
                </a:cubicBezTo>
                <a:lnTo>
                  <a:pt x="355621" y="134781"/>
                </a:lnTo>
                <a:cubicBezTo>
                  <a:pt x="351487" y="135754"/>
                  <a:pt x="347262" y="136240"/>
                  <a:pt x="342945" y="136240"/>
                </a:cubicBezTo>
                <a:cubicBezTo>
                  <a:pt x="336866" y="136240"/>
                  <a:pt x="332443" y="134644"/>
                  <a:pt x="329677" y="131453"/>
                </a:cubicBezTo>
                <a:cubicBezTo>
                  <a:pt x="326911" y="128261"/>
                  <a:pt x="325346" y="123261"/>
                  <a:pt x="324981" y="116452"/>
                </a:cubicBezTo>
                <a:lnTo>
                  <a:pt x="324434" y="116452"/>
                </a:lnTo>
                <a:cubicBezTo>
                  <a:pt x="320239" y="123990"/>
                  <a:pt x="315360" y="129325"/>
                  <a:pt x="309797" y="132456"/>
                </a:cubicBezTo>
                <a:cubicBezTo>
                  <a:pt x="304235" y="135587"/>
                  <a:pt x="297471" y="137152"/>
                  <a:pt x="289507" y="137152"/>
                </a:cubicBezTo>
                <a:moveTo>
                  <a:pt x="293246" y="124841"/>
                </a:moveTo>
                <a:cubicBezTo>
                  <a:pt x="299265" y="124841"/>
                  <a:pt x="304615" y="123473"/>
                  <a:pt x="309296" y="120738"/>
                </a:cubicBezTo>
                <a:cubicBezTo>
                  <a:pt x="313977" y="118002"/>
                  <a:pt x="317670" y="114248"/>
                  <a:pt x="320376" y="109475"/>
                </a:cubicBezTo>
                <a:cubicBezTo>
                  <a:pt x="323081" y="104703"/>
                  <a:pt x="324434" y="99794"/>
                  <a:pt x="324434" y="94748"/>
                </a:cubicBezTo>
                <a:lnTo>
                  <a:pt x="324434" y="86632"/>
                </a:lnTo>
                <a:lnTo>
                  <a:pt x="306469" y="86997"/>
                </a:lnTo>
                <a:cubicBezTo>
                  <a:pt x="298748" y="87118"/>
                  <a:pt x="292897" y="87909"/>
                  <a:pt x="288915" y="89368"/>
                </a:cubicBezTo>
                <a:cubicBezTo>
                  <a:pt x="284932" y="90827"/>
                  <a:pt x="281878" y="93076"/>
                  <a:pt x="279750" y="96116"/>
                </a:cubicBezTo>
                <a:cubicBezTo>
                  <a:pt x="277622" y="99156"/>
                  <a:pt x="276558" y="103138"/>
                  <a:pt x="276558" y="108062"/>
                </a:cubicBezTo>
                <a:cubicBezTo>
                  <a:pt x="276558" y="113412"/>
                  <a:pt x="278002" y="117546"/>
                  <a:pt x="280890" y="120464"/>
                </a:cubicBezTo>
                <a:cubicBezTo>
                  <a:pt x="283777" y="123382"/>
                  <a:pt x="287896" y="124841"/>
                  <a:pt x="293246" y="124841"/>
                </a:cubicBezTo>
                <a:close/>
                <a:moveTo>
                  <a:pt x="372645" y="55627"/>
                </a:moveTo>
                <a:lnTo>
                  <a:pt x="372645" y="36659"/>
                </a:lnTo>
                <a:lnTo>
                  <a:pt x="390428" y="36659"/>
                </a:lnTo>
                <a:lnTo>
                  <a:pt x="390428" y="55627"/>
                </a:lnTo>
                <a:lnTo>
                  <a:pt x="372645" y="55627"/>
                </a:lnTo>
                <a:moveTo>
                  <a:pt x="372645" y="135328"/>
                </a:moveTo>
                <a:lnTo>
                  <a:pt x="372645" y="116360"/>
                </a:lnTo>
                <a:lnTo>
                  <a:pt x="390428" y="116360"/>
                </a:lnTo>
                <a:lnTo>
                  <a:pt x="390428" y="135328"/>
                </a:lnTo>
                <a:lnTo>
                  <a:pt x="372645" y="135328"/>
                </a:lnTo>
                <a:close/>
                <a:moveTo>
                  <a:pt x="509404" y="174176"/>
                </a:moveTo>
                <a:cubicBezTo>
                  <a:pt x="498644" y="174176"/>
                  <a:pt x="490072" y="172063"/>
                  <a:pt x="483688" y="167838"/>
                </a:cubicBezTo>
                <a:cubicBezTo>
                  <a:pt x="477305" y="163613"/>
                  <a:pt x="473201" y="157609"/>
                  <a:pt x="471377" y="149828"/>
                </a:cubicBezTo>
                <a:lnTo>
                  <a:pt x="487883" y="147457"/>
                </a:lnTo>
                <a:cubicBezTo>
                  <a:pt x="488977" y="152016"/>
                  <a:pt x="491394" y="155527"/>
                  <a:pt x="495133" y="157989"/>
                </a:cubicBezTo>
                <a:cubicBezTo>
                  <a:pt x="498872" y="160451"/>
                  <a:pt x="503781" y="161683"/>
                  <a:pt x="509860" y="161683"/>
                </a:cubicBezTo>
                <a:cubicBezTo>
                  <a:pt x="526214" y="161683"/>
                  <a:pt x="534391" y="152085"/>
                  <a:pt x="534391" y="132889"/>
                </a:cubicBezTo>
                <a:lnTo>
                  <a:pt x="534391" y="116982"/>
                </a:lnTo>
                <a:lnTo>
                  <a:pt x="534208" y="116982"/>
                </a:lnTo>
                <a:cubicBezTo>
                  <a:pt x="531108" y="123310"/>
                  <a:pt x="526852" y="128072"/>
                  <a:pt x="521442" y="131267"/>
                </a:cubicBezTo>
                <a:cubicBezTo>
                  <a:pt x="516031" y="134461"/>
                  <a:pt x="509708" y="136058"/>
                  <a:pt x="502474" y="136058"/>
                </a:cubicBezTo>
                <a:cubicBezTo>
                  <a:pt x="490376" y="136058"/>
                  <a:pt x="481484" y="132041"/>
                  <a:pt x="475800" y="124009"/>
                </a:cubicBezTo>
                <a:cubicBezTo>
                  <a:pt x="470116" y="115977"/>
                  <a:pt x="467274" y="103350"/>
                  <a:pt x="467274" y="86130"/>
                </a:cubicBezTo>
                <a:cubicBezTo>
                  <a:pt x="467274" y="68667"/>
                  <a:pt x="470329" y="55783"/>
                  <a:pt x="476439" y="47477"/>
                </a:cubicBezTo>
                <a:cubicBezTo>
                  <a:pt x="482548" y="39171"/>
                  <a:pt x="491835" y="35018"/>
                  <a:pt x="504298" y="35018"/>
                </a:cubicBezTo>
                <a:cubicBezTo>
                  <a:pt x="511289" y="35018"/>
                  <a:pt x="517353" y="36615"/>
                  <a:pt x="522490" y="39811"/>
                </a:cubicBezTo>
                <a:cubicBezTo>
                  <a:pt x="527627" y="43004"/>
                  <a:pt x="531594" y="47553"/>
                  <a:pt x="534391" y="53455"/>
                </a:cubicBezTo>
                <a:lnTo>
                  <a:pt x="534573" y="53455"/>
                </a:lnTo>
                <a:cubicBezTo>
                  <a:pt x="534573" y="51639"/>
                  <a:pt x="534695" y="48492"/>
                  <a:pt x="534938" y="44014"/>
                </a:cubicBezTo>
                <a:cubicBezTo>
                  <a:pt x="535181" y="39534"/>
                  <a:pt x="535424" y="37083"/>
                  <a:pt x="535667" y="36659"/>
                </a:cubicBezTo>
                <a:lnTo>
                  <a:pt x="551261" y="36659"/>
                </a:lnTo>
                <a:cubicBezTo>
                  <a:pt x="550896" y="39944"/>
                  <a:pt x="550714" y="46757"/>
                  <a:pt x="550714" y="57100"/>
                </a:cubicBezTo>
                <a:lnTo>
                  <a:pt x="550714" y="132564"/>
                </a:lnTo>
                <a:cubicBezTo>
                  <a:pt x="550714" y="160305"/>
                  <a:pt x="536944" y="174176"/>
                  <a:pt x="509404" y="174176"/>
                </a:cubicBezTo>
                <a:moveTo>
                  <a:pt x="534391" y="85948"/>
                </a:moveTo>
                <a:cubicBezTo>
                  <a:pt x="534391" y="77914"/>
                  <a:pt x="533296" y="70991"/>
                  <a:pt x="531108" y="65179"/>
                </a:cubicBezTo>
                <a:cubicBezTo>
                  <a:pt x="528919" y="59366"/>
                  <a:pt x="525834" y="54922"/>
                  <a:pt x="521852" y="51848"/>
                </a:cubicBezTo>
                <a:cubicBezTo>
                  <a:pt x="517870" y="48774"/>
                  <a:pt x="513356" y="47237"/>
                  <a:pt x="508310" y="47237"/>
                </a:cubicBezTo>
                <a:cubicBezTo>
                  <a:pt x="499920" y="47237"/>
                  <a:pt x="493811" y="50281"/>
                  <a:pt x="489980" y="56368"/>
                </a:cubicBezTo>
                <a:cubicBezTo>
                  <a:pt x="486150" y="62455"/>
                  <a:pt x="484235" y="72315"/>
                  <a:pt x="484235" y="85948"/>
                </a:cubicBezTo>
                <a:cubicBezTo>
                  <a:pt x="484235" y="99461"/>
                  <a:pt x="486029" y="109170"/>
                  <a:pt x="489616" y="115075"/>
                </a:cubicBezTo>
                <a:cubicBezTo>
                  <a:pt x="493203" y="120978"/>
                  <a:pt x="499343" y="123929"/>
                  <a:pt x="508036" y="123929"/>
                </a:cubicBezTo>
                <a:cubicBezTo>
                  <a:pt x="513204" y="123929"/>
                  <a:pt x="517794" y="122407"/>
                  <a:pt x="521806" y="119364"/>
                </a:cubicBezTo>
                <a:cubicBezTo>
                  <a:pt x="525819" y="116320"/>
                  <a:pt x="528919" y="111954"/>
                  <a:pt x="531108" y="106264"/>
                </a:cubicBezTo>
                <a:cubicBezTo>
                  <a:pt x="533296" y="100572"/>
                  <a:pt x="534391" y="93800"/>
                  <a:pt x="534391" y="85948"/>
                </a:cubicBezTo>
                <a:close/>
                <a:moveTo>
                  <a:pt x="591904" y="36659"/>
                </a:moveTo>
                <a:lnTo>
                  <a:pt x="591904" y="99216"/>
                </a:lnTo>
                <a:cubicBezTo>
                  <a:pt x="591904" y="105721"/>
                  <a:pt x="592542" y="110767"/>
                  <a:pt x="593819" y="114354"/>
                </a:cubicBezTo>
                <a:cubicBezTo>
                  <a:pt x="595096" y="117941"/>
                  <a:pt x="597132" y="120525"/>
                  <a:pt x="599929" y="122105"/>
                </a:cubicBezTo>
                <a:cubicBezTo>
                  <a:pt x="602725" y="123686"/>
                  <a:pt x="606829" y="124476"/>
                  <a:pt x="612240" y="124476"/>
                </a:cubicBezTo>
                <a:cubicBezTo>
                  <a:pt x="620143" y="124476"/>
                  <a:pt x="626374" y="121771"/>
                  <a:pt x="630934" y="116360"/>
                </a:cubicBezTo>
                <a:cubicBezTo>
                  <a:pt x="635494" y="110950"/>
                  <a:pt x="637773" y="103442"/>
                  <a:pt x="637773" y="93836"/>
                </a:cubicBezTo>
                <a:lnTo>
                  <a:pt x="637773" y="36659"/>
                </a:lnTo>
                <a:lnTo>
                  <a:pt x="654188" y="36659"/>
                </a:lnTo>
                <a:lnTo>
                  <a:pt x="654188" y="114263"/>
                </a:lnTo>
                <a:cubicBezTo>
                  <a:pt x="654188" y="125753"/>
                  <a:pt x="654370" y="132775"/>
                  <a:pt x="654735" y="135328"/>
                </a:cubicBezTo>
                <a:lnTo>
                  <a:pt x="639232" y="135328"/>
                </a:lnTo>
                <a:cubicBezTo>
                  <a:pt x="639172" y="135024"/>
                  <a:pt x="639111" y="134203"/>
                  <a:pt x="639050" y="132866"/>
                </a:cubicBezTo>
                <a:cubicBezTo>
                  <a:pt x="638989" y="131529"/>
                  <a:pt x="638913" y="129993"/>
                  <a:pt x="638822" y="128261"/>
                </a:cubicBezTo>
                <a:cubicBezTo>
                  <a:pt x="638731" y="126528"/>
                  <a:pt x="638624" y="123261"/>
                  <a:pt x="638503" y="118458"/>
                </a:cubicBezTo>
                <a:lnTo>
                  <a:pt x="638229" y="118458"/>
                </a:lnTo>
                <a:cubicBezTo>
                  <a:pt x="634460" y="125267"/>
                  <a:pt x="630098" y="130085"/>
                  <a:pt x="625143" y="132912"/>
                </a:cubicBezTo>
                <a:cubicBezTo>
                  <a:pt x="620189" y="135739"/>
                  <a:pt x="614033" y="137152"/>
                  <a:pt x="606677" y="137152"/>
                </a:cubicBezTo>
                <a:cubicBezTo>
                  <a:pt x="595856" y="137152"/>
                  <a:pt x="587937" y="134462"/>
                  <a:pt x="582922" y="129082"/>
                </a:cubicBezTo>
                <a:cubicBezTo>
                  <a:pt x="577906" y="123701"/>
                  <a:pt x="575398" y="114810"/>
                  <a:pt x="575398" y="102408"/>
                </a:cubicBezTo>
                <a:lnTo>
                  <a:pt x="575398" y="36659"/>
                </a:lnTo>
                <a:lnTo>
                  <a:pt x="591904" y="36659"/>
                </a:lnTo>
                <a:close/>
                <a:moveTo>
                  <a:pt x="692277" y="89368"/>
                </a:moveTo>
                <a:cubicBezTo>
                  <a:pt x="692277" y="100704"/>
                  <a:pt x="694618" y="109451"/>
                  <a:pt x="699299" y="115608"/>
                </a:cubicBezTo>
                <a:cubicBezTo>
                  <a:pt x="703980" y="121763"/>
                  <a:pt x="710820" y="124841"/>
                  <a:pt x="719817" y="124841"/>
                </a:cubicBezTo>
                <a:cubicBezTo>
                  <a:pt x="726930" y="124841"/>
                  <a:pt x="732630" y="123404"/>
                  <a:pt x="736916" y="120530"/>
                </a:cubicBezTo>
                <a:cubicBezTo>
                  <a:pt x="741202" y="117655"/>
                  <a:pt x="744105" y="114016"/>
                  <a:pt x="745624" y="109612"/>
                </a:cubicBezTo>
                <a:lnTo>
                  <a:pt x="760033" y="113730"/>
                </a:lnTo>
                <a:cubicBezTo>
                  <a:pt x="754136" y="129345"/>
                  <a:pt x="740731" y="137152"/>
                  <a:pt x="719817" y="137152"/>
                </a:cubicBezTo>
                <a:cubicBezTo>
                  <a:pt x="705227" y="137152"/>
                  <a:pt x="694116" y="132805"/>
                  <a:pt x="686487" y="124112"/>
                </a:cubicBezTo>
                <a:cubicBezTo>
                  <a:pt x="678857" y="115418"/>
                  <a:pt x="675042" y="102499"/>
                  <a:pt x="675042" y="85355"/>
                </a:cubicBezTo>
                <a:cubicBezTo>
                  <a:pt x="675042" y="69062"/>
                  <a:pt x="678857" y="56569"/>
                  <a:pt x="686487" y="47876"/>
                </a:cubicBezTo>
                <a:cubicBezTo>
                  <a:pt x="694116" y="39182"/>
                  <a:pt x="705014" y="34835"/>
                  <a:pt x="719179" y="34835"/>
                </a:cubicBezTo>
                <a:cubicBezTo>
                  <a:pt x="748178" y="34835"/>
                  <a:pt x="762677" y="52284"/>
                  <a:pt x="762677" y="87182"/>
                </a:cubicBezTo>
                <a:lnTo>
                  <a:pt x="762677" y="89368"/>
                </a:lnTo>
                <a:lnTo>
                  <a:pt x="692277" y="89368"/>
                </a:lnTo>
                <a:moveTo>
                  <a:pt x="745716" y="76783"/>
                </a:moveTo>
                <a:cubicBezTo>
                  <a:pt x="744804" y="66420"/>
                  <a:pt x="742159" y="58859"/>
                  <a:pt x="737782" y="54102"/>
                </a:cubicBezTo>
                <a:cubicBezTo>
                  <a:pt x="733405" y="49343"/>
                  <a:pt x="727113" y="46964"/>
                  <a:pt x="718905" y="46964"/>
                </a:cubicBezTo>
                <a:cubicBezTo>
                  <a:pt x="710941" y="46964"/>
                  <a:pt x="704634" y="49616"/>
                  <a:pt x="699983" y="54920"/>
                </a:cubicBezTo>
                <a:cubicBezTo>
                  <a:pt x="695332" y="60222"/>
                  <a:pt x="692825" y="67510"/>
                  <a:pt x="692460" y="76783"/>
                </a:cubicBezTo>
                <a:lnTo>
                  <a:pt x="745716" y="76783"/>
                </a:lnTo>
                <a:close/>
                <a:moveTo>
                  <a:pt x="857579" y="108036"/>
                </a:moveTo>
                <a:cubicBezTo>
                  <a:pt x="857579" y="117345"/>
                  <a:pt x="854068" y="124526"/>
                  <a:pt x="847046" y="129577"/>
                </a:cubicBezTo>
                <a:cubicBezTo>
                  <a:pt x="840025" y="134627"/>
                  <a:pt x="830191" y="137152"/>
                  <a:pt x="817546" y="137152"/>
                </a:cubicBezTo>
                <a:cubicBezTo>
                  <a:pt x="805266" y="137152"/>
                  <a:pt x="795797" y="135131"/>
                  <a:pt x="789140" y="131088"/>
                </a:cubicBezTo>
                <a:cubicBezTo>
                  <a:pt x="782483" y="127045"/>
                  <a:pt x="778151" y="120738"/>
                  <a:pt x="776145" y="112166"/>
                </a:cubicBezTo>
                <a:lnTo>
                  <a:pt x="790645" y="109339"/>
                </a:lnTo>
                <a:cubicBezTo>
                  <a:pt x="792043" y="114628"/>
                  <a:pt x="794931" y="118503"/>
                  <a:pt x="799308" y="120966"/>
                </a:cubicBezTo>
                <a:cubicBezTo>
                  <a:pt x="803685" y="123428"/>
                  <a:pt x="809764" y="124659"/>
                  <a:pt x="817546" y="124659"/>
                </a:cubicBezTo>
                <a:cubicBezTo>
                  <a:pt x="825875" y="124659"/>
                  <a:pt x="831969" y="123380"/>
                  <a:pt x="835830" y="120823"/>
                </a:cubicBezTo>
                <a:cubicBezTo>
                  <a:pt x="839690" y="118264"/>
                  <a:pt x="841621" y="114427"/>
                  <a:pt x="841621" y="109313"/>
                </a:cubicBezTo>
                <a:cubicBezTo>
                  <a:pt x="841621" y="105418"/>
                  <a:pt x="840283" y="102254"/>
                  <a:pt x="837608" y="99820"/>
                </a:cubicBezTo>
                <a:cubicBezTo>
                  <a:pt x="834933" y="97387"/>
                  <a:pt x="830617" y="95379"/>
                  <a:pt x="824659" y="93796"/>
                </a:cubicBezTo>
                <a:lnTo>
                  <a:pt x="812895" y="90693"/>
                </a:lnTo>
                <a:cubicBezTo>
                  <a:pt x="803472" y="88259"/>
                  <a:pt x="796770" y="85871"/>
                  <a:pt x="792788" y="83529"/>
                </a:cubicBezTo>
                <a:cubicBezTo>
                  <a:pt x="788805" y="81186"/>
                  <a:pt x="785690" y="78342"/>
                  <a:pt x="783440" y="74996"/>
                </a:cubicBezTo>
                <a:cubicBezTo>
                  <a:pt x="781191" y="71649"/>
                  <a:pt x="780066" y="67542"/>
                  <a:pt x="780066" y="62674"/>
                </a:cubicBezTo>
                <a:cubicBezTo>
                  <a:pt x="780066" y="53667"/>
                  <a:pt x="783273" y="46806"/>
                  <a:pt x="789687" y="42091"/>
                </a:cubicBezTo>
                <a:cubicBezTo>
                  <a:pt x="796101" y="37375"/>
                  <a:pt x="805448" y="35018"/>
                  <a:pt x="817728" y="35018"/>
                </a:cubicBezTo>
                <a:cubicBezTo>
                  <a:pt x="828611" y="35018"/>
                  <a:pt x="837259" y="36933"/>
                  <a:pt x="843672" y="40763"/>
                </a:cubicBezTo>
                <a:cubicBezTo>
                  <a:pt x="850086" y="44593"/>
                  <a:pt x="854144" y="50733"/>
                  <a:pt x="855846" y="59183"/>
                </a:cubicBezTo>
                <a:lnTo>
                  <a:pt x="841073" y="61007"/>
                </a:lnTo>
                <a:cubicBezTo>
                  <a:pt x="840162" y="56630"/>
                  <a:pt x="837715" y="53271"/>
                  <a:pt x="833733" y="50930"/>
                </a:cubicBezTo>
                <a:cubicBezTo>
                  <a:pt x="829750" y="48590"/>
                  <a:pt x="824416" y="47420"/>
                  <a:pt x="817728" y="47420"/>
                </a:cubicBezTo>
                <a:cubicBezTo>
                  <a:pt x="810311" y="47420"/>
                  <a:pt x="804840" y="48546"/>
                  <a:pt x="801314" y="50799"/>
                </a:cubicBezTo>
                <a:cubicBezTo>
                  <a:pt x="797788" y="53053"/>
                  <a:pt x="796025" y="56463"/>
                  <a:pt x="796025" y="61030"/>
                </a:cubicBezTo>
                <a:cubicBezTo>
                  <a:pt x="796025" y="63828"/>
                  <a:pt x="796754" y="66140"/>
                  <a:pt x="798213" y="67966"/>
                </a:cubicBezTo>
                <a:cubicBezTo>
                  <a:pt x="799672" y="69792"/>
                  <a:pt x="801831" y="71344"/>
                  <a:pt x="804688" y="72623"/>
                </a:cubicBezTo>
                <a:cubicBezTo>
                  <a:pt x="807545" y="73899"/>
                  <a:pt x="813564" y="75663"/>
                  <a:pt x="822744" y="77915"/>
                </a:cubicBezTo>
                <a:cubicBezTo>
                  <a:pt x="831438" y="80105"/>
                  <a:pt x="837699" y="82128"/>
                  <a:pt x="841529" y="83985"/>
                </a:cubicBezTo>
                <a:cubicBezTo>
                  <a:pt x="845359" y="85841"/>
                  <a:pt x="848384" y="87894"/>
                  <a:pt x="850603" y="90146"/>
                </a:cubicBezTo>
                <a:cubicBezTo>
                  <a:pt x="852822" y="92397"/>
                  <a:pt x="854539" y="94999"/>
                  <a:pt x="855755" y="97951"/>
                </a:cubicBezTo>
                <a:cubicBezTo>
                  <a:pt x="856971" y="100901"/>
                  <a:pt x="857579" y="104263"/>
                  <a:pt x="857579" y="108036"/>
                </a:cubicBezTo>
                <a:close/>
                <a:moveTo>
                  <a:pt x="914847" y="134599"/>
                </a:moveTo>
                <a:cubicBezTo>
                  <a:pt x="909437" y="136058"/>
                  <a:pt x="903904" y="136787"/>
                  <a:pt x="898250" y="136787"/>
                </a:cubicBezTo>
                <a:cubicBezTo>
                  <a:pt x="885119" y="136787"/>
                  <a:pt x="878553" y="129340"/>
                  <a:pt x="878553" y="114445"/>
                </a:cubicBezTo>
                <a:lnTo>
                  <a:pt x="878553" y="48605"/>
                </a:lnTo>
                <a:lnTo>
                  <a:pt x="867154" y="48605"/>
                </a:lnTo>
                <a:lnTo>
                  <a:pt x="867154" y="36659"/>
                </a:lnTo>
                <a:lnTo>
                  <a:pt x="879191" y="36659"/>
                </a:lnTo>
                <a:lnTo>
                  <a:pt x="884024" y="14591"/>
                </a:lnTo>
                <a:lnTo>
                  <a:pt x="894967" y="14591"/>
                </a:lnTo>
                <a:lnTo>
                  <a:pt x="894967" y="36659"/>
                </a:lnTo>
                <a:lnTo>
                  <a:pt x="913206" y="36659"/>
                </a:lnTo>
                <a:lnTo>
                  <a:pt x="913206" y="48605"/>
                </a:lnTo>
                <a:lnTo>
                  <a:pt x="894967" y="48605"/>
                </a:lnTo>
                <a:lnTo>
                  <a:pt x="894967" y="110889"/>
                </a:lnTo>
                <a:cubicBezTo>
                  <a:pt x="894967" y="115631"/>
                  <a:pt x="895743" y="118959"/>
                  <a:pt x="897293" y="120874"/>
                </a:cubicBezTo>
                <a:cubicBezTo>
                  <a:pt x="898843" y="122789"/>
                  <a:pt x="901533" y="123747"/>
                  <a:pt x="905363" y="123747"/>
                </a:cubicBezTo>
                <a:cubicBezTo>
                  <a:pt x="907552" y="123747"/>
                  <a:pt x="910713" y="123321"/>
                  <a:pt x="914847" y="122470"/>
                </a:cubicBezTo>
                <a:lnTo>
                  <a:pt x="914847" y="13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(B)">
            <a:extLst xmlns:a="http://schemas.openxmlformats.org/drawingml/2006/main">
              <a:ext uri="{FF2B5EF4-FFF2-40B4-BE49-F238E27FC236}">
                <a16:creationId xmlns:a16="http://schemas.microsoft.com/office/drawing/2014/main" id="{844A1A19-FAD7-4669-968F-48C8486E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10" y="5817846"/>
            <a:ext cx="260673" cy="188690"/>
          </a:xfrm>
          <a:custGeom xmlns:a="http://schemas.openxmlformats.org/drawingml/2006/main">
            <a:pathLst>
              <a:path w="260673" h="188690">
                <a:moveTo>
                  <a:pt x="29341" y="188690"/>
                </a:moveTo>
                <a:cubicBezTo>
                  <a:pt x="19001" y="173798"/>
                  <a:pt x="11526" y="158939"/>
                  <a:pt x="6915" y="144114"/>
                </a:cubicBezTo>
                <a:cubicBezTo>
                  <a:pt x="2305" y="129287"/>
                  <a:pt x="0" y="112648"/>
                  <a:pt x="0" y="94197"/>
                </a:cubicBezTo>
                <a:cubicBezTo>
                  <a:pt x="0" y="75812"/>
                  <a:pt x="2305" y="59223"/>
                  <a:pt x="6915" y="44431"/>
                </a:cubicBezTo>
                <a:cubicBezTo>
                  <a:pt x="11526" y="29637"/>
                  <a:pt x="19001" y="14827"/>
                  <a:pt x="29341" y="0"/>
                </a:cubicBezTo>
                <a:lnTo>
                  <a:pt x="57101" y="0"/>
                </a:lnTo>
                <a:cubicBezTo>
                  <a:pt x="46695" y="15024"/>
                  <a:pt x="39138" y="29983"/>
                  <a:pt x="34429" y="44876"/>
                </a:cubicBezTo>
                <a:cubicBezTo>
                  <a:pt x="29720" y="59766"/>
                  <a:pt x="27365" y="76240"/>
                  <a:pt x="27365" y="94296"/>
                </a:cubicBezTo>
                <a:cubicBezTo>
                  <a:pt x="27365" y="112286"/>
                  <a:pt x="29703" y="128678"/>
                  <a:pt x="34379" y="143472"/>
                </a:cubicBezTo>
                <a:cubicBezTo>
                  <a:pt x="39055" y="158264"/>
                  <a:pt x="46629" y="173337"/>
                  <a:pt x="57101" y="188690"/>
                </a:cubicBezTo>
                <a:lnTo>
                  <a:pt x="29341" y="188690"/>
                </a:lnTo>
                <a:close/>
                <a:moveTo>
                  <a:pt x="194221" y="106839"/>
                </a:moveTo>
                <a:cubicBezTo>
                  <a:pt x="194221" y="119501"/>
                  <a:pt x="189479" y="129295"/>
                  <a:pt x="179995" y="136220"/>
                </a:cubicBezTo>
                <a:cubicBezTo>
                  <a:pt x="170511" y="143144"/>
                  <a:pt x="157339" y="146606"/>
                  <a:pt x="140479" y="146606"/>
                </a:cubicBezTo>
                <a:lnTo>
                  <a:pt x="70831" y="146606"/>
                </a:lnTo>
                <a:lnTo>
                  <a:pt x="70831" y="7311"/>
                </a:lnTo>
                <a:lnTo>
                  <a:pt x="134552" y="7311"/>
                </a:lnTo>
                <a:cubicBezTo>
                  <a:pt x="151544" y="7311"/>
                  <a:pt x="164403" y="10258"/>
                  <a:pt x="173129" y="16152"/>
                </a:cubicBezTo>
                <a:cubicBezTo>
                  <a:pt x="181856" y="22047"/>
                  <a:pt x="186219" y="30757"/>
                  <a:pt x="186219" y="42282"/>
                </a:cubicBezTo>
                <a:cubicBezTo>
                  <a:pt x="186219" y="50186"/>
                  <a:pt x="184029" y="56854"/>
                  <a:pt x="179650" y="62288"/>
                </a:cubicBezTo>
                <a:cubicBezTo>
                  <a:pt x="175270" y="67721"/>
                  <a:pt x="168601" y="71393"/>
                  <a:pt x="159644" y="73303"/>
                </a:cubicBezTo>
                <a:cubicBezTo>
                  <a:pt x="170907" y="74622"/>
                  <a:pt x="179485" y="78167"/>
                  <a:pt x="185379" y="83938"/>
                </a:cubicBezTo>
                <a:cubicBezTo>
                  <a:pt x="191274" y="89707"/>
                  <a:pt x="194221" y="97341"/>
                  <a:pt x="194221" y="106839"/>
                </a:cubicBezTo>
                <a:moveTo>
                  <a:pt x="156878" y="46234"/>
                </a:moveTo>
                <a:cubicBezTo>
                  <a:pt x="156878" y="39977"/>
                  <a:pt x="154886" y="35532"/>
                  <a:pt x="150901" y="32897"/>
                </a:cubicBezTo>
                <a:cubicBezTo>
                  <a:pt x="146917" y="30263"/>
                  <a:pt x="141006" y="28946"/>
                  <a:pt x="133168" y="28946"/>
                </a:cubicBezTo>
                <a:lnTo>
                  <a:pt x="99975" y="28946"/>
                </a:lnTo>
                <a:lnTo>
                  <a:pt x="99975" y="63424"/>
                </a:lnTo>
                <a:lnTo>
                  <a:pt x="133366" y="63424"/>
                </a:lnTo>
                <a:cubicBezTo>
                  <a:pt x="141599" y="63424"/>
                  <a:pt x="147575" y="61991"/>
                  <a:pt x="151297" y="59126"/>
                </a:cubicBezTo>
                <a:cubicBezTo>
                  <a:pt x="155018" y="56261"/>
                  <a:pt x="156878" y="51964"/>
                  <a:pt x="156878" y="46234"/>
                </a:cubicBezTo>
                <a:moveTo>
                  <a:pt x="164979" y="104570"/>
                </a:moveTo>
                <a:cubicBezTo>
                  <a:pt x="164979" y="91497"/>
                  <a:pt x="155627" y="84960"/>
                  <a:pt x="136923" y="84960"/>
                </a:cubicBezTo>
                <a:lnTo>
                  <a:pt x="99975" y="84960"/>
                </a:lnTo>
                <a:lnTo>
                  <a:pt x="99975" y="124970"/>
                </a:lnTo>
                <a:lnTo>
                  <a:pt x="138009" y="124970"/>
                </a:lnTo>
                <a:cubicBezTo>
                  <a:pt x="147361" y="124970"/>
                  <a:pt x="154194" y="123270"/>
                  <a:pt x="158508" y="119870"/>
                </a:cubicBezTo>
                <a:cubicBezTo>
                  <a:pt x="162822" y="116470"/>
                  <a:pt x="164979" y="111370"/>
                  <a:pt x="164979" y="104570"/>
                </a:cubicBezTo>
                <a:close/>
                <a:moveTo>
                  <a:pt x="203572" y="188690"/>
                </a:moveTo>
                <a:cubicBezTo>
                  <a:pt x="214110" y="173271"/>
                  <a:pt x="221700" y="158198"/>
                  <a:pt x="226344" y="143472"/>
                </a:cubicBezTo>
                <a:cubicBezTo>
                  <a:pt x="230987" y="128744"/>
                  <a:pt x="233308" y="112352"/>
                  <a:pt x="233308" y="94296"/>
                </a:cubicBezTo>
                <a:cubicBezTo>
                  <a:pt x="233308" y="76174"/>
                  <a:pt x="230937" y="59651"/>
                  <a:pt x="226195" y="44728"/>
                </a:cubicBezTo>
                <a:cubicBezTo>
                  <a:pt x="221453" y="29802"/>
                  <a:pt x="213912" y="14893"/>
                  <a:pt x="203572" y="0"/>
                </a:cubicBezTo>
                <a:lnTo>
                  <a:pt x="231332" y="0"/>
                </a:lnTo>
                <a:cubicBezTo>
                  <a:pt x="241738" y="14959"/>
                  <a:pt x="249230" y="29851"/>
                  <a:pt x="253807" y="44678"/>
                </a:cubicBezTo>
                <a:cubicBezTo>
                  <a:pt x="258385" y="59503"/>
                  <a:pt x="260673" y="76009"/>
                  <a:pt x="260673" y="94197"/>
                </a:cubicBezTo>
                <a:cubicBezTo>
                  <a:pt x="260673" y="112517"/>
                  <a:pt x="258385" y="129090"/>
                  <a:pt x="253807" y="143917"/>
                </a:cubicBezTo>
                <a:cubicBezTo>
                  <a:pt x="249230" y="158741"/>
                  <a:pt x="241738" y="173666"/>
                  <a:pt x="231332" y="188690"/>
                </a:cubicBezTo>
                <a:lnTo>
                  <a:pt x="203572" y="1886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(A)">
            <a:extLst xmlns:a="http://schemas.openxmlformats.org/drawingml/2006/main">
              <a:ext uri="{FF2B5EF4-FFF2-40B4-BE49-F238E27FC236}">
                <a16:creationId xmlns:a16="http://schemas.microsoft.com/office/drawing/2014/main" id="{04FC7625-6875-41A7-BF76-2362E03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467" y="3172076"/>
            <a:ext cx="260673" cy="188690"/>
          </a:xfrm>
          <a:custGeom xmlns:a="http://schemas.openxmlformats.org/drawingml/2006/main">
            <a:pathLst>
              <a:path w="260673" h="188690">
                <a:moveTo>
                  <a:pt x="29341" y="188690"/>
                </a:moveTo>
                <a:cubicBezTo>
                  <a:pt x="19001" y="173798"/>
                  <a:pt x="11526" y="158939"/>
                  <a:pt x="6915" y="144114"/>
                </a:cubicBezTo>
                <a:cubicBezTo>
                  <a:pt x="2305" y="129287"/>
                  <a:pt x="0" y="112648"/>
                  <a:pt x="0" y="94197"/>
                </a:cubicBezTo>
                <a:cubicBezTo>
                  <a:pt x="0" y="75812"/>
                  <a:pt x="2305" y="59223"/>
                  <a:pt x="6915" y="44431"/>
                </a:cubicBezTo>
                <a:cubicBezTo>
                  <a:pt x="11526" y="29637"/>
                  <a:pt x="19001" y="14827"/>
                  <a:pt x="29341" y="0"/>
                </a:cubicBezTo>
                <a:lnTo>
                  <a:pt x="57101" y="0"/>
                </a:lnTo>
                <a:cubicBezTo>
                  <a:pt x="46695" y="15024"/>
                  <a:pt x="39138" y="29983"/>
                  <a:pt x="34429" y="44876"/>
                </a:cubicBezTo>
                <a:cubicBezTo>
                  <a:pt x="29720" y="59766"/>
                  <a:pt x="27365" y="76240"/>
                  <a:pt x="27365" y="94296"/>
                </a:cubicBezTo>
                <a:cubicBezTo>
                  <a:pt x="27365" y="112286"/>
                  <a:pt x="29703" y="128678"/>
                  <a:pt x="34379" y="143472"/>
                </a:cubicBezTo>
                <a:cubicBezTo>
                  <a:pt x="39055" y="158264"/>
                  <a:pt x="46629" y="173337"/>
                  <a:pt x="57101" y="188690"/>
                </a:cubicBezTo>
                <a:lnTo>
                  <a:pt x="29341" y="188690"/>
                </a:lnTo>
                <a:close/>
                <a:moveTo>
                  <a:pt x="169227" y="146606"/>
                </a:moveTo>
                <a:lnTo>
                  <a:pt x="156878" y="111041"/>
                </a:lnTo>
                <a:lnTo>
                  <a:pt x="103828" y="111041"/>
                </a:lnTo>
                <a:lnTo>
                  <a:pt x="91479" y="146606"/>
                </a:lnTo>
                <a:lnTo>
                  <a:pt x="62335" y="146606"/>
                </a:lnTo>
                <a:lnTo>
                  <a:pt x="113114" y="7311"/>
                </a:lnTo>
                <a:lnTo>
                  <a:pt x="147493" y="7311"/>
                </a:lnTo>
                <a:lnTo>
                  <a:pt x="198074" y="146606"/>
                </a:lnTo>
                <a:lnTo>
                  <a:pt x="169227" y="146606"/>
                </a:lnTo>
                <a:moveTo>
                  <a:pt x="130304" y="28773"/>
                </a:moveTo>
                <a:lnTo>
                  <a:pt x="129711" y="30949"/>
                </a:lnTo>
                <a:cubicBezTo>
                  <a:pt x="129052" y="33322"/>
                  <a:pt x="128262" y="36026"/>
                  <a:pt x="127340" y="39059"/>
                </a:cubicBezTo>
                <a:cubicBezTo>
                  <a:pt x="126418" y="42093"/>
                  <a:pt x="120754" y="58776"/>
                  <a:pt x="110348" y="89109"/>
                </a:cubicBezTo>
                <a:lnTo>
                  <a:pt x="150358" y="89109"/>
                </a:lnTo>
                <a:lnTo>
                  <a:pt x="136626" y="49050"/>
                </a:lnTo>
                <a:lnTo>
                  <a:pt x="132378" y="35599"/>
                </a:lnTo>
                <a:lnTo>
                  <a:pt x="130304" y="28773"/>
                </a:lnTo>
                <a:close/>
                <a:moveTo>
                  <a:pt x="203572" y="188690"/>
                </a:moveTo>
                <a:cubicBezTo>
                  <a:pt x="214110" y="173271"/>
                  <a:pt x="221700" y="158198"/>
                  <a:pt x="226343" y="143472"/>
                </a:cubicBezTo>
                <a:cubicBezTo>
                  <a:pt x="230987" y="128744"/>
                  <a:pt x="233308" y="112352"/>
                  <a:pt x="233308" y="94296"/>
                </a:cubicBezTo>
                <a:cubicBezTo>
                  <a:pt x="233308" y="76174"/>
                  <a:pt x="230937" y="59651"/>
                  <a:pt x="226195" y="44728"/>
                </a:cubicBezTo>
                <a:cubicBezTo>
                  <a:pt x="221453" y="29802"/>
                  <a:pt x="213912" y="14893"/>
                  <a:pt x="203572" y="0"/>
                </a:cubicBezTo>
                <a:lnTo>
                  <a:pt x="231332" y="0"/>
                </a:lnTo>
                <a:cubicBezTo>
                  <a:pt x="241738" y="14959"/>
                  <a:pt x="249230" y="29851"/>
                  <a:pt x="253807" y="44678"/>
                </a:cubicBezTo>
                <a:cubicBezTo>
                  <a:pt x="258385" y="59503"/>
                  <a:pt x="260673" y="76009"/>
                  <a:pt x="260673" y="94197"/>
                </a:cubicBezTo>
                <a:cubicBezTo>
                  <a:pt x="260673" y="112517"/>
                  <a:pt x="258385" y="129090"/>
                  <a:pt x="253807" y="143917"/>
                </a:cubicBezTo>
                <a:cubicBezTo>
                  <a:pt x="249230" y="158741"/>
                  <a:pt x="241738" y="173666"/>
                  <a:pt x="231332" y="188690"/>
                </a:cubicBezTo>
                <a:lnTo>
                  <a:pt x="203572" y="1886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(C)">
            <a:extLst xmlns:a="http://schemas.openxmlformats.org/drawingml/2006/main">
              <a:ext uri="{FF2B5EF4-FFF2-40B4-BE49-F238E27FC236}">
                <a16:creationId xmlns:a16="http://schemas.microsoft.com/office/drawing/2014/main" id="{A021FD84-5C7C-499D-8415-3BF7369A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770" y="5039678"/>
            <a:ext cx="260673" cy="188690"/>
          </a:xfrm>
          <a:custGeom xmlns:a="http://schemas.openxmlformats.org/drawingml/2006/main">
            <a:pathLst>
              <a:path w="260673" h="188690">
                <a:moveTo>
                  <a:pt x="29341" y="188690"/>
                </a:moveTo>
                <a:cubicBezTo>
                  <a:pt x="19001" y="173798"/>
                  <a:pt x="11526" y="158939"/>
                  <a:pt x="6915" y="144114"/>
                </a:cubicBezTo>
                <a:cubicBezTo>
                  <a:pt x="2305" y="129287"/>
                  <a:pt x="0" y="112648"/>
                  <a:pt x="0" y="94197"/>
                </a:cubicBezTo>
                <a:cubicBezTo>
                  <a:pt x="0" y="75812"/>
                  <a:pt x="2305" y="59223"/>
                  <a:pt x="6915" y="44431"/>
                </a:cubicBezTo>
                <a:cubicBezTo>
                  <a:pt x="11526" y="29637"/>
                  <a:pt x="19001" y="14827"/>
                  <a:pt x="29341" y="0"/>
                </a:cubicBezTo>
                <a:lnTo>
                  <a:pt x="57101" y="0"/>
                </a:lnTo>
                <a:cubicBezTo>
                  <a:pt x="46695" y="15024"/>
                  <a:pt x="39138" y="29983"/>
                  <a:pt x="34429" y="44876"/>
                </a:cubicBezTo>
                <a:cubicBezTo>
                  <a:pt x="29720" y="59766"/>
                  <a:pt x="27365" y="76240"/>
                  <a:pt x="27365" y="94296"/>
                </a:cubicBezTo>
                <a:cubicBezTo>
                  <a:pt x="27365" y="112286"/>
                  <a:pt x="29703" y="128678"/>
                  <a:pt x="34379" y="143472"/>
                </a:cubicBezTo>
                <a:cubicBezTo>
                  <a:pt x="39055" y="158264"/>
                  <a:pt x="46629" y="173337"/>
                  <a:pt x="57101" y="188690"/>
                </a:cubicBezTo>
                <a:lnTo>
                  <a:pt x="29341" y="188690"/>
                </a:lnTo>
                <a:close/>
                <a:moveTo>
                  <a:pt x="135836" y="125662"/>
                </a:moveTo>
                <a:cubicBezTo>
                  <a:pt x="153421" y="125662"/>
                  <a:pt x="165638" y="116837"/>
                  <a:pt x="172487" y="99186"/>
                </a:cubicBezTo>
                <a:lnTo>
                  <a:pt x="197876" y="108769"/>
                </a:lnTo>
                <a:cubicBezTo>
                  <a:pt x="192410" y="122204"/>
                  <a:pt x="184392" y="132199"/>
                  <a:pt x="173821" y="138752"/>
                </a:cubicBezTo>
                <a:cubicBezTo>
                  <a:pt x="163250" y="145305"/>
                  <a:pt x="150589" y="148581"/>
                  <a:pt x="135836" y="148581"/>
                </a:cubicBezTo>
                <a:cubicBezTo>
                  <a:pt x="113443" y="148581"/>
                  <a:pt x="96138" y="142242"/>
                  <a:pt x="83921" y="129564"/>
                </a:cubicBezTo>
                <a:cubicBezTo>
                  <a:pt x="71704" y="116886"/>
                  <a:pt x="65596" y="99153"/>
                  <a:pt x="65596" y="76365"/>
                </a:cubicBezTo>
                <a:cubicBezTo>
                  <a:pt x="65596" y="53512"/>
                  <a:pt x="71490" y="35960"/>
                  <a:pt x="83279" y="23710"/>
                </a:cubicBezTo>
                <a:cubicBezTo>
                  <a:pt x="95068" y="11460"/>
                  <a:pt x="112159" y="5335"/>
                  <a:pt x="134552" y="5335"/>
                </a:cubicBezTo>
                <a:cubicBezTo>
                  <a:pt x="150885" y="5335"/>
                  <a:pt x="164189" y="8604"/>
                  <a:pt x="174463" y="15143"/>
                </a:cubicBezTo>
                <a:cubicBezTo>
                  <a:pt x="184737" y="21681"/>
                  <a:pt x="191949" y="31293"/>
                  <a:pt x="196098" y="43977"/>
                </a:cubicBezTo>
                <a:lnTo>
                  <a:pt x="170413" y="50976"/>
                </a:lnTo>
                <a:cubicBezTo>
                  <a:pt x="168239" y="44026"/>
                  <a:pt x="163975" y="38502"/>
                  <a:pt x="157619" y="34404"/>
                </a:cubicBezTo>
                <a:cubicBezTo>
                  <a:pt x="151264" y="30304"/>
                  <a:pt x="143772" y="28254"/>
                  <a:pt x="135144" y="28254"/>
                </a:cubicBezTo>
                <a:cubicBezTo>
                  <a:pt x="121972" y="28254"/>
                  <a:pt x="111978" y="32338"/>
                  <a:pt x="105161" y="40504"/>
                </a:cubicBezTo>
                <a:cubicBezTo>
                  <a:pt x="98345" y="48671"/>
                  <a:pt x="94936" y="60625"/>
                  <a:pt x="94936" y="76365"/>
                </a:cubicBezTo>
                <a:cubicBezTo>
                  <a:pt x="94936" y="92369"/>
                  <a:pt x="98444" y="104587"/>
                  <a:pt x="105458" y="113017"/>
                </a:cubicBezTo>
                <a:cubicBezTo>
                  <a:pt x="112472" y="121447"/>
                  <a:pt x="122598" y="125662"/>
                  <a:pt x="135836" y="125662"/>
                </a:cubicBezTo>
                <a:close/>
                <a:moveTo>
                  <a:pt x="203572" y="188690"/>
                </a:moveTo>
                <a:cubicBezTo>
                  <a:pt x="214110" y="173271"/>
                  <a:pt x="221700" y="158198"/>
                  <a:pt x="226343" y="143472"/>
                </a:cubicBezTo>
                <a:cubicBezTo>
                  <a:pt x="230987" y="128744"/>
                  <a:pt x="233308" y="112352"/>
                  <a:pt x="233308" y="94296"/>
                </a:cubicBezTo>
                <a:cubicBezTo>
                  <a:pt x="233308" y="76174"/>
                  <a:pt x="230937" y="59651"/>
                  <a:pt x="226195" y="44728"/>
                </a:cubicBezTo>
                <a:cubicBezTo>
                  <a:pt x="221453" y="29802"/>
                  <a:pt x="213912" y="14893"/>
                  <a:pt x="203572" y="0"/>
                </a:cubicBezTo>
                <a:lnTo>
                  <a:pt x="231332" y="0"/>
                </a:lnTo>
                <a:cubicBezTo>
                  <a:pt x="241738" y="14959"/>
                  <a:pt x="249230" y="29851"/>
                  <a:pt x="253807" y="44678"/>
                </a:cubicBezTo>
                <a:cubicBezTo>
                  <a:pt x="258385" y="59503"/>
                  <a:pt x="260673" y="76009"/>
                  <a:pt x="260673" y="94197"/>
                </a:cubicBezTo>
                <a:cubicBezTo>
                  <a:pt x="260673" y="112517"/>
                  <a:pt x="258385" y="129090"/>
                  <a:pt x="253807" y="143917"/>
                </a:cubicBezTo>
                <a:cubicBezTo>
                  <a:pt x="249230" y="158741"/>
                  <a:pt x="241738" y="173666"/>
                  <a:pt x="231332" y="188690"/>
                </a:cubicBezTo>
                <a:lnTo>
                  <a:pt x="203572" y="1886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A0700-F52C-4773-AB26-CE205898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728" y="525061"/>
            <a:ext cx="10" cy="311267"/>
          </a:xfrm>
          <a:custGeom xmlns:a="http://schemas.openxmlformats.org/drawingml/2006/main">
            <a:pathLst>
              <a:path w="1" h="311267" fill="none">
                <a:moveTo>
                  <a:pt x="0" y="0"/>
                </a:moveTo>
                <a:lnTo>
                  <a:pt x="0" y="311267"/>
                </a:lnTo>
                <a:lnTo>
                  <a:pt x="0" y="0"/>
                </a:lnTo>
                <a:lnTo>
                  <a:pt x="0" y="216019"/>
                </a:lnTo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300EF-B3ED-4CB8-910F-92CAFF1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738" y="741080"/>
            <a:ext cx="51982" cy="77817"/>
          </a:xfrm>
          <a:custGeom xmlns:a="http://schemas.openxmlformats.org/drawingml/2006/main">
            <a:pathLst>
              <a:path w="51982" h="77817">
                <a:moveTo>
                  <a:pt x="25991" y="77817"/>
                </a:moveTo>
                <a:lnTo>
                  <a:pt x="0" y="0"/>
                </a:lnTo>
                <a:lnTo>
                  <a:pt x="51982" y="0"/>
                </a:lnTo>
                <a:lnTo>
                  <a:pt x="25991" y="77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C27C4-4B74-4090-9254-70E95F9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738" y="741080"/>
            <a:ext cx="51982" cy="77817"/>
          </a:xfrm>
          <a:custGeom xmlns:a="http://schemas.openxmlformats.org/drawingml/2006/main">
            <a:pathLst>
              <a:path w="51982" h="77817" fill="none">
                <a:moveTo>
                  <a:pt x="25991" y="77817"/>
                </a:moveTo>
                <a:lnTo>
                  <a:pt x="0" y="0"/>
                </a:lnTo>
                <a:lnTo>
                  <a:pt x="51982" y="0"/>
                </a:lnTo>
                <a:lnTo>
                  <a:pt x="25991" y="778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17" name="Text Program">
            <a:extLst xmlns:a="http://schemas.openxmlformats.org/drawingml/2006/main">
              <a:ext uri="{FF2B5EF4-FFF2-40B4-BE49-F238E27FC236}">
                <a16:creationId xmlns:a16="http://schemas.microsoft.com/office/drawing/2014/main" id="{C77098DF-7E6D-4A1E-B95B-66053B4A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48" y="97844"/>
            <a:ext cx="805906" cy="182170"/>
          </a:xfrm>
          <a:custGeom xmlns:a="http://schemas.openxmlformats.org/drawingml/2006/main">
            <a:pathLst>
              <a:path w="805906" h="182170">
                <a:moveTo>
                  <a:pt x="114499" y="44110"/>
                </a:moveTo>
                <a:cubicBezTo>
                  <a:pt x="114499" y="53075"/>
                  <a:pt x="112457" y="61086"/>
                  <a:pt x="108374" y="68141"/>
                </a:cubicBezTo>
                <a:cubicBezTo>
                  <a:pt x="104290" y="75196"/>
                  <a:pt x="98445" y="80652"/>
                  <a:pt x="90838" y="84509"/>
                </a:cubicBezTo>
                <a:cubicBezTo>
                  <a:pt x="83231" y="88366"/>
                  <a:pt x="74192" y="90295"/>
                  <a:pt x="63720" y="90295"/>
                </a:cubicBezTo>
                <a:lnTo>
                  <a:pt x="29143" y="90295"/>
                </a:lnTo>
                <a:lnTo>
                  <a:pt x="29143" y="139295"/>
                </a:lnTo>
                <a:lnTo>
                  <a:pt x="0" y="139295"/>
                </a:lnTo>
                <a:lnTo>
                  <a:pt x="0" y="0"/>
                </a:lnTo>
                <a:lnTo>
                  <a:pt x="62535" y="0"/>
                </a:lnTo>
                <a:cubicBezTo>
                  <a:pt x="79197" y="0"/>
                  <a:pt x="92024" y="3841"/>
                  <a:pt x="101014" y="11521"/>
                </a:cubicBezTo>
                <a:cubicBezTo>
                  <a:pt x="110004" y="19202"/>
                  <a:pt x="114499" y="30065"/>
                  <a:pt x="114499" y="44110"/>
                </a:cubicBezTo>
                <a:moveTo>
                  <a:pt x="85158" y="44604"/>
                </a:moveTo>
                <a:cubicBezTo>
                  <a:pt x="85158" y="29950"/>
                  <a:pt x="76530" y="22623"/>
                  <a:pt x="59274" y="22623"/>
                </a:cubicBezTo>
                <a:lnTo>
                  <a:pt x="29143" y="22623"/>
                </a:lnTo>
                <a:lnTo>
                  <a:pt x="29143" y="67869"/>
                </a:lnTo>
                <a:lnTo>
                  <a:pt x="60065" y="67869"/>
                </a:lnTo>
                <a:cubicBezTo>
                  <a:pt x="68100" y="67869"/>
                  <a:pt x="74291" y="65873"/>
                  <a:pt x="78637" y="61880"/>
                </a:cubicBezTo>
                <a:cubicBezTo>
                  <a:pt x="82984" y="57887"/>
                  <a:pt x="85158" y="52129"/>
                  <a:pt x="85158" y="44604"/>
                </a:cubicBezTo>
                <a:close/>
                <a:moveTo>
                  <a:pt x="135543" y="139295"/>
                </a:moveTo>
                <a:lnTo>
                  <a:pt x="135543" y="57496"/>
                </a:lnTo>
                <a:cubicBezTo>
                  <a:pt x="135543" y="51635"/>
                  <a:pt x="135460" y="46745"/>
                  <a:pt x="135296" y="42826"/>
                </a:cubicBezTo>
                <a:cubicBezTo>
                  <a:pt x="135131" y="38907"/>
                  <a:pt x="134950" y="35433"/>
                  <a:pt x="134752" y="32403"/>
                </a:cubicBezTo>
                <a:lnTo>
                  <a:pt x="161228" y="32403"/>
                </a:lnTo>
                <a:cubicBezTo>
                  <a:pt x="161426" y="33585"/>
                  <a:pt x="161689" y="37175"/>
                  <a:pt x="162018" y="43175"/>
                </a:cubicBezTo>
                <a:cubicBezTo>
                  <a:pt x="162348" y="49174"/>
                  <a:pt x="162512" y="53158"/>
                  <a:pt x="162512" y="55125"/>
                </a:cubicBezTo>
                <a:lnTo>
                  <a:pt x="162908" y="55125"/>
                </a:lnTo>
                <a:cubicBezTo>
                  <a:pt x="165608" y="47617"/>
                  <a:pt x="168012" y="42332"/>
                  <a:pt x="170119" y="39269"/>
                </a:cubicBezTo>
                <a:cubicBezTo>
                  <a:pt x="172227" y="36207"/>
                  <a:pt x="174730" y="33935"/>
                  <a:pt x="177627" y="32453"/>
                </a:cubicBezTo>
                <a:cubicBezTo>
                  <a:pt x="180525" y="30971"/>
                  <a:pt x="184148" y="30230"/>
                  <a:pt x="188494" y="30230"/>
                </a:cubicBezTo>
                <a:cubicBezTo>
                  <a:pt x="192051" y="30230"/>
                  <a:pt x="194916" y="30724"/>
                  <a:pt x="197089" y="31712"/>
                </a:cubicBezTo>
                <a:lnTo>
                  <a:pt x="197089" y="54928"/>
                </a:lnTo>
                <a:cubicBezTo>
                  <a:pt x="192611" y="53940"/>
                  <a:pt x="188659" y="53446"/>
                  <a:pt x="185234" y="53446"/>
                </a:cubicBezTo>
                <a:cubicBezTo>
                  <a:pt x="178319" y="53446"/>
                  <a:pt x="172935" y="56248"/>
                  <a:pt x="169082" y="61852"/>
                </a:cubicBezTo>
                <a:cubicBezTo>
                  <a:pt x="165229" y="67457"/>
                  <a:pt x="163303" y="75764"/>
                  <a:pt x="163303" y="86775"/>
                </a:cubicBezTo>
                <a:lnTo>
                  <a:pt x="163303" y="139295"/>
                </a:lnTo>
                <a:lnTo>
                  <a:pt x="135543" y="139295"/>
                </a:lnTo>
                <a:close/>
                <a:moveTo>
                  <a:pt x="315803" y="85750"/>
                </a:moveTo>
                <a:cubicBezTo>
                  <a:pt x="315803" y="103072"/>
                  <a:pt x="310996" y="116655"/>
                  <a:pt x="301380" y="126502"/>
                </a:cubicBezTo>
                <a:cubicBezTo>
                  <a:pt x="291764" y="136348"/>
                  <a:pt x="278460" y="141271"/>
                  <a:pt x="261468" y="141271"/>
                </a:cubicBezTo>
                <a:cubicBezTo>
                  <a:pt x="244806" y="141271"/>
                  <a:pt x="231732" y="136331"/>
                  <a:pt x="222248" y="126452"/>
                </a:cubicBezTo>
                <a:cubicBezTo>
                  <a:pt x="212765" y="116573"/>
                  <a:pt x="208023" y="103006"/>
                  <a:pt x="208023" y="85750"/>
                </a:cubicBezTo>
                <a:cubicBezTo>
                  <a:pt x="208023" y="68561"/>
                  <a:pt x="212765" y="55043"/>
                  <a:pt x="222248" y="45197"/>
                </a:cubicBezTo>
                <a:cubicBezTo>
                  <a:pt x="231732" y="35351"/>
                  <a:pt x="245003" y="30428"/>
                  <a:pt x="262061" y="30428"/>
                </a:cubicBezTo>
                <a:cubicBezTo>
                  <a:pt x="279514" y="30428"/>
                  <a:pt x="292834" y="35186"/>
                  <a:pt x="302022" y="44703"/>
                </a:cubicBezTo>
                <a:cubicBezTo>
                  <a:pt x="311210" y="54220"/>
                  <a:pt x="315803" y="67902"/>
                  <a:pt x="315803" y="85750"/>
                </a:cubicBezTo>
                <a:moveTo>
                  <a:pt x="286759" y="85750"/>
                </a:moveTo>
                <a:cubicBezTo>
                  <a:pt x="286759" y="73039"/>
                  <a:pt x="284684" y="63819"/>
                  <a:pt x="280535" y="58089"/>
                </a:cubicBezTo>
                <a:cubicBezTo>
                  <a:pt x="276386" y="52359"/>
                  <a:pt x="270360" y="49494"/>
                  <a:pt x="262456" y="49494"/>
                </a:cubicBezTo>
                <a:cubicBezTo>
                  <a:pt x="245596" y="49494"/>
                  <a:pt x="237166" y="61580"/>
                  <a:pt x="237166" y="85750"/>
                </a:cubicBezTo>
                <a:cubicBezTo>
                  <a:pt x="237166" y="97671"/>
                  <a:pt x="239224" y="106743"/>
                  <a:pt x="243340" y="112967"/>
                </a:cubicBezTo>
                <a:cubicBezTo>
                  <a:pt x="247457" y="119191"/>
                  <a:pt x="253401" y="122303"/>
                  <a:pt x="261172" y="122303"/>
                </a:cubicBezTo>
                <a:cubicBezTo>
                  <a:pt x="278230" y="122303"/>
                  <a:pt x="286759" y="110119"/>
                  <a:pt x="286759" y="85750"/>
                </a:cubicBezTo>
                <a:close/>
                <a:moveTo>
                  <a:pt x="382618" y="182170"/>
                </a:moveTo>
                <a:cubicBezTo>
                  <a:pt x="369578" y="182170"/>
                  <a:pt x="359090" y="179684"/>
                  <a:pt x="351153" y="174712"/>
                </a:cubicBezTo>
                <a:cubicBezTo>
                  <a:pt x="343217" y="169739"/>
                  <a:pt x="338327" y="162643"/>
                  <a:pt x="336483" y="153422"/>
                </a:cubicBezTo>
                <a:lnTo>
                  <a:pt x="364243" y="150162"/>
                </a:lnTo>
                <a:cubicBezTo>
                  <a:pt x="365231" y="154443"/>
                  <a:pt x="367355" y="157802"/>
                  <a:pt x="370615" y="160239"/>
                </a:cubicBezTo>
                <a:cubicBezTo>
                  <a:pt x="373875" y="162676"/>
                  <a:pt x="378140" y="163894"/>
                  <a:pt x="383409" y="163894"/>
                </a:cubicBezTo>
                <a:cubicBezTo>
                  <a:pt x="391114" y="163894"/>
                  <a:pt x="396745" y="161523"/>
                  <a:pt x="400302" y="156781"/>
                </a:cubicBezTo>
                <a:cubicBezTo>
                  <a:pt x="403858" y="152039"/>
                  <a:pt x="405637" y="144992"/>
                  <a:pt x="405637" y="135640"/>
                </a:cubicBezTo>
                <a:lnTo>
                  <a:pt x="405637" y="130009"/>
                </a:lnTo>
                <a:lnTo>
                  <a:pt x="405834" y="119438"/>
                </a:lnTo>
                <a:lnTo>
                  <a:pt x="405637" y="119438"/>
                </a:lnTo>
                <a:cubicBezTo>
                  <a:pt x="399512" y="132544"/>
                  <a:pt x="388052" y="139097"/>
                  <a:pt x="371257" y="139097"/>
                </a:cubicBezTo>
                <a:cubicBezTo>
                  <a:pt x="358810" y="139097"/>
                  <a:pt x="349161" y="134417"/>
                  <a:pt x="342312" y="125057"/>
                </a:cubicBezTo>
                <a:cubicBezTo>
                  <a:pt x="335462" y="115696"/>
                  <a:pt x="332037" y="102314"/>
                  <a:pt x="332037" y="84911"/>
                </a:cubicBezTo>
                <a:cubicBezTo>
                  <a:pt x="332037" y="67441"/>
                  <a:pt x="335561" y="53960"/>
                  <a:pt x="342608" y="44468"/>
                </a:cubicBezTo>
                <a:cubicBezTo>
                  <a:pt x="349655" y="34976"/>
                  <a:pt x="359896" y="30230"/>
                  <a:pt x="373332" y="30230"/>
                </a:cubicBezTo>
                <a:cubicBezTo>
                  <a:pt x="388875" y="30230"/>
                  <a:pt x="399643" y="36651"/>
                  <a:pt x="405637" y="49494"/>
                </a:cubicBezTo>
                <a:lnTo>
                  <a:pt x="406131" y="49494"/>
                </a:lnTo>
                <a:cubicBezTo>
                  <a:pt x="406131" y="47201"/>
                  <a:pt x="406279" y="44092"/>
                  <a:pt x="406575" y="40165"/>
                </a:cubicBezTo>
                <a:cubicBezTo>
                  <a:pt x="406871" y="36236"/>
                  <a:pt x="407184" y="33649"/>
                  <a:pt x="407514" y="32403"/>
                </a:cubicBezTo>
                <a:lnTo>
                  <a:pt x="433792" y="32403"/>
                </a:lnTo>
                <a:cubicBezTo>
                  <a:pt x="433397" y="39516"/>
                  <a:pt x="433199" y="47749"/>
                  <a:pt x="433199" y="57101"/>
                </a:cubicBezTo>
                <a:lnTo>
                  <a:pt x="433199" y="136035"/>
                </a:lnTo>
                <a:cubicBezTo>
                  <a:pt x="433199" y="151249"/>
                  <a:pt x="428885" y="162741"/>
                  <a:pt x="420258" y="170513"/>
                </a:cubicBezTo>
                <a:cubicBezTo>
                  <a:pt x="411630" y="178284"/>
                  <a:pt x="399083" y="182170"/>
                  <a:pt x="382618" y="182170"/>
                </a:cubicBezTo>
                <a:moveTo>
                  <a:pt x="405834" y="84318"/>
                </a:moveTo>
                <a:cubicBezTo>
                  <a:pt x="405834" y="73303"/>
                  <a:pt x="403875" y="64712"/>
                  <a:pt x="399956" y="58546"/>
                </a:cubicBezTo>
                <a:cubicBezTo>
                  <a:pt x="396037" y="52380"/>
                  <a:pt x="390456" y="49297"/>
                  <a:pt x="383211" y="49297"/>
                </a:cubicBezTo>
                <a:cubicBezTo>
                  <a:pt x="368392" y="49297"/>
                  <a:pt x="360983" y="61168"/>
                  <a:pt x="360983" y="84911"/>
                </a:cubicBezTo>
                <a:cubicBezTo>
                  <a:pt x="360983" y="108192"/>
                  <a:pt x="368327" y="119833"/>
                  <a:pt x="383014" y="119833"/>
                </a:cubicBezTo>
                <a:cubicBezTo>
                  <a:pt x="390390" y="119833"/>
                  <a:pt x="396037" y="116750"/>
                  <a:pt x="399956" y="110584"/>
                </a:cubicBezTo>
                <a:cubicBezTo>
                  <a:pt x="403875" y="104418"/>
                  <a:pt x="405834" y="95662"/>
                  <a:pt x="405834" y="84318"/>
                </a:cubicBezTo>
                <a:close/>
                <a:moveTo>
                  <a:pt x="461486" y="139295"/>
                </a:moveTo>
                <a:lnTo>
                  <a:pt x="461486" y="57496"/>
                </a:lnTo>
                <a:cubicBezTo>
                  <a:pt x="461486" y="51635"/>
                  <a:pt x="461403" y="46745"/>
                  <a:pt x="461239" y="42826"/>
                </a:cubicBezTo>
                <a:cubicBezTo>
                  <a:pt x="461074" y="38907"/>
                  <a:pt x="460893" y="35433"/>
                  <a:pt x="460695" y="32403"/>
                </a:cubicBezTo>
                <a:lnTo>
                  <a:pt x="487171" y="32403"/>
                </a:lnTo>
                <a:cubicBezTo>
                  <a:pt x="487369" y="33585"/>
                  <a:pt x="487632" y="37175"/>
                  <a:pt x="487962" y="43175"/>
                </a:cubicBezTo>
                <a:cubicBezTo>
                  <a:pt x="488291" y="49174"/>
                  <a:pt x="488455" y="53158"/>
                  <a:pt x="488455" y="55125"/>
                </a:cubicBezTo>
                <a:lnTo>
                  <a:pt x="488851" y="55125"/>
                </a:lnTo>
                <a:cubicBezTo>
                  <a:pt x="491551" y="47617"/>
                  <a:pt x="493955" y="42332"/>
                  <a:pt x="496062" y="39269"/>
                </a:cubicBezTo>
                <a:cubicBezTo>
                  <a:pt x="498170" y="36207"/>
                  <a:pt x="500673" y="33935"/>
                  <a:pt x="503570" y="32453"/>
                </a:cubicBezTo>
                <a:cubicBezTo>
                  <a:pt x="506468" y="30971"/>
                  <a:pt x="510091" y="30230"/>
                  <a:pt x="514437" y="30230"/>
                </a:cubicBezTo>
                <a:cubicBezTo>
                  <a:pt x="517994" y="30230"/>
                  <a:pt x="520859" y="30724"/>
                  <a:pt x="523032" y="31712"/>
                </a:cubicBezTo>
                <a:lnTo>
                  <a:pt x="523032" y="54928"/>
                </a:lnTo>
                <a:cubicBezTo>
                  <a:pt x="518554" y="53940"/>
                  <a:pt x="514602" y="53446"/>
                  <a:pt x="511177" y="53446"/>
                </a:cubicBezTo>
                <a:cubicBezTo>
                  <a:pt x="504262" y="53446"/>
                  <a:pt x="498878" y="56248"/>
                  <a:pt x="495025" y="61852"/>
                </a:cubicBezTo>
                <a:cubicBezTo>
                  <a:pt x="491172" y="67457"/>
                  <a:pt x="489246" y="75764"/>
                  <a:pt x="489246" y="86775"/>
                </a:cubicBezTo>
                <a:lnTo>
                  <a:pt x="489246" y="139295"/>
                </a:lnTo>
                <a:lnTo>
                  <a:pt x="461486" y="139295"/>
                </a:lnTo>
                <a:close/>
                <a:moveTo>
                  <a:pt x="564887" y="141271"/>
                </a:moveTo>
                <a:cubicBezTo>
                  <a:pt x="554547" y="141271"/>
                  <a:pt x="546479" y="138455"/>
                  <a:pt x="540684" y="132824"/>
                </a:cubicBezTo>
                <a:cubicBezTo>
                  <a:pt x="534888" y="127193"/>
                  <a:pt x="531990" y="119273"/>
                  <a:pt x="531990" y="109065"/>
                </a:cubicBezTo>
                <a:cubicBezTo>
                  <a:pt x="531990" y="98000"/>
                  <a:pt x="535596" y="89570"/>
                  <a:pt x="542808" y="83775"/>
                </a:cubicBezTo>
                <a:cubicBezTo>
                  <a:pt x="550019" y="77979"/>
                  <a:pt x="560475" y="75015"/>
                  <a:pt x="574174" y="74883"/>
                </a:cubicBezTo>
                <a:lnTo>
                  <a:pt x="597192" y="74488"/>
                </a:lnTo>
                <a:lnTo>
                  <a:pt x="597192" y="69055"/>
                </a:lnTo>
                <a:cubicBezTo>
                  <a:pt x="597192" y="62074"/>
                  <a:pt x="595974" y="56887"/>
                  <a:pt x="593537" y="53495"/>
                </a:cubicBezTo>
                <a:cubicBezTo>
                  <a:pt x="591100" y="50103"/>
                  <a:pt x="587115" y="48407"/>
                  <a:pt x="581583" y="48407"/>
                </a:cubicBezTo>
                <a:cubicBezTo>
                  <a:pt x="576446" y="48407"/>
                  <a:pt x="572675" y="49577"/>
                  <a:pt x="570272" y="51915"/>
                </a:cubicBezTo>
                <a:cubicBezTo>
                  <a:pt x="567868" y="54253"/>
                  <a:pt x="566369" y="58122"/>
                  <a:pt x="565777" y="63522"/>
                </a:cubicBezTo>
                <a:lnTo>
                  <a:pt x="536831" y="62139"/>
                </a:lnTo>
                <a:cubicBezTo>
                  <a:pt x="538609" y="51733"/>
                  <a:pt x="543367" y="43847"/>
                  <a:pt x="551106" y="38479"/>
                </a:cubicBezTo>
                <a:cubicBezTo>
                  <a:pt x="558845" y="33111"/>
                  <a:pt x="569399" y="30428"/>
                  <a:pt x="582769" y="30428"/>
                </a:cubicBezTo>
                <a:cubicBezTo>
                  <a:pt x="596270" y="30428"/>
                  <a:pt x="606676" y="33754"/>
                  <a:pt x="613986" y="40405"/>
                </a:cubicBezTo>
                <a:cubicBezTo>
                  <a:pt x="621297" y="47057"/>
                  <a:pt x="624952" y="56508"/>
                  <a:pt x="624952" y="68758"/>
                </a:cubicBezTo>
                <a:lnTo>
                  <a:pt x="624952" y="107682"/>
                </a:lnTo>
                <a:cubicBezTo>
                  <a:pt x="624952" y="113675"/>
                  <a:pt x="625627" y="117808"/>
                  <a:pt x="626977" y="120080"/>
                </a:cubicBezTo>
                <a:cubicBezTo>
                  <a:pt x="628328" y="122352"/>
                  <a:pt x="630583" y="123488"/>
                  <a:pt x="633745" y="123488"/>
                </a:cubicBezTo>
                <a:cubicBezTo>
                  <a:pt x="635852" y="123488"/>
                  <a:pt x="637894" y="123291"/>
                  <a:pt x="639870" y="122896"/>
                </a:cubicBezTo>
                <a:lnTo>
                  <a:pt x="639870" y="137912"/>
                </a:lnTo>
                <a:cubicBezTo>
                  <a:pt x="638223" y="138307"/>
                  <a:pt x="636741" y="138669"/>
                  <a:pt x="635424" y="138999"/>
                </a:cubicBezTo>
                <a:cubicBezTo>
                  <a:pt x="634107" y="139328"/>
                  <a:pt x="632790" y="139591"/>
                  <a:pt x="631472" y="139789"/>
                </a:cubicBezTo>
                <a:cubicBezTo>
                  <a:pt x="630155" y="139987"/>
                  <a:pt x="628756" y="140151"/>
                  <a:pt x="627274" y="140283"/>
                </a:cubicBezTo>
                <a:cubicBezTo>
                  <a:pt x="625792" y="140415"/>
                  <a:pt x="624063" y="140481"/>
                  <a:pt x="622087" y="140481"/>
                </a:cubicBezTo>
                <a:cubicBezTo>
                  <a:pt x="615106" y="140481"/>
                  <a:pt x="609952" y="138768"/>
                  <a:pt x="606627" y="135343"/>
                </a:cubicBezTo>
                <a:cubicBezTo>
                  <a:pt x="603301" y="131919"/>
                  <a:pt x="601308" y="126880"/>
                  <a:pt x="600650" y="120228"/>
                </a:cubicBezTo>
                <a:lnTo>
                  <a:pt x="600057" y="120228"/>
                </a:lnTo>
                <a:cubicBezTo>
                  <a:pt x="592285" y="134257"/>
                  <a:pt x="580562" y="141271"/>
                  <a:pt x="564887" y="141271"/>
                </a:cubicBezTo>
                <a:moveTo>
                  <a:pt x="597192" y="89801"/>
                </a:moveTo>
                <a:lnTo>
                  <a:pt x="582966" y="89998"/>
                </a:lnTo>
                <a:cubicBezTo>
                  <a:pt x="576512" y="90262"/>
                  <a:pt x="571935" y="90970"/>
                  <a:pt x="569234" y="92122"/>
                </a:cubicBezTo>
                <a:cubicBezTo>
                  <a:pt x="566534" y="93275"/>
                  <a:pt x="564476" y="95037"/>
                  <a:pt x="563060" y="97408"/>
                </a:cubicBezTo>
                <a:cubicBezTo>
                  <a:pt x="561644" y="99779"/>
                  <a:pt x="560936" y="102940"/>
                  <a:pt x="560936" y="106892"/>
                </a:cubicBezTo>
                <a:cubicBezTo>
                  <a:pt x="560936" y="111963"/>
                  <a:pt x="562105" y="115733"/>
                  <a:pt x="564443" y="118203"/>
                </a:cubicBezTo>
                <a:cubicBezTo>
                  <a:pt x="566781" y="120673"/>
                  <a:pt x="569893" y="121908"/>
                  <a:pt x="573779" y="121908"/>
                </a:cubicBezTo>
                <a:cubicBezTo>
                  <a:pt x="578125" y="121908"/>
                  <a:pt x="582093" y="120722"/>
                  <a:pt x="585683" y="118351"/>
                </a:cubicBezTo>
                <a:cubicBezTo>
                  <a:pt x="589272" y="115980"/>
                  <a:pt x="592088" y="112704"/>
                  <a:pt x="594130" y="108522"/>
                </a:cubicBezTo>
                <a:cubicBezTo>
                  <a:pt x="596171" y="104340"/>
                  <a:pt x="597192" y="99910"/>
                  <a:pt x="597192" y="95234"/>
                </a:cubicBezTo>
                <a:lnTo>
                  <a:pt x="597192" y="89801"/>
                </a:lnTo>
                <a:close/>
                <a:moveTo>
                  <a:pt x="715611" y="139295"/>
                </a:moveTo>
                <a:lnTo>
                  <a:pt x="715611" y="79261"/>
                </a:lnTo>
                <a:cubicBezTo>
                  <a:pt x="715611" y="60470"/>
                  <a:pt x="710211" y="51075"/>
                  <a:pt x="699410" y="51075"/>
                </a:cubicBezTo>
                <a:cubicBezTo>
                  <a:pt x="693811" y="51075"/>
                  <a:pt x="689251" y="53943"/>
                  <a:pt x="685727" y="59679"/>
                </a:cubicBezTo>
                <a:cubicBezTo>
                  <a:pt x="682203" y="65415"/>
                  <a:pt x="680442" y="72832"/>
                  <a:pt x="680442" y="81932"/>
                </a:cubicBezTo>
                <a:lnTo>
                  <a:pt x="680442" y="139295"/>
                </a:lnTo>
                <a:lnTo>
                  <a:pt x="652682" y="139295"/>
                </a:lnTo>
                <a:lnTo>
                  <a:pt x="652682" y="56311"/>
                </a:lnTo>
                <a:cubicBezTo>
                  <a:pt x="652682" y="50581"/>
                  <a:pt x="652599" y="45888"/>
                  <a:pt x="652435" y="42233"/>
                </a:cubicBezTo>
                <a:cubicBezTo>
                  <a:pt x="652270" y="38578"/>
                  <a:pt x="652089" y="35301"/>
                  <a:pt x="651891" y="32403"/>
                </a:cubicBezTo>
                <a:lnTo>
                  <a:pt x="678367" y="32403"/>
                </a:lnTo>
                <a:cubicBezTo>
                  <a:pt x="678565" y="33649"/>
                  <a:pt x="678828" y="36976"/>
                  <a:pt x="679157" y="42384"/>
                </a:cubicBezTo>
                <a:cubicBezTo>
                  <a:pt x="679487" y="47793"/>
                  <a:pt x="679651" y="51513"/>
                  <a:pt x="679651" y="53545"/>
                </a:cubicBezTo>
                <a:lnTo>
                  <a:pt x="680047" y="53545"/>
                </a:lnTo>
                <a:cubicBezTo>
                  <a:pt x="683471" y="45378"/>
                  <a:pt x="687736" y="39450"/>
                  <a:pt x="692840" y="35762"/>
                </a:cubicBezTo>
                <a:cubicBezTo>
                  <a:pt x="697944" y="32074"/>
                  <a:pt x="704053" y="30230"/>
                  <a:pt x="711166" y="30230"/>
                </a:cubicBezTo>
                <a:cubicBezTo>
                  <a:pt x="727499" y="30230"/>
                  <a:pt x="737411" y="38002"/>
                  <a:pt x="740902" y="53545"/>
                </a:cubicBezTo>
                <a:lnTo>
                  <a:pt x="741494" y="53545"/>
                </a:lnTo>
                <a:cubicBezTo>
                  <a:pt x="745117" y="45246"/>
                  <a:pt x="749464" y="39286"/>
                  <a:pt x="754535" y="35663"/>
                </a:cubicBezTo>
                <a:cubicBezTo>
                  <a:pt x="759606" y="32041"/>
                  <a:pt x="766060" y="30230"/>
                  <a:pt x="773898" y="30230"/>
                </a:cubicBezTo>
                <a:cubicBezTo>
                  <a:pt x="784304" y="30230"/>
                  <a:pt x="792240" y="33773"/>
                  <a:pt x="797706" y="40859"/>
                </a:cubicBezTo>
                <a:cubicBezTo>
                  <a:pt x="803173" y="47945"/>
                  <a:pt x="805906" y="58114"/>
                  <a:pt x="805906" y="71364"/>
                </a:cubicBezTo>
                <a:lnTo>
                  <a:pt x="805906" y="139295"/>
                </a:lnTo>
                <a:lnTo>
                  <a:pt x="778343" y="139295"/>
                </a:lnTo>
                <a:lnTo>
                  <a:pt x="778343" y="79261"/>
                </a:lnTo>
                <a:cubicBezTo>
                  <a:pt x="778343" y="60470"/>
                  <a:pt x="772943" y="51075"/>
                  <a:pt x="762142" y="51075"/>
                </a:cubicBezTo>
                <a:cubicBezTo>
                  <a:pt x="756741" y="51075"/>
                  <a:pt x="752312" y="53696"/>
                  <a:pt x="748854" y="58938"/>
                </a:cubicBezTo>
                <a:cubicBezTo>
                  <a:pt x="745397" y="64180"/>
                  <a:pt x="743503" y="71416"/>
                  <a:pt x="743174" y="80647"/>
                </a:cubicBezTo>
                <a:lnTo>
                  <a:pt x="743174" y="139295"/>
                </a:lnTo>
                <a:lnTo>
                  <a:pt x="715611" y="139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C484178A-444B-4199-9DCB-A04B58F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809" y="344882"/>
            <a:ext cx="955576" cy="143247"/>
          </a:xfrm>
          <a:custGeom xmlns:a="http://schemas.openxmlformats.org/drawingml/2006/main">
            <a:pathLst>
              <a:path w="955576" h="143247">
                <a:moveTo>
                  <a:pt x="71327" y="120426"/>
                </a:moveTo>
                <a:cubicBezTo>
                  <a:pt x="78901" y="120426"/>
                  <a:pt x="86244" y="119320"/>
                  <a:pt x="93357" y="117107"/>
                </a:cubicBezTo>
                <a:cubicBezTo>
                  <a:pt x="100470" y="114893"/>
                  <a:pt x="105970" y="112068"/>
                  <a:pt x="109855" y="108633"/>
                </a:cubicBezTo>
                <a:lnTo>
                  <a:pt x="109855" y="89307"/>
                </a:lnTo>
                <a:lnTo>
                  <a:pt x="75871" y="89307"/>
                </a:lnTo>
                <a:lnTo>
                  <a:pt x="75871" y="67770"/>
                </a:lnTo>
                <a:lnTo>
                  <a:pt x="136529" y="67770"/>
                </a:lnTo>
                <a:lnTo>
                  <a:pt x="136529" y="119012"/>
                </a:lnTo>
                <a:cubicBezTo>
                  <a:pt x="129152" y="126596"/>
                  <a:pt x="119553" y="132532"/>
                  <a:pt x="107731" y="136819"/>
                </a:cubicBezTo>
                <a:cubicBezTo>
                  <a:pt x="95909" y="141104"/>
                  <a:pt x="83511" y="143247"/>
                  <a:pt x="70537" y="143247"/>
                </a:cubicBezTo>
                <a:cubicBezTo>
                  <a:pt x="47881" y="143247"/>
                  <a:pt x="30460" y="136973"/>
                  <a:pt x="18276" y="124427"/>
                </a:cubicBezTo>
                <a:cubicBezTo>
                  <a:pt x="6092" y="111881"/>
                  <a:pt x="0" y="94082"/>
                  <a:pt x="0" y="71031"/>
                </a:cubicBezTo>
                <a:cubicBezTo>
                  <a:pt x="0" y="48111"/>
                  <a:pt x="6125" y="30543"/>
                  <a:pt x="18375" y="18326"/>
                </a:cubicBezTo>
                <a:cubicBezTo>
                  <a:pt x="30625" y="6109"/>
                  <a:pt x="48243" y="0"/>
                  <a:pt x="71228" y="0"/>
                </a:cubicBezTo>
                <a:cubicBezTo>
                  <a:pt x="103895" y="0"/>
                  <a:pt x="124674" y="12059"/>
                  <a:pt x="133565" y="36176"/>
                </a:cubicBezTo>
                <a:lnTo>
                  <a:pt x="106694" y="44258"/>
                </a:lnTo>
                <a:cubicBezTo>
                  <a:pt x="103796" y="37244"/>
                  <a:pt x="99252" y="31934"/>
                  <a:pt x="93061" y="28328"/>
                </a:cubicBezTo>
                <a:cubicBezTo>
                  <a:pt x="86870" y="24722"/>
                  <a:pt x="79592" y="22919"/>
                  <a:pt x="71228" y="22919"/>
                </a:cubicBezTo>
                <a:cubicBezTo>
                  <a:pt x="57529" y="22919"/>
                  <a:pt x="47123" y="27069"/>
                  <a:pt x="40010" y="35367"/>
                </a:cubicBezTo>
                <a:cubicBezTo>
                  <a:pt x="32897" y="43666"/>
                  <a:pt x="29341" y="55553"/>
                  <a:pt x="29341" y="71031"/>
                </a:cubicBezTo>
                <a:cubicBezTo>
                  <a:pt x="29341" y="86771"/>
                  <a:pt x="33013" y="98939"/>
                  <a:pt x="40356" y="107534"/>
                </a:cubicBezTo>
                <a:cubicBezTo>
                  <a:pt x="47699" y="116129"/>
                  <a:pt x="58023" y="120426"/>
                  <a:pt x="71327" y="120426"/>
                </a:cubicBezTo>
                <a:close/>
                <a:moveTo>
                  <a:pt x="207001" y="143247"/>
                </a:moveTo>
                <a:cubicBezTo>
                  <a:pt x="190931" y="143247"/>
                  <a:pt x="178582" y="138488"/>
                  <a:pt x="169954" y="128971"/>
                </a:cubicBezTo>
                <a:cubicBezTo>
                  <a:pt x="161326" y="119455"/>
                  <a:pt x="157013" y="105574"/>
                  <a:pt x="157013" y="87331"/>
                </a:cubicBezTo>
                <a:cubicBezTo>
                  <a:pt x="157013" y="69680"/>
                  <a:pt x="161392" y="56113"/>
                  <a:pt x="170152" y="46629"/>
                </a:cubicBezTo>
                <a:cubicBezTo>
                  <a:pt x="178911" y="37145"/>
                  <a:pt x="191326" y="32403"/>
                  <a:pt x="207396" y="32403"/>
                </a:cubicBezTo>
                <a:cubicBezTo>
                  <a:pt x="222741" y="32403"/>
                  <a:pt x="234464" y="37483"/>
                  <a:pt x="242565" y="47642"/>
                </a:cubicBezTo>
                <a:cubicBezTo>
                  <a:pt x="250666" y="57801"/>
                  <a:pt x="254717" y="72677"/>
                  <a:pt x="254717" y="92271"/>
                </a:cubicBezTo>
                <a:lnTo>
                  <a:pt x="254717" y="93061"/>
                </a:lnTo>
                <a:lnTo>
                  <a:pt x="186156" y="93061"/>
                </a:lnTo>
                <a:cubicBezTo>
                  <a:pt x="186156" y="103500"/>
                  <a:pt x="188082" y="111378"/>
                  <a:pt x="191935" y="116697"/>
                </a:cubicBezTo>
                <a:cubicBezTo>
                  <a:pt x="195788" y="122015"/>
                  <a:pt x="201271" y="124674"/>
                  <a:pt x="208384" y="124674"/>
                </a:cubicBezTo>
                <a:cubicBezTo>
                  <a:pt x="218197" y="124674"/>
                  <a:pt x="224388" y="120393"/>
                  <a:pt x="226956" y="111831"/>
                </a:cubicBezTo>
                <a:lnTo>
                  <a:pt x="253136" y="114110"/>
                </a:lnTo>
                <a:cubicBezTo>
                  <a:pt x="245562" y="133534"/>
                  <a:pt x="230184" y="143247"/>
                  <a:pt x="207001" y="143247"/>
                </a:cubicBezTo>
                <a:moveTo>
                  <a:pt x="207001" y="49889"/>
                </a:moveTo>
                <a:cubicBezTo>
                  <a:pt x="200480" y="49889"/>
                  <a:pt x="195459" y="52153"/>
                  <a:pt x="191935" y="56681"/>
                </a:cubicBezTo>
                <a:cubicBezTo>
                  <a:pt x="188412" y="61207"/>
                  <a:pt x="186551" y="67538"/>
                  <a:pt x="186353" y="75674"/>
                </a:cubicBezTo>
                <a:lnTo>
                  <a:pt x="227846" y="75674"/>
                </a:lnTo>
                <a:cubicBezTo>
                  <a:pt x="227319" y="67079"/>
                  <a:pt x="225244" y="60633"/>
                  <a:pt x="221622" y="56335"/>
                </a:cubicBezTo>
                <a:cubicBezTo>
                  <a:pt x="217999" y="52038"/>
                  <a:pt x="213126" y="49889"/>
                  <a:pt x="207001" y="49889"/>
                </a:cubicBezTo>
                <a:close/>
                <a:moveTo>
                  <a:pt x="344980" y="141271"/>
                </a:moveTo>
                <a:lnTo>
                  <a:pt x="344980" y="81237"/>
                </a:lnTo>
                <a:cubicBezTo>
                  <a:pt x="344980" y="62446"/>
                  <a:pt x="338625" y="53051"/>
                  <a:pt x="325914" y="53051"/>
                </a:cubicBezTo>
                <a:cubicBezTo>
                  <a:pt x="319196" y="53051"/>
                  <a:pt x="313779" y="55935"/>
                  <a:pt x="309663" y="61704"/>
                </a:cubicBezTo>
                <a:cubicBezTo>
                  <a:pt x="305546" y="67473"/>
                  <a:pt x="303488" y="74874"/>
                  <a:pt x="303488" y="83907"/>
                </a:cubicBezTo>
                <a:lnTo>
                  <a:pt x="303488" y="141271"/>
                </a:lnTo>
                <a:lnTo>
                  <a:pt x="275728" y="141271"/>
                </a:lnTo>
                <a:lnTo>
                  <a:pt x="275728" y="58287"/>
                </a:lnTo>
                <a:cubicBezTo>
                  <a:pt x="275728" y="52557"/>
                  <a:pt x="275646" y="47864"/>
                  <a:pt x="275481" y="44209"/>
                </a:cubicBezTo>
                <a:cubicBezTo>
                  <a:pt x="275317" y="40554"/>
                  <a:pt x="275135" y="37277"/>
                  <a:pt x="274938" y="34379"/>
                </a:cubicBezTo>
                <a:lnTo>
                  <a:pt x="301414" y="34379"/>
                </a:lnTo>
                <a:cubicBezTo>
                  <a:pt x="301611" y="35624"/>
                  <a:pt x="301875" y="38951"/>
                  <a:pt x="302204" y="44360"/>
                </a:cubicBezTo>
                <a:cubicBezTo>
                  <a:pt x="302533" y="49769"/>
                  <a:pt x="302698" y="53489"/>
                  <a:pt x="302698" y="55520"/>
                </a:cubicBezTo>
                <a:lnTo>
                  <a:pt x="303093" y="55520"/>
                </a:lnTo>
                <a:cubicBezTo>
                  <a:pt x="306847" y="47354"/>
                  <a:pt x="311556" y="41426"/>
                  <a:pt x="317220" y="37738"/>
                </a:cubicBezTo>
                <a:cubicBezTo>
                  <a:pt x="322884" y="34050"/>
                  <a:pt x="329635" y="32206"/>
                  <a:pt x="337472" y="32206"/>
                </a:cubicBezTo>
                <a:cubicBezTo>
                  <a:pt x="348800" y="32206"/>
                  <a:pt x="357494" y="35700"/>
                  <a:pt x="363553" y="42687"/>
                </a:cubicBezTo>
                <a:cubicBezTo>
                  <a:pt x="369612" y="49674"/>
                  <a:pt x="372642" y="59892"/>
                  <a:pt x="372642" y="73340"/>
                </a:cubicBezTo>
                <a:lnTo>
                  <a:pt x="372642" y="141271"/>
                </a:lnTo>
                <a:lnTo>
                  <a:pt x="344980" y="141271"/>
                </a:lnTo>
                <a:close/>
                <a:moveTo>
                  <a:pt x="443112" y="143247"/>
                </a:moveTo>
                <a:cubicBezTo>
                  <a:pt x="427042" y="143247"/>
                  <a:pt x="414693" y="138488"/>
                  <a:pt x="406066" y="128971"/>
                </a:cubicBezTo>
                <a:cubicBezTo>
                  <a:pt x="397438" y="119455"/>
                  <a:pt x="393124" y="105574"/>
                  <a:pt x="393124" y="87331"/>
                </a:cubicBezTo>
                <a:cubicBezTo>
                  <a:pt x="393124" y="69680"/>
                  <a:pt x="397504" y="56113"/>
                  <a:pt x="406263" y="46629"/>
                </a:cubicBezTo>
                <a:cubicBezTo>
                  <a:pt x="415023" y="37145"/>
                  <a:pt x="427437" y="32403"/>
                  <a:pt x="443507" y="32403"/>
                </a:cubicBezTo>
                <a:cubicBezTo>
                  <a:pt x="458853" y="32403"/>
                  <a:pt x="470576" y="37483"/>
                  <a:pt x="478677" y="47642"/>
                </a:cubicBezTo>
                <a:cubicBezTo>
                  <a:pt x="486778" y="57801"/>
                  <a:pt x="490828" y="72677"/>
                  <a:pt x="490828" y="92271"/>
                </a:cubicBezTo>
                <a:lnTo>
                  <a:pt x="490828" y="93061"/>
                </a:lnTo>
                <a:lnTo>
                  <a:pt x="422267" y="93061"/>
                </a:lnTo>
                <a:cubicBezTo>
                  <a:pt x="422267" y="103500"/>
                  <a:pt x="424194" y="111378"/>
                  <a:pt x="428047" y="116697"/>
                </a:cubicBezTo>
                <a:cubicBezTo>
                  <a:pt x="431899" y="122015"/>
                  <a:pt x="437382" y="124674"/>
                  <a:pt x="444495" y="124674"/>
                </a:cubicBezTo>
                <a:cubicBezTo>
                  <a:pt x="454308" y="124674"/>
                  <a:pt x="460499" y="120393"/>
                  <a:pt x="463068" y="111831"/>
                </a:cubicBezTo>
                <a:lnTo>
                  <a:pt x="489247" y="114110"/>
                </a:lnTo>
                <a:cubicBezTo>
                  <a:pt x="481673" y="133534"/>
                  <a:pt x="466295" y="143247"/>
                  <a:pt x="443112" y="143247"/>
                </a:cubicBezTo>
                <a:moveTo>
                  <a:pt x="443112" y="49889"/>
                </a:moveTo>
                <a:cubicBezTo>
                  <a:pt x="436592" y="49889"/>
                  <a:pt x="431570" y="52153"/>
                  <a:pt x="428047" y="56681"/>
                </a:cubicBezTo>
                <a:cubicBezTo>
                  <a:pt x="424523" y="61207"/>
                  <a:pt x="422662" y="67538"/>
                  <a:pt x="422465" y="75674"/>
                </a:cubicBezTo>
                <a:lnTo>
                  <a:pt x="463957" y="75674"/>
                </a:lnTo>
                <a:cubicBezTo>
                  <a:pt x="463430" y="67079"/>
                  <a:pt x="461356" y="60633"/>
                  <a:pt x="457733" y="56335"/>
                </a:cubicBezTo>
                <a:cubicBezTo>
                  <a:pt x="454111" y="52038"/>
                  <a:pt x="449237" y="49889"/>
                  <a:pt x="443112" y="49889"/>
                </a:cubicBezTo>
                <a:close/>
                <a:moveTo>
                  <a:pt x="511840" y="141271"/>
                </a:moveTo>
                <a:lnTo>
                  <a:pt x="511840" y="59472"/>
                </a:lnTo>
                <a:cubicBezTo>
                  <a:pt x="511840" y="53610"/>
                  <a:pt x="511757" y="48720"/>
                  <a:pt x="511593" y="44802"/>
                </a:cubicBezTo>
                <a:cubicBezTo>
                  <a:pt x="511428" y="40883"/>
                  <a:pt x="511247" y="37409"/>
                  <a:pt x="511049" y="34379"/>
                </a:cubicBezTo>
                <a:lnTo>
                  <a:pt x="537525" y="34379"/>
                </a:lnTo>
                <a:cubicBezTo>
                  <a:pt x="537723" y="35561"/>
                  <a:pt x="537986" y="39151"/>
                  <a:pt x="538316" y="45150"/>
                </a:cubicBezTo>
                <a:cubicBezTo>
                  <a:pt x="538645" y="51150"/>
                  <a:pt x="538810" y="55133"/>
                  <a:pt x="538810" y="57101"/>
                </a:cubicBezTo>
                <a:lnTo>
                  <a:pt x="539205" y="57101"/>
                </a:lnTo>
                <a:cubicBezTo>
                  <a:pt x="541905" y="49593"/>
                  <a:pt x="544309" y="44308"/>
                  <a:pt x="546416" y="41245"/>
                </a:cubicBezTo>
                <a:cubicBezTo>
                  <a:pt x="548524" y="38183"/>
                  <a:pt x="551027" y="35910"/>
                  <a:pt x="553925" y="34429"/>
                </a:cubicBezTo>
                <a:cubicBezTo>
                  <a:pt x="556822" y="32947"/>
                  <a:pt x="560445" y="32206"/>
                  <a:pt x="564792" y="32206"/>
                </a:cubicBezTo>
                <a:cubicBezTo>
                  <a:pt x="568348" y="32206"/>
                  <a:pt x="571213" y="32700"/>
                  <a:pt x="573386" y="33688"/>
                </a:cubicBezTo>
                <a:lnTo>
                  <a:pt x="573386" y="56903"/>
                </a:lnTo>
                <a:cubicBezTo>
                  <a:pt x="568908" y="55916"/>
                  <a:pt x="564956" y="55422"/>
                  <a:pt x="561531" y="55422"/>
                </a:cubicBezTo>
                <a:cubicBezTo>
                  <a:pt x="554616" y="55422"/>
                  <a:pt x="549232" y="58224"/>
                  <a:pt x="545379" y="63828"/>
                </a:cubicBezTo>
                <a:cubicBezTo>
                  <a:pt x="541526" y="69432"/>
                  <a:pt x="539600" y="77740"/>
                  <a:pt x="539600" y="88751"/>
                </a:cubicBezTo>
                <a:lnTo>
                  <a:pt x="539600" y="141271"/>
                </a:lnTo>
                <a:lnTo>
                  <a:pt x="511840" y="141271"/>
                </a:lnTo>
                <a:close/>
                <a:moveTo>
                  <a:pt x="615241" y="143247"/>
                </a:moveTo>
                <a:cubicBezTo>
                  <a:pt x="604901" y="143247"/>
                  <a:pt x="596833" y="140431"/>
                  <a:pt x="591038" y="134800"/>
                </a:cubicBezTo>
                <a:cubicBezTo>
                  <a:pt x="585242" y="129169"/>
                  <a:pt x="582344" y="121249"/>
                  <a:pt x="582344" y="111041"/>
                </a:cubicBezTo>
                <a:cubicBezTo>
                  <a:pt x="582344" y="99976"/>
                  <a:pt x="585950" y="91546"/>
                  <a:pt x="593162" y="85750"/>
                </a:cubicBezTo>
                <a:cubicBezTo>
                  <a:pt x="600373" y="79955"/>
                  <a:pt x="610829" y="76991"/>
                  <a:pt x="624528" y="76859"/>
                </a:cubicBezTo>
                <a:lnTo>
                  <a:pt x="647546" y="76464"/>
                </a:lnTo>
                <a:lnTo>
                  <a:pt x="647546" y="71031"/>
                </a:lnTo>
                <a:cubicBezTo>
                  <a:pt x="647546" y="64049"/>
                  <a:pt x="646328" y="58863"/>
                  <a:pt x="643891" y="55471"/>
                </a:cubicBezTo>
                <a:cubicBezTo>
                  <a:pt x="641454" y="52079"/>
                  <a:pt x="637469" y="50383"/>
                  <a:pt x="631937" y="50383"/>
                </a:cubicBezTo>
                <a:cubicBezTo>
                  <a:pt x="626800" y="50383"/>
                  <a:pt x="623030" y="51552"/>
                  <a:pt x="620626" y="53890"/>
                </a:cubicBezTo>
                <a:cubicBezTo>
                  <a:pt x="618222" y="56228"/>
                  <a:pt x="616723" y="60098"/>
                  <a:pt x="616131" y="65498"/>
                </a:cubicBezTo>
                <a:lnTo>
                  <a:pt x="587185" y="64115"/>
                </a:lnTo>
                <a:cubicBezTo>
                  <a:pt x="588963" y="53709"/>
                  <a:pt x="593722" y="45822"/>
                  <a:pt x="601460" y="40455"/>
                </a:cubicBezTo>
                <a:cubicBezTo>
                  <a:pt x="609199" y="35087"/>
                  <a:pt x="619753" y="32403"/>
                  <a:pt x="633123" y="32403"/>
                </a:cubicBezTo>
                <a:cubicBezTo>
                  <a:pt x="646624" y="32403"/>
                  <a:pt x="657030" y="35729"/>
                  <a:pt x="664341" y="42381"/>
                </a:cubicBezTo>
                <a:cubicBezTo>
                  <a:pt x="671651" y="49033"/>
                  <a:pt x="675306" y="58484"/>
                  <a:pt x="675306" y="70734"/>
                </a:cubicBezTo>
                <a:lnTo>
                  <a:pt x="675306" y="109658"/>
                </a:lnTo>
                <a:cubicBezTo>
                  <a:pt x="675306" y="115651"/>
                  <a:pt x="675981" y="119784"/>
                  <a:pt x="677332" y="122056"/>
                </a:cubicBezTo>
                <a:cubicBezTo>
                  <a:pt x="678682" y="124328"/>
                  <a:pt x="680937" y="125464"/>
                  <a:pt x="684099" y="125464"/>
                </a:cubicBezTo>
                <a:cubicBezTo>
                  <a:pt x="686206" y="125464"/>
                  <a:pt x="688248" y="125267"/>
                  <a:pt x="690224" y="124872"/>
                </a:cubicBezTo>
                <a:lnTo>
                  <a:pt x="690224" y="139888"/>
                </a:lnTo>
                <a:cubicBezTo>
                  <a:pt x="688577" y="140283"/>
                  <a:pt x="687095" y="140645"/>
                  <a:pt x="685778" y="140974"/>
                </a:cubicBezTo>
                <a:cubicBezTo>
                  <a:pt x="684461" y="141304"/>
                  <a:pt x="683144" y="141567"/>
                  <a:pt x="681826" y="141765"/>
                </a:cubicBezTo>
                <a:cubicBezTo>
                  <a:pt x="680509" y="141962"/>
                  <a:pt x="679110" y="142127"/>
                  <a:pt x="677628" y="142259"/>
                </a:cubicBezTo>
                <a:cubicBezTo>
                  <a:pt x="676146" y="142390"/>
                  <a:pt x="674417" y="142456"/>
                  <a:pt x="672441" y="142456"/>
                </a:cubicBezTo>
                <a:cubicBezTo>
                  <a:pt x="665460" y="142456"/>
                  <a:pt x="660307" y="140744"/>
                  <a:pt x="656981" y="137319"/>
                </a:cubicBezTo>
                <a:cubicBezTo>
                  <a:pt x="653655" y="133894"/>
                  <a:pt x="651662" y="128856"/>
                  <a:pt x="651004" y="122204"/>
                </a:cubicBezTo>
                <a:lnTo>
                  <a:pt x="650411" y="122204"/>
                </a:lnTo>
                <a:cubicBezTo>
                  <a:pt x="642639" y="136233"/>
                  <a:pt x="630916" y="143247"/>
                  <a:pt x="615241" y="143247"/>
                </a:cubicBezTo>
                <a:moveTo>
                  <a:pt x="647546" y="91777"/>
                </a:moveTo>
                <a:lnTo>
                  <a:pt x="633320" y="91974"/>
                </a:lnTo>
                <a:cubicBezTo>
                  <a:pt x="626866" y="92238"/>
                  <a:pt x="622289" y="92946"/>
                  <a:pt x="619588" y="94098"/>
                </a:cubicBezTo>
                <a:cubicBezTo>
                  <a:pt x="616888" y="95251"/>
                  <a:pt x="614830" y="97013"/>
                  <a:pt x="613414" y="99384"/>
                </a:cubicBezTo>
                <a:cubicBezTo>
                  <a:pt x="611998" y="101755"/>
                  <a:pt x="611290" y="104916"/>
                  <a:pt x="611290" y="108867"/>
                </a:cubicBezTo>
                <a:cubicBezTo>
                  <a:pt x="611290" y="113939"/>
                  <a:pt x="612459" y="117709"/>
                  <a:pt x="614797" y="120179"/>
                </a:cubicBezTo>
                <a:cubicBezTo>
                  <a:pt x="617135" y="122649"/>
                  <a:pt x="620247" y="123884"/>
                  <a:pt x="624133" y="123884"/>
                </a:cubicBezTo>
                <a:cubicBezTo>
                  <a:pt x="628479" y="123884"/>
                  <a:pt x="632448" y="122698"/>
                  <a:pt x="636037" y="120327"/>
                </a:cubicBezTo>
                <a:cubicBezTo>
                  <a:pt x="639626" y="117956"/>
                  <a:pt x="642442" y="114680"/>
                  <a:pt x="644484" y="110498"/>
                </a:cubicBezTo>
                <a:cubicBezTo>
                  <a:pt x="646525" y="106315"/>
                  <a:pt x="647546" y="101886"/>
                  <a:pt x="647546" y="97210"/>
                </a:cubicBezTo>
                <a:lnTo>
                  <a:pt x="647546" y="91777"/>
                </a:lnTo>
                <a:close/>
                <a:moveTo>
                  <a:pt x="730401" y="143049"/>
                </a:moveTo>
                <a:cubicBezTo>
                  <a:pt x="722234" y="143049"/>
                  <a:pt x="715944" y="140826"/>
                  <a:pt x="711532" y="136381"/>
                </a:cubicBezTo>
                <a:cubicBezTo>
                  <a:pt x="707119" y="131935"/>
                  <a:pt x="704913" y="125201"/>
                  <a:pt x="704913" y="116178"/>
                </a:cubicBezTo>
                <a:lnTo>
                  <a:pt x="704913" y="53149"/>
                </a:lnTo>
                <a:lnTo>
                  <a:pt x="691378" y="53149"/>
                </a:lnTo>
                <a:lnTo>
                  <a:pt x="691378" y="34379"/>
                </a:lnTo>
                <a:lnTo>
                  <a:pt x="706296" y="34379"/>
                </a:lnTo>
                <a:lnTo>
                  <a:pt x="714989" y="9286"/>
                </a:lnTo>
                <a:lnTo>
                  <a:pt x="732376" y="9286"/>
                </a:lnTo>
                <a:lnTo>
                  <a:pt x="732376" y="34379"/>
                </a:lnTo>
                <a:lnTo>
                  <a:pt x="752629" y="34379"/>
                </a:lnTo>
                <a:lnTo>
                  <a:pt x="752629" y="53149"/>
                </a:lnTo>
                <a:lnTo>
                  <a:pt x="732376" y="53149"/>
                </a:lnTo>
                <a:lnTo>
                  <a:pt x="732376" y="108670"/>
                </a:lnTo>
                <a:cubicBezTo>
                  <a:pt x="732376" y="113873"/>
                  <a:pt x="733364" y="117709"/>
                  <a:pt x="735340" y="120179"/>
                </a:cubicBezTo>
                <a:cubicBezTo>
                  <a:pt x="737316" y="122649"/>
                  <a:pt x="740378" y="123884"/>
                  <a:pt x="744528" y="123884"/>
                </a:cubicBezTo>
                <a:cubicBezTo>
                  <a:pt x="746701" y="123884"/>
                  <a:pt x="749797" y="123423"/>
                  <a:pt x="753814" y="122501"/>
                </a:cubicBezTo>
                <a:lnTo>
                  <a:pt x="753814" y="139690"/>
                </a:lnTo>
                <a:cubicBezTo>
                  <a:pt x="746965" y="141929"/>
                  <a:pt x="739160" y="143049"/>
                  <a:pt x="730401" y="143049"/>
                </a:cubicBezTo>
                <a:close/>
                <a:moveTo>
                  <a:pt x="871966" y="87726"/>
                </a:moveTo>
                <a:cubicBezTo>
                  <a:pt x="871966" y="105048"/>
                  <a:pt x="867158" y="118631"/>
                  <a:pt x="857543" y="128477"/>
                </a:cubicBezTo>
                <a:cubicBezTo>
                  <a:pt x="847927" y="138324"/>
                  <a:pt x="834623" y="143247"/>
                  <a:pt x="817631" y="143247"/>
                </a:cubicBezTo>
                <a:cubicBezTo>
                  <a:pt x="800968" y="143247"/>
                  <a:pt x="787895" y="138307"/>
                  <a:pt x="778411" y="128428"/>
                </a:cubicBezTo>
                <a:cubicBezTo>
                  <a:pt x="768927" y="118549"/>
                  <a:pt x="764185" y="104982"/>
                  <a:pt x="764185" y="87726"/>
                </a:cubicBezTo>
                <a:cubicBezTo>
                  <a:pt x="764185" y="70537"/>
                  <a:pt x="768927" y="57019"/>
                  <a:pt x="778411" y="47173"/>
                </a:cubicBezTo>
                <a:cubicBezTo>
                  <a:pt x="787895" y="37326"/>
                  <a:pt x="801166" y="32403"/>
                  <a:pt x="818224" y="32403"/>
                </a:cubicBezTo>
                <a:cubicBezTo>
                  <a:pt x="835677" y="32403"/>
                  <a:pt x="848997" y="37162"/>
                  <a:pt x="858185" y="46679"/>
                </a:cubicBezTo>
                <a:cubicBezTo>
                  <a:pt x="867372" y="56195"/>
                  <a:pt x="871966" y="69878"/>
                  <a:pt x="871966" y="87726"/>
                </a:cubicBezTo>
                <a:moveTo>
                  <a:pt x="842922" y="87726"/>
                </a:moveTo>
                <a:cubicBezTo>
                  <a:pt x="842922" y="75015"/>
                  <a:pt x="840847" y="65795"/>
                  <a:pt x="836698" y="60065"/>
                </a:cubicBezTo>
                <a:cubicBezTo>
                  <a:pt x="832549" y="54335"/>
                  <a:pt x="826522" y="51470"/>
                  <a:pt x="818619" y="51470"/>
                </a:cubicBezTo>
                <a:cubicBezTo>
                  <a:pt x="801759" y="51470"/>
                  <a:pt x="793329" y="63555"/>
                  <a:pt x="793329" y="87726"/>
                </a:cubicBezTo>
                <a:cubicBezTo>
                  <a:pt x="793329" y="99647"/>
                  <a:pt x="795387" y="108719"/>
                  <a:pt x="799503" y="114943"/>
                </a:cubicBezTo>
                <a:cubicBezTo>
                  <a:pt x="803619" y="121167"/>
                  <a:pt x="809563" y="124279"/>
                  <a:pt x="817335" y="124279"/>
                </a:cubicBezTo>
                <a:cubicBezTo>
                  <a:pt x="834393" y="124279"/>
                  <a:pt x="842922" y="112095"/>
                  <a:pt x="842922" y="87726"/>
                </a:cubicBezTo>
                <a:close/>
                <a:moveTo>
                  <a:pt x="894029" y="141271"/>
                </a:moveTo>
                <a:lnTo>
                  <a:pt x="894029" y="59472"/>
                </a:lnTo>
                <a:cubicBezTo>
                  <a:pt x="894029" y="53610"/>
                  <a:pt x="893947" y="48720"/>
                  <a:pt x="893782" y="44802"/>
                </a:cubicBezTo>
                <a:cubicBezTo>
                  <a:pt x="893617" y="40883"/>
                  <a:pt x="893436" y="37409"/>
                  <a:pt x="893239" y="34379"/>
                </a:cubicBezTo>
                <a:lnTo>
                  <a:pt x="919714" y="34379"/>
                </a:lnTo>
                <a:cubicBezTo>
                  <a:pt x="919912" y="35561"/>
                  <a:pt x="920175" y="39151"/>
                  <a:pt x="920505" y="45150"/>
                </a:cubicBezTo>
                <a:cubicBezTo>
                  <a:pt x="920834" y="51150"/>
                  <a:pt x="920999" y="55133"/>
                  <a:pt x="920999" y="57101"/>
                </a:cubicBezTo>
                <a:lnTo>
                  <a:pt x="921394" y="57101"/>
                </a:lnTo>
                <a:cubicBezTo>
                  <a:pt x="924094" y="49593"/>
                  <a:pt x="926498" y="44308"/>
                  <a:pt x="928606" y="41245"/>
                </a:cubicBezTo>
                <a:cubicBezTo>
                  <a:pt x="930713" y="38183"/>
                  <a:pt x="933216" y="35910"/>
                  <a:pt x="936114" y="34429"/>
                </a:cubicBezTo>
                <a:cubicBezTo>
                  <a:pt x="939012" y="32947"/>
                  <a:pt x="942634" y="32206"/>
                  <a:pt x="946981" y="32206"/>
                </a:cubicBezTo>
                <a:cubicBezTo>
                  <a:pt x="950537" y="32206"/>
                  <a:pt x="953402" y="32700"/>
                  <a:pt x="955576" y="33688"/>
                </a:cubicBezTo>
                <a:lnTo>
                  <a:pt x="955576" y="56903"/>
                </a:lnTo>
                <a:cubicBezTo>
                  <a:pt x="951097" y="55916"/>
                  <a:pt x="947145" y="55422"/>
                  <a:pt x="943721" y="55422"/>
                </a:cubicBezTo>
                <a:cubicBezTo>
                  <a:pt x="936805" y="55422"/>
                  <a:pt x="931421" y="58224"/>
                  <a:pt x="927568" y="63828"/>
                </a:cubicBezTo>
                <a:cubicBezTo>
                  <a:pt x="923716" y="69432"/>
                  <a:pt x="921789" y="77740"/>
                  <a:pt x="921789" y="88751"/>
                </a:cubicBezTo>
                <a:lnTo>
                  <a:pt x="921789" y="141271"/>
                </a:lnTo>
                <a:lnTo>
                  <a:pt x="894029" y="141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8CB6B-C86F-42E1-8FE0-268C92C0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525061"/>
            <a:ext cx="7315" cy="3022402"/>
          </a:xfrm>
          <a:custGeom xmlns:a="http://schemas.openxmlformats.org/drawingml/2006/main">
            <a:pathLst>
              <a:path w="7315" h="3022402" fill="none">
                <a:moveTo>
                  <a:pt x="0" y="0"/>
                </a:moveTo>
                <a:lnTo>
                  <a:pt x="0" y="1556335"/>
                </a:lnTo>
                <a:lnTo>
                  <a:pt x="7315" y="3022402"/>
                </a:lnTo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278DA-A6A5-4F53-93D9-ECABC8C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4" y="3547307"/>
            <a:ext cx="51982" cy="77972"/>
          </a:xfrm>
          <a:custGeom xmlns:a="http://schemas.openxmlformats.org/drawingml/2006/main">
            <a:pathLst>
              <a:path w="51982" h="77972">
                <a:moveTo>
                  <a:pt x="26302" y="77972"/>
                </a:moveTo>
                <a:lnTo>
                  <a:pt x="0" y="311"/>
                </a:lnTo>
                <a:lnTo>
                  <a:pt x="51982" y="0"/>
                </a:lnTo>
                <a:lnTo>
                  <a:pt x="26302" y="77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604AF-5033-4658-B3F4-84D1CDF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4" y="3547307"/>
            <a:ext cx="51982" cy="77972"/>
          </a:xfrm>
          <a:custGeom xmlns:a="http://schemas.openxmlformats.org/drawingml/2006/main">
            <a:pathLst>
              <a:path w="51982" h="77972" fill="none">
                <a:moveTo>
                  <a:pt x="26302" y="77972"/>
                </a:moveTo>
                <a:lnTo>
                  <a:pt x="0" y="311"/>
                </a:lnTo>
                <a:lnTo>
                  <a:pt x="51982" y="0"/>
                </a:lnTo>
                <a:lnTo>
                  <a:pt x="26302" y="779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22" name="Text Input">
            <a:extLst xmlns:a="http://schemas.openxmlformats.org/drawingml/2006/main">
              <a:ext uri="{FF2B5EF4-FFF2-40B4-BE49-F238E27FC236}">
                <a16:creationId xmlns:a16="http://schemas.microsoft.com/office/drawing/2014/main" id="{9B822398-8A42-4D56-BC96-1A9A03A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5" y="97844"/>
            <a:ext cx="478476" cy="181380"/>
          </a:xfrm>
          <a:custGeom xmlns:a="http://schemas.openxmlformats.org/drawingml/2006/main">
            <a:pathLst>
              <a:path w="478476" h="181380">
                <a:moveTo>
                  <a:pt x="0" y="139295"/>
                </a:moveTo>
                <a:lnTo>
                  <a:pt x="0" y="0"/>
                </a:lnTo>
                <a:lnTo>
                  <a:pt x="29143" y="0"/>
                </a:lnTo>
                <a:lnTo>
                  <a:pt x="29143" y="139295"/>
                </a:lnTo>
                <a:lnTo>
                  <a:pt x="0" y="139295"/>
                </a:lnTo>
                <a:close/>
                <a:moveTo>
                  <a:pt x="126091" y="139295"/>
                </a:moveTo>
                <a:lnTo>
                  <a:pt x="126091" y="79261"/>
                </a:lnTo>
                <a:cubicBezTo>
                  <a:pt x="126091" y="60470"/>
                  <a:pt x="119736" y="51075"/>
                  <a:pt x="107024" y="51075"/>
                </a:cubicBezTo>
                <a:cubicBezTo>
                  <a:pt x="100307" y="51075"/>
                  <a:pt x="94890" y="53959"/>
                  <a:pt x="90773" y="59728"/>
                </a:cubicBezTo>
                <a:cubicBezTo>
                  <a:pt x="86657" y="65497"/>
                  <a:pt x="84599" y="72898"/>
                  <a:pt x="84599" y="81932"/>
                </a:cubicBezTo>
                <a:lnTo>
                  <a:pt x="84599" y="139295"/>
                </a:lnTo>
                <a:lnTo>
                  <a:pt x="56839" y="139295"/>
                </a:lnTo>
                <a:lnTo>
                  <a:pt x="56839" y="56311"/>
                </a:lnTo>
                <a:cubicBezTo>
                  <a:pt x="56839" y="50581"/>
                  <a:pt x="56756" y="45888"/>
                  <a:pt x="56592" y="42233"/>
                </a:cubicBezTo>
                <a:cubicBezTo>
                  <a:pt x="56427" y="38578"/>
                  <a:pt x="56246" y="35301"/>
                  <a:pt x="56048" y="32403"/>
                </a:cubicBezTo>
                <a:lnTo>
                  <a:pt x="82524" y="32403"/>
                </a:lnTo>
                <a:cubicBezTo>
                  <a:pt x="82722" y="33649"/>
                  <a:pt x="82985" y="36976"/>
                  <a:pt x="83315" y="42384"/>
                </a:cubicBezTo>
                <a:cubicBezTo>
                  <a:pt x="83644" y="47793"/>
                  <a:pt x="83809" y="51513"/>
                  <a:pt x="83809" y="53545"/>
                </a:cubicBezTo>
                <a:lnTo>
                  <a:pt x="84204" y="53545"/>
                </a:lnTo>
                <a:cubicBezTo>
                  <a:pt x="87958" y="45378"/>
                  <a:pt x="92667" y="39450"/>
                  <a:pt x="98331" y="35762"/>
                </a:cubicBezTo>
                <a:cubicBezTo>
                  <a:pt x="103995" y="32074"/>
                  <a:pt x="110746" y="30230"/>
                  <a:pt x="118583" y="30230"/>
                </a:cubicBezTo>
                <a:cubicBezTo>
                  <a:pt x="129911" y="30230"/>
                  <a:pt x="138605" y="33724"/>
                  <a:pt x="144664" y="40711"/>
                </a:cubicBezTo>
                <a:cubicBezTo>
                  <a:pt x="150723" y="47698"/>
                  <a:pt x="153752" y="57916"/>
                  <a:pt x="153752" y="71364"/>
                </a:cubicBezTo>
                <a:lnTo>
                  <a:pt x="153752" y="139295"/>
                </a:lnTo>
                <a:lnTo>
                  <a:pt x="126091" y="139295"/>
                </a:lnTo>
                <a:close/>
                <a:moveTo>
                  <a:pt x="281620" y="85306"/>
                </a:moveTo>
                <a:cubicBezTo>
                  <a:pt x="281620" y="103171"/>
                  <a:pt x="278047" y="116964"/>
                  <a:pt x="270901" y="126687"/>
                </a:cubicBezTo>
                <a:cubicBezTo>
                  <a:pt x="263755" y="136410"/>
                  <a:pt x="253662" y="141271"/>
                  <a:pt x="240622" y="141271"/>
                </a:cubicBezTo>
                <a:cubicBezTo>
                  <a:pt x="233114" y="141271"/>
                  <a:pt x="226577" y="139641"/>
                  <a:pt x="221012" y="136381"/>
                </a:cubicBezTo>
                <a:cubicBezTo>
                  <a:pt x="215447" y="133121"/>
                  <a:pt x="211182" y="128428"/>
                  <a:pt x="208219" y="122303"/>
                </a:cubicBezTo>
                <a:lnTo>
                  <a:pt x="207626" y="122303"/>
                </a:lnTo>
                <a:cubicBezTo>
                  <a:pt x="208021" y="124283"/>
                  <a:pt x="208219" y="130287"/>
                  <a:pt x="208219" y="140314"/>
                </a:cubicBezTo>
                <a:lnTo>
                  <a:pt x="208219" y="181380"/>
                </a:lnTo>
                <a:lnTo>
                  <a:pt x="180458" y="181380"/>
                </a:lnTo>
                <a:lnTo>
                  <a:pt x="180458" y="57018"/>
                </a:lnTo>
                <a:cubicBezTo>
                  <a:pt x="180458" y="46935"/>
                  <a:pt x="180195" y="38730"/>
                  <a:pt x="179668" y="32403"/>
                </a:cubicBezTo>
                <a:lnTo>
                  <a:pt x="206638" y="32403"/>
                </a:lnTo>
                <a:cubicBezTo>
                  <a:pt x="206967" y="33583"/>
                  <a:pt x="207247" y="35907"/>
                  <a:pt x="207478" y="39377"/>
                </a:cubicBezTo>
                <a:cubicBezTo>
                  <a:pt x="207708" y="42847"/>
                  <a:pt x="207823" y="46286"/>
                  <a:pt x="207823" y="49692"/>
                </a:cubicBezTo>
                <a:lnTo>
                  <a:pt x="208219" y="49692"/>
                </a:lnTo>
                <a:cubicBezTo>
                  <a:pt x="214475" y="36586"/>
                  <a:pt x="225869" y="30032"/>
                  <a:pt x="242400" y="30032"/>
                </a:cubicBezTo>
                <a:cubicBezTo>
                  <a:pt x="254848" y="30032"/>
                  <a:pt x="264496" y="34828"/>
                  <a:pt x="271346" y="44419"/>
                </a:cubicBezTo>
                <a:cubicBezTo>
                  <a:pt x="278195" y="54010"/>
                  <a:pt x="281620" y="67639"/>
                  <a:pt x="281620" y="85306"/>
                </a:cubicBezTo>
                <a:moveTo>
                  <a:pt x="252674" y="85306"/>
                </a:moveTo>
                <a:cubicBezTo>
                  <a:pt x="252674" y="61300"/>
                  <a:pt x="245331" y="49297"/>
                  <a:pt x="230644" y="49297"/>
                </a:cubicBezTo>
                <a:cubicBezTo>
                  <a:pt x="223268" y="49297"/>
                  <a:pt x="217620" y="52528"/>
                  <a:pt x="213701" y="58990"/>
                </a:cubicBezTo>
                <a:cubicBezTo>
                  <a:pt x="209783" y="65453"/>
                  <a:pt x="207823" y="74488"/>
                  <a:pt x="207823" y="86096"/>
                </a:cubicBezTo>
                <a:cubicBezTo>
                  <a:pt x="207823" y="97638"/>
                  <a:pt x="209783" y="106558"/>
                  <a:pt x="213701" y="112856"/>
                </a:cubicBezTo>
                <a:cubicBezTo>
                  <a:pt x="217620" y="119154"/>
                  <a:pt x="223202" y="122303"/>
                  <a:pt x="230447" y="122303"/>
                </a:cubicBezTo>
                <a:cubicBezTo>
                  <a:pt x="245265" y="122303"/>
                  <a:pt x="252674" y="109971"/>
                  <a:pt x="252674" y="85306"/>
                </a:cubicBezTo>
                <a:close/>
                <a:moveTo>
                  <a:pt x="330258" y="32403"/>
                </a:moveTo>
                <a:lnTo>
                  <a:pt x="330258" y="92369"/>
                </a:lnTo>
                <a:cubicBezTo>
                  <a:pt x="330258" y="111140"/>
                  <a:pt x="336580" y="120525"/>
                  <a:pt x="349225" y="120525"/>
                </a:cubicBezTo>
                <a:cubicBezTo>
                  <a:pt x="355943" y="120525"/>
                  <a:pt x="361360" y="117643"/>
                  <a:pt x="365477" y="111881"/>
                </a:cubicBezTo>
                <a:cubicBezTo>
                  <a:pt x="369593" y="106118"/>
                  <a:pt x="371651" y="98725"/>
                  <a:pt x="371651" y="89702"/>
                </a:cubicBezTo>
                <a:lnTo>
                  <a:pt x="371651" y="32403"/>
                </a:lnTo>
                <a:lnTo>
                  <a:pt x="399411" y="32403"/>
                </a:lnTo>
                <a:lnTo>
                  <a:pt x="399411" y="115388"/>
                </a:lnTo>
                <a:cubicBezTo>
                  <a:pt x="399411" y="124476"/>
                  <a:pt x="399675" y="132446"/>
                  <a:pt x="400202" y="139295"/>
                </a:cubicBezTo>
                <a:lnTo>
                  <a:pt x="373726" y="139295"/>
                </a:lnTo>
                <a:cubicBezTo>
                  <a:pt x="372935" y="129811"/>
                  <a:pt x="372540" y="122731"/>
                  <a:pt x="372540" y="118055"/>
                </a:cubicBezTo>
                <a:lnTo>
                  <a:pt x="372046" y="118055"/>
                </a:lnTo>
                <a:cubicBezTo>
                  <a:pt x="368358" y="126156"/>
                  <a:pt x="363665" y="132050"/>
                  <a:pt x="357968" y="135739"/>
                </a:cubicBezTo>
                <a:cubicBezTo>
                  <a:pt x="352272" y="139427"/>
                  <a:pt x="345504" y="141271"/>
                  <a:pt x="337667" y="141271"/>
                </a:cubicBezTo>
                <a:cubicBezTo>
                  <a:pt x="326339" y="141271"/>
                  <a:pt x="317645" y="137797"/>
                  <a:pt x="311586" y="130848"/>
                </a:cubicBezTo>
                <a:cubicBezTo>
                  <a:pt x="305527" y="123900"/>
                  <a:pt x="302497" y="113708"/>
                  <a:pt x="302497" y="100273"/>
                </a:cubicBezTo>
                <a:lnTo>
                  <a:pt x="302497" y="32403"/>
                </a:lnTo>
                <a:lnTo>
                  <a:pt x="330258" y="32403"/>
                </a:lnTo>
                <a:close/>
                <a:moveTo>
                  <a:pt x="455063" y="141073"/>
                </a:moveTo>
                <a:cubicBezTo>
                  <a:pt x="446896" y="141073"/>
                  <a:pt x="440606" y="138850"/>
                  <a:pt x="436194" y="134405"/>
                </a:cubicBezTo>
                <a:cubicBezTo>
                  <a:pt x="431781" y="129959"/>
                  <a:pt x="429575" y="123225"/>
                  <a:pt x="429575" y="114202"/>
                </a:cubicBezTo>
                <a:lnTo>
                  <a:pt x="429575" y="51174"/>
                </a:lnTo>
                <a:lnTo>
                  <a:pt x="416040" y="51174"/>
                </a:lnTo>
                <a:lnTo>
                  <a:pt x="416040" y="32403"/>
                </a:lnTo>
                <a:lnTo>
                  <a:pt x="430958" y="32403"/>
                </a:lnTo>
                <a:lnTo>
                  <a:pt x="439651" y="7311"/>
                </a:lnTo>
                <a:lnTo>
                  <a:pt x="457039" y="7311"/>
                </a:lnTo>
                <a:lnTo>
                  <a:pt x="457039" y="32403"/>
                </a:lnTo>
                <a:lnTo>
                  <a:pt x="477291" y="32403"/>
                </a:lnTo>
                <a:lnTo>
                  <a:pt x="477291" y="51174"/>
                </a:lnTo>
                <a:lnTo>
                  <a:pt x="457039" y="51174"/>
                </a:lnTo>
                <a:lnTo>
                  <a:pt x="457039" y="106694"/>
                </a:lnTo>
                <a:cubicBezTo>
                  <a:pt x="457039" y="111897"/>
                  <a:pt x="458026" y="115733"/>
                  <a:pt x="460002" y="118203"/>
                </a:cubicBezTo>
                <a:cubicBezTo>
                  <a:pt x="461978" y="120673"/>
                  <a:pt x="465041" y="121908"/>
                  <a:pt x="469190" y="121908"/>
                </a:cubicBezTo>
                <a:cubicBezTo>
                  <a:pt x="471363" y="121908"/>
                  <a:pt x="474459" y="121447"/>
                  <a:pt x="478476" y="120525"/>
                </a:cubicBezTo>
                <a:lnTo>
                  <a:pt x="478476" y="137714"/>
                </a:lnTo>
                <a:cubicBezTo>
                  <a:pt x="471627" y="139954"/>
                  <a:pt x="463822" y="141073"/>
                  <a:pt x="455063" y="141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382300BC-CAA4-460C-81D0-3178687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1" y="344882"/>
            <a:ext cx="955576" cy="143247"/>
          </a:xfrm>
          <a:custGeom xmlns:a="http://schemas.openxmlformats.org/drawingml/2006/main">
            <a:pathLst>
              <a:path w="955576" h="143247">
                <a:moveTo>
                  <a:pt x="71327" y="120426"/>
                </a:moveTo>
                <a:cubicBezTo>
                  <a:pt x="78901" y="120426"/>
                  <a:pt x="86244" y="119320"/>
                  <a:pt x="93357" y="117107"/>
                </a:cubicBezTo>
                <a:cubicBezTo>
                  <a:pt x="100470" y="114893"/>
                  <a:pt x="105970" y="112068"/>
                  <a:pt x="109855" y="108633"/>
                </a:cubicBezTo>
                <a:lnTo>
                  <a:pt x="109855" y="89307"/>
                </a:lnTo>
                <a:lnTo>
                  <a:pt x="75871" y="89307"/>
                </a:lnTo>
                <a:lnTo>
                  <a:pt x="75871" y="67770"/>
                </a:lnTo>
                <a:lnTo>
                  <a:pt x="136529" y="67770"/>
                </a:lnTo>
                <a:lnTo>
                  <a:pt x="136529" y="119012"/>
                </a:lnTo>
                <a:cubicBezTo>
                  <a:pt x="129152" y="126596"/>
                  <a:pt x="119553" y="132532"/>
                  <a:pt x="107731" y="136819"/>
                </a:cubicBezTo>
                <a:cubicBezTo>
                  <a:pt x="95909" y="141104"/>
                  <a:pt x="83511" y="143247"/>
                  <a:pt x="70537" y="143247"/>
                </a:cubicBezTo>
                <a:cubicBezTo>
                  <a:pt x="47881" y="143247"/>
                  <a:pt x="30460" y="136973"/>
                  <a:pt x="18276" y="124427"/>
                </a:cubicBezTo>
                <a:cubicBezTo>
                  <a:pt x="6092" y="111881"/>
                  <a:pt x="0" y="94082"/>
                  <a:pt x="0" y="71031"/>
                </a:cubicBezTo>
                <a:cubicBezTo>
                  <a:pt x="0" y="48111"/>
                  <a:pt x="6125" y="30543"/>
                  <a:pt x="18375" y="18326"/>
                </a:cubicBezTo>
                <a:cubicBezTo>
                  <a:pt x="30625" y="6109"/>
                  <a:pt x="48243" y="0"/>
                  <a:pt x="71228" y="0"/>
                </a:cubicBezTo>
                <a:cubicBezTo>
                  <a:pt x="103895" y="0"/>
                  <a:pt x="124674" y="12059"/>
                  <a:pt x="133565" y="36176"/>
                </a:cubicBezTo>
                <a:lnTo>
                  <a:pt x="106694" y="44258"/>
                </a:lnTo>
                <a:cubicBezTo>
                  <a:pt x="103796" y="37244"/>
                  <a:pt x="99252" y="31934"/>
                  <a:pt x="93061" y="28328"/>
                </a:cubicBezTo>
                <a:cubicBezTo>
                  <a:pt x="86870" y="24722"/>
                  <a:pt x="79592" y="22919"/>
                  <a:pt x="71228" y="22919"/>
                </a:cubicBezTo>
                <a:cubicBezTo>
                  <a:pt x="57529" y="22919"/>
                  <a:pt x="47123" y="27069"/>
                  <a:pt x="40010" y="35367"/>
                </a:cubicBezTo>
                <a:cubicBezTo>
                  <a:pt x="32897" y="43666"/>
                  <a:pt x="29341" y="55553"/>
                  <a:pt x="29341" y="71031"/>
                </a:cubicBezTo>
                <a:cubicBezTo>
                  <a:pt x="29341" y="86771"/>
                  <a:pt x="33013" y="98939"/>
                  <a:pt x="40356" y="107534"/>
                </a:cubicBezTo>
                <a:cubicBezTo>
                  <a:pt x="47699" y="116129"/>
                  <a:pt x="58023" y="120426"/>
                  <a:pt x="71327" y="120426"/>
                </a:cubicBezTo>
                <a:close/>
                <a:moveTo>
                  <a:pt x="207001" y="143247"/>
                </a:moveTo>
                <a:cubicBezTo>
                  <a:pt x="190931" y="143247"/>
                  <a:pt x="178582" y="138488"/>
                  <a:pt x="169954" y="128971"/>
                </a:cubicBezTo>
                <a:cubicBezTo>
                  <a:pt x="161326" y="119455"/>
                  <a:pt x="157013" y="105574"/>
                  <a:pt x="157013" y="87331"/>
                </a:cubicBezTo>
                <a:cubicBezTo>
                  <a:pt x="157013" y="69680"/>
                  <a:pt x="161392" y="56113"/>
                  <a:pt x="170152" y="46629"/>
                </a:cubicBezTo>
                <a:cubicBezTo>
                  <a:pt x="178911" y="37145"/>
                  <a:pt x="191326" y="32403"/>
                  <a:pt x="207396" y="32403"/>
                </a:cubicBezTo>
                <a:cubicBezTo>
                  <a:pt x="222741" y="32403"/>
                  <a:pt x="234465" y="37483"/>
                  <a:pt x="242565" y="47642"/>
                </a:cubicBezTo>
                <a:cubicBezTo>
                  <a:pt x="250666" y="57801"/>
                  <a:pt x="254717" y="72677"/>
                  <a:pt x="254717" y="92271"/>
                </a:cubicBezTo>
                <a:lnTo>
                  <a:pt x="254717" y="93061"/>
                </a:lnTo>
                <a:lnTo>
                  <a:pt x="186156" y="93061"/>
                </a:lnTo>
                <a:cubicBezTo>
                  <a:pt x="186156" y="103500"/>
                  <a:pt x="188082" y="111378"/>
                  <a:pt x="191935" y="116697"/>
                </a:cubicBezTo>
                <a:cubicBezTo>
                  <a:pt x="195788" y="122015"/>
                  <a:pt x="201271" y="124674"/>
                  <a:pt x="208384" y="124674"/>
                </a:cubicBezTo>
                <a:cubicBezTo>
                  <a:pt x="218197" y="124674"/>
                  <a:pt x="224388" y="120393"/>
                  <a:pt x="226956" y="111831"/>
                </a:cubicBezTo>
                <a:lnTo>
                  <a:pt x="253136" y="114110"/>
                </a:lnTo>
                <a:cubicBezTo>
                  <a:pt x="245562" y="133534"/>
                  <a:pt x="230184" y="143247"/>
                  <a:pt x="207001" y="143247"/>
                </a:cubicBezTo>
                <a:moveTo>
                  <a:pt x="207001" y="49889"/>
                </a:moveTo>
                <a:cubicBezTo>
                  <a:pt x="200480" y="49889"/>
                  <a:pt x="195459" y="52153"/>
                  <a:pt x="191935" y="56681"/>
                </a:cubicBezTo>
                <a:cubicBezTo>
                  <a:pt x="188412" y="61207"/>
                  <a:pt x="186551" y="67538"/>
                  <a:pt x="186353" y="75674"/>
                </a:cubicBezTo>
                <a:lnTo>
                  <a:pt x="227846" y="75674"/>
                </a:lnTo>
                <a:cubicBezTo>
                  <a:pt x="227319" y="67079"/>
                  <a:pt x="225244" y="60633"/>
                  <a:pt x="221622" y="56335"/>
                </a:cubicBezTo>
                <a:cubicBezTo>
                  <a:pt x="217999" y="52038"/>
                  <a:pt x="213126" y="49889"/>
                  <a:pt x="207001" y="49889"/>
                </a:cubicBezTo>
                <a:close/>
                <a:moveTo>
                  <a:pt x="344981" y="141271"/>
                </a:moveTo>
                <a:lnTo>
                  <a:pt x="344981" y="81237"/>
                </a:lnTo>
                <a:cubicBezTo>
                  <a:pt x="344981" y="62446"/>
                  <a:pt x="338625" y="53051"/>
                  <a:pt x="325914" y="53051"/>
                </a:cubicBezTo>
                <a:cubicBezTo>
                  <a:pt x="319196" y="53051"/>
                  <a:pt x="313779" y="55935"/>
                  <a:pt x="309663" y="61704"/>
                </a:cubicBezTo>
                <a:cubicBezTo>
                  <a:pt x="305547" y="67473"/>
                  <a:pt x="303488" y="74874"/>
                  <a:pt x="303488" y="83907"/>
                </a:cubicBezTo>
                <a:lnTo>
                  <a:pt x="303488" y="141271"/>
                </a:lnTo>
                <a:lnTo>
                  <a:pt x="275728" y="141271"/>
                </a:lnTo>
                <a:lnTo>
                  <a:pt x="275728" y="58287"/>
                </a:lnTo>
                <a:cubicBezTo>
                  <a:pt x="275728" y="52557"/>
                  <a:pt x="275646" y="47864"/>
                  <a:pt x="275481" y="44209"/>
                </a:cubicBezTo>
                <a:cubicBezTo>
                  <a:pt x="275317" y="40554"/>
                  <a:pt x="275136" y="37277"/>
                  <a:pt x="274938" y="34379"/>
                </a:cubicBezTo>
                <a:lnTo>
                  <a:pt x="301414" y="34379"/>
                </a:lnTo>
                <a:cubicBezTo>
                  <a:pt x="301611" y="35624"/>
                  <a:pt x="301875" y="38951"/>
                  <a:pt x="302204" y="44360"/>
                </a:cubicBezTo>
                <a:cubicBezTo>
                  <a:pt x="302533" y="49769"/>
                  <a:pt x="302698" y="53489"/>
                  <a:pt x="302698" y="55520"/>
                </a:cubicBezTo>
                <a:lnTo>
                  <a:pt x="303093" y="55520"/>
                </a:lnTo>
                <a:cubicBezTo>
                  <a:pt x="306847" y="47354"/>
                  <a:pt x="311556" y="41426"/>
                  <a:pt x="317220" y="37738"/>
                </a:cubicBezTo>
                <a:cubicBezTo>
                  <a:pt x="322884" y="34050"/>
                  <a:pt x="329635" y="32206"/>
                  <a:pt x="337473" y="32206"/>
                </a:cubicBezTo>
                <a:cubicBezTo>
                  <a:pt x="348801" y="32206"/>
                  <a:pt x="357494" y="35700"/>
                  <a:pt x="363553" y="42687"/>
                </a:cubicBezTo>
                <a:cubicBezTo>
                  <a:pt x="369612" y="49674"/>
                  <a:pt x="372642" y="59892"/>
                  <a:pt x="372642" y="73340"/>
                </a:cubicBezTo>
                <a:lnTo>
                  <a:pt x="372642" y="141271"/>
                </a:lnTo>
                <a:lnTo>
                  <a:pt x="344981" y="141271"/>
                </a:lnTo>
                <a:close/>
                <a:moveTo>
                  <a:pt x="443112" y="143247"/>
                </a:moveTo>
                <a:cubicBezTo>
                  <a:pt x="427042" y="143247"/>
                  <a:pt x="414693" y="138488"/>
                  <a:pt x="406066" y="128971"/>
                </a:cubicBezTo>
                <a:cubicBezTo>
                  <a:pt x="397438" y="119455"/>
                  <a:pt x="393124" y="105574"/>
                  <a:pt x="393124" y="87331"/>
                </a:cubicBezTo>
                <a:cubicBezTo>
                  <a:pt x="393124" y="69680"/>
                  <a:pt x="397504" y="56113"/>
                  <a:pt x="406263" y="46629"/>
                </a:cubicBezTo>
                <a:cubicBezTo>
                  <a:pt x="415023" y="37145"/>
                  <a:pt x="427437" y="32403"/>
                  <a:pt x="443507" y="32403"/>
                </a:cubicBezTo>
                <a:cubicBezTo>
                  <a:pt x="458853" y="32403"/>
                  <a:pt x="470576" y="37483"/>
                  <a:pt x="478677" y="47642"/>
                </a:cubicBezTo>
                <a:cubicBezTo>
                  <a:pt x="486778" y="57801"/>
                  <a:pt x="490828" y="72677"/>
                  <a:pt x="490828" y="92271"/>
                </a:cubicBezTo>
                <a:lnTo>
                  <a:pt x="490828" y="93061"/>
                </a:lnTo>
                <a:lnTo>
                  <a:pt x="422267" y="93061"/>
                </a:lnTo>
                <a:cubicBezTo>
                  <a:pt x="422267" y="103500"/>
                  <a:pt x="424194" y="111378"/>
                  <a:pt x="428047" y="116697"/>
                </a:cubicBezTo>
                <a:cubicBezTo>
                  <a:pt x="431899" y="122015"/>
                  <a:pt x="437382" y="124674"/>
                  <a:pt x="444495" y="124674"/>
                </a:cubicBezTo>
                <a:cubicBezTo>
                  <a:pt x="454309" y="124674"/>
                  <a:pt x="460499" y="120393"/>
                  <a:pt x="463068" y="111831"/>
                </a:cubicBezTo>
                <a:lnTo>
                  <a:pt x="489248" y="114110"/>
                </a:lnTo>
                <a:cubicBezTo>
                  <a:pt x="481674" y="133534"/>
                  <a:pt x="466295" y="143247"/>
                  <a:pt x="443112" y="143247"/>
                </a:cubicBezTo>
                <a:moveTo>
                  <a:pt x="443112" y="49889"/>
                </a:moveTo>
                <a:cubicBezTo>
                  <a:pt x="436592" y="49889"/>
                  <a:pt x="431570" y="52153"/>
                  <a:pt x="428047" y="56681"/>
                </a:cubicBezTo>
                <a:cubicBezTo>
                  <a:pt x="424523" y="61207"/>
                  <a:pt x="422663" y="67538"/>
                  <a:pt x="422465" y="75674"/>
                </a:cubicBezTo>
                <a:lnTo>
                  <a:pt x="463957" y="75674"/>
                </a:lnTo>
                <a:cubicBezTo>
                  <a:pt x="463430" y="67079"/>
                  <a:pt x="461356" y="60633"/>
                  <a:pt x="457733" y="56335"/>
                </a:cubicBezTo>
                <a:cubicBezTo>
                  <a:pt x="454111" y="52038"/>
                  <a:pt x="449237" y="49889"/>
                  <a:pt x="443112" y="49889"/>
                </a:cubicBezTo>
                <a:close/>
                <a:moveTo>
                  <a:pt x="511840" y="141271"/>
                </a:moveTo>
                <a:lnTo>
                  <a:pt x="511840" y="59472"/>
                </a:lnTo>
                <a:cubicBezTo>
                  <a:pt x="511840" y="53610"/>
                  <a:pt x="511758" y="48720"/>
                  <a:pt x="511593" y="44802"/>
                </a:cubicBezTo>
                <a:cubicBezTo>
                  <a:pt x="511428" y="40883"/>
                  <a:pt x="511247" y="37409"/>
                  <a:pt x="511050" y="34379"/>
                </a:cubicBezTo>
                <a:lnTo>
                  <a:pt x="537525" y="34379"/>
                </a:lnTo>
                <a:cubicBezTo>
                  <a:pt x="537723" y="35561"/>
                  <a:pt x="537986" y="39151"/>
                  <a:pt x="538316" y="45150"/>
                </a:cubicBezTo>
                <a:cubicBezTo>
                  <a:pt x="538645" y="51150"/>
                  <a:pt x="538810" y="55133"/>
                  <a:pt x="538810" y="57101"/>
                </a:cubicBezTo>
                <a:lnTo>
                  <a:pt x="539205" y="57101"/>
                </a:lnTo>
                <a:cubicBezTo>
                  <a:pt x="541905" y="49593"/>
                  <a:pt x="544309" y="44308"/>
                  <a:pt x="546417" y="41245"/>
                </a:cubicBezTo>
                <a:cubicBezTo>
                  <a:pt x="548524" y="38183"/>
                  <a:pt x="551027" y="35910"/>
                  <a:pt x="553925" y="34429"/>
                </a:cubicBezTo>
                <a:cubicBezTo>
                  <a:pt x="556823" y="32947"/>
                  <a:pt x="560445" y="32206"/>
                  <a:pt x="564792" y="32206"/>
                </a:cubicBezTo>
                <a:cubicBezTo>
                  <a:pt x="568348" y="32206"/>
                  <a:pt x="571213" y="32700"/>
                  <a:pt x="573387" y="33688"/>
                </a:cubicBezTo>
                <a:lnTo>
                  <a:pt x="573387" y="56903"/>
                </a:lnTo>
                <a:cubicBezTo>
                  <a:pt x="568908" y="55916"/>
                  <a:pt x="564956" y="55422"/>
                  <a:pt x="561532" y="55422"/>
                </a:cubicBezTo>
                <a:cubicBezTo>
                  <a:pt x="554616" y="55422"/>
                  <a:pt x="549232" y="58224"/>
                  <a:pt x="545379" y="63828"/>
                </a:cubicBezTo>
                <a:cubicBezTo>
                  <a:pt x="541526" y="69432"/>
                  <a:pt x="539600" y="77740"/>
                  <a:pt x="539600" y="88751"/>
                </a:cubicBezTo>
                <a:lnTo>
                  <a:pt x="539600" y="141271"/>
                </a:lnTo>
                <a:lnTo>
                  <a:pt x="511840" y="141271"/>
                </a:lnTo>
                <a:close/>
                <a:moveTo>
                  <a:pt x="615241" y="143247"/>
                </a:moveTo>
                <a:cubicBezTo>
                  <a:pt x="604901" y="143247"/>
                  <a:pt x="596833" y="140431"/>
                  <a:pt x="591038" y="134800"/>
                </a:cubicBezTo>
                <a:cubicBezTo>
                  <a:pt x="585242" y="129169"/>
                  <a:pt x="582344" y="121249"/>
                  <a:pt x="582344" y="111041"/>
                </a:cubicBezTo>
                <a:cubicBezTo>
                  <a:pt x="582344" y="99976"/>
                  <a:pt x="585950" y="91546"/>
                  <a:pt x="593162" y="85750"/>
                </a:cubicBezTo>
                <a:cubicBezTo>
                  <a:pt x="600373" y="79955"/>
                  <a:pt x="610829" y="76991"/>
                  <a:pt x="624528" y="76859"/>
                </a:cubicBezTo>
                <a:lnTo>
                  <a:pt x="647546" y="76464"/>
                </a:lnTo>
                <a:lnTo>
                  <a:pt x="647546" y="71031"/>
                </a:lnTo>
                <a:cubicBezTo>
                  <a:pt x="647546" y="64049"/>
                  <a:pt x="646328" y="58863"/>
                  <a:pt x="643891" y="55471"/>
                </a:cubicBezTo>
                <a:cubicBezTo>
                  <a:pt x="641454" y="52079"/>
                  <a:pt x="637469" y="50383"/>
                  <a:pt x="631937" y="50383"/>
                </a:cubicBezTo>
                <a:cubicBezTo>
                  <a:pt x="626800" y="50383"/>
                  <a:pt x="623029" y="51552"/>
                  <a:pt x="620625" y="53890"/>
                </a:cubicBezTo>
                <a:cubicBezTo>
                  <a:pt x="618222" y="56228"/>
                  <a:pt x="616723" y="60098"/>
                  <a:pt x="616130" y="65498"/>
                </a:cubicBezTo>
                <a:lnTo>
                  <a:pt x="587185" y="64115"/>
                </a:lnTo>
                <a:cubicBezTo>
                  <a:pt x="588963" y="53709"/>
                  <a:pt x="593721" y="45822"/>
                  <a:pt x="601460" y="40455"/>
                </a:cubicBezTo>
                <a:cubicBezTo>
                  <a:pt x="609199" y="35087"/>
                  <a:pt x="619753" y="32403"/>
                  <a:pt x="633122" y="32403"/>
                </a:cubicBezTo>
                <a:cubicBezTo>
                  <a:pt x="646624" y="32403"/>
                  <a:pt x="657030" y="35729"/>
                  <a:pt x="664340" y="42381"/>
                </a:cubicBezTo>
                <a:cubicBezTo>
                  <a:pt x="671651" y="49033"/>
                  <a:pt x="675306" y="58484"/>
                  <a:pt x="675306" y="70734"/>
                </a:cubicBezTo>
                <a:lnTo>
                  <a:pt x="675306" y="109658"/>
                </a:lnTo>
                <a:cubicBezTo>
                  <a:pt x="675306" y="115651"/>
                  <a:pt x="675981" y="119784"/>
                  <a:pt x="677331" y="122056"/>
                </a:cubicBezTo>
                <a:cubicBezTo>
                  <a:pt x="678682" y="124328"/>
                  <a:pt x="680937" y="125464"/>
                  <a:pt x="684099" y="125464"/>
                </a:cubicBezTo>
                <a:cubicBezTo>
                  <a:pt x="686206" y="125464"/>
                  <a:pt x="688248" y="125267"/>
                  <a:pt x="690224" y="124872"/>
                </a:cubicBezTo>
                <a:lnTo>
                  <a:pt x="690224" y="139888"/>
                </a:lnTo>
                <a:cubicBezTo>
                  <a:pt x="688577" y="140283"/>
                  <a:pt x="687095" y="140645"/>
                  <a:pt x="685778" y="140974"/>
                </a:cubicBezTo>
                <a:cubicBezTo>
                  <a:pt x="684461" y="141304"/>
                  <a:pt x="683144" y="141567"/>
                  <a:pt x="681826" y="141765"/>
                </a:cubicBezTo>
                <a:cubicBezTo>
                  <a:pt x="680509" y="141962"/>
                  <a:pt x="679110" y="142127"/>
                  <a:pt x="677628" y="142259"/>
                </a:cubicBezTo>
                <a:cubicBezTo>
                  <a:pt x="676146" y="142390"/>
                  <a:pt x="674417" y="142456"/>
                  <a:pt x="672441" y="142456"/>
                </a:cubicBezTo>
                <a:cubicBezTo>
                  <a:pt x="665460" y="142456"/>
                  <a:pt x="660306" y="140744"/>
                  <a:pt x="656980" y="137319"/>
                </a:cubicBezTo>
                <a:cubicBezTo>
                  <a:pt x="653655" y="133894"/>
                  <a:pt x="651662" y="128856"/>
                  <a:pt x="651004" y="122204"/>
                </a:cubicBezTo>
                <a:lnTo>
                  <a:pt x="650411" y="122204"/>
                </a:lnTo>
                <a:cubicBezTo>
                  <a:pt x="642639" y="136233"/>
                  <a:pt x="630916" y="143247"/>
                  <a:pt x="615241" y="143247"/>
                </a:cubicBezTo>
                <a:moveTo>
                  <a:pt x="647546" y="91777"/>
                </a:moveTo>
                <a:lnTo>
                  <a:pt x="633320" y="91974"/>
                </a:lnTo>
                <a:cubicBezTo>
                  <a:pt x="626866" y="92238"/>
                  <a:pt x="622288" y="92946"/>
                  <a:pt x="619588" y="94098"/>
                </a:cubicBezTo>
                <a:cubicBezTo>
                  <a:pt x="616888" y="95251"/>
                  <a:pt x="614830" y="97013"/>
                  <a:pt x="613414" y="99384"/>
                </a:cubicBezTo>
                <a:cubicBezTo>
                  <a:pt x="611998" y="101755"/>
                  <a:pt x="611290" y="104916"/>
                  <a:pt x="611290" y="108867"/>
                </a:cubicBezTo>
                <a:cubicBezTo>
                  <a:pt x="611290" y="113939"/>
                  <a:pt x="612459" y="117709"/>
                  <a:pt x="614797" y="120179"/>
                </a:cubicBezTo>
                <a:cubicBezTo>
                  <a:pt x="617135" y="122649"/>
                  <a:pt x="620247" y="123884"/>
                  <a:pt x="624133" y="123884"/>
                </a:cubicBezTo>
                <a:cubicBezTo>
                  <a:pt x="628479" y="123884"/>
                  <a:pt x="632447" y="122698"/>
                  <a:pt x="636037" y="120327"/>
                </a:cubicBezTo>
                <a:cubicBezTo>
                  <a:pt x="639626" y="117956"/>
                  <a:pt x="642442" y="114680"/>
                  <a:pt x="644483" y="110498"/>
                </a:cubicBezTo>
                <a:cubicBezTo>
                  <a:pt x="646525" y="106315"/>
                  <a:pt x="647546" y="101886"/>
                  <a:pt x="647546" y="97210"/>
                </a:cubicBezTo>
                <a:lnTo>
                  <a:pt x="647546" y="91777"/>
                </a:lnTo>
                <a:close/>
                <a:moveTo>
                  <a:pt x="730401" y="143049"/>
                </a:moveTo>
                <a:cubicBezTo>
                  <a:pt x="722234" y="143049"/>
                  <a:pt x="715944" y="140826"/>
                  <a:pt x="711532" y="136381"/>
                </a:cubicBezTo>
                <a:cubicBezTo>
                  <a:pt x="707119" y="131935"/>
                  <a:pt x="704913" y="125201"/>
                  <a:pt x="704913" y="116178"/>
                </a:cubicBezTo>
                <a:lnTo>
                  <a:pt x="704913" y="53149"/>
                </a:lnTo>
                <a:lnTo>
                  <a:pt x="691378" y="53149"/>
                </a:lnTo>
                <a:lnTo>
                  <a:pt x="691378" y="34379"/>
                </a:lnTo>
                <a:lnTo>
                  <a:pt x="706296" y="34379"/>
                </a:lnTo>
                <a:lnTo>
                  <a:pt x="714989" y="9286"/>
                </a:lnTo>
                <a:lnTo>
                  <a:pt x="732376" y="9286"/>
                </a:lnTo>
                <a:lnTo>
                  <a:pt x="732376" y="34379"/>
                </a:lnTo>
                <a:lnTo>
                  <a:pt x="752628" y="34379"/>
                </a:lnTo>
                <a:lnTo>
                  <a:pt x="752628" y="53149"/>
                </a:lnTo>
                <a:lnTo>
                  <a:pt x="732376" y="53149"/>
                </a:lnTo>
                <a:lnTo>
                  <a:pt x="732376" y="108670"/>
                </a:lnTo>
                <a:cubicBezTo>
                  <a:pt x="732376" y="113873"/>
                  <a:pt x="733364" y="117709"/>
                  <a:pt x="735340" y="120179"/>
                </a:cubicBezTo>
                <a:cubicBezTo>
                  <a:pt x="737316" y="122649"/>
                  <a:pt x="740378" y="123884"/>
                  <a:pt x="744528" y="123884"/>
                </a:cubicBezTo>
                <a:cubicBezTo>
                  <a:pt x="746701" y="123884"/>
                  <a:pt x="749796" y="123423"/>
                  <a:pt x="753814" y="122501"/>
                </a:cubicBezTo>
                <a:lnTo>
                  <a:pt x="753814" y="139690"/>
                </a:lnTo>
                <a:cubicBezTo>
                  <a:pt x="746964" y="141929"/>
                  <a:pt x="739160" y="143049"/>
                  <a:pt x="730401" y="143049"/>
                </a:cubicBezTo>
                <a:close/>
                <a:moveTo>
                  <a:pt x="871966" y="87726"/>
                </a:moveTo>
                <a:cubicBezTo>
                  <a:pt x="871966" y="105048"/>
                  <a:pt x="867158" y="118631"/>
                  <a:pt x="857543" y="128477"/>
                </a:cubicBezTo>
                <a:cubicBezTo>
                  <a:pt x="847927" y="138324"/>
                  <a:pt x="834623" y="143247"/>
                  <a:pt x="817631" y="143247"/>
                </a:cubicBezTo>
                <a:cubicBezTo>
                  <a:pt x="800969" y="143247"/>
                  <a:pt x="787895" y="138307"/>
                  <a:pt x="778411" y="128428"/>
                </a:cubicBezTo>
                <a:cubicBezTo>
                  <a:pt x="768927" y="118549"/>
                  <a:pt x="764185" y="104982"/>
                  <a:pt x="764185" y="87726"/>
                </a:cubicBezTo>
                <a:cubicBezTo>
                  <a:pt x="764185" y="70537"/>
                  <a:pt x="768927" y="57019"/>
                  <a:pt x="778411" y="47173"/>
                </a:cubicBezTo>
                <a:cubicBezTo>
                  <a:pt x="787895" y="37326"/>
                  <a:pt x="801166" y="32403"/>
                  <a:pt x="818224" y="32403"/>
                </a:cubicBezTo>
                <a:cubicBezTo>
                  <a:pt x="835677" y="32403"/>
                  <a:pt x="848997" y="37162"/>
                  <a:pt x="858185" y="46679"/>
                </a:cubicBezTo>
                <a:cubicBezTo>
                  <a:pt x="867372" y="56195"/>
                  <a:pt x="871966" y="69878"/>
                  <a:pt x="871966" y="87726"/>
                </a:cubicBezTo>
                <a:moveTo>
                  <a:pt x="842922" y="87726"/>
                </a:moveTo>
                <a:cubicBezTo>
                  <a:pt x="842922" y="75015"/>
                  <a:pt x="840847" y="65795"/>
                  <a:pt x="836698" y="60065"/>
                </a:cubicBezTo>
                <a:cubicBezTo>
                  <a:pt x="832549" y="54335"/>
                  <a:pt x="826522" y="51470"/>
                  <a:pt x="818619" y="51470"/>
                </a:cubicBezTo>
                <a:cubicBezTo>
                  <a:pt x="801759" y="51470"/>
                  <a:pt x="793329" y="63555"/>
                  <a:pt x="793329" y="87726"/>
                </a:cubicBezTo>
                <a:cubicBezTo>
                  <a:pt x="793329" y="99647"/>
                  <a:pt x="795387" y="108719"/>
                  <a:pt x="799503" y="114943"/>
                </a:cubicBezTo>
                <a:cubicBezTo>
                  <a:pt x="803619" y="121167"/>
                  <a:pt x="809563" y="124279"/>
                  <a:pt x="817335" y="124279"/>
                </a:cubicBezTo>
                <a:cubicBezTo>
                  <a:pt x="834393" y="124279"/>
                  <a:pt x="842922" y="112095"/>
                  <a:pt x="842922" y="87726"/>
                </a:cubicBezTo>
                <a:close/>
                <a:moveTo>
                  <a:pt x="894029" y="141271"/>
                </a:moveTo>
                <a:lnTo>
                  <a:pt x="894029" y="59472"/>
                </a:lnTo>
                <a:cubicBezTo>
                  <a:pt x="894029" y="53610"/>
                  <a:pt x="893947" y="48720"/>
                  <a:pt x="893782" y="44802"/>
                </a:cubicBezTo>
                <a:cubicBezTo>
                  <a:pt x="893617" y="40883"/>
                  <a:pt x="893436" y="37409"/>
                  <a:pt x="893239" y="34379"/>
                </a:cubicBezTo>
                <a:lnTo>
                  <a:pt x="919715" y="34379"/>
                </a:lnTo>
                <a:cubicBezTo>
                  <a:pt x="919912" y="35561"/>
                  <a:pt x="920176" y="39151"/>
                  <a:pt x="920505" y="45150"/>
                </a:cubicBezTo>
                <a:cubicBezTo>
                  <a:pt x="920834" y="51150"/>
                  <a:pt x="920999" y="55133"/>
                  <a:pt x="920999" y="57101"/>
                </a:cubicBezTo>
                <a:lnTo>
                  <a:pt x="921394" y="57101"/>
                </a:lnTo>
                <a:cubicBezTo>
                  <a:pt x="924094" y="49593"/>
                  <a:pt x="926498" y="44308"/>
                  <a:pt x="928606" y="41245"/>
                </a:cubicBezTo>
                <a:cubicBezTo>
                  <a:pt x="930713" y="38183"/>
                  <a:pt x="933216" y="35910"/>
                  <a:pt x="936114" y="34429"/>
                </a:cubicBezTo>
                <a:cubicBezTo>
                  <a:pt x="939012" y="32947"/>
                  <a:pt x="942634" y="32206"/>
                  <a:pt x="946981" y="32206"/>
                </a:cubicBezTo>
                <a:cubicBezTo>
                  <a:pt x="950537" y="32206"/>
                  <a:pt x="953402" y="32700"/>
                  <a:pt x="955576" y="33688"/>
                </a:cubicBezTo>
                <a:lnTo>
                  <a:pt x="955576" y="56903"/>
                </a:lnTo>
                <a:cubicBezTo>
                  <a:pt x="951097" y="55916"/>
                  <a:pt x="947146" y="55422"/>
                  <a:pt x="943721" y="55422"/>
                </a:cubicBezTo>
                <a:cubicBezTo>
                  <a:pt x="936805" y="55422"/>
                  <a:pt x="931421" y="58224"/>
                  <a:pt x="927569" y="63828"/>
                </a:cubicBezTo>
                <a:cubicBezTo>
                  <a:pt x="923716" y="69432"/>
                  <a:pt x="921789" y="77740"/>
                  <a:pt x="921789" y="88751"/>
                </a:cubicBezTo>
                <a:lnTo>
                  <a:pt x="921789" y="141271"/>
                </a:lnTo>
                <a:lnTo>
                  <a:pt x="894029" y="141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Executor">
            <a:extLst xmlns:a="http://schemas.openxmlformats.org/drawingml/2006/main">
              <a:ext uri="{FF2B5EF4-FFF2-40B4-BE49-F238E27FC236}">
                <a16:creationId xmlns:a16="http://schemas.microsoft.com/office/drawing/2014/main" id="{368C89F4-0707-4C6D-989A-AE47ADA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052" y="1078335"/>
            <a:ext cx="849177" cy="141271"/>
          </a:xfrm>
          <a:custGeom xmlns:a="http://schemas.openxmlformats.org/drawingml/2006/main">
            <a:pathLst>
              <a:path w="849177" h="141271">
                <a:moveTo>
                  <a:pt x="0" y="139295"/>
                </a:moveTo>
                <a:lnTo>
                  <a:pt x="0" y="0"/>
                </a:lnTo>
                <a:lnTo>
                  <a:pt x="109460" y="0"/>
                </a:lnTo>
                <a:lnTo>
                  <a:pt x="109460" y="22524"/>
                </a:lnTo>
                <a:lnTo>
                  <a:pt x="29143" y="22524"/>
                </a:lnTo>
                <a:lnTo>
                  <a:pt x="29143" y="57496"/>
                </a:lnTo>
                <a:lnTo>
                  <a:pt x="103434" y="57496"/>
                </a:lnTo>
                <a:lnTo>
                  <a:pt x="103434" y="80021"/>
                </a:lnTo>
                <a:lnTo>
                  <a:pt x="29143" y="80021"/>
                </a:lnTo>
                <a:lnTo>
                  <a:pt x="29143" y="116771"/>
                </a:lnTo>
                <a:lnTo>
                  <a:pt x="113511" y="116771"/>
                </a:lnTo>
                <a:lnTo>
                  <a:pt x="113511" y="139295"/>
                </a:lnTo>
                <a:lnTo>
                  <a:pt x="0" y="139295"/>
                </a:lnTo>
                <a:close/>
                <a:moveTo>
                  <a:pt x="202324" y="139295"/>
                </a:moveTo>
                <a:lnTo>
                  <a:pt x="177429" y="100569"/>
                </a:lnTo>
                <a:lnTo>
                  <a:pt x="152336" y="139295"/>
                </a:lnTo>
                <a:lnTo>
                  <a:pt x="122798" y="139295"/>
                </a:lnTo>
                <a:lnTo>
                  <a:pt x="161919" y="84071"/>
                </a:lnTo>
                <a:lnTo>
                  <a:pt x="124675" y="32403"/>
                </a:lnTo>
                <a:lnTo>
                  <a:pt x="154609" y="32403"/>
                </a:lnTo>
                <a:lnTo>
                  <a:pt x="177429" y="67375"/>
                </a:lnTo>
                <a:lnTo>
                  <a:pt x="200151" y="32403"/>
                </a:lnTo>
                <a:lnTo>
                  <a:pt x="230282" y="32403"/>
                </a:lnTo>
                <a:lnTo>
                  <a:pt x="193038" y="83775"/>
                </a:lnTo>
                <a:lnTo>
                  <a:pt x="232456" y="139295"/>
                </a:lnTo>
                <a:lnTo>
                  <a:pt x="202324" y="139295"/>
                </a:lnTo>
                <a:close/>
                <a:moveTo>
                  <a:pt x="291798" y="141271"/>
                </a:moveTo>
                <a:cubicBezTo>
                  <a:pt x="275728" y="141271"/>
                  <a:pt x="263379" y="136512"/>
                  <a:pt x="254752" y="126996"/>
                </a:cubicBezTo>
                <a:cubicBezTo>
                  <a:pt x="246124" y="117479"/>
                  <a:pt x="241810" y="103599"/>
                  <a:pt x="241810" y="85355"/>
                </a:cubicBezTo>
                <a:cubicBezTo>
                  <a:pt x="241810" y="67705"/>
                  <a:pt x="246190" y="54137"/>
                  <a:pt x="254949" y="44653"/>
                </a:cubicBezTo>
                <a:cubicBezTo>
                  <a:pt x="263709" y="35170"/>
                  <a:pt x="276123" y="30428"/>
                  <a:pt x="292193" y="30428"/>
                </a:cubicBezTo>
                <a:cubicBezTo>
                  <a:pt x="307539" y="30428"/>
                  <a:pt x="319262" y="35507"/>
                  <a:pt x="327363" y="45666"/>
                </a:cubicBezTo>
                <a:cubicBezTo>
                  <a:pt x="335464" y="55825"/>
                  <a:pt x="339514" y="70701"/>
                  <a:pt x="339514" y="90295"/>
                </a:cubicBezTo>
                <a:lnTo>
                  <a:pt x="339514" y="91085"/>
                </a:lnTo>
                <a:lnTo>
                  <a:pt x="270953" y="91085"/>
                </a:lnTo>
                <a:cubicBezTo>
                  <a:pt x="270953" y="101524"/>
                  <a:pt x="272880" y="109403"/>
                  <a:pt x="276733" y="114721"/>
                </a:cubicBezTo>
                <a:cubicBezTo>
                  <a:pt x="280586" y="120039"/>
                  <a:pt x="286068" y="122698"/>
                  <a:pt x="293181" y="122698"/>
                </a:cubicBezTo>
                <a:cubicBezTo>
                  <a:pt x="302995" y="122698"/>
                  <a:pt x="309185" y="118417"/>
                  <a:pt x="311754" y="109855"/>
                </a:cubicBezTo>
                <a:lnTo>
                  <a:pt x="337934" y="112134"/>
                </a:lnTo>
                <a:cubicBezTo>
                  <a:pt x="330360" y="131558"/>
                  <a:pt x="314981" y="141271"/>
                  <a:pt x="291798" y="141271"/>
                </a:cubicBezTo>
                <a:moveTo>
                  <a:pt x="291798" y="47914"/>
                </a:moveTo>
                <a:cubicBezTo>
                  <a:pt x="285278" y="47914"/>
                  <a:pt x="280256" y="50177"/>
                  <a:pt x="276733" y="54705"/>
                </a:cubicBezTo>
                <a:cubicBezTo>
                  <a:pt x="273209" y="59231"/>
                  <a:pt x="271349" y="65562"/>
                  <a:pt x="271151" y="73698"/>
                </a:cubicBezTo>
                <a:lnTo>
                  <a:pt x="312643" y="73698"/>
                </a:lnTo>
                <a:cubicBezTo>
                  <a:pt x="312116" y="65103"/>
                  <a:pt x="310042" y="58657"/>
                  <a:pt x="306419" y="54360"/>
                </a:cubicBezTo>
                <a:cubicBezTo>
                  <a:pt x="302797" y="50062"/>
                  <a:pt x="297923" y="47914"/>
                  <a:pt x="291798" y="47914"/>
                </a:cubicBezTo>
                <a:close/>
                <a:moveTo>
                  <a:pt x="405080" y="141271"/>
                </a:moveTo>
                <a:cubicBezTo>
                  <a:pt x="388879" y="141271"/>
                  <a:pt x="376365" y="136447"/>
                  <a:pt x="367540" y="126798"/>
                </a:cubicBezTo>
                <a:cubicBezTo>
                  <a:pt x="358715" y="117149"/>
                  <a:pt x="354302" y="103697"/>
                  <a:pt x="354302" y="86442"/>
                </a:cubicBezTo>
                <a:cubicBezTo>
                  <a:pt x="354302" y="68791"/>
                  <a:pt x="358747" y="55043"/>
                  <a:pt x="367639" y="45197"/>
                </a:cubicBezTo>
                <a:cubicBezTo>
                  <a:pt x="376530" y="35351"/>
                  <a:pt x="389142" y="30428"/>
                  <a:pt x="405476" y="30428"/>
                </a:cubicBezTo>
                <a:cubicBezTo>
                  <a:pt x="418055" y="30428"/>
                  <a:pt x="428461" y="33581"/>
                  <a:pt x="436693" y="39887"/>
                </a:cubicBezTo>
                <a:cubicBezTo>
                  <a:pt x="444926" y="46193"/>
                  <a:pt x="450096" y="54896"/>
                  <a:pt x="452204" y="65995"/>
                </a:cubicBezTo>
                <a:lnTo>
                  <a:pt x="424246" y="67375"/>
                </a:lnTo>
                <a:cubicBezTo>
                  <a:pt x="423455" y="61940"/>
                  <a:pt x="421480" y="57601"/>
                  <a:pt x="418318" y="54360"/>
                </a:cubicBezTo>
                <a:cubicBezTo>
                  <a:pt x="415157" y="51116"/>
                  <a:pt x="410679" y="49494"/>
                  <a:pt x="404883" y="49494"/>
                </a:cubicBezTo>
                <a:cubicBezTo>
                  <a:pt x="390591" y="49494"/>
                  <a:pt x="383445" y="61448"/>
                  <a:pt x="383445" y="85355"/>
                </a:cubicBezTo>
                <a:cubicBezTo>
                  <a:pt x="383445" y="109987"/>
                  <a:pt x="390723" y="122303"/>
                  <a:pt x="405278" y="122303"/>
                </a:cubicBezTo>
                <a:cubicBezTo>
                  <a:pt x="410547" y="122303"/>
                  <a:pt x="414959" y="120632"/>
                  <a:pt x="418516" y="117289"/>
                </a:cubicBezTo>
                <a:cubicBezTo>
                  <a:pt x="422072" y="113947"/>
                  <a:pt x="424279" y="108966"/>
                  <a:pt x="425135" y="102347"/>
                </a:cubicBezTo>
                <a:lnTo>
                  <a:pt x="452994" y="103635"/>
                </a:lnTo>
                <a:cubicBezTo>
                  <a:pt x="452006" y="110964"/>
                  <a:pt x="449388" y="117500"/>
                  <a:pt x="445140" y="123245"/>
                </a:cubicBezTo>
                <a:cubicBezTo>
                  <a:pt x="440892" y="128989"/>
                  <a:pt x="435310" y="133429"/>
                  <a:pt x="428395" y="136566"/>
                </a:cubicBezTo>
                <a:cubicBezTo>
                  <a:pt x="421480" y="139703"/>
                  <a:pt x="413708" y="141271"/>
                  <a:pt x="405080" y="141271"/>
                </a:cubicBezTo>
                <a:close/>
                <a:moveTo>
                  <a:pt x="499197" y="32403"/>
                </a:moveTo>
                <a:lnTo>
                  <a:pt x="499197" y="92369"/>
                </a:lnTo>
                <a:cubicBezTo>
                  <a:pt x="499197" y="111140"/>
                  <a:pt x="505520" y="120525"/>
                  <a:pt x="518165" y="120525"/>
                </a:cubicBezTo>
                <a:cubicBezTo>
                  <a:pt x="524883" y="120525"/>
                  <a:pt x="530300" y="117643"/>
                  <a:pt x="534416" y="111881"/>
                </a:cubicBezTo>
                <a:cubicBezTo>
                  <a:pt x="538533" y="106118"/>
                  <a:pt x="540591" y="98725"/>
                  <a:pt x="540591" y="89702"/>
                </a:cubicBezTo>
                <a:lnTo>
                  <a:pt x="540591" y="32403"/>
                </a:lnTo>
                <a:lnTo>
                  <a:pt x="568351" y="32403"/>
                </a:lnTo>
                <a:lnTo>
                  <a:pt x="568351" y="115388"/>
                </a:lnTo>
                <a:cubicBezTo>
                  <a:pt x="568351" y="124476"/>
                  <a:pt x="568614" y="132446"/>
                  <a:pt x="569141" y="139295"/>
                </a:cubicBezTo>
                <a:lnTo>
                  <a:pt x="542665" y="139295"/>
                </a:lnTo>
                <a:cubicBezTo>
                  <a:pt x="541875" y="129811"/>
                  <a:pt x="541480" y="122731"/>
                  <a:pt x="541480" y="118055"/>
                </a:cubicBezTo>
                <a:lnTo>
                  <a:pt x="540986" y="118055"/>
                </a:lnTo>
                <a:cubicBezTo>
                  <a:pt x="537298" y="126156"/>
                  <a:pt x="532605" y="132050"/>
                  <a:pt x="526908" y="135739"/>
                </a:cubicBezTo>
                <a:cubicBezTo>
                  <a:pt x="521211" y="139427"/>
                  <a:pt x="514444" y="141271"/>
                  <a:pt x="506607" y="141271"/>
                </a:cubicBezTo>
                <a:cubicBezTo>
                  <a:pt x="495279" y="141271"/>
                  <a:pt x="486585" y="137797"/>
                  <a:pt x="480526" y="130848"/>
                </a:cubicBezTo>
                <a:cubicBezTo>
                  <a:pt x="474467" y="123900"/>
                  <a:pt x="471437" y="113708"/>
                  <a:pt x="471437" y="100273"/>
                </a:cubicBezTo>
                <a:lnTo>
                  <a:pt x="471437" y="32403"/>
                </a:lnTo>
                <a:lnTo>
                  <a:pt x="499197" y="32403"/>
                </a:lnTo>
                <a:close/>
                <a:moveTo>
                  <a:pt x="624002" y="141073"/>
                </a:moveTo>
                <a:cubicBezTo>
                  <a:pt x="615836" y="141073"/>
                  <a:pt x="609546" y="138850"/>
                  <a:pt x="605133" y="134405"/>
                </a:cubicBezTo>
                <a:cubicBezTo>
                  <a:pt x="600721" y="129959"/>
                  <a:pt x="598514" y="123225"/>
                  <a:pt x="598514" y="114202"/>
                </a:cubicBezTo>
                <a:lnTo>
                  <a:pt x="598514" y="51174"/>
                </a:lnTo>
                <a:lnTo>
                  <a:pt x="584980" y="51174"/>
                </a:lnTo>
                <a:lnTo>
                  <a:pt x="584980" y="32403"/>
                </a:lnTo>
                <a:lnTo>
                  <a:pt x="599897" y="32403"/>
                </a:lnTo>
                <a:lnTo>
                  <a:pt x="608591" y="7311"/>
                </a:lnTo>
                <a:lnTo>
                  <a:pt x="625978" y="7311"/>
                </a:lnTo>
                <a:lnTo>
                  <a:pt x="625978" y="32403"/>
                </a:lnTo>
                <a:lnTo>
                  <a:pt x="646230" y="32403"/>
                </a:lnTo>
                <a:lnTo>
                  <a:pt x="646230" y="51174"/>
                </a:lnTo>
                <a:lnTo>
                  <a:pt x="625978" y="51174"/>
                </a:lnTo>
                <a:lnTo>
                  <a:pt x="625978" y="106694"/>
                </a:lnTo>
                <a:cubicBezTo>
                  <a:pt x="625978" y="111897"/>
                  <a:pt x="626966" y="115733"/>
                  <a:pt x="628942" y="118203"/>
                </a:cubicBezTo>
                <a:cubicBezTo>
                  <a:pt x="630918" y="120673"/>
                  <a:pt x="633980" y="121908"/>
                  <a:pt x="638129" y="121908"/>
                </a:cubicBezTo>
                <a:cubicBezTo>
                  <a:pt x="640303" y="121908"/>
                  <a:pt x="643398" y="121447"/>
                  <a:pt x="647416" y="120525"/>
                </a:cubicBezTo>
                <a:lnTo>
                  <a:pt x="647416" y="137714"/>
                </a:lnTo>
                <a:cubicBezTo>
                  <a:pt x="640566" y="139954"/>
                  <a:pt x="632762" y="141073"/>
                  <a:pt x="624002" y="141073"/>
                </a:cubicBezTo>
                <a:close/>
                <a:moveTo>
                  <a:pt x="765568" y="85750"/>
                </a:moveTo>
                <a:cubicBezTo>
                  <a:pt x="765568" y="103072"/>
                  <a:pt x="760760" y="116655"/>
                  <a:pt x="751145" y="126502"/>
                </a:cubicBezTo>
                <a:cubicBezTo>
                  <a:pt x="741529" y="136348"/>
                  <a:pt x="728225" y="141271"/>
                  <a:pt x="711233" y="141271"/>
                </a:cubicBezTo>
                <a:cubicBezTo>
                  <a:pt x="694571" y="141271"/>
                  <a:pt x="681497" y="136331"/>
                  <a:pt x="672013" y="126452"/>
                </a:cubicBezTo>
                <a:cubicBezTo>
                  <a:pt x="662530" y="116573"/>
                  <a:pt x="657788" y="103006"/>
                  <a:pt x="657788" y="85750"/>
                </a:cubicBezTo>
                <a:cubicBezTo>
                  <a:pt x="657788" y="68561"/>
                  <a:pt x="662530" y="55043"/>
                  <a:pt x="672013" y="45197"/>
                </a:cubicBezTo>
                <a:cubicBezTo>
                  <a:pt x="681497" y="35351"/>
                  <a:pt x="694768" y="30428"/>
                  <a:pt x="711826" y="30428"/>
                </a:cubicBezTo>
                <a:cubicBezTo>
                  <a:pt x="729279" y="30428"/>
                  <a:pt x="742599" y="35186"/>
                  <a:pt x="751787" y="44703"/>
                </a:cubicBezTo>
                <a:cubicBezTo>
                  <a:pt x="760975" y="54220"/>
                  <a:pt x="765568" y="67902"/>
                  <a:pt x="765568" y="85750"/>
                </a:cubicBezTo>
                <a:moveTo>
                  <a:pt x="736524" y="85750"/>
                </a:moveTo>
                <a:cubicBezTo>
                  <a:pt x="736524" y="73039"/>
                  <a:pt x="734449" y="63819"/>
                  <a:pt x="730300" y="58089"/>
                </a:cubicBezTo>
                <a:cubicBezTo>
                  <a:pt x="726151" y="52359"/>
                  <a:pt x="720125" y="49494"/>
                  <a:pt x="712221" y="49494"/>
                </a:cubicBezTo>
                <a:cubicBezTo>
                  <a:pt x="695361" y="49494"/>
                  <a:pt x="686931" y="61580"/>
                  <a:pt x="686931" y="85750"/>
                </a:cubicBezTo>
                <a:cubicBezTo>
                  <a:pt x="686931" y="97671"/>
                  <a:pt x="688989" y="106743"/>
                  <a:pt x="693105" y="112967"/>
                </a:cubicBezTo>
                <a:cubicBezTo>
                  <a:pt x="697222" y="119191"/>
                  <a:pt x="703165" y="122303"/>
                  <a:pt x="710937" y="122303"/>
                </a:cubicBezTo>
                <a:cubicBezTo>
                  <a:pt x="727995" y="122303"/>
                  <a:pt x="736524" y="110119"/>
                  <a:pt x="736524" y="85750"/>
                </a:cubicBezTo>
                <a:close/>
                <a:moveTo>
                  <a:pt x="787631" y="139295"/>
                </a:moveTo>
                <a:lnTo>
                  <a:pt x="787631" y="57496"/>
                </a:lnTo>
                <a:cubicBezTo>
                  <a:pt x="787631" y="51635"/>
                  <a:pt x="787549" y="46745"/>
                  <a:pt x="787384" y="42826"/>
                </a:cubicBezTo>
                <a:cubicBezTo>
                  <a:pt x="787219" y="38907"/>
                  <a:pt x="787038" y="35433"/>
                  <a:pt x="786841" y="32403"/>
                </a:cubicBezTo>
                <a:lnTo>
                  <a:pt x="813316" y="32403"/>
                </a:lnTo>
                <a:cubicBezTo>
                  <a:pt x="813514" y="33585"/>
                  <a:pt x="813777" y="37175"/>
                  <a:pt x="814107" y="43175"/>
                </a:cubicBezTo>
                <a:cubicBezTo>
                  <a:pt x="814436" y="49174"/>
                  <a:pt x="814601" y="53158"/>
                  <a:pt x="814601" y="55125"/>
                </a:cubicBezTo>
                <a:lnTo>
                  <a:pt x="814996" y="55125"/>
                </a:lnTo>
                <a:cubicBezTo>
                  <a:pt x="817696" y="47617"/>
                  <a:pt x="820100" y="42332"/>
                  <a:pt x="822208" y="39269"/>
                </a:cubicBezTo>
                <a:cubicBezTo>
                  <a:pt x="824315" y="36207"/>
                  <a:pt x="826818" y="33935"/>
                  <a:pt x="829716" y="32453"/>
                </a:cubicBezTo>
                <a:cubicBezTo>
                  <a:pt x="832614" y="30971"/>
                  <a:pt x="836236" y="30230"/>
                  <a:pt x="840583" y="30230"/>
                </a:cubicBezTo>
                <a:cubicBezTo>
                  <a:pt x="844139" y="30230"/>
                  <a:pt x="847004" y="30724"/>
                  <a:pt x="849177" y="31712"/>
                </a:cubicBezTo>
                <a:lnTo>
                  <a:pt x="849177" y="54928"/>
                </a:lnTo>
                <a:cubicBezTo>
                  <a:pt x="844699" y="53940"/>
                  <a:pt x="840747" y="53446"/>
                  <a:pt x="837323" y="53446"/>
                </a:cubicBezTo>
                <a:cubicBezTo>
                  <a:pt x="830407" y="53446"/>
                  <a:pt x="825023" y="56248"/>
                  <a:pt x="821170" y="61852"/>
                </a:cubicBezTo>
                <a:cubicBezTo>
                  <a:pt x="817317" y="67457"/>
                  <a:pt x="815391" y="75764"/>
                  <a:pt x="815391" y="86775"/>
                </a:cubicBezTo>
                <a:lnTo>
                  <a:pt x="815391" y="139295"/>
                </a:lnTo>
                <a:lnTo>
                  <a:pt x="787631" y="139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AD331-8064-4FBA-AFDF-DA8BE3D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63" y="1770129"/>
            <a:ext cx="1556335" cy="3112670"/>
          </a:xfrm>
          <a:custGeom xmlns:a="http://schemas.openxmlformats.org/drawingml/2006/main">
            <a:pathLst>
              <a:path w="1556335" h="3112670" fill="none">
                <a:moveTo>
                  <a:pt x="0" y="0"/>
                </a:moveTo>
                <a:lnTo>
                  <a:pt x="1556335" y="0"/>
                </a:lnTo>
                <a:lnTo>
                  <a:pt x="1556335" y="3112670"/>
                </a:lnTo>
                <a:lnTo>
                  <a:pt x="0" y="31126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19E94-EC34-41A8-9FDA-55B4D2D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65" y="1770129"/>
            <a:ext cx="1556335" cy="3112670"/>
          </a:xfrm>
          <a:custGeom xmlns:a="http://schemas.openxmlformats.org/drawingml/2006/main">
            <a:pathLst>
              <a:path w="1556335" h="3112670" fill="none">
                <a:moveTo>
                  <a:pt x="0" y="0"/>
                </a:moveTo>
                <a:lnTo>
                  <a:pt x="1556335" y="0"/>
                </a:lnTo>
                <a:lnTo>
                  <a:pt x="1556335" y="3112670"/>
                </a:lnTo>
                <a:lnTo>
                  <a:pt x="0" y="31126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D400C-A9FF-491A-92DD-3D0B15E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27" y="1147595"/>
            <a:ext cx="1867602" cy="1867602"/>
          </a:xfrm>
          <a:custGeom xmlns:a="http://schemas.openxmlformats.org/drawingml/2006/main">
            <a:pathLst>
              <a:path w="1867602" h="1867602" fill="none">
                <a:moveTo>
                  <a:pt x="0" y="0"/>
                </a:moveTo>
                <a:lnTo>
                  <a:pt x="1867602" y="0"/>
                </a:lnTo>
                <a:lnTo>
                  <a:pt x="1867602" y="1867602"/>
                </a:lnTo>
                <a:lnTo>
                  <a:pt x="0" y="1867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D95D5-6E4A-4B87-89A7-A3A13F8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0" y="3793364"/>
            <a:ext cx="1867602" cy="1867602"/>
          </a:xfrm>
          <a:custGeom xmlns:a="http://schemas.openxmlformats.org/drawingml/2006/main">
            <a:pathLst>
              <a:path w="1867602" h="1867602" fill="none">
                <a:moveTo>
                  <a:pt x="0" y="0"/>
                </a:moveTo>
                <a:lnTo>
                  <a:pt x="1867602" y="0"/>
                </a:lnTo>
                <a:lnTo>
                  <a:pt x="1867602" y="1867602"/>
                </a:lnTo>
                <a:lnTo>
                  <a:pt x="0" y="1867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563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78933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2026-09-05T17:00:54.6560000Z</dcterms:created>
  <dcterms:modified xsi:type="dcterms:W3CDTF">2026-09-05T17:00:54.6560000Z</dcterms:modified>
</coreProperties>
</file>