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3a26add0f94b99" /><Relationship Type="http://schemas.openxmlformats.org/officeDocument/2006/relationships/extended-properties" Target="/docProps/app.xml" Id="R6fc9ff18371146d1" /><Relationship Type="http://schemas.openxmlformats.org/officeDocument/2006/relationships/officeDocument" Target="/ppt/presentation.xml" Id="R88a4091e08a64d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47ede116a744a5"/>
  </p:sldMasterIdLst>
  <p:notesMasterIdLst>
    <p:notesMasterId xmlns:r="http://schemas.openxmlformats.org/officeDocument/2006/relationships" r:id="R127ba0d1d0604be6"/>
  </p:notesMasterIdLst>
  <p:sldIdLst>
    <p:sldId xmlns:r="http://schemas.openxmlformats.org/officeDocument/2006/relationships" id="256" r:id="R2d4a1fb5d1104710"/>
  </p:sldIdLst>
  <p:sldSz cx="19050000" cy="4905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1241ef51f48e7" /><Relationship Type="http://schemas.openxmlformats.org/officeDocument/2006/relationships/slideMaster" Target="/ppt/slideMasters/slideMaster1.xml" Id="Rdc47ede116a744a5" /><Relationship Type="http://schemas.openxmlformats.org/officeDocument/2006/relationships/notesMaster" Target="/ppt/notesMasters/notesMaster1.xml" Id="R127ba0d1d0604be6" /><Relationship Type="http://schemas.openxmlformats.org/officeDocument/2006/relationships/presProps" Target="/ppt/presProps.xml" Id="R9ae79375116548cd" /><Relationship Type="http://schemas.openxmlformats.org/officeDocument/2006/relationships/tableStyles" Target="/ppt/tableStyles.xml" Id="Rff08d23c5cd74f1d" /><Relationship Type="http://schemas.openxmlformats.org/officeDocument/2006/relationships/slide" Target="/ppt/slides/slide1.xml" Id="R2d4a1fb5d110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5a38ac82d5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f77533a254f51" /><Relationship Type="http://schemas.openxmlformats.org/officeDocument/2006/relationships/notesMaster" Target="/ppt/notesMasters/notesMaster1.xml" Id="Rb44c2ee5c111477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素材ID：SEC-032</ns1:t>
            </ns1:r>
          </ns1:p>
          <ns1:p>
            <ns1:r>
              <ns1:t>论文：DiStefano: Decentralized Infrastructure for Sharing Trusted Encrypted Facts and Nothing More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类型：方法细节</ns1:t>
            </ns1:r>
          </ns1:p>
          <ns1:p>
            <ns1:r>
              <ns1:t>借鉴点：三列保持相同三方三角关系，密钥图例与不同消息流揭示阶段变化，适合密码协议和多方Agent协作。</ns1:t>
            </ns1:r>
          </ns1:p>
          <ns1:p>
            <ns1:r>
              <ns1:t>论文URL：https://www.ndss-symposium.org/wp-content/uploads/2025-1367-paper.pdf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d4aab7cfa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5f6397821417f" /><Relationship Type="http://schemas.openxmlformats.org/officeDocument/2006/relationships/slideLayout" Target="/ppt/slideLayouts/slideLayout1.xml" Id="R3ba5cdefe82b46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a5cdefe82b46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1c49fe5c344ac" /><Relationship Type="http://schemas.openxmlformats.org/officeDocument/2006/relationships/notesSlide" Target="/ppt/notesSlides/notesSlide1.xml" Id="R2b40cc11a06a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6" name="SEC-032-1">
            <a:extLst xmlns:a="http://schemas.openxmlformats.org/drawingml/2006/main">
              <a:ext uri="{FF2B5EF4-FFF2-40B4-BE49-F238E27FC236}">
                <a16:creationId xmlns:a16="http://schemas.microsoft.com/office/drawing/2014/main" id="{1CA0B0AF-D747-42E4-B973-730B714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28575"/>
            <a:ext cx="18945225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2" name="SEC-032-2">
            <a:extLst xmlns:a="http://schemas.openxmlformats.org/drawingml/2006/main">
              <a:ext uri="{FF2B5EF4-FFF2-40B4-BE49-F238E27FC236}">
                <a16:creationId xmlns:a16="http://schemas.microsoft.com/office/drawing/2014/main" id="{862EC380-CF8D-4031-A609-8959663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744" y="28575"/>
            <a:ext cx="23813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SEC-032-3">
            <a:extLst xmlns:a="http://schemas.openxmlformats.org/drawingml/2006/main">
              <a:ext uri="{FF2B5EF4-FFF2-40B4-BE49-F238E27FC236}">
                <a16:creationId xmlns:a16="http://schemas.microsoft.com/office/drawing/2014/main" id="{E5380FB6-AFE7-43C4-B649-637F12B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5394" y="28575"/>
            <a:ext cx="23813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" name="SEC-032-4">
            <a:extLst xmlns:a="http://schemas.openxmlformats.org/drawingml/2006/main">
              <a:ext uri="{FF2B5EF4-FFF2-40B4-BE49-F238E27FC236}">
                <a16:creationId xmlns:a16="http://schemas.microsoft.com/office/drawing/2014/main" id="{3A7C8B8C-55AA-44AF-9CA3-B2190B57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28575"/>
            <a:ext cx="1657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</a:ln>
        </p:spPr>
      </p:sp>
      <p:sp>
        <p:nvSpPr>
          <p:cNvPr id="5" name="SEC-032-5">
            <a:extLst xmlns:a="http://schemas.openxmlformats.org/drawingml/2006/main">
              <a:ext uri="{FF2B5EF4-FFF2-40B4-BE49-F238E27FC236}">
                <a16:creationId xmlns:a16="http://schemas.microsoft.com/office/drawing/2014/main" id="{BA7B6A95-D1D9-46FA-A41D-2B725C78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905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handshake</a:t>
            </a:r>
          </a:p>
        </p:txBody>
      </p:sp>
      <p:sp>
        <p:nvSpPr>
          <p:cNvPr id="6" name="SEC-032-6">
            <a:extLst xmlns:a="http://schemas.openxmlformats.org/drawingml/2006/main">
              <a:ext uri="{FF2B5EF4-FFF2-40B4-BE49-F238E27FC236}">
                <a16:creationId xmlns:a16="http://schemas.microsoft.com/office/drawing/2014/main" id="{CD02E525-0E7B-44BB-8CB1-43B2EAC5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28575"/>
            <a:ext cx="1657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</a:ln>
        </p:spPr>
      </p:sp>
      <p:sp>
        <p:nvSpPr>
          <p:cNvPr id="7" name="SEC-032-7">
            <a:extLst xmlns:a="http://schemas.openxmlformats.org/drawingml/2006/main">
              <a:ext uri="{FF2B5EF4-FFF2-40B4-BE49-F238E27FC236}">
                <a16:creationId xmlns:a16="http://schemas.microsoft.com/office/drawing/2014/main" id="{EC6E9D0B-983F-41A1-9EED-026DB08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1905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query</a:t>
            </a:r>
          </a:p>
        </p:txBody>
      </p:sp>
      <p:sp>
        <p:nvSpPr>
          <p:cNvPr id="8" name="SEC-032-8">
            <a:extLst xmlns:a="http://schemas.openxmlformats.org/drawingml/2006/main">
              <a:ext uri="{FF2B5EF4-FFF2-40B4-BE49-F238E27FC236}">
                <a16:creationId xmlns:a16="http://schemas.microsoft.com/office/drawing/2014/main" id="{E1B87780-1D11-45CD-8BB5-F4C1D45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4025" y="28575"/>
            <a:ext cx="1657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</a:ln>
        </p:spPr>
      </p:sp>
      <p:sp>
        <p:nvSpPr>
          <p:cNvPr id="9" name="SEC-032-9">
            <a:extLst xmlns:a="http://schemas.openxmlformats.org/drawingml/2006/main">
              <a:ext uri="{FF2B5EF4-FFF2-40B4-BE49-F238E27FC236}">
                <a16:creationId xmlns:a16="http://schemas.microsoft.com/office/drawing/2014/main" id="{373B46A7-7980-48A0-99FD-3A68429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1650" y="1905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commit</a:t>
            </a:r>
          </a:p>
        </p:txBody>
      </p:sp>
      <p:sp>
        <p:nvSpPr>
          <p:cNvPr id="10" name="SEC-032-10">
            <a:extLst xmlns:a="http://schemas.openxmlformats.org/drawingml/2006/main">
              <a:ext uri="{FF2B5EF4-FFF2-40B4-BE49-F238E27FC236}">
                <a16:creationId xmlns:a16="http://schemas.microsoft.com/office/drawing/2014/main" id="{CF236EB0-E923-400A-9771-DAB0FA27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07" y="1583055"/>
            <a:ext cx="116633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11" name="SEC-032-11">
            <a:extLst xmlns:a="http://schemas.openxmlformats.org/drawingml/2006/main">
              <a:ext uri="{FF2B5EF4-FFF2-40B4-BE49-F238E27FC236}">
                <a16:creationId xmlns:a16="http://schemas.microsoft.com/office/drawing/2014/main" id="{0353A111-E4B8-412A-9FA7-78FAE5CD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42900"/>
            <a:ext cx="7524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D8B"/>
          </a:solidFill>
          <a:ln xmlns:a="http://schemas.openxmlformats.org/drawingml/2006/main" w="47406">
            <a:solidFill>
              <a:srgbClr val="000000"/>
            </a:solidFill>
          </a:ln>
        </p:spPr>
      </p:sp>
      <p:sp>
        <p:nvSpPr>
          <p:cNvPr id="12" name="SEC-032-12">
            <a:extLst xmlns:a="http://schemas.openxmlformats.org/drawingml/2006/main">
              <a:ext uri="{FF2B5EF4-FFF2-40B4-BE49-F238E27FC236}">
                <a16:creationId xmlns:a16="http://schemas.microsoft.com/office/drawing/2014/main" id="{69036C98-2BEE-43DB-A88B-DC645B8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73" y="427553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3" name="SEC-032-13">
            <a:extLst xmlns:a="http://schemas.openxmlformats.org/drawingml/2006/main">
              <a:ext uri="{FF2B5EF4-FFF2-40B4-BE49-F238E27FC236}">
                <a16:creationId xmlns:a16="http://schemas.microsoft.com/office/drawing/2014/main" id="{18278512-03E7-4295-A980-DA77FFC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721" y="500896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4" name="SEC-032-14">
            <a:extLst xmlns:a="http://schemas.openxmlformats.org/drawingml/2006/main">
              <a:ext uri="{FF2B5EF4-FFF2-40B4-BE49-F238E27FC236}">
                <a16:creationId xmlns:a16="http://schemas.microsoft.com/office/drawing/2014/main" id="{4D42286B-5CDE-461C-9D95-0C59A3F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464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5" name="SEC-032-15">
            <a:extLst xmlns:a="http://schemas.openxmlformats.org/drawingml/2006/main">
              <a:ext uri="{FF2B5EF4-FFF2-40B4-BE49-F238E27FC236}">
                <a16:creationId xmlns:a16="http://schemas.microsoft.com/office/drawing/2014/main" id="{C8563D98-663A-4B2E-9DA6-D6D8A410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10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6" name="SEC-032-16">
            <a:extLst xmlns:a="http://schemas.openxmlformats.org/drawingml/2006/main">
              <a:ext uri="{FF2B5EF4-FFF2-40B4-BE49-F238E27FC236}">
                <a16:creationId xmlns:a16="http://schemas.microsoft.com/office/drawing/2014/main" id="{A4167C0D-58C0-4ACE-8785-D9127B5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57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7" name="SEC-032-17">
            <a:extLst xmlns:a="http://schemas.openxmlformats.org/drawingml/2006/main">
              <a:ext uri="{FF2B5EF4-FFF2-40B4-BE49-F238E27FC236}">
                <a16:creationId xmlns:a16="http://schemas.microsoft.com/office/drawing/2014/main" id="{46A8BBD8-7A05-486C-BE3B-A80C0EF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73" y="718602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8" name="SEC-032-18">
            <a:extLst xmlns:a="http://schemas.openxmlformats.org/drawingml/2006/main">
              <a:ext uri="{FF2B5EF4-FFF2-40B4-BE49-F238E27FC236}">
                <a16:creationId xmlns:a16="http://schemas.microsoft.com/office/drawing/2014/main" id="{30005EE0-9A11-4BED-8BE3-80E7F686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721" y="791944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9" name="SEC-032-19">
            <a:extLst xmlns:a="http://schemas.openxmlformats.org/drawingml/2006/main">
              <a:ext uri="{FF2B5EF4-FFF2-40B4-BE49-F238E27FC236}">
                <a16:creationId xmlns:a16="http://schemas.microsoft.com/office/drawing/2014/main" id="{890372DD-987A-4BF0-8F34-B83D8F9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464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0" name="SEC-032-20">
            <a:extLst xmlns:a="http://schemas.openxmlformats.org/drawingml/2006/main">
              <a:ext uri="{FF2B5EF4-FFF2-40B4-BE49-F238E27FC236}">
                <a16:creationId xmlns:a16="http://schemas.microsoft.com/office/drawing/2014/main" id="{E7E255E5-D6A8-4431-ADA3-DC79AD21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10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1" name="SEC-032-21">
            <a:extLst xmlns:a="http://schemas.openxmlformats.org/drawingml/2006/main">
              <a:ext uri="{FF2B5EF4-FFF2-40B4-BE49-F238E27FC236}">
                <a16:creationId xmlns:a16="http://schemas.microsoft.com/office/drawing/2014/main" id="{B487CD7B-94E4-4240-A5C1-F7FCDEF0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57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2" name="SEC-032-22">
            <a:extLst xmlns:a="http://schemas.openxmlformats.org/drawingml/2006/main">
              <a:ext uri="{FF2B5EF4-FFF2-40B4-BE49-F238E27FC236}">
                <a16:creationId xmlns:a16="http://schemas.microsoft.com/office/drawing/2014/main" id="{E66968A4-2C0F-4F06-AB2A-C656DEA3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73" y="1009650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23" name="SEC-032-23">
            <a:extLst xmlns:a="http://schemas.openxmlformats.org/drawingml/2006/main">
              <a:ext uri="{FF2B5EF4-FFF2-40B4-BE49-F238E27FC236}">
                <a16:creationId xmlns:a16="http://schemas.microsoft.com/office/drawing/2014/main" id="{49FB7B99-AF78-4A67-A902-70A76E7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721" y="1082993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4" name="SEC-032-24">
            <a:extLst xmlns:a="http://schemas.openxmlformats.org/drawingml/2006/main">
              <a:ext uri="{FF2B5EF4-FFF2-40B4-BE49-F238E27FC236}">
                <a16:creationId xmlns:a16="http://schemas.microsoft.com/office/drawing/2014/main" id="{552E0614-41A5-43E9-A86F-DF20D13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464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5" name="SEC-032-25">
            <a:extLst xmlns:a="http://schemas.openxmlformats.org/drawingml/2006/main">
              <a:ext uri="{FF2B5EF4-FFF2-40B4-BE49-F238E27FC236}">
                <a16:creationId xmlns:a16="http://schemas.microsoft.com/office/drawing/2014/main" id="{5931162C-340D-41F3-BF34-CA19944F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10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6" name="SEC-032-26">
            <a:extLst xmlns:a="http://schemas.openxmlformats.org/drawingml/2006/main">
              <a:ext uri="{FF2B5EF4-FFF2-40B4-BE49-F238E27FC236}">
                <a16:creationId xmlns:a16="http://schemas.microsoft.com/office/drawing/2014/main" id="{3833AC44-CB14-4013-ACD4-18C42C4A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57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7" name="SEC-032-27">
            <a:extLst xmlns:a="http://schemas.openxmlformats.org/drawingml/2006/main">
              <a:ext uri="{FF2B5EF4-FFF2-40B4-BE49-F238E27FC236}">
                <a16:creationId xmlns:a16="http://schemas.microsoft.com/office/drawing/2014/main" id="{58DF448C-220F-49DC-B039-AD538C6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73" y="1300698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28" name="SEC-032-28">
            <a:extLst xmlns:a="http://schemas.openxmlformats.org/drawingml/2006/main">
              <a:ext uri="{FF2B5EF4-FFF2-40B4-BE49-F238E27FC236}">
                <a16:creationId xmlns:a16="http://schemas.microsoft.com/office/drawing/2014/main" id="{660A3E3F-F946-4830-9A1A-5A722A0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721" y="1374041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9" name="SEC-032-29">
            <a:extLst xmlns:a="http://schemas.openxmlformats.org/drawingml/2006/main">
              <a:ext uri="{FF2B5EF4-FFF2-40B4-BE49-F238E27FC236}">
                <a16:creationId xmlns:a16="http://schemas.microsoft.com/office/drawing/2014/main" id="{B2E5C3A5-EE82-4FE3-9118-2914B41B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464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30" name="SEC-032-30">
            <a:extLst xmlns:a="http://schemas.openxmlformats.org/drawingml/2006/main">
              <a:ext uri="{FF2B5EF4-FFF2-40B4-BE49-F238E27FC236}">
                <a16:creationId xmlns:a16="http://schemas.microsoft.com/office/drawing/2014/main" id="{1864853A-ADFD-4A57-BA6F-8B9A1516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10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31" name="SEC-032-31">
            <a:extLst xmlns:a="http://schemas.openxmlformats.org/drawingml/2006/main">
              <a:ext uri="{FF2B5EF4-FFF2-40B4-BE49-F238E27FC236}">
                <a16:creationId xmlns:a16="http://schemas.microsoft.com/office/drawing/2014/main" id="{307886F3-5E85-4AD8-99AD-52B4FC4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57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32" name="SEC-032-32">
            <a:extLst xmlns:a="http://schemas.openxmlformats.org/drawingml/2006/main">
              <a:ext uri="{FF2B5EF4-FFF2-40B4-BE49-F238E27FC236}">
                <a16:creationId xmlns:a16="http://schemas.microsoft.com/office/drawing/2014/main" id="{AF6050A5-E10C-4895-B65C-E92E6C2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1485900"/>
            <a:ext cx="14001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33" name="SEC-032-33">
            <a:extLst xmlns:a="http://schemas.openxmlformats.org/drawingml/2006/main">
              <a:ext uri="{FF2B5EF4-FFF2-40B4-BE49-F238E27FC236}">
                <a16:creationId xmlns:a16="http://schemas.microsoft.com/office/drawing/2014/main" id="{28641CB3-966B-4C5C-BA62-EBA6581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504950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server</a:t>
            </a:r>
          </a:p>
        </p:txBody>
      </p:sp>
      <p:sp>
        <p:nvSpPr>
          <p:cNvPr id="34" name="SEC-032-34">
            <a:extLst xmlns:a="http://schemas.openxmlformats.org/drawingml/2006/main">
              <a:ext uri="{FF2B5EF4-FFF2-40B4-BE49-F238E27FC236}">
                <a16:creationId xmlns:a16="http://schemas.microsoft.com/office/drawing/2014/main" id="{D5AC2DD9-D57A-418C-817F-CBD6ECFF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7524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9086F766-02F3-45D4-9509-AAF5AD7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953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4D64B0"/>
            </a:solidFill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4FFFF51C-2460-437D-96CA-CEA3D48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906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59D018CF-6B2D-40D2-8723-CCDFC8B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382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38" name="SEC-032-38">
            <a:extLst xmlns:a="http://schemas.openxmlformats.org/drawingml/2006/main">
              <a:ext uri="{FF2B5EF4-FFF2-40B4-BE49-F238E27FC236}">
                <a16:creationId xmlns:a16="http://schemas.microsoft.com/office/drawing/2014/main" id="{509028A0-827D-4A85-BEC2-AAE9BDA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714375"/>
            <a:ext cx="271653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</a:t>
            </a:r>
          </a:p>
        </p:txBody>
      </p:sp>
      <p:sp>
        <p:nvSpPr>
          <p:cNvPr id="39" name="SEC-032-39">
            <a:extLst xmlns:a="http://schemas.openxmlformats.org/drawingml/2006/main">
              <a:ext uri="{FF2B5EF4-FFF2-40B4-BE49-F238E27FC236}">
                <a16:creationId xmlns:a16="http://schemas.microsoft.com/office/drawing/2014/main" id="{3ECEB9B4-40F6-4472-97E9-B438777E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8390" y="8085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40" name="SEC-032-40">
            <a:extLst xmlns:a="http://schemas.openxmlformats.org/drawingml/2006/main">
              <a:ext uri="{FF2B5EF4-FFF2-40B4-BE49-F238E27FC236}">
                <a16:creationId xmlns:a16="http://schemas.microsoft.com/office/drawing/2014/main" id="{C080C518-D1FC-45DB-A76A-8064FFF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981075"/>
            <a:ext cx="271653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</a:t>
            </a:r>
          </a:p>
        </p:txBody>
      </p:sp>
      <p:sp>
        <p:nvSpPr>
          <p:cNvPr id="41" name="SEC-032-41">
            <a:extLst xmlns:a="http://schemas.openxmlformats.org/drawingml/2006/main">
              <a:ext uri="{FF2B5EF4-FFF2-40B4-BE49-F238E27FC236}">
                <a16:creationId xmlns:a16="http://schemas.microsoft.com/office/drawing/2014/main" id="{B28DECFC-3D9F-4194-867B-6AE2FAC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8390" y="10752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42" name="SEC-032-42">
            <a:extLst xmlns:a="http://schemas.openxmlformats.org/drawingml/2006/main">
              <a:ext uri="{FF2B5EF4-FFF2-40B4-BE49-F238E27FC236}">
                <a16:creationId xmlns:a16="http://schemas.microsoft.com/office/drawing/2014/main" id="{F44D7DB5-1DB0-4274-BDBF-13DF6AB3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239" y="4013835"/>
            <a:ext cx="1520190" cy="125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43" name="SEC-032-43">
            <a:extLst xmlns:a="http://schemas.openxmlformats.org/drawingml/2006/main">
              <a:ext uri="{FF2B5EF4-FFF2-40B4-BE49-F238E27FC236}">
                <a16:creationId xmlns:a16="http://schemas.microsoft.com/office/drawing/2014/main" id="{4E6A5566-A34F-435B-9002-16A69949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448050"/>
            <a:ext cx="10858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8863">
            <a:solidFill>
              <a:srgbClr val="000000"/>
            </a:solidFill>
          </a:ln>
        </p:spPr>
      </p:sp>
      <p:sp>
        <p:nvSpPr>
          <p:cNvPr id="44" name="SEC-032-44">
            <a:extLst xmlns:a="http://schemas.openxmlformats.org/drawingml/2006/main">
              <a:ext uri="{FF2B5EF4-FFF2-40B4-BE49-F238E27FC236}">
                <a16:creationId xmlns:a16="http://schemas.microsoft.com/office/drawing/2014/main" id="{B1AF691A-6A9E-4C5F-A872-1027105F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418" y="3510915"/>
            <a:ext cx="912114" cy="440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D32"/>
          </a:solidFill>
          <a:ln xmlns:a="http://schemas.openxmlformats.org/drawingml/2006/main" w="0">
            <a:noFill/>
          </a:ln>
        </p:spPr>
      </p:sp>
      <p:sp>
        <p:nvSpPr>
          <p:cNvPr id="45" name="SEC-032-45">
            <a:extLst xmlns:a="http://schemas.openxmlformats.org/drawingml/2006/main">
              <a:ext uri="{FF2B5EF4-FFF2-40B4-BE49-F238E27FC236}">
                <a16:creationId xmlns:a16="http://schemas.microsoft.com/office/drawing/2014/main" id="{A122C790-2D1C-4FDD-A19B-87B33AB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607" y="3473196"/>
            <a:ext cx="184595" cy="13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00171E47-077F-4C3B-8D8E-55131A0E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1238250" cy="85725"/>
          </a:xfrm>
          <a:custGeom xmlns:a="http://schemas.openxmlformats.org/drawingml/2006/main">
            <a:pathLst>
              <a:path w="1238250" h="85725">
                <a:moveTo>
                  <a:pt x="0" y="0"/>
                </a:moveTo>
                <a:lnTo>
                  <a:pt x="1238250" y="0"/>
                </a:lnTo>
                <a:lnTo>
                  <a:pt x="1171575" y="85725"/>
                </a:lnTo>
                <a:lnTo>
                  <a:pt x="66675" y="85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47" name="SEC-032-47">
            <a:extLst xmlns:a="http://schemas.openxmlformats.org/drawingml/2006/main">
              <a:ext uri="{FF2B5EF4-FFF2-40B4-BE49-F238E27FC236}">
                <a16:creationId xmlns:a16="http://schemas.microsoft.com/office/drawing/2014/main" id="{5D98C9CA-1330-4916-B95D-38B970AC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4010025"/>
            <a:ext cx="1409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48" name="SEC-032-48">
            <a:extLst xmlns:a="http://schemas.openxmlformats.org/drawingml/2006/main">
              <a:ext uri="{FF2B5EF4-FFF2-40B4-BE49-F238E27FC236}">
                <a16:creationId xmlns:a16="http://schemas.microsoft.com/office/drawing/2014/main" id="{B78F807C-BDB5-47D3-A9A8-A0C8E92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02907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client</a:t>
            </a:r>
          </a:p>
        </p:txBody>
      </p:sp>
      <p:sp>
        <p:nvSpPr>
          <p:cNvPr id="49" name="SEC-032-49">
            <a:extLst xmlns:a="http://schemas.openxmlformats.org/drawingml/2006/main">
              <a:ext uri="{FF2B5EF4-FFF2-40B4-BE49-F238E27FC236}">
                <a16:creationId xmlns:a16="http://schemas.microsoft.com/office/drawing/2014/main" id="{B6E70188-E4CF-4882-AF7D-B854A0C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2743200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50" name="SEC-032-50">
            <a:extLst xmlns:a="http://schemas.openxmlformats.org/drawingml/2006/main">
              <a:ext uri="{FF2B5EF4-FFF2-40B4-BE49-F238E27FC236}">
                <a16:creationId xmlns:a16="http://schemas.microsoft.com/office/drawing/2014/main" id="{38F27980-1995-4B7D-ACC2-B3E6E32E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7410" y="2837402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51" name="SEC-032-51">
            <a:extLst xmlns:a="http://schemas.openxmlformats.org/drawingml/2006/main">
              <a:ext uri="{FF2B5EF4-FFF2-40B4-BE49-F238E27FC236}">
                <a16:creationId xmlns:a16="http://schemas.microsoft.com/office/drawing/2014/main" id="{BF51347A-0C1A-45B6-A6B0-DE2FA0E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300037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52" name="SEC-032-52">
            <a:extLst xmlns:a="http://schemas.openxmlformats.org/drawingml/2006/main">
              <a:ext uri="{FF2B5EF4-FFF2-40B4-BE49-F238E27FC236}">
                <a16:creationId xmlns:a16="http://schemas.microsoft.com/office/drawing/2014/main" id="{ECCA9251-A36A-4D66-AB92-16733702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7410" y="30945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53" name="SEC-032-53">
            <a:extLst xmlns:a="http://schemas.openxmlformats.org/drawingml/2006/main">
              <a:ext uri="{FF2B5EF4-FFF2-40B4-BE49-F238E27FC236}">
                <a16:creationId xmlns:a16="http://schemas.microsoft.com/office/drawing/2014/main" id="{D796F366-223C-439D-BF89-3E4F018B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33718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31FBE261-05C2-412B-9A31-F70F278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14725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9CC44"/>
            </a:solidFill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99807B1D-FDD8-45E9-B530-4C0F8B9D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997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68301059-3ABE-441E-B3E9-709B079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576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57" name="SEC-032-57">
            <a:extLst xmlns:a="http://schemas.openxmlformats.org/drawingml/2006/main">
              <a:ext uri="{FF2B5EF4-FFF2-40B4-BE49-F238E27FC236}">
                <a16:creationId xmlns:a16="http://schemas.microsoft.com/office/drawing/2014/main" id="{8BB5B9B3-685C-48BD-89C6-57D74C7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33623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452A"/>
            </a:solidFill>
          </a:ln>
        </p:spPr>
      </p:sp>
      <p:sp>
        <p:nvSpPr>
          <p:cNvPr id="58" name="SEC-032-58">
            <a:extLst xmlns:a="http://schemas.openxmlformats.org/drawingml/2006/main">
              <a:ext uri="{FF2B5EF4-FFF2-40B4-BE49-F238E27FC236}">
                <a16:creationId xmlns:a16="http://schemas.microsoft.com/office/drawing/2014/main" id="{66D660EA-6D2A-432F-A69D-E98EFF15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1126" y="4069080"/>
            <a:ext cx="1225391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59" name="SEC-032-59">
            <a:extLst xmlns:a="http://schemas.openxmlformats.org/drawingml/2006/main">
              <a:ext uri="{FF2B5EF4-FFF2-40B4-BE49-F238E27FC236}">
                <a16:creationId xmlns:a16="http://schemas.microsoft.com/office/drawing/2014/main" id="{72812049-919D-43B1-AE1C-DB61DC2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828925"/>
            <a:ext cx="790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5AB"/>
          </a:solidFill>
          <a:ln xmlns:a="http://schemas.openxmlformats.org/drawingml/2006/main" w="49806">
            <a:solidFill>
              <a:srgbClr val="000000"/>
            </a:solidFill>
          </a:ln>
        </p:spPr>
      </p:sp>
      <p:sp>
        <p:nvSpPr>
          <p:cNvPr id="60" name="SEC-032-60">
            <a:extLst xmlns:a="http://schemas.openxmlformats.org/drawingml/2006/main">
              <a:ext uri="{FF2B5EF4-FFF2-40B4-BE49-F238E27FC236}">
                <a16:creationId xmlns:a16="http://schemas.microsoft.com/office/drawing/2014/main" id="{56940E59-9DA3-493B-9D31-D605341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7827" y="3228975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61" name="SEC-032-61">
            <a:extLst xmlns:a="http://schemas.openxmlformats.org/drawingml/2006/main">
              <a:ext uri="{FF2B5EF4-FFF2-40B4-BE49-F238E27FC236}">
                <a16:creationId xmlns:a16="http://schemas.microsoft.com/office/drawing/2014/main" id="{E1086D9E-2FD0-4C20-84B1-39CEB652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5261" y="3302318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62" name="SEC-032-62">
            <a:extLst xmlns:a="http://schemas.openxmlformats.org/drawingml/2006/main">
              <a:ext uri="{FF2B5EF4-FFF2-40B4-BE49-F238E27FC236}">
                <a16:creationId xmlns:a16="http://schemas.microsoft.com/office/drawing/2014/main" id="{02CA2E04-F67D-4D80-AF27-A4824FFC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434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63" name="SEC-032-63">
            <a:extLst xmlns:a="http://schemas.openxmlformats.org/drawingml/2006/main">
              <a:ext uri="{FF2B5EF4-FFF2-40B4-BE49-F238E27FC236}">
                <a16:creationId xmlns:a16="http://schemas.microsoft.com/office/drawing/2014/main" id="{1B2DB5E7-96EE-4EBD-8B3D-71F06CA1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114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64" name="SEC-032-64">
            <a:extLst xmlns:a="http://schemas.openxmlformats.org/drawingml/2006/main">
              <a:ext uri="{FF2B5EF4-FFF2-40B4-BE49-F238E27FC236}">
                <a16:creationId xmlns:a16="http://schemas.microsoft.com/office/drawing/2014/main" id="{CB90C1D5-5745-48CC-B64A-3BB1C046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3795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65" name="SEC-032-65">
            <a:extLst xmlns:a="http://schemas.openxmlformats.org/drawingml/2006/main">
              <a:ext uri="{FF2B5EF4-FFF2-40B4-BE49-F238E27FC236}">
                <a16:creationId xmlns:a16="http://schemas.microsoft.com/office/drawing/2014/main" id="{77E0E328-6027-4434-A995-5081ED1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7827" y="3500120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66" name="SEC-032-66">
            <a:extLst xmlns:a="http://schemas.openxmlformats.org/drawingml/2006/main">
              <a:ext uri="{FF2B5EF4-FFF2-40B4-BE49-F238E27FC236}">
                <a16:creationId xmlns:a16="http://schemas.microsoft.com/office/drawing/2014/main" id="{A55ADB77-2E0C-4CD9-A33C-9DAA2C61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5261" y="3573462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67" name="SEC-032-67">
            <a:extLst xmlns:a="http://schemas.openxmlformats.org/drawingml/2006/main">
              <a:ext uri="{FF2B5EF4-FFF2-40B4-BE49-F238E27FC236}">
                <a16:creationId xmlns:a16="http://schemas.microsoft.com/office/drawing/2014/main" id="{07BBB6FB-6F40-4194-84A2-BD3525DB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434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68" name="SEC-032-68">
            <a:extLst xmlns:a="http://schemas.openxmlformats.org/drawingml/2006/main">
              <a:ext uri="{FF2B5EF4-FFF2-40B4-BE49-F238E27FC236}">
                <a16:creationId xmlns:a16="http://schemas.microsoft.com/office/drawing/2014/main" id="{58C9845A-7E49-412E-9ECB-BC20F7E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114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69" name="SEC-032-69">
            <a:extLst xmlns:a="http://schemas.openxmlformats.org/drawingml/2006/main">
              <a:ext uri="{FF2B5EF4-FFF2-40B4-BE49-F238E27FC236}">
                <a16:creationId xmlns:a16="http://schemas.microsoft.com/office/drawing/2014/main" id="{959E3717-4E25-4AC5-B869-77E31F04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3795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70" name="SEC-032-70">
            <a:extLst xmlns:a="http://schemas.openxmlformats.org/drawingml/2006/main">
              <a:ext uri="{FF2B5EF4-FFF2-40B4-BE49-F238E27FC236}">
                <a16:creationId xmlns:a16="http://schemas.microsoft.com/office/drawing/2014/main" id="{8B703E7F-C934-4B8F-9C3C-B82AC8D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7827" y="3771265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71" name="SEC-032-71">
            <a:extLst xmlns:a="http://schemas.openxmlformats.org/drawingml/2006/main">
              <a:ext uri="{FF2B5EF4-FFF2-40B4-BE49-F238E27FC236}">
                <a16:creationId xmlns:a16="http://schemas.microsoft.com/office/drawing/2014/main" id="{AB97D1E8-510C-4612-B82A-54352697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5261" y="3844608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72" name="SEC-032-72">
            <a:extLst xmlns:a="http://schemas.openxmlformats.org/drawingml/2006/main">
              <a:ext uri="{FF2B5EF4-FFF2-40B4-BE49-F238E27FC236}">
                <a16:creationId xmlns:a16="http://schemas.microsoft.com/office/drawing/2014/main" id="{0E6E3CF3-F9F6-4C61-B32E-DE0DDE9D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434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73" name="SEC-032-73">
            <a:extLst xmlns:a="http://schemas.openxmlformats.org/drawingml/2006/main">
              <a:ext uri="{FF2B5EF4-FFF2-40B4-BE49-F238E27FC236}">
                <a16:creationId xmlns:a16="http://schemas.microsoft.com/office/drawing/2014/main" id="{FA6731F5-995C-4CB8-9696-4B519BEC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114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74" name="SEC-032-74">
            <a:extLst xmlns:a="http://schemas.openxmlformats.org/drawingml/2006/main">
              <a:ext uri="{FF2B5EF4-FFF2-40B4-BE49-F238E27FC236}">
                <a16:creationId xmlns:a16="http://schemas.microsoft.com/office/drawing/2014/main" id="{FB304E10-3957-47E7-B133-EFFB5B6B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3795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75" name="SEC-032-75">
            <a:extLst xmlns:a="http://schemas.openxmlformats.org/drawingml/2006/main">
              <a:ext uri="{FF2B5EF4-FFF2-40B4-BE49-F238E27FC236}">
                <a16:creationId xmlns:a16="http://schemas.microsoft.com/office/drawing/2014/main" id="{E12B1D80-F068-446E-BAF0-F2A3598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4790" y="2722245"/>
            <a:ext cx="474345" cy="474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24508">
            <a:solidFill>
              <a:srgbClr val="E8572A"/>
            </a:solidFill>
          </a:ln>
        </p:spPr>
      </p:sp>
      <p:sp>
        <p:nvSpPr>
          <p:cNvPr id="76" name="SEC-032-76">
            <a:extLst xmlns:a="http://schemas.openxmlformats.org/drawingml/2006/main">
              <a:ext uri="{FF2B5EF4-FFF2-40B4-BE49-F238E27FC236}">
                <a16:creationId xmlns:a16="http://schemas.microsoft.com/office/drawing/2014/main" id="{3725D5D2-2A01-4578-B9C7-352B0DB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4058507" y="2715578"/>
            <a:ext cx="434816" cy="474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88" b="0" i="0">
                <a:solidFill>
                  <a:srgbClr val="E8572A"/>
                </a:solidFill>
                <a:latin typeface="Arial"/>
                <a:ea typeface="Arial"/>
                <a:cs typeface="Arial"/>
              </a:defRPr>
            </a:pPr>
            <a:r>
              <a:rPr sz="2988" b="0" i="0">
                <a:solidFill>
                  <a:srgbClr val="E8572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7" name="SEC-032-77">
            <a:extLst xmlns:a="http://schemas.openxmlformats.org/drawingml/2006/main">
              <a:ext uri="{FF2B5EF4-FFF2-40B4-BE49-F238E27FC236}">
                <a16:creationId xmlns:a16="http://schemas.microsoft.com/office/drawing/2014/main" id="{AAA70755-F171-4213-A204-E1C9F26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4010025"/>
            <a:ext cx="14001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78" name="SEC-032-78">
            <a:extLst xmlns:a="http://schemas.openxmlformats.org/drawingml/2006/main">
              <a:ext uri="{FF2B5EF4-FFF2-40B4-BE49-F238E27FC236}">
                <a16:creationId xmlns:a16="http://schemas.microsoft.com/office/drawing/2014/main" id="{0764A401-D4CF-4499-B5C3-47757A42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029075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79" name="SEC-032-79">
            <a:extLst xmlns:a="http://schemas.openxmlformats.org/drawingml/2006/main">
              <a:ext uri="{FF2B5EF4-FFF2-40B4-BE49-F238E27FC236}">
                <a16:creationId xmlns:a16="http://schemas.microsoft.com/office/drawing/2014/main" id="{E6DA4B96-4E2B-409D-8798-5A40F74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8289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80" name="SEC-032-80">
            <a:extLst xmlns:a="http://schemas.openxmlformats.org/drawingml/2006/main">
              <a:ext uri="{FF2B5EF4-FFF2-40B4-BE49-F238E27FC236}">
                <a16:creationId xmlns:a16="http://schemas.microsoft.com/office/drawing/2014/main" id="{F8D881DF-44D4-485C-A983-B93DA15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9710" y="29231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81" name="SEC-032-81">
            <a:extLst xmlns:a="http://schemas.openxmlformats.org/drawingml/2006/main">
              <a:ext uri="{FF2B5EF4-FFF2-40B4-BE49-F238E27FC236}">
                <a16:creationId xmlns:a16="http://schemas.microsoft.com/office/drawing/2014/main" id="{C57910DD-FF08-48E6-88E1-9C1C6E08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30956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82" name="SEC-032-82">
            <a:extLst xmlns:a="http://schemas.openxmlformats.org/drawingml/2006/main">
              <a:ext uri="{FF2B5EF4-FFF2-40B4-BE49-F238E27FC236}">
                <a16:creationId xmlns:a16="http://schemas.microsoft.com/office/drawing/2014/main" id="{D4E93A0B-FF69-4EC1-BDF1-502EFB4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9710" y="31898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83" name="SEC-032-83">
            <a:extLst xmlns:a="http://schemas.openxmlformats.org/drawingml/2006/main">
              <a:ext uri="{FF2B5EF4-FFF2-40B4-BE49-F238E27FC236}">
                <a16:creationId xmlns:a16="http://schemas.microsoft.com/office/drawing/2014/main" id="{B108FF56-1D7F-406C-8FDF-44586F8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3813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20BF4ADF-16FA-48F2-AC52-A9FBDD3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242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73020"/>
            </a:solidFill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0FB873D7-F58D-4B9E-B967-C6C6A6EF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A52A17EB-23E3-41A2-92ED-1906854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671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87" name="SEC-032-87">
            <a:extLst xmlns:a="http://schemas.openxmlformats.org/drawingml/2006/main">
              <a:ext uri="{FF2B5EF4-FFF2-40B4-BE49-F238E27FC236}">
                <a16:creationId xmlns:a16="http://schemas.microsoft.com/office/drawing/2014/main" id="{8CE20FF7-F51B-4B21-9C64-E6CE746B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33623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73020"/>
            </a:solidFill>
          </a:ln>
        </p:spPr>
      </p:sp>
      <p:sp>
        <p:nvSpPr>
          <p:cNvPr id="88" name="SEC-032-88">
            <a:extLst xmlns:a="http://schemas.openxmlformats.org/drawingml/2006/main">
              <a:ext uri="{FF2B5EF4-FFF2-40B4-BE49-F238E27FC236}">
                <a16:creationId xmlns:a16="http://schemas.microsoft.com/office/drawing/2014/main" id="{E895B0F0-36EC-4202-BC92-6067DE8A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8" y="20288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2B7192E7-5A6B-4B9C-ABE7-7DDDC63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03" y="2920733"/>
            <a:ext cx="142945" cy="155842"/>
          </a:xfrm>
          <a:custGeom xmlns:a="http://schemas.openxmlformats.org/drawingml/2006/main">
            <a:pathLst>
              <a:path w="142945" h="155842">
                <a:moveTo>
                  <a:pt x="71472" y="155842"/>
                </a:moveTo>
                <a:lnTo>
                  <a:pt x="0" y="0"/>
                </a:lnTo>
                <a:lnTo>
                  <a:pt x="1429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90" name="SEC-032-90">
            <a:extLst xmlns:a="http://schemas.openxmlformats.org/drawingml/2006/main">
              <a:ext uri="{FF2B5EF4-FFF2-40B4-BE49-F238E27FC236}">
                <a16:creationId xmlns:a16="http://schemas.microsoft.com/office/drawing/2014/main" id="{A773770F-243C-4C51-82D8-CB3DF76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63" y="2028825"/>
            <a:ext cx="66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009ADDDD-23D0-42AF-9901-9FD00E3C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28" y="2028825"/>
            <a:ext cx="142945" cy="155842"/>
          </a:xfrm>
          <a:custGeom xmlns:a="http://schemas.openxmlformats.org/drawingml/2006/main">
            <a:pathLst>
              <a:path w="142945" h="155842">
                <a:moveTo>
                  <a:pt x="71472" y="0"/>
                </a:moveTo>
                <a:lnTo>
                  <a:pt x="142945" y="155842"/>
                </a:lnTo>
                <a:lnTo>
                  <a:pt x="0" y="155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92" name="SEC-032-92">
            <a:extLst xmlns:a="http://schemas.openxmlformats.org/drawingml/2006/main">
              <a:ext uri="{FF2B5EF4-FFF2-40B4-BE49-F238E27FC236}">
                <a16:creationId xmlns:a16="http://schemas.microsoft.com/office/drawing/2014/main" id="{E6B9BBC4-0CA4-40ED-802F-FE483A4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567113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B8CB3CD8-849F-40A3-8682-4A3B0AA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8978"/>
            <a:ext cx="155842" cy="142945"/>
          </a:xfrm>
          <a:custGeom xmlns:a="http://schemas.openxmlformats.org/drawingml/2006/main">
            <a:pathLst>
              <a:path w="155842" h="142945">
                <a:moveTo>
                  <a:pt x="0" y="71472"/>
                </a:moveTo>
                <a:lnTo>
                  <a:pt x="155842" y="0"/>
                </a:lnTo>
                <a:lnTo>
                  <a:pt x="155842" y="142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94" name="SEC-032-94">
            <a:extLst xmlns:a="http://schemas.openxmlformats.org/drawingml/2006/main">
              <a:ext uri="{FF2B5EF4-FFF2-40B4-BE49-F238E27FC236}">
                <a16:creationId xmlns:a16="http://schemas.microsoft.com/office/drawing/2014/main" id="{4BD727BB-9B25-4CBE-BDB6-AA7A31A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900488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131F6E5E-DEA3-472A-AFAA-F8B852E7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108" y="3862353"/>
            <a:ext cx="155842" cy="142945"/>
          </a:xfrm>
          <a:custGeom xmlns:a="http://schemas.openxmlformats.org/drawingml/2006/main">
            <a:pathLst>
              <a:path w="155842" h="142945">
                <a:moveTo>
                  <a:pt x="155842" y="71472"/>
                </a:moveTo>
                <a:lnTo>
                  <a:pt x="0" y="1429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96" name="SEC-032-96">
            <a:extLst xmlns:a="http://schemas.openxmlformats.org/drawingml/2006/main">
              <a:ext uri="{FF2B5EF4-FFF2-40B4-BE49-F238E27FC236}">
                <a16:creationId xmlns:a16="http://schemas.microsoft.com/office/drawing/2014/main" id="{502C0431-1388-4F65-99D9-58ED86E7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31718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2PC</a:t>
            </a:r>
          </a:p>
        </p:txBody>
      </p:sp>
      <p:sp>
        <p:nvSpPr>
          <p:cNvPr id="97" name="SEC-032-97">
            <a:extLst xmlns:a="http://schemas.openxmlformats.org/drawingml/2006/main">
              <a:ext uri="{FF2B5EF4-FFF2-40B4-BE49-F238E27FC236}">
                <a16:creationId xmlns:a16="http://schemas.microsoft.com/office/drawing/2014/main" id="{17E7EF0A-59B1-47E8-A49A-CF9C86FB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857" y="1583055"/>
            <a:ext cx="116633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98" name="SEC-032-98">
            <a:extLst xmlns:a="http://schemas.openxmlformats.org/drawingml/2006/main">
              <a:ext uri="{FF2B5EF4-FFF2-40B4-BE49-F238E27FC236}">
                <a16:creationId xmlns:a16="http://schemas.microsoft.com/office/drawing/2014/main" id="{0878F7DE-C0CE-4A88-AD61-BD1F965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342900"/>
            <a:ext cx="7524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D8B"/>
          </a:solidFill>
          <a:ln xmlns:a="http://schemas.openxmlformats.org/drawingml/2006/main" w="47406">
            <a:solidFill>
              <a:srgbClr val="000000"/>
            </a:solidFill>
          </a:ln>
        </p:spPr>
      </p:sp>
      <p:sp>
        <p:nvSpPr>
          <p:cNvPr id="99" name="SEC-032-99">
            <a:extLst xmlns:a="http://schemas.openxmlformats.org/drawingml/2006/main">
              <a:ext uri="{FF2B5EF4-FFF2-40B4-BE49-F238E27FC236}">
                <a16:creationId xmlns:a16="http://schemas.microsoft.com/office/drawing/2014/main" id="{87A995B3-B287-4245-B8D3-03117A44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223" y="427553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00" name="SEC-032-100">
            <a:extLst xmlns:a="http://schemas.openxmlformats.org/drawingml/2006/main">
              <a:ext uri="{FF2B5EF4-FFF2-40B4-BE49-F238E27FC236}">
                <a16:creationId xmlns:a16="http://schemas.microsoft.com/office/drawing/2014/main" id="{E54342C2-00B5-4716-8F65-2799AF8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371" y="500896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01" name="SEC-032-101">
            <a:extLst xmlns:a="http://schemas.openxmlformats.org/drawingml/2006/main">
              <a:ext uri="{FF2B5EF4-FFF2-40B4-BE49-F238E27FC236}">
                <a16:creationId xmlns:a16="http://schemas.microsoft.com/office/drawing/2014/main" id="{7A904ACD-D562-453E-8F9A-9FB03C8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114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02" name="SEC-032-102">
            <a:extLst xmlns:a="http://schemas.openxmlformats.org/drawingml/2006/main">
              <a:ext uri="{FF2B5EF4-FFF2-40B4-BE49-F238E27FC236}">
                <a16:creationId xmlns:a16="http://schemas.microsoft.com/office/drawing/2014/main" id="{E98BC6E6-3582-4DF5-B2F0-A1AE5315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460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03" name="SEC-032-103">
            <a:extLst xmlns:a="http://schemas.openxmlformats.org/drawingml/2006/main">
              <a:ext uri="{FF2B5EF4-FFF2-40B4-BE49-F238E27FC236}">
                <a16:creationId xmlns:a16="http://schemas.microsoft.com/office/drawing/2014/main" id="{2CDAFCDF-268E-4027-A574-F05DD2F1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807" y="480893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04" name="SEC-032-104">
            <a:extLst xmlns:a="http://schemas.openxmlformats.org/drawingml/2006/main">
              <a:ext uri="{FF2B5EF4-FFF2-40B4-BE49-F238E27FC236}">
                <a16:creationId xmlns:a16="http://schemas.microsoft.com/office/drawing/2014/main" id="{C86A3FB9-0410-43DD-9039-E553338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223" y="718602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05" name="SEC-032-105">
            <a:extLst xmlns:a="http://schemas.openxmlformats.org/drawingml/2006/main">
              <a:ext uri="{FF2B5EF4-FFF2-40B4-BE49-F238E27FC236}">
                <a16:creationId xmlns:a16="http://schemas.microsoft.com/office/drawing/2014/main" id="{47F83EE4-8881-4188-876A-D1179CA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371" y="791944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06" name="SEC-032-106">
            <a:extLst xmlns:a="http://schemas.openxmlformats.org/drawingml/2006/main">
              <a:ext uri="{FF2B5EF4-FFF2-40B4-BE49-F238E27FC236}">
                <a16:creationId xmlns:a16="http://schemas.microsoft.com/office/drawing/2014/main" id="{A95843C7-CB4F-4F57-8838-5A26091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114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07" name="SEC-032-107">
            <a:extLst xmlns:a="http://schemas.openxmlformats.org/drawingml/2006/main">
              <a:ext uri="{FF2B5EF4-FFF2-40B4-BE49-F238E27FC236}">
                <a16:creationId xmlns:a16="http://schemas.microsoft.com/office/drawing/2014/main" id="{2BBD9E95-908D-4520-9608-4129C8BD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460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08" name="SEC-032-108">
            <a:extLst xmlns:a="http://schemas.openxmlformats.org/drawingml/2006/main">
              <a:ext uri="{FF2B5EF4-FFF2-40B4-BE49-F238E27FC236}">
                <a16:creationId xmlns:a16="http://schemas.microsoft.com/office/drawing/2014/main" id="{EDFCC544-11A0-46DC-B50A-617DBF6F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807" y="771942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09" name="SEC-032-109">
            <a:extLst xmlns:a="http://schemas.openxmlformats.org/drawingml/2006/main">
              <a:ext uri="{FF2B5EF4-FFF2-40B4-BE49-F238E27FC236}">
                <a16:creationId xmlns:a16="http://schemas.microsoft.com/office/drawing/2014/main" id="{CA10A266-71D7-439C-B796-B0A01078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223" y="1009650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10" name="SEC-032-110">
            <a:extLst xmlns:a="http://schemas.openxmlformats.org/drawingml/2006/main">
              <a:ext uri="{FF2B5EF4-FFF2-40B4-BE49-F238E27FC236}">
                <a16:creationId xmlns:a16="http://schemas.microsoft.com/office/drawing/2014/main" id="{E375FF47-F837-4440-BEBC-F01BC85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371" y="1082993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11" name="SEC-032-111">
            <a:extLst xmlns:a="http://schemas.openxmlformats.org/drawingml/2006/main">
              <a:ext uri="{FF2B5EF4-FFF2-40B4-BE49-F238E27FC236}">
                <a16:creationId xmlns:a16="http://schemas.microsoft.com/office/drawing/2014/main" id="{343C25B6-DF34-4AED-B1E0-11A232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114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12" name="SEC-032-112">
            <a:extLst xmlns:a="http://schemas.openxmlformats.org/drawingml/2006/main">
              <a:ext uri="{FF2B5EF4-FFF2-40B4-BE49-F238E27FC236}">
                <a16:creationId xmlns:a16="http://schemas.microsoft.com/office/drawing/2014/main" id="{4F2F0F23-1882-42D7-8DD2-23A5769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460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13" name="SEC-032-113">
            <a:extLst xmlns:a="http://schemas.openxmlformats.org/drawingml/2006/main">
              <a:ext uri="{FF2B5EF4-FFF2-40B4-BE49-F238E27FC236}">
                <a16:creationId xmlns:a16="http://schemas.microsoft.com/office/drawing/2014/main" id="{2C4BE7FB-5B3C-460F-8733-0355612B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807" y="1062990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14" name="SEC-032-114">
            <a:extLst xmlns:a="http://schemas.openxmlformats.org/drawingml/2006/main">
              <a:ext uri="{FF2B5EF4-FFF2-40B4-BE49-F238E27FC236}">
                <a16:creationId xmlns:a16="http://schemas.microsoft.com/office/drawing/2014/main" id="{C350A369-49A3-443D-A6A4-2197497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223" y="1300698"/>
            <a:ext cx="617030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861">
            <a:solidFill>
              <a:srgbClr val="000000"/>
            </a:solidFill>
          </a:ln>
        </p:spPr>
      </p:sp>
      <p:sp>
        <p:nvSpPr>
          <p:cNvPr id="115" name="SEC-032-115">
            <a:extLst xmlns:a="http://schemas.openxmlformats.org/drawingml/2006/main">
              <a:ext uri="{FF2B5EF4-FFF2-40B4-BE49-F238E27FC236}">
                <a16:creationId xmlns:a16="http://schemas.microsoft.com/office/drawing/2014/main" id="{A3341C65-7964-427F-9C19-DE91930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371" y="1374041"/>
            <a:ext cx="165545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16" name="SEC-032-116">
            <a:extLst xmlns:a="http://schemas.openxmlformats.org/drawingml/2006/main">
              <a:ext uri="{FF2B5EF4-FFF2-40B4-BE49-F238E27FC236}">
                <a16:creationId xmlns:a16="http://schemas.microsoft.com/office/drawing/2014/main" id="{6ACEC210-D0F2-414E-9C84-B007CAE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114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17" name="SEC-032-117">
            <a:extLst xmlns:a="http://schemas.openxmlformats.org/drawingml/2006/main">
              <a:ext uri="{FF2B5EF4-FFF2-40B4-BE49-F238E27FC236}">
                <a16:creationId xmlns:a16="http://schemas.microsoft.com/office/drawing/2014/main" id="{6F8C46E7-19E7-4DFC-AFC0-9146A35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460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18" name="SEC-032-118">
            <a:extLst xmlns:a="http://schemas.openxmlformats.org/drawingml/2006/main">
              <a:ext uri="{FF2B5EF4-FFF2-40B4-BE49-F238E27FC236}">
                <a16:creationId xmlns:a16="http://schemas.microsoft.com/office/drawing/2014/main" id="{BC896011-0B25-4D43-8548-39538DB9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807" y="1354038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19" name="SEC-032-119">
            <a:extLst xmlns:a="http://schemas.openxmlformats.org/drawingml/2006/main">
              <a:ext uri="{FF2B5EF4-FFF2-40B4-BE49-F238E27FC236}">
                <a16:creationId xmlns:a16="http://schemas.microsoft.com/office/drawing/2014/main" id="{80550D0F-9D3F-4084-AE66-7DFB3FD8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1485900"/>
            <a:ext cx="14001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20" name="SEC-032-120">
            <a:extLst xmlns:a="http://schemas.openxmlformats.org/drawingml/2006/main">
              <a:ext uri="{FF2B5EF4-FFF2-40B4-BE49-F238E27FC236}">
                <a16:creationId xmlns:a16="http://schemas.microsoft.com/office/drawing/2014/main" id="{533A8E0B-7528-4746-89CC-7B57486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1504950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server</a:t>
            </a:r>
          </a:p>
        </p:txBody>
      </p:sp>
      <p:sp>
        <p:nvSpPr>
          <p:cNvPr id="121" name="SEC-032-121">
            <a:extLst xmlns:a="http://schemas.openxmlformats.org/drawingml/2006/main">
              <a:ext uri="{FF2B5EF4-FFF2-40B4-BE49-F238E27FC236}">
                <a16:creationId xmlns:a16="http://schemas.microsoft.com/office/drawing/2014/main" id="{D8161760-3BDA-4F79-B179-0860112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7524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DA1E43F9-D544-41B9-9175-4173ED42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8953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4D64B0"/>
            </a:solidFill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D0DAB98F-16D1-4799-AF4D-97C3FB89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9906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01709982-136F-4445-8CE6-0494429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382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D64B0"/>
            </a:solidFill>
          </a:ln>
        </p:spPr>
      </p:sp>
      <p:sp>
        <p:nvSpPr>
          <p:cNvPr id="125" name="SEC-032-125">
            <a:extLst xmlns:a="http://schemas.openxmlformats.org/drawingml/2006/main">
              <a:ext uri="{FF2B5EF4-FFF2-40B4-BE49-F238E27FC236}">
                <a16:creationId xmlns:a16="http://schemas.microsoft.com/office/drawing/2014/main" id="{25DEA3E8-1CE1-4ECE-A006-CA358048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714375"/>
            <a:ext cx="271653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</a:t>
            </a:r>
          </a:p>
        </p:txBody>
      </p:sp>
      <p:sp>
        <p:nvSpPr>
          <p:cNvPr id="126" name="SEC-032-126">
            <a:extLst xmlns:a="http://schemas.openxmlformats.org/drawingml/2006/main">
              <a:ext uri="{FF2B5EF4-FFF2-40B4-BE49-F238E27FC236}">
                <a16:creationId xmlns:a16="http://schemas.microsoft.com/office/drawing/2014/main" id="{326D7F31-2F87-4AF7-84AE-1914AFAF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2040" y="8085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127" name="SEC-032-127">
            <a:extLst xmlns:a="http://schemas.openxmlformats.org/drawingml/2006/main">
              <a:ext uri="{FF2B5EF4-FFF2-40B4-BE49-F238E27FC236}">
                <a16:creationId xmlns:a16="http://schemas.microsoft.com/office/drawing/2014/main" id="{DBAE2F30-DC79-4D34-9952-C655862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981075"/>
            <a:ext cx="271653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</a:t>
            </a:r>
          </a:p>
        </p:txBody>
      </p:sp>
      <p:sp>
        <p:nvSpPr>
          <p:cNvPr id="128" name="SEC-032-128">
            <a:extLst xmlns:a="http://schemas.openxmlformats.org/drawingml/2006/main">
              <a:ext uri="{FF2B5EF4-FFF2-40B4-BE49-F238E27FC236}">
                <a16:creationId xmlns:a16="http://schemas.microsoft.com/office/drawing/2014/main" id="{A39D1F10-8648-4DA5-8E9A-0FE060A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2040" y="10752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129" name="SEC-032-129">
            <a:extLst xmlns:a="http://schemas.openxmlformats.org/drawingml/2006/main">
              <a:ext uri="{FF2B5EF4-FFF2-40B4-BE49-F238E27FC236}">
                <a16:creationId xmlns:a16="http://schemas.microsoft.com/office/drawing/2014/main" id="{A29F0F28-61A8-4827-9910-BC27737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7889" y="4013835"/>
            <a:ext cx="1520190" cy="125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130" name="SEC-032-130">
            <a:extLst xmlns:a="http://schemas.openxmlformats.org/drawingml/2006/main">
              <a:ext uri="{FF2B5EF4-FFF2-40B4-BE49-F238E27FC236}">
                <a16:creationId xmlns:a16="http://schemas.microsoft.com/office/drawing/2014/main" id="{BAB25FAC-7345-450D-B903-0D55EC61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448050"/>
            <a:ext cx="10858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8863">
            <a:solidFill>
              <a:srgbClr val="000000"/>
            </a:solidFill>
          </a:ln>
        </p:spPr>
      </p:sp>
      <p:sp>
        <p:nvSpPr>
          <p:cNvPr id="131" name="SEC-032-131">
            <a:extLst xmlns:a="http://schemas.openxmlformats.org/drawingml/2006/main">
              <a:ext uri="{FF2B5EF4-FFF2-40B4-BE49-F238E27FC236}">
                <a16:creationId xmlns:a16="http://schemas.microsoft.com/office/drawing/2014/main" id="{B38FE736-2A90-427A-B1E4-E5437248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068" y="3510915"/>
            <a:ext cx="912114" cy="440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D32"/>
          </a:solidFill>
          <a:ln xmlns:a="http://schemas.openxmlformats.org/drawingml/2006/main" w="0">
            <a:noFill/>
          </a:ln>
        </p:spPr>
      </p:sp>
      <p:sp>
        <p:nvSpPr>
          <p:cNvPr id="132" name="SEC-032-132">
            <a:extLst xmlns:a="http://schemas.openxmlformats.org/drawingml/2006/main">
              <a:ext uri="{FF2B5EF4-FFF2-40B4-BE49-F238E27FC236}">
                <a16:creationId xmlns:a16="http://schemas.microsoft.com/office/drawing/2014/main" id="{B73808C4-EDA7-41D1-95E7-3E5867BA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0257" y="3473196"/>
            <a:ext cx="184595" cy="13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A2ADBDD5-3D4D-4EED-904B-44EA0D1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1238250" cy="85725"/>
          </a:xfrm>
          <a:custGeom xmlns:a="http://schemas.openxmlformats.org/drawingml/2006/main">
            <a:pathLst>
              <a:path w="1238250" h="85725">
                <a:moveTo>
                  <a:pt x="0" y="0"/>
                </a:moveTo>
                <a:lnTo>
                  <a:pt x="1238250" y="0"/>
                </a:lnTo>
                <a:lnTo>
                  <a:pt x="1171575" y="85725"/>
                </a:lnTo>
                <a:lnTo>
                  <a:pt x="66675" y="85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134" name="SEC-032-134">
            <a:extLst xmlns:a="http://schemas.openxmlformats.org/drawingml/2006/main">
              <a:ext uri="{FF2B5EF4-FFF2-40B4-BE49-F238E27FC236}">
                <a16:creationId xmlns:a16="http://schemas.microsoft.com/office/drawing/2014/main" id="{F4A34A2D-488F-4C6E-A69A-3303A01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4010025"/>
            <a:ext cx="1409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35" name="SEC-032-135">
            <a:extLst xmlns:a="http://schemas.openxmlformats.org/drawingml/2006/main">
              <a:ext uri="{FF2B5EF4-FFF2-40B4-BE49-F238E27FC236}">
                <a16:creationId xmlns:a16="http://schemas.microsoft.com/office/drawing/2014/main" id="{BACAA8B1-ECBE-4FC4-8085-7D8CF72A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402907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client</a:t>
            </a:r>
          </a:p>
        </p:txBody>
      </p:sp>
      <p:sp>
        <p:nvSpPr>
          <p:cNvPr id="136" name="SEC-032-136">
            <a:extLst xmlns:a="http://schemas.openxmlformats.org/drawingml/2006/main">
              <a:ext uri="{FF2B5EF4-FFF2-40B4-BE49-F238E27FC236}">
                <a16:creationId xmlns:a16="http://schemas.microsoft.com/office/drawing/2014/main" id="{BE40F0D2-E144-4B77-AEAD-1EFB826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743200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137" name="SEC-032-137">
            <a:extLst xmlns:a="http://schemas.openxmlformats.org/drawingml/2006/main">
              <a:ext uri="{FF2B5EF4-FFF2-40B4-BE49-F238E27FC236}">
                <a16:creationId xmlns:a16="http://schemas.microsoft.com/office/drawing/2014/main" id="{ACC89EA3-8F05-45DB-8398-26929BE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60" y="2837402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138" name="SEC-032-138">
            <a:extLst xmlns:a="http://schemas.openxmlformats.org/drawingml/2006/main">
              <a:ext uri="{FF2B5EF4-FFF2-40B4-BE49-F238E27FC236}">
                <a16:creationId xmlns:a16="http://schemas.microsoft.com/office/drawing/2014/main" id="{0C886970-9C0D-449B-9BB3-A4468F3B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00037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139" name="SEC-032-139">
            <a:extLst xmlns:a="http://schemas.openxmlformats.org/drawingml/2006/main">
              <a:ext uri="{FF2B5EF4-FFF2-40B4-BE49-F238E27FC236}">
                <a16:creationId xmlns:a16="http://schemas.microsoft.com/office/drawing/2014/main" id="{27044CE6-6A90-41B2-9858-04F2AE2A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60" y="30945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140" name="SEC-032-140">
            <a:extLst xmlns:a="http://schemas.openxmlformats.org/drawingml/2006/main">
              <a:ext uri="{FF2B5EF4-FFF2-40B4-BE49-F238E27FC236}">
                <a16:creationId xmlns:a16="http://schemas.microsoft.com/office/drawing/2014/main" id="{C8A30488-D81B-4FDF-86F1-265E9DE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425" y="33718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B4A1B1D6-D166-4776-A1EC-4EFEBFE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14725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9CC44"/>
            </a:solidFill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92B32650-3FB1-4E68-9360-CE34F97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997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A482183C-7D23-45A8-AF31-2F0361A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6576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144" name="SEC-032-144">
            <a:extLst xmlns:a="http://schemas.openxmlformats.org/drawingml/2006/main">
              <a:ext uri="{FF2B5EF4-FFF2-40B4-BE49-F238E27FC236}">
                <a16:creationId xmlns:a16="http://schemas.microsoft.com/office/drawing/2014/main" id="{E6903963-8419-4457-8C12-E799214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33623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452A"/>
            </a:solidFill>
          </a:ln>
        </p:spPr>
      </p:sp>
      <p:sp>
        <p:nvSpPr>
          <p:cNvPr id="145" name="SEC-032-145">
            <a:extLst xmlns:a="http://schemas.openxmlformats.org/drawingml/2006/main">
              <a:ext uri="{FF2B5EF4-FFF2-40B4-BE49-F238E27FC236}">
                <a16:creationId xmlns:a16="http://schemas.microsoft.com/office/drawing/2014/main" id="{FF8F370D-64E6-48FB-8473-89C4FCFE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4776" y="4069080"/>
            <a:ext cx="1225391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146" name="SEC-032-146">
            <a:extLst xmlns:a="http://schemas.openxmlformats.org/drawingml/2006/main">
              <a:ext uri="{FF2B5EF4-FFF2-40B4-BE49-F238E27FC236}">
                <a16:creationId xmlns:a16="http://schemas.microsoft.com/office/drawing/2014/main" id="{E6041235-5CB3-4569-9727-7DB6EC2E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2828925"/>
            <a:ext cx="790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5AB"/>
          </a:solidFill>
          <a:ln xmlns:a="http://schemas.openxmlformats.org/drawingml/2006/main" w="49806">
            <a:solidFill>
              <a:srgbClr val="000000"/>
            </a:solidFill>
          </a:ln>
        </p:spPr>
      </p:sp>
      <p:sp>
        <p:nvSpPr>
          <p:cNvPr id="147" name="SEC-032-147">
            <a:extLst xmlns:a="http://schemas.openxmlformats.org/drawingml/2006/main">
              <a:ext uri="{FF2B5EF4-FFF2-40B4-BE49-F238E27FC236}">
                <a16:creationId xmlns:a16="http://schemas.microsoft.com/office/drawing/2014/main" id="{226DEDF4-D76E-468C-9764-8D93107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477" y="3228975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148" name="SEC-032-148">
            <a:extLst xmlns:a="http://schemas.openxmlformats.org/drawingml/2006/main">
              <a:ext uri="{FF2B5EF4-FFF2-40B4-BE49-F238E27FC236}">
                <a16:creationId xmlns:a16="http://schemas.microsoft.com/office/drawing/2014/main" id="{28691565-9489-4CAA-90E8-BAFE93C1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911" y="3302318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49" name="SEC-032-149">
            <a:extLst xmlns:a="http://schemas.openxmlformats.org/drawingml/2006/main">
              <a:ext uri="{FF2B5EF4-FFF2-40B4-BE49-F238E27FC236}">
                <a16:creationId xmlns:a16="http://schemas.microsoft.com/office/drawing/2014/main" id="{768C4EB7-3A11-418C-9BF1-D6AC3DE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6084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50" name="SEC-032-150">
            <a:extLst xmlns:a="http://schemas.openxmlformats.org/drawingml/2006/main">
              <a:ext uri="{FF2B5EF4-FFF2-40B4-BE49-F238E27FC236}">
                <a16:creationId xmlns:a16="http://schemas.microsoft.com/office/drawing/2014/main" id="{5F9A262E-20CF-49E6-807F-0D1B06C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6764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51" name="SEC-032-151">
            <a:extLst xmlns:a="http://schemas.openxmlformats.org/drawingml/2006/main">
              <a:ext uri="{FF2B5EF4-FFF2-40B4-BE49-F238E27FC236}">
                <a16:creationId xmlns:a16="http://schemas.microsoft.com/office/drawing/2014/main" id="{50B7C832-F7CB-4E17-97FC-EFE220A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7445" y="328231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52" name="SEC-032-152">
            <a:extLst xmlns:a="http://schemas.openxmlformats.org/drawingml/2006/main">
              <a:ext uri="{FF2B5EF4-FFF2-40B4-BE49-F238E27FC236}">
                <a16:creationId xmlns:a16="http://schemas.microsoft.com/office/drawing/2014/main" id="{6104E961-3576-4DA9-BAC5-3023D96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477" y="3500120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153" name="SEC-032-153">
            <a:extLst xmlns:a="http://schemas.openxmlformats.org/drawingml/2006/main">
              <a:ext uri="{FF2B5EF4-FFF2-40B4-BE49-F238E27FC236}">
                <a16:creationId xmlns:a16="http://schemas.microsoft.com/office/drawing/2014/main" id="{62CE7C3D-DFFA-456F-B696-0C7E0F2F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911" y="3573462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54" name="SEC-032-154">
            <a:extLst xmlns:a="http://schemas.openxmlformats.org/drawingml/2006/main">
              <a:ext uri="{FF2B5EF4-FFF2-40B4-BE49-F238E27FC236}">
                <a16:creationId xmlns:a16="http://schemas.microsoft.com/office/drawing/2014/main" id="{EEC925B0-1ADC-49CA-AD7D-852FBAFB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6084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55" name="SEC-032-155">
            <a:extLst xmlns:a="http://schemas.openxmlformats.org/drawingml/2006/main">
              <a:ext uri="{FF2B5EF4-FFF2-40B4-BE49-F238E27FC236}">
                <a16:creationId xmlns:a16="http://schemas.microsoft.com/office/drawing/2014/main" id="{DD630ACE-C10C-4CC0-82FC-759F85A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6764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56" name="SEC-032-156">
            <a:extLst xmlns:a="http://schemas.openxmlformats.org/drawingml/2006/main">
              <a:ext uri="{FF2B5EF4-FFF2-40B4-BE49-F238E27FC236}">
                <a16:creationId xmlns:a16="http://schemas.microsoft.com/office/drawing/2014/main" id="{68B592A2-2436-42E4-AEE3-D671E85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7445" y="3553460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57" name="SEC-032-157">
            <a:extLst xmlns:a="http://schemas.openxmlformats.org/drawingml/2006/main">
              <a:ext uri="{FF2B5EF4-FFF2-40B4-BE49-F238E27FC236}">
                <a16:creationId xmlns:a16="http://schemas.microsoft.com/office/drawing/2014/main" id="{166BA40D-4C81-4221-B00C-496F0AA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477" y="3771265"/>
            <a:ext cx="648272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5576">
            <a:solidFill>
              <a:srgbClr val="000000"/>
            </a:solidFill>
          </a:ln>
        </p:spPr>
      </p:sp>
      <p:sp>
        <p:nvSpPr>
          <p:cNvPr id="158" name="SEC-032-158">
            <a:extLst xmlns:a="http://schemas.openxmlformats.org/drawingml/2006/main">
              <a:ext uri="{FF2B5EF4-FFF2-40B4-BE49-F238E27FC236}">
                <a16:creationId xmlns:a16="http://schemas.microsoft.com/office/drawing/2014/main" id="{E07FAAF4-9E65-4735-AF7D-459DF01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911" y="3844608"/>
            <a:ext cx="173927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59" name="SEC-032-159">
            <a:extLst xmlns:a="http://schemas.openxmlformats.org/drawingml/2006/main">
              <a:ext uri="{FF2B5EF4-FFF2-40B4-BE49-F238E27FC236}">
                <a16:creationId xmlns:a16="http://schemas.microsoft.com/office/drawing/2014/main" id="{422BE7B8-4688-4692-84BA-D76A1B9A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6084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60" name="SEC-032-160">
            <a:extLst xmlns:a="http://schemas.openxmlformats.org/drawingml/2006/main">
              <a:ext uri="{FF2B5EF4-FFF2-40B4-BE49-F238E27FC236}">
                <a16:creationId xmlns:a16="http://schemas.microsoft.com/office/drawing/2014/main" id="{EFD45EA1-D918-4BEA-9B34-1A5AB9C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6764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61" name="SEC-032-161">
            <a:extLst xmlns:a="http://schemas.openxmlformats.org/drawingml/2006/main">
              <a:ext uri="{FF2B5EF4-FFF2-40B4-BE49-F238E27FC236}">
                <a16:creationId xmlns:a16="http://schemas.microsoft.com/office/drawing/2014/main" id="{6F41B230-DE9A-457F-A08A-F9977FB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7445" y="3824605"/>
            <a:ext cx="67199" cy="6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62" name="SEC-032-162">
            <a:extLst xmlns:a="http://schemas.openxmlformats.org/drawingml/2006/main">
              <a:ext uri="{FF2B5EF4-FFF2-40B4-BE49-F238E27FC236}">
                <a16:creationId xmlns:a16="http://schemas.microsoft.com/office/drawing/2014/main" id="{8820F262-0F17-48F5-9CE7-6073E92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8440" y="2722245"/>
            <a:ext cx="474345" cy="474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24508">
            <a:solidFill>
              <a:srgbClr val="E8572A"/>
            </a:solidFill>
          </a:ln>
        </p:spPr>
      </p:sp>
      <p:sp>
        <p:nvSpPr>
          <p:cNvPr id="163" name="SEC-032-163">
            <a:extLst xmlns:a="http://schemas.openxmlformats.org/drawingml/2006/main">
              <a:ext uri="{FF2B5EF4-FFF2-40B4-BE49-F238E27FC236}">
                <a16:creationId xmlns:a16="http://schemas.microsoft.com/office/drawing/2014/main" id="{F6C1D04C-A103-42ED-B45C-D1A6CC6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0402157" y="2715578"/>
            <a:ext cx="434816" cy="474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88" b="0" i="0">
                <a:solidFill>
                  <a:srgbClr val="E8572A"/>
                </a:solidFill>
                <a:latin typeface="Arial"/>
                <a:ea typeface="Arial"/>
                <a:cs typeface="Arial"/>
              </a:defRPr>
            </a:pPr>
            <a:r>
              <a:rPr sz="2988" b="0" i="0">
                <a:solidFill>
                  <a:srgbClr val="E8572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4" name="SEC-032-164">
            <a:extLst xmlns:a="http://schemas.openxmlformats.org/drawingml/2006/main">
              <a:ext uri="{FF2B5EF4-FFF2-40B4-BE49-F238E27FC236}">
                <a16:creationId xmlns:a16="http://schemas.microsoft.com/office/drawing/2014/main" id="{8B1BBB52-29FC-4FC5-AB5C-6797786E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7550" y="4010025"/>
            <a:ext cx="14001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65" name="SEC-032-165">
            <a:extLst xmlns:a="http://schemas.openxmlformats.org/drawingml/2006/main">
              <a:ext uri="{FF2B5EF4-FFF2-40B4-BE49-F238E27FC236}">
                <a16:creationId xmlns:a16="http://schemas.microsoft.com/office/drawing/2014/main" id="{73345BC7-BEF8-4F7B-9406-AD265EC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4029075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166" name="SEC-032-166">
            <a:extLst xmlns:a="http://schemas.openxmlformats.org/drawingml/2006/main">
              <a:ext uri="{FF2B5EF4-FFF2-40B4-BE49-F238E27FC236}">
                <a16:creationId xmlns:a16="http://schemas.microsoft.com/office/drawing/2014/main" id="{AACF7613-C714-4DD5-8D19-9890475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25" y="28289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167" name="SEC-032-167">
            <a:extLst xmlns:a="http://schemas.openxmlformats.org/drawingml/2006/main">
              <a:ext uri="{FF2B5EF4-FFF2-40B4-BE49-F238E27FC236}">
                <a16:creationId xmlns:a16="http://schemas.microsoft.com/office/drawing/2014/main" id="{4AB835AD-1320-4C18-B209-031C609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3360" y="29231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168" name="SEC-032-168">
            <a:extLst xmlns:a="http://schemas.openxmlformats.org/drawingml/2006/main">
              <a:ext uri="{FF2B5EF4-FFF2-40B4-BE49-F238E27FC236}">
                <a16:creationId xmlns:a16="http://schemas.microsoft.com/office/drawing/2014/main" id="{B005CBCD-3394-4F36-9672-49A6F415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25" y="30956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169" name="SEC-032-169">
            <a:extLst xmlns:a="http://schemas.openxmlformats.org/drawingml/2006/main">
              <a:ext uri="{FF2B5EF4-FFF2-40B4-BE49-F238E27FC236}">
                <a16:creationId xmlns:a16="http://schemas.microsoft.com/office/drawing/2014/main" id="{06BD29FA-899B-4166-907B-5392012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3360" y="31898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170" name="SEC-032-170">
            <a:extLst xmlns:a="http://schemas.openxmlformats.org/drawingml/2006/main">
              <a:ext uri="{FF2B5EF4-FFF2-40B4-BE49-F238E27FC236}">
                <a16:creationId xmlns:a16="http://schemas.microsoft.com/office/drawing/2014/main" id="{E9461D4B-1468-47BF-A508-2A4CCB5A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2375" y="33813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B33EBEA1-F350-4CD3-A474-317E0B60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73020"/>
            </a:solidFill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29DBF058-C871-494A-ACFC-210AE61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82B9F59D-530D-425C-99D0-63B23C4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6671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174" name="SEC-032-174">
            <a:extLst xmlns:a="http://schemas.openxmlformats.org/drawingml/2006/main">
              <a:ext uri="{FF2B5EF4-FFF2-40B4-BE49-F238E27FC236}">
                <a16:creationId xmlns:a16="http://schemas.microsoft.com/office/drawing/2014/main" id="{C7343C53-FB81-401C-B381-D7023A32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75" y="33623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73020"/>
            </a:solidFill>
          </a:ln>
        </p:spPr>
      </p:sp>
      <p:sp>
        <p:nvSpPr>
          <p:cNvPr id="175" name="SEC-032-175">
            <a:extLst xmlns:a="http://schemas.openxmlformats.org/drawingml/2006/main">
              <a:ext uri="{FF2B5EF4-FFF2-40B4-BE49-F238E27FC236}">
                <a16:creationId xmlns:a16="http://schemas.microsoft.com/office/drawing/2014/main" id="{1591B3AF-0322-432D-B421-3F113D7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5188" y="20288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B7D68F7D-F0C0-4AC4-ABAF-9825A81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53" y="2028825"/>
            <a:ext cx="142945" cy="155842"/>
          </a:xfrm>
          <a:custGeom xmlns:a="http://schemas.openxmlformats.org/drawingml/2006/main">
            <a:pathLst>
              <a:path w="142945" h="155842">
                <a:moveTo>
                  <a:pt x="71472" y="0"/>
                </a:moveTo>
                <a:lnTo>
                  <a:pt x="142945" y="155842"/>
                </a:lnTo>
                <a:lnTo>
                  <a:pt x="0" y="155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7" name="SEC-032-177">
            <a:extLst xmlns:a="http://schemas.openxmlformats.org/drawingml/2006/main">
              <a:ext uri="{FF2B5EF4-FFF2-40B4-BE49-F238E27FC236}">
                <a16:creationId xmlns:a16="http://schemas.microsoft.com/office/drawing/2014/main" id="{9B243CFD-41BB-4C94-93DE-D39F1F5B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2028825"/>
            <a:ext cx="66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9C07403D-EEDB-4975-A317-1960E0C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378" y="2930258"/>
            <a:ext cx="142945" cy="155842"/>
          </a:xfrm>
          <a:custGeom xmlns:a="http://schemas.openxmlformats.org/drawingml/2006/main">
            <a:pathLst>
              <a:path w="142945" h="155842">
                <a:moveTo>
                  <a:pt x="71472" y="155842"/>
                </a:moveTo>
                <a:lnTo>
                  <a:pt x="0" y="0"/>
                </a:lnTo>
                <a:lnTo>
                  <a:pt x="1429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79" name="SEC-032-179">
            <a:extLst xmlns:a="http://schemas.openxmlformats.org/drawingml/2006/main">
              <a:ext uri="{FF2B5EF4-FFF2-40B4-BE49-F238E27FC236}">
                <a16:creationId xmlns:a16="http://schemas.microsoft.com/office/drawing/2014/main" id="{D926E3E7-4F39-4C52-AD3B-C1935A2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567113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F4945FC2-FF30-41BB-91A4-52FC97E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8978"/>
            <a:ext cx="155842" cy="142945"/>
          </a:xfrm>
          <a:custGeom xmlns:a="http://schemas.openxmlformats.org/drawingml/2006/main">
            <a:pathLst>
              <a:path w="155842" h="142945">
                <a:moveTo>
                  <a:pt x="0" y="71472"/>
                </a:moveTo>
                <a:lnTo>
                  <a:pt x="155842" y="0"/>
                </a:lnTo>
                <a:lnTo>
                  <a:pt x="155842" y="142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1" name="SEC-032-181">
            <a:extLst xmlns:a="http://schemas.openxmlformats.org/drawingml/2006/main">
              <a:ext uri="{FF2B5EF4-FFF2-40B4-BE49-F238E27FC236}">
                <a16:creationId xmlns:a16="http://schemas.microsoft.com/office/drawing/2014/main" id="{1EF0A8EA-21E8-423D-85B7-8BE12E15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900488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ECD88512-D19E-47E2-B78E-E2B1787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758" y="3862353"/>
            <a:ext cx="155842" cy="142945"/>
          </a:xfrm>
          <a:custGeom xmlns:a="http://schemas.openxmlformats.org/drawingml/2006/main">
            <a:pathLst>
              <a:path w="155842" h="142945">
                <a:moveTo>
                  <a:pt x="155842" y="71472"/>
                </a:moveTo>
                <a:lnTo>
                  <a:pt x="0" y="1429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83" name="SEC-032-183">
            <a:extLst xmlns:a="http://schemas.openxmlformats.org/drawingml/2006/main">
              <a:ext uri="{FF2B5EF4-FFF2-40B4-BE49-F238E27FC236}">
                <a16:creationId xmlns:a16="http://schemas.microsoft.com/office/drawing/2014/main" id="{C5E0FF35-FCE5-4C34-8D4C-AE361D1B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0175" y="31718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2PC</a:t>
            </a:r>
          </a:p>
        </p:txBody>
      </p:sp>
      <p:sp>
        <p:nvSpPr>
          <p:cNvPr id="184" name="SEC-032-184">
            <a:extLst xmlns:a="http://schemas.openxmlformats.org/drawingml/2006/main">
              <a:ext uri="{FF2B5EF4-FFF2-40B4-BE49-F238E27FC236}">
                <a16:creationId xmlns:a16="http://schemas.microsoft.com/office/drawing/2014/main" id="{EB404F4A-D231-4DFA-87A4-E887B436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23812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q′</a:t>
            </a:r>
          </a:p>
        </p:txBody>
      </p:sp>
      <p:sp>
        <p:nvSpPr>
          <p:cNvPr id="185" name="SEC-032-185">
            <a:extLst xmlns:a="http://schemas.openxmlformats.org/drawingml/2006/main">
              <a:ext uri="{FF2B5EF4-FFF2-40B4-BE49-F238E27FC236}">
                <a16:creationId xmlns:a16="http://schemas.microsoft.com/office/drawing/2014/main" id="{AEB63BD2-2401-4CCC-9379-121A63E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32410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r′</a:t>
            </a:r>
          </a:p>
        </p:txBody>
      </p:sp>
      <p:sp>
        <p:nvSpPr>
          <p:cNvPr id="186" name="SEC-032-186">
            <a:extLst xmlns:a="http://schemas.openxmlformats.org/drawingml/2006/main">
              <a:ext uri="{FF2B5EF4-FFF2-40B4-BE49-F238E27FC236}">
                <a16:creationId xmlns:a16="http://schemas.microsoft.com/office/drawing/2014/main" id="{F7024B56-1A76-4FCC-A100-CA2D03D7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142875"/>
            <a:ext cx="2714625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87" name="SEC-032-187">
            <a:extLst xmlns:a="http://schemas.openxmlformats.org/drawingml/2006/main">
              <a:ext uri="{FF2B5EF4-FFF2-40B4-BE49-F238E27FC236}">
                <a16:creationId xmlns:a16="http://schemas.microsoft.com/office/drawing/2014/main" id="{2D2F718B-F3B1-4CCE-92A3-C6B21AA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600" y="219075"/>
            <a:ext cx="168592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CE7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88" name="SEC-032-188">
            <a:extLst xmlns:a="http://schemas.openxmlformats.org/drawingml/2006/main">
              <a:ext uri="{FF2B5EF4-FFF2-40B4-BE49-F238E27FC236}">
                <a16:creationId xmlns:a16="http://schemas.microsoft.com/office/drawing/2014/main" id="{87D63AC2-FC20-459A-8E57-FEC6606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6829" y="911638"/>
            <a:ext cx="457676" cy="67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189" name="SEC-032-189">
            <a:extLst xmlns:a="http://schemas.openxmlformats.org/drawingml/2006/main">
              <a:ext uri="{FF2B5EF4-FFF2-40B4-BE49-F238E27FC236}">
                <a16:creationId xmlns:a16="http://schemas.microsoft.com/office/drawing/2014/main" id="{1628BAA2-ADAE-4B11-B3D5-A95229D1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495300"/>
            <a:ext cx="2952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02">
            <a:solidFill>
              <a:srgbClr val="000000"/>
            </a:solidFill>
          </a:ln>
        </p:spPr>
      </p:sp>
      <p:sp>
        <p:nvSpPr>
          <p:cNvPr id="190" name="SEC-032-190">
            <a:extLst xmlns:a="http://schemas.openxmlformats.org/drawingml/2006/main">
              <a:ext uri="{FF2B5EF4-FFF2-40B4-BE49-F238E27FC236}">
                <a16:creationId xmlns:a16="http://schemas.microsoft.com/office/drawing/2014/main" id="{E28B6C85-8EE0-4B6A-961A-A2C89AA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528518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191" name="SEC-032-191">
            <a:extLst xmlns:a="http://schemas.openxmlformats.org/drawingml/2006/main">
              <a:ext uri="{FF2B5EF4-FFF2-40B4-BE49-F238E27FC236}">
                <a16:creationId xmlns:a16="http://schemas.microsoft.com/office/drawing/2014/main" id="{E2C74EF2-9390-4E97-AED6-2D215649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553141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92" name="SEC-032-192">
            <a:extLst xmlns:a="http://schemas.openxmlformats.org/drawingml/2006/main">
              <a:ext uri="{FF2B5EF4-FFF2-40B4-BE49-F238E27FC236}">
                <a16:creationId xmlns:a16="http://schemas.microsoft.com/office/drawing/2014/main" id="{4072677F-DF80-434B-891C-5194A0D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54642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93" name="SEC-032-193">
            <a:extLst xmlns:a="http://schemas.openxmlformats.org/drawingml/2006/main">
              <a:ext uri="{FF2B5EF4-FFF2-40B4-BE49-F238E27FC236}">
                <a16:creationId xmlns:a16="http://schemas.microsoft.com/office/drawing/2014/main" id="{DF7FC5C3-DD60-459E-842B-518614D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54642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94" name="SEC-032-194">
            <a:extLst xmlns:a="http://schemas.openxmlformats.org/drawingml/2006/main">
              <a:ext uri="{FF2B5EF4-FFF2-40B4-BE49-F238E27FC236}">
                <a16:creationId xmlns:a16="http://schemas.microsoft.com/office/drawing/2014/main" id="{0E7B8382-9053-4908-A615-C9A86BA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54642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195" name="SEC-032-195">
            <a:extLst xmlns:a="http://schemas.openxmlformats.org/drawingml/2006/main">
              <a:ext uri="{FF2B5EF4-FFF2-40B4-BE49-F238E27FC236}">
                <a16:creationId xmlns:a16="http://schemas.microsoft.com/office/drawing/2014/main" id="{498CBB94-4E5F-4EE2-A7D5-90FB766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623828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196" name="SEC-032-196">
            <a:extLst xmlns:a="http://schemas.openxmlformats.org/drawingml/2006/main">
              <a:ext uri="{FF2B5EF4-FFF2-40B4-BE49-F238E27FC236}">
                <a16:creationId xmlns:a16="http://schemas.microsoft.com/office/drawing/2014/main" id="{F7F0EB5B-9B00-4259-9240-34D0F97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648450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197" name="SEC-032-197">
            <a:extLst xmlns:a="http://schemas.openxmlformats.org/drawingml/2006/main">
              <a:ext uri="{FF2B5EF4-FFF2-40B4-BE49-F238E27FC236}">
                <a16:creationId xmlns:a16="http://schemas.microsoft.com/office/drawing/2014/main" id="{9EC841F4-C909-427D-9A55-54EEF05B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64173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198" name="SEC-032-198">
            <a:extLst xmlns:a="http://schemas.openxmlformats.org/drawingml/2006/main">
              <a:ext uri="{FF2B5EF4-FFF2-40B4-BE49-F238E27FC236}">
                <a16:creationId xmlns:a16="http://schemas.microsoft.com/office/drawing/2014/main" id="{51C8328D-A79B-45FA-B928-D27C343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64173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199" name="SEC-032-199">
            <a:extLst xmlns:a="http://schemas.openxmlformats.org/drawingml/2006/main">
              <a:ext uri="{FF2B5EF4-FFF2-40B4-BE49-F238E27FC236}">
                <a16:creationId xmlns:a16="http://schemas.microsoft.com/office/drawing/2014/main" id="{819B0646-0348-4910-A952-C63540F1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64173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00" name="SEC-032-200">
            <a:extLst xmlns:a="http://schemas.openxmlformats.org/drawingml/2006/main">
              <a:ext uri="{FF2B5EF4-FFF2-40B4-BE49-F238E27FC236}">
                <a16:creationId xmlns:a16="http://schemas.microsoft.com/office/drawing/2014/main" id="{2E5BACB3-1719-4DBB-8DF5-8C8F612E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719138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01" name="SEC-032-201">
            <a:extLst xmlns:a="http://schemas.openxmlformats.org/drawingml/2006/main">
              <a:ext uri="{FF2B5EF4-FFF2-40B4-BE49-F238E27FC236}">
                <a16:creationId xmlns:a16="http://schemas.microsoft.com/office/drawing/2014/main" id="{7EC48947-6962-464C-BC50-E42A53F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743760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02" name="SEC-032-202">
            <a:extLst xmlns:a="http://schemas.openxmlformats.org/drawingml/2006/main">
              <a:ext uri="{FF2B5EF4-FFF2-40B4-BE49-F238E27FC236}">
                <a16:creationId xmlns:a16="http://schemas.microsoft.com/office/drawing/2014/main" id="{7DCA13E7-8D90-40D6-98D9-45D8C2D9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73704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03" name="SEC-032-203">
            <a:extLst xmlns:a="http://schemas.openxmlformats.org/drawingml/2006/main">
              <a:ext uri="{FF2B5EF4-FFF2-40B4-BE49-F238E27FC236}">
                <a16:creationId xmlns:a16="http://schemas.microsoft.com/office/drawing/2014/main" id="{E66CCDE0-AC2F-4A95-9AE0-DAFBCEBC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73704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04" name="SEC-032-204">
            <a:extLst xmlns:a="http://schemas.openxmlformats.org/drawingml/2006/main">
              <a:ext uri="{FF2B5EF4-FFF2-40B4-BE49-F238E27FC236}">
                <a16:creationId xmlns:a16="http://schemas.microsoft.com/office/drawing/2014/main" id="{EB8DC56C-9891-4878-83E4-B1989B9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737045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05" name="SEC-032-205">
            <a:extLst xmlns:a="http://schemas.openxmlformats.org/drawingml/2006/main">
              <a:ext uri="{FF2B5EF4-FFF2-40B4-BE49-F238E27FC236}">
                <a16:creationId xmlns:a16="http://schemas.microsoft.com/office/drawing/2014/main" id="{A3A60BF0-6399-4476-8BEE-F2A5B33A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814447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06" name="SEC-032-206">
            <a:extLst xmlns:a="http://schemas.openxmlformats.org/drawingml/2006/main">
              <a:ext uri="{FF2B5EF4-FFF2-40B4-BE49-F238E27FC236}">
                <a16:creationId xmlns:a16="http://schemas.microsoft.com/office/drawing/2014/main" id="{2459BAEE-AA90-4B03-9A50-6834E0F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839069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07" name="SEC-032-207">
            <a:extLst xmlns:a="http://schemas.openxmlformats.org/drawingml/2006/main">
              <a:ext uri="{FF2B5EF4-FFF2-40B4-BE49-F238E27FC236}">
                <a16:creationId xmlns:a16="http://schemas.microsoft.com/office/drawing/2014/main" id="{392B1A00-B96F-4E6D-B538-8C77185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832354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08" name="SEC-032-208">
            <a:extLst xmlns:a="http://schemas.openxmlformats.org/drawingml/2006/main">
              <a:ext uri="{FF2B5EF4-FFF2-40B4-BE49-F238E27FC236}">
                <a16:creationId xmlns:a16="http://schemas.microsoft.com/office/drawing/2014/main" id="{FBCF83CF-7B4D-4C07-BF4A-6AA8CCE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832354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09" name="SEC-032-209">
            <a:extLst xmlns:a="http://schemas.openxmlformats.org/drawingml/2006/main">
              <a:ext uri="{FF2B5EF4-FFF2-40B4-BE49-F238E27FC236}">
                <a16:creationId xmlns:a16="http://schemas.microsoft.com/office/drawing/2014/main" id="{EF5D6C03-AAAD-4A4A-8EBA-69007D2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832354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10" name="SEC-032-210">
            <a:extLst xmlns:a="http://schemas.openxmlformats.org/drawingml/2006/main">
              <a:ext uri="{FF2B5EF4-FFF2-40B4-BE49-F238E27FC236}">
                <a16:creationId xmlns:a16="http://schemas.microsoft.com/office/drawing/2014/main" id="{6C457B66-3665-461D-B394-24D259E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8779" y="1168813"/>
            <a:ext cx="457676" cy="67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211" name="SEC-032-211">
            <a:extLst xmlns:a="http://schemas.openxmlformats.org/drawingml/2006/main">
              <a:ext uri="{FF2B5EF4-FFF2-40B4-BE49-F238E27FC236}">
                <a16:creationId xmlns:a16="http://schemas.microsoft.com/office/drawing/2014/main" id="{0072C7A3-E8A2-4A8A-8140-D436249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550" y="752475"/>
            <a:ext cx="2952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02">
            <a:solidFill>
              <a:srgbClr val="000000"/>
            </a:solidFill>
          </a:ln>
        </p:spPr>
      </p:sp>
      <p:sp>
        <p:nvSpPr>
          <p:cNvPr id="212" name="SEC-032-212">
            <a:extLst xmlns:a="http://schemas.openxmlformats.org/drawingml/2006/main">
              <a:ext uri="{FF2B5EF4-FFF2-40B4-BE49-F238E27FC236}">
                <a16:creationId xmlns:a16="http://schemas.microsoft.com/office/drawing/2014/main" id="{6F505BBA-1081-4311-BA80-7BB143C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2125" y="78569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13" name="SEC-032-213">
            <a:extLst xmlns:a="http://schemas.openxmlformats.org/drawingml/2006/main">
              <a:ext uri="{FF2B5EF4-FFF2-40B4-BE49-F238E27FC236}">
                <a16:creationId xmlns:a16="http://schemas.microsoft.com/office/drawing/2014/main" id="{82699623-C2CA-48E2-A546-CCBDDC8F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841" y="810316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14" name="SEC-032-214">
            <a:extLst xmlns:a="http://schemas.openxmlformats.org/drawingml/2006/main">
              <a:ext uri="{FF2B5EF4-FFF2-40B4-BE49-F238E27FC236}">
                <a16:creationId xmlns:a16="http://schemas.microsoft.com/office/drawing/2014/main" id="{D95C6C10-F326-4069-AF9A-6E78FB1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424" y="8036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15" name="SEC-032-215">
            <a:extLst xmlns:a="http://schemas.openxmlformats.org/drawingml/2006/main">
              <a:ext uri="{FF2B5EF4-FFF2-40B4-BE49-F238E27FC236}">
                <a16:creationId xmlns:a16="http://schemas.microsoft.com/office/drawing/2014/main" id="{04C00BDA-B7B5-41BE-8A6F-C52715E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9762" y="8036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16" name="SEC-032-216">
            <a:extLst xmlns:a="http://schemas.openxmlformats.org/drawingml/2006/main">
              <a:ext uri="{FF2B5EF4-FFF2-40B4-BE49-F238E27FC236}">
                <a16:creationId xmlns:a16="http://schemas.microsoft.com/office/drawing/2014/main" id="{53612C65-85C4-4DF6-AC13-7C2F1C5A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1101" y="8036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17" name="SEC-032-217">
            <a:extLst xmlns:a="http://schemas.openxmlformats.org/drawingml/2006/main">
              <a:ext uri="{FF2B5EF4-FFF2-40B4-BE49-F238E27FC236}">
                <a16:creationId xmlns:a16="http://schemas.microsoft.com/office/drawing/2014/main" id="{46E9E45C-9C96-4C4E-A0A8-D1BB91F7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2125" y="88100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18" name="SEC-032-218">
            <a:extLst xmlns:a="http://schemas.openxmlformats.org/drawingml/2006/main">
              <a:ext uri="{FF2B5EF4-FFF2-40B4-BE49-F238E27FC236}">
                <a16:creationId xmlns:a16="http://schemas.microsoft.com/office/drawing/2014/main" id="{C861B8E8-F92F-497B-98A1-967E6F8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841" y="905625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19" name="SEC-032-219">
            <a:extLst xmlns:a="http://schemas.openxmlformats.org/drawingml/2006/main">
              <a:ext uri="{FF2B5EF4-FFF2-40B4-BE49-F238E27FC236}">
                <a16:creationId xmlns:a16="http://schemas.microsoft.com/office/drawing/2014/main" id="{AE1DF431-9F8C-48BD-AD29-15CD469F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424" y="8989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20" name="SEC-032-220">
            <a:extLst xmlns:a="http://schemas.openxmlformats.org/drawingml/2006/main">
              <a:ext uri="{FF2B5EF4-FFF2-40B4-BE49-F238E27FC236}">
                <a16:creationId xmlns:a16="http://schemas.microsoft.com/office/drawing/2014/main" id="{273D8694-2946-4570-97CD-58F3AF3B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9762" y="8989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21" name="SEC-032-221">
            <a:extLst xmlns:a="http://schemas.openxmlformats.org/drawingml/2006/main">
              <a:ext uri="{FF2B5EF4-FFF2-40B4-BE49-F238E27FC236}">
                <a16:creationId xmlns:a16="http://schemas.microsoft.com/office/drawing/2014/main" id="{D8790C75-FF5A-434C-A92E-C7F917E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1101" y="8989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22" name="SEC-032-222">
            <a:extLst xmlns:a="http://schemas.openxmlformats.org/drawingml/2006/main">
              <a:ext uri="{FF2B5EF4-FFF2-40B4-BE49-F238E27FC236}">
                <a16:creationId xmlns:a16="http://schemas.microsoft.com/office/drawing/2014/main" id="{0E132AB5-2D22-41FC-936B-32956BC1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2125" y="97631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23" name="SEC-032-223">
            <a:extLst xmlns:a="http://schemas.openxmlformats.org/drawingml/2006/main">
              <a:ext uri="{FF2B5EF4-FFF2-40B4-BE49-F238E27FC236}">
                <a16:creationId xmlns:a16="http://schemas.microsoft.com/office/drawing/2014/main" id="{D2A65257-AC55-4D19-86E7-CE7F6830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841" y="1000935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24" name="SEC-032-224">
            <a:extLst xmlns:a="http://schemas.openxmlformats.org/drawingml/2006/main">
              <a:ext uri="{FF2B5EF4-FFF2-40B4-BE49-F238E27FC236}">
                <a16:creationId xmlns:a16="http://schemas.microsoft.com/office/drawing/2014/main" id="{21E51F80-D668-46C3-BD4D-0CEC56E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424" y="9942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25" name="SEC-032-225">
            <a:extLst xmlns:a="http://schemas.openxmlformats.org/drawingml/2006/main">
              <a:ext uri="{FF2B5EF4-FFF2-40B4-BE49-F238E27FC236}">
                <a16:creationId xmlns:a16="http://schemas.microsoft.com/office/drawing/2014/main" id="{5D3A4ECD-16DF-4EE9-87BB-9016F4F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9762" y="9942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26" name="SEC-032-226">
            <a:extLst xmlns:a="http://schemas.openxmlformats.org/drawingml/2006/main">
              <a:ext uri="{FF2B5EF4-FFF2-40B4-BE49-F238E27FC236}">
                <a16:creationId xmlns:a16="http://schemas.microsoft.com/office/drawing/2014/main" id="{1B6F8893-01B9-4B2E-8704-1302140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1101" y="9942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27" name="SEC-032-227">
            <a:extLst xmlns:a="http://schemas.openxmlformats.org/drawingml/2006/main">
              <a:ext uri="{FF2B5EF4-FFF2-40B4-BE49-F238E27FC236}">
                <a16:creationId xmlns:a16="http://schemas.microsoft.com/office/drawing/2014/main" id="{D015BB26-E020-45A4-9CC8-A21A7EB7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2125" y="1071622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28" name="SEC-032-228">
            <a:extLst xmlns:a="http://schemas.openxmlformats.org/drawingml/2006/main">
              <a:ext uri="{FF2B5EF4-FFF2-40B4-BE49-F238E27FC236}">
                <a16:creationId xmlns:a16="http://schemas.microsoft.com/office/drawing/2014/main" id="{E04228FC-D4B1-4BA6-B3DC-E3EECBC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841" y="1096244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29" name="SEC-032-229">
            <a:extLst xmlns:a="http://schemas.openxmlformats.org/drawingml/2006/main">
              <a:ext uri="{FF2B5EF4-FFF2-40B4-BE49-F238E27FC236}">
                <a16:creationId xmlns:a16="http://schemas.microsoft.com/office/drawing/2014/main" id="{BCCA25CD-9B7B-474A-92C2-8A77FE1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424" y="10895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30" name="SEC-032-230">
            <a:extLst xmlns:a="http://schemas.openxmlformats.org/drawingml/2006/main">
              <a:ext uri="{FF2B5EF4-FFF2-40B4-BE49-F238E27FC236}">
                <a16:creationId xmlns:a16="http://schemas.microsoft.com/office/drawing/2014/main" id="{41C259F3-8ED5-4192-8F31-BC5105F7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9762" y="10895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31" name="SEC-032-231">
            <a:extLst xmlns:a="http://schemas.openxmlformats.org/drawingml/2006/main">
              <a:ext uri="{FF2B5EF4-FFF2-40B4-BE49-F238E27FC236}">
                <a16:creationId xmlns:a16="http://schemas.microsoft.com/office/drawing/2014/main" id="{9FE5AFE1-9FA8-4C08-A8C9-080F495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1101" y="10895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32" name="SEC-032-232">
            <a:extLst xmlns:a="http://schemas.openxmlformats.org/drawingml/2006/main">
              <a:ext uri="{FF2B5EF4-FFF2-40B4-BE49-F238E27FC236}">
                <a16:creationId xmlns:a16="http://schemas.microsoft.com/office/drawing/2014/main" id="{655D3539-632C-493C-A3F1-24F4F48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6829" y="1587913"/>
            <a:ext cx="457676" cy="67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233" name="SEC-032-233">
            <a:extLst xmlns:a="http://schemas.openxmlformats.org/drawingml/2006/main">
              <a:ext uri="{FF2B5EF4-FFF2-40B4-BE49-F238E27FC236}">
                <a16:creationId xmlns:a16="http://schemas.microsoft.com/office/drawing/2014/main" id="{A64E1640-9E48-404A-8F1F-796D2235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1171575"/>
            <a:ext cx="2952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02">
            <a:solidFill>
              <a:srgbClr val="000000"/>
            </a:solidFill>
          </a:ln>
        </p:spPr>
      </p:sp>
      <p:sp>
        <p:nvSpPr>
          <p:cNvPr id="234" name="SEC-032-234">
            <a:extLst xmlns:a="http://schemas.openxmlformats.org/drawingml/2006/main">
              <a:ext uri="{FF2B5EF4-FFF2-40B4-BE49-F238E27FC236}">
                <a16:creationId xmlns:a16="http://schemas.microsoft.com/office/drawing/2014/main" id="{DA28D770-F3F9-41E1-9FF7-65E8C670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120479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35" name="SEC-032-235">
            <a:extLst xmlns:a="http://schemas.openxmlformats.org/drawingml/2006/main">
              <a:ext uri="{FF2B5EF4-FFF2-40B4-BE49-F238E27FC236}">
                <a16:creationId xmlns:a16="http://schemas.microsoft.com/office/drawing/2014/main" id="{94114FB9-07C4-403B-8ABB-4874DA15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1229416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36" name="SEC-032-236">
            <a:extLst xmlns:a="http://schemas.openxmlformats.org/drawingml/2006/main">
              <a:ext uri="{FF2B5EF4-FFF2-40B4-BE49-F238E27FC236}">
                <a16:creationId xmlns:a16="http://schemas.microsoft.com/office/drawing/2014/main" id="{3A7D0B80-5A13-4B49-BCE6-C6F363F2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12227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37" name="SEC-032-237">
            <a:extLst xmlns:a="http://schemas.openxmlformats.org/drawingml/2006/main">
              <a:ext uri="{FF2B5EF4-FFF2-40B4-BE49-F238E27FC236}">
                <a16:creationId xmlns:a16="http://schemas.microsoft.com/office/drawing/2014/main" id="{29BE8A38-C16C-4D8E-8876-604E37E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12227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38" name="SEC-032-238">
            <a:extLst xmlns:a="http://schemas.openxmlformats.org/drawingml/2006/main">
              <a:ext uri="{FF2B5EF4-FFF2-40B4-BE49-F238E27FC236}">
                <a16:creationId xmlns:a16="http://schemas.microsoft.com/office/drawing/2014/main" id="{BB3F76AF-8351-4835-AB6D-D0B04FB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122270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39" name="SEC-032-239">
            <a:extLst xmlns:a="http://schemas.openxmlformats.org/drawingml/2006/main">
              <a:ext uri="{FF2B5EF4-FFF2-40B4-BE49-F238E27FC236}">
                <a16:creationId xmlns:a16="http://schemas.microsoft.com/office/drawing/2014/main" id="{43291175-655E-44B2-BE31-8395999D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130010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40" name="SEC-032-240">
            <a:extLst xmlns:a="http://schemas.openxmlformats.org/drawingml/2006/main">
              <a:ext uri="{FF2B5EF4-FFF2-40B4-BE49-F238E27FC236}">
                <a16:creationId xmlns:a16="http://schemas.microsoft.com/office/drawing/2014/main" id="{131A6293-D704-48D2-B2BC-6EF3CE6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1324725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41" name="SEC-032-241">
            <a:extLst xmlns:a="http://schemas.openxmlformats.org/drawingml/2006/main">
              <a:ext uri="{FF2B5EF4-FFF2-40B4-BE49-F238E27FC236}">
                <a16:creationId xmlns:a16="http://schemas.microsoft.com/office/drawing/2014/main" id="{019E5A4B-8BC0-4A38-A96A-C39BAC01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13180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42" name="SEC-032-242">
            <a:extLst xmlns:a="http://schemas.openxmlformats.org/drawingml/2006/main">
              <a:ext uri="{FF2B5EF4-FFF2-40B4-BE49-F238E27FC236}">
                <a16:creationId xmlns:a16="http://schemas.microsoft.com/office/drawing/2014/main" id="{0246B5BA-A08B-4301-AC51-0EC8FCB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13180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43" name="SEC-032-243">
            <a:extLst xmlns:a="http://schemas.openxmlformats.org/drawingml/2006/main">
              <a:ext uri="{FF2B5EF4-FFF2-40B4-BE49-F238E27FC236}">
                <a16:creationId xmlns:a16="http://schemas.microsoft.com/office/drawing/2014/main" id="{AF47DF51-BC96-4D91-A18B-A35D2016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131801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44" name="SEC-032-244">
            <a:extLst xmlns:a="http://schemas.openxmlformats.org/drawingml/2006/main">
              <a:ext uri="{FF2B5EF4-FFF2-40B4-BE49-F238E27FC236}">
                <a16:creationId xmlns:a16="http://schemas.microsoft.com/office/drawing/2014/main" id="{BBBEAE9B-6F21-4D12-B971-2E072F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1395413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45" name="SEC-032-245">
            <a:extLst xmlns:a="http://schemas.openxmlformats.org/drawingml/2006/main">
              <a:ext uri="{FF2B5EF4-FFF2-40B4-BE49-F238E27FC236}">
                <a16:creationId xmlns:a16="http://schemas.microsoft.com/office/drawing/2014/main" id="{E6E7F118-D006-4B57-BED8-9D1F9C2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1420035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46" name="SEC-032-246">
            <a:extLst xmlns:a="http://schemas.openxmlformats.org/drawingml/2006/main">
              <a:ext uri="{FF2B5EF4-FFF2-40B4-BE49-F238E27FC236}">
                <a16:creationId xmlns:a16="http://schemas.microsoft.com/office/drawing/2014/main" id="{561E094F-D3D8-4D2D-A75C-26A167D6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14133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47" name="SEC-032-247">
            <a:extLst xmlns:a="http://schemas.openxmlformats.org/drawingml/2006/main">
              <a:ext uri="{FF2B5EF4-FFF2-40B4-BE49-F238E27FC236}">
                <a16:creationId xmlns:a16="http://schemas.microsoft.com/office/drawing/2014/main" id="{D871FDF8-9680-4740-8DB9-327094E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14133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48" name="SEC-032-248">
            <a:extLst xmlns:a="http://schemas.openxmlformats.org/drawingml/2006/main">
              <a:ext uri="{FF2B5EF4-FFF2-40B4-BE49-F238E27FC236}">
                <a16:creationId xmlns:a16="http://schemas.microsoft.com/office/drawing/2014/main" id="{32E99F47-A2D6-4ED1-B106-5F359F1A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1413320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49" name="SEC-032-249">
            <a:extLst xmlns:a="http://schemas.openxmlformats.org/drawingml/2006/main">
              <a:ext uri="{FF2B5EF4-FFF2-40B4-BE49-F238E27FC236}">
                <a16:creationId xmlns:a16="http://schemas.microsoft.com/office/drawing/2014/main" id="{74AB0BE3-8734-44C7-AE45-9DD78C5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0175" y="1490722"/>
            <a:ext cx="242125" cy="64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287">
            <a:solidFill>
              <a:srgbClr val="000000"/>
            </a:solidFill>
          </a:ln>
        </p:spPr>
      </p:sp>
      <p:sp>
        <p:nvSpPr>
          <p:cNvPr id="250" name="SEC-032-250">
            <a:extLst xmlns:a="http://schemas.openxmlformats.org/drawingml/2006/main">
              <a:ext uri="{FF2B5EF4-FFF2-40B4-BE49-F238E27FC236}">
                <a16:creationId xmlns:a16="http://schemas.microsoft.com/office/drawing/2014/main" id="{84315372-9BAC-468C-8BF4-EDE48B3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7891" y="1515344"/>
            <a:ext cx="64961" cy="16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51" name="SEC-032-251">
            <a:extLst xmlns:a="http://schemas.openxmlformats.org/drawingml/2006/main">
              <a:ext uri="{FF2B5EF4-FFF2-40B4-BE49-F238E27FC236}">
                <a16:creationId xmlns:a16="http://schemas.microsoft.com/office/drawing/2014/main" id="{BCEA89BE-BE61-4D4B-AB49-2333D27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474" y="15086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52" name="SEC-032-252">
            <a:extLst xmlns:a="http://schemas.openxmlformats.org/drawingml/2006/main">
              <a:ext uri="{FF2B5EF4-FFF2-40B4-BE49-F238E27FC236}">
                <a16:creationId xmlns:a16="http://schemas.microsoft.com/office/drawing/2014/main" id="{1A0718D1-9815-4FAA-811B-5CC9943B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7812" y="15086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53" name="SEC-032-253">
            <a:extLst xmlns:a="http://schemas.openxmlformats.org/drawingml/2006/main">
              <a:ext uri="{FF2B5EF4-FFF2-40B4-BE49-F238E27FC236}">
                <a16:creationId xmlns:a16="http://schemas.microsoft.com/office/drawing/2014/main" id="{F3DC3FEA-3988-4E1E-B5EA-60A0844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151" y="1508629"/>
            <a:ext cx="25098" cy="2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54" name="SEC-032-254">
            <a:extLst xmlns:a="http://schemas.openxmlformats.org/drawingml/2006/main">
              <a:ext uri="{FF2B5EF4-FFF2-40B4-BE49-F238E27FC236}">
                <a16:creationId xmlns:a16="http://schemas.microsoft.com/office/drawing/2014/main" id="{FF69EA41-7196-434B-AC27-7FCA1BB7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777" y="1681163"/>
            <a:ext cx="47244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255" name="SEC-032-255">
            <a:extLst xmlns:a="http://schemas.openxmlformats.org/drawingml/2006/main">
              <a:ext uri="{FF2B5EF4-FFF2-40B4-BE49-F238E27FC236}">
                <a16:creationId xmlns:a16="http://schemas.microsoft.com/office/drawing/2014/main" id="{8FFFF925-7120-4A0B-86A2-9AD4B4B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7025" y="1238250"/>
            <a:ext cx="304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D8B"/>
          </a:solidFill>
          <a:ln xmlns:a="http://schemas.openxmlformats.org/drawingml/2006/main" w="19202">
            <a:solidFill>
              <a:srgbClr val="000000"/>
            </a:solidFill>
          </a:ln>
        </p:spPr>
      </p:sp>
      <p:sp>
        <p:nvSpPr>
          <p:cNvPr id="256" name="SEC-032-256">
            <a:extLst xmlns:a="http://schemas.openxmlformats.org/drawingml/2006/main">
              <a:ext uri="{FF2B5EF4-FFF2-40B4-BE49-F238E27FC236}">
                <a16:creationId xmlns:a16="http://schemas.microsoft.com/office/drawing/2014/main" id="{AD316CEA-81E6-4547-9C7F-87E74BC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4457" y="1272540"/>
            <a:ext cx="249936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716">
            <a:solidFill>
              <a:srgbClr val="000000"/>
            </a:solidFill>
          </a:ln>
        </p:spPr>
      </p:sp>
      <p:sp>
        <p:nvSpPr>
          <p:cNvPr id="257" name="SEC-032-257">
            <a:extLst xmlns:a="http://schemas.openxmlformats.org/drawingml/2006/main">
              <a:ext uri="{FF2B5EF4-FFF2-40B4-BE49-F238E27FC236}">
                <a16:creationId xmlns:a16="http://schemas.microsoft.com/office/drawing/2014/main" id="{413FE0DD-6F5A-46C4-A820-9DBE9B5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2745" y="1298734"/>
            <a:ext cx="67056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58" name="SEC-032-258">
            <a:extLst xmlns:a="http://schemas.openxmlformats.org/drawingml/2006/main">
              <a:ext uri="{FF2B5EF4-FFF2-40B4-BE49-F238E27FC236}">
                <a16:creationId xmlns:a16="http://schemas.microsoft.com/office/drawing/2014/main" id="{7818FA1B-3231-4DFB-9DF4-7C6A6248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185" y="1291590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59" name="SEC-032-259">
            <a:extLst xmlns:a="http://schemas.openxmlformats.org/drawingml/2006/main">
              <a:ext uri="{FF2B5EF4-FFF2-40B4-BE49-F238E27FC236}">
                <a16:creationId xmlns:a16="http://schemas.microsoft.com/office/drawing/2014/main" id="{35D9EB4D-7AB9-4578-85F4-94FA6E6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6857" y="1291590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60" name="SEC-032-260">
            <a:extLst xmlns:a="http://schemas.openxmlformats.org/drawingml/2006/main">
              <a:ext uri="{FF2B5EF4-FFF2-40B4-BE49-F238E27FC236}">
                <a16:creationId xmlns:a16="http://schemas.microsoft.com/office/drawing/2014/main" id="{623E5488-C872-4D5D-8464-100036E1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9529" y="1291590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61" name="SEC-032-261">
            <a:extLst xmlns:a="http://schemas.openxmlformats.org/drawingml/2006/main">
              <a:ext uri="{FF2B5EF4-FFF2-40B4-BE49-F238E27FC236}">
                <a16:creationId xmlns:a16="http://schemas.microsoft.com/office/drawing/2014/main" id="{7FEA59F6-EA43-4C45-801C-7C18060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4457" y="1374457"/>
            <a:ext cx="249936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716">
            <a:solidFill>
              <a:srgbClr val="000000"/>
            </a:solidFill>
          </a:ln>
        </p:spPr>
      </p:sp>
      <p:sp>
        <p:nvSpPr>
          <p:cNvPr id="262" name="SEC-032-262">
            <a:extLst xmlns:a="http://schemas.openxmlformats.org/drawingml/2006/main">
              <a:ext uri="{FF2B5EF4-FFF2-40B4-BE49-F238E27FC236}">
                <a16:creationId xmlns:a16="http://schemas.microsoft.com/office/drawing/2014/main" id="{F5529324-3934-4622-812E-97489EB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2745" y="1400651"/>
            <a:ext cx="67056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63" name="SEC-032-263">
            <a:extLst xmlns:a="http://schemas.openxmlformats.org/drawingml/2006/main">
              <a:ext uri="{FF2B5EF4-FFF2-40B4-BE49-F238E27FC236}">
                <a16:creationId xmlns:a16="http://schemas.microsoft.com/office/drawing/2014/main" id="{8ADCA2DC-0943-4F35-9AF8-2D63C01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185" y="1393507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64" name="SEC-032-264">
            <a:extLst xmlns:a="http://schemas.openxmlformats.org/drawingml/2006/main">
              <a:ext uri="{FF2B5EF4-FFF2-40B4-BE49-F238E27FC236}">
                <a16:creationId xmlns:a16="http://schemas.microsoft.com/office/drawing/2014/main" id="{E3BDD446-36DE-42C8-8B74-1019D799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6857" y="1393507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65" name="SEC-032-265">
            <a:extLst xmlns:a="http://schemas.openxmlformats.org/drawingml/2006/main">
              <a:ext uri="{FF2B5EF4-FFF2-40B4-BE49-F238E27FC236}">
                <a16:creationId xmlns:a16="http://schemas.microsoft.com/office/drawing/2014/main" id="{FA1B8B00-AB07-4879-9423-9B0FFDD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9529" y="1393507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66" name="SEC-032-266">
            <a:extLst xmlns:a="http://schemas.openxmlformats.org/drawingml/2006/main">
              <a:ext uri="{FF2B5EF4-FFF2-40B4-BE49-F238E27FC236}">
                <a16:creationId xmlns:a16="http://schemas.microsoft.com/office/drawing/2014/main" id="{A1EC2635-DFB5-4C99-9ACA-F26560B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4457" y="1476375"/>
            <a:ext cx="249936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716">
            <a:solidFill>
              <a:srgbClr val="000000"/>
            </a:solidFill>
          </a:ln>
        </p:spPr>
      </p:sp>
      <p:sp>
        <p:nvSpPr>
          <p:cNvPr id="267" name="SEC-032-267">
            <a:extLst xmlns:a="http://schemas.openxmlformats.org/drawingml/2006/main">
              <a:ext uri="{FF2B5EF4-FFF2-40B4-BE49-F238E27FC236}">
                <a16:creationId xmlns:a16="http://schemas.microsoft.com/office/drawing/2014/main" id="{2D9BB209-492F-4758-A7B2-848831EE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2745" y="1502569"/>
            <a:ext cx="67056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68" name="SEC-032-268">
            <a:extLst xmlns:a="http://schemas.openxmlformats.org/drawingml/2006/main">
              <a:ext uri="{FF2B5EF4-FFF2-40B4-BE49-F238E27FC236}">
                <a16:creationId xmlns:a16="http://schemas.microsoft.com/office/drawing/2014/main" id="{CB86CB47-1255-4C92-8910-603B1149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185" y="1495425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69" name="SEC-032-269">
            <a:extLst xmlns:a="http://schemas.openxmlformats.org/drawingml/2006/main">
              <a:ext uri="{FF2B5EF4-FFF2-40B4-BE49-F238E27FC236}">
                <a16:creationId xmlns:a16="http://schemas.microsoft.com/office/drawing/2014/main" id="{ED7B4CBC-DF71-4E81-8742-8D11740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6857" y="1495425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70" name="SEC-032-270">
            <a:extLst xmlns:a="http://schemas.openxmlformats.org/drawingml/2006/main">
              <a:ext uri="{FF2B5EF4-FFF2-40B4-BE49-F238E27FC236}">
                <a16:creationId xmlns:a16="http://schemas.microsoft.com/office/drawing/2014/main" id="{9ADD9F86-7B06-40B2-85C9-6D7E02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9529" y="1495425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71" name="SEC-032-271">
            <a:extLst xmlns:a="http://schemas.openxmlformats.org/drawingml/2006/main">
              <a:ext uri="{FF2B5EF4-FFF2-40B4-BE49-F238E27FC236}">
                <a16:creationId xmlns:a16="http://schemas.microsoft.com/office/drawing/2014/main" id="{506B99B7-9617-4395-805F-9ABB91C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4457" y="1578293"/>
            <a:ext cx="249936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716">
            <a:solidFill>
              <a:srgbClr val="000000"/>
            </a:solidFill>
          </a:ln>
        </p:spPr>
      </p:sp>
      <p:sp>
        <p:nvSpPr>
          <p:cNvPr id="272" name="SEC-032-272">
            <a:extLst xmlns:a="http://schemas.openxmlformats.org/drawingml/2006/main">
              <a:ext uri="{FF2B5EF4-FFF2-40B4-BE49-F238E27FC236}">
                <a16:creationId xmlns:a16="http://schemas.microsoft.com/office/drawing/2014/main" id="{D2256592-0DBD-498C-A8A2-28A8CCF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2745" y="1604486"/>
            <a:ext cx="67056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273" name="SEC-032-273">
            <a:extLst xmlns:a="http://schemas.openxmlformats.org/drawingml/2006/main">
              <a:ext uri="{FF2B5EF4-FFF2-40B4-BE49-F238E27FC236}">
                <a16:creationId xmlns:a16="http://schemas.microsoft.com/office/drawing/2014/main" id="{4255303F-6CD6-499B-9280-E1E0B128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185" y="1597343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274" name="SEC-032-274">
            <a:extLst xmlns:a="http://schemas.openxmlformats.org/drawingml/2006/main">
              <a:ext uri="{FF2B5EF4-FFF2-40B4-BE49-F238E27FC236}">
                <a16:creationId xmlns:a16="http://schemas.microsoft.com/office/drawing/2014/main" id="{8F9C0640-ACF8-4E03-B684-1AA891A2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6857" y="1597343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275" name="SEC-032-275">
            <a:extLst xmlns:a="http://schemas.openxmlformats.org/drawingml/2006/main">
              <a:ext uri="{FF2B5EF4-FFF2-40B4-BE49-F238E27FC236}">
                <a16:creationId xmlns:a16="http://schemas.microsoft.com/office/drawing/2014/main" id="{ADB8DE40-40B3-4496-BBCC-0611232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9529" y="1597343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276" name="SEC-032-276">
            <a:extLst xmlns:a="http://schemas.openxmlformats.org/drawingml/2006/main">
              <a:ext uri="{FF2B5EF4-FFF2-40B4-BE49-F238E27FC236}">
                <a16:creationId xmlns:a16="http://schemas.microsoft.com/office/drawing/2014/main" id="{8369220A-BE8E-409F-BDC3-09DD8600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9732" y="1543050"/>
            <a:ext cx="116586" cy="1165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908">
            <a:solidFill>
              <a:srgbClr val="4D64B0"/>
            </a:solidFill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FF79C9E5-6F63-41DA-A87A-F9527DA7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577" y="1640205"/>
            <a:ext cx="116586" cy="129540"/>
          </a:xfrm>
          <a:custGeom xmlns:a="http://schemas.openxmlformats.org/drawingml/2006/main">
            <a:pathLst>
              <a:path w="116586" h="129540">
                <a:moveTo>
                  <a:pt x="116586" y="0"/>
                </a:moveTo>
                <a:lnTo>
                  <a:pt x="0" y="129540"/>
                </a:lnTo>
              </a:path>
            </a:pathLst>
          </a:custGeom>
          <a:noFill xmlns:a="http://schemas.openxmlformats.org/drawingml/2006/main"/>
          <a:ln xmlns:a="http://schemas.openxmlformats.org/drawingml/2006/main" w="38862">
            <a:solidFill>
              <a:srgbClr val="4D64B0"/>
            </a:solidFill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45381E22-F0DE-4D16-A0F5-BFBABADE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8485" y="1704975"/>
            <a:ext cx="45339" cy="38862"/>
          </a:xfrm>
          <a:custGeom xmlns:a="http://schemas.openxmlformats.org/drawingml/2006/main">
            <a:pathLst>
              <a:path w="45339" h="38862">
                <a:moveTo>
                  <a:pt x="0" y="0"/>
                </a:moveTo>
                <a:lnTo>
                  <a:pt x="45339" y="38862"/>
                </a:lnTo>
              </a:path>
            </a:pathLst>
          </a:custGeom>
          <a:noFill xmlns:a="http://schemas.openxmlformats.org/drawingml/2006/main"/>
          <a:ln xmlns:a="http://schemas.openxmlformats.org/drawingml/2006/main" w="25908">
            <a:solidFill>
              <a:srgbClr val="4D64B0"/>
            </a:solidFill>
          </a:ln>
        </p:spPr>
      </p:sp>
      <p:sp>
        <p:nvSpPr>
          <p:cNvPr id="279" name="path-279">
            <a:extLst xmlns:a="http://schemas.openxmlformats.org/drawingml/2006/main">
              <a:ext uri="{FF2B5EF4-FFF2-40B4-BE49-F238E27FC236}">
                <a16:creationId xmlns:a16="http://schemas.microsoft.com/office/drawing/2014/main" id="{C95D841F-8511-41DE-BA5D-67CD63B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1737360"/>
            <a:ext cx="45339" cy="38862"/>
          </a:xfrm>
          <a:custGeom xmlns:a="http://schemas.openxmlformats.org/drawingml/2006/main">
            <a:pathLst>
              <a:path w="45339" h="38862">
                <a:moveTo>
                  <a:pt x="0" y="0"/>
                </a:moveTo>
                <a:lnTo>
                  <a:pt x="45339" y="38862"/>
                </a:lnTo>
              </a:path>
            </a:pathLst>
          </a:custGeom>
          <a:noFill xmlns:a="http://schemas.openxmlformats.org/drawingml/2006/main"/>
          <a:ln xmlns:a="http://schemas.openxmlformats.org/drawingml/2006/main" w="25908">
            <a:solidFill>
              <a:srgbClr val="4D64B0"/>
            </a:solidFill>
          </a:ln>
        </p:spPr>
      </p:sp>
      <p:sp>
        <p:nvSpPr>
          <p:cNvPr id="280" name="SEC-032-280">
            <a:extLst xmlns:a="http://schemas.openxmlformats.org/drawingml/2006/main">
              <a:ext uri="{FF2B5EF4-FFF2-40B4-BE49-F238E27FC236}">
                <a16:creationId xmlns:a16="http://schemas.microsoft.com/office/drawing/2014/main" id="{4ED2B1B3-4ABD-4FC2-81E6-15129A9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8450" y="485775"/>
            <a:ext cx="581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281" name="SEC-032-281">
            <a:extLst xmlns:a="http://schemas.openxmlformats.org/drawingml/2006/main">
              <a:ext uri="{FF2B5EF4-FFF2-40B4-BE49-F238E27FC236}">
                <a16:creationId xmlns:a16="http://schemas.microsoft.com/office/drawing/2014/main" id="{077B661F-CA9B-4DF8-A204-24B39060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7025" y="514350"/>
            <a:ext cx="581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 servers</a:t>
            </a:r>
          </a:p>
        </p:txBody>
      </p:sp>
      <p:sp>
        <p:nvSpPr>
          <p:cNvPr id="282" name="SEC-032-282">
            <a:extLst xmlns:a="http://schemas.openxmlformats.org/drawingml/2006/main">
              <a:ext uri="{FF2B5EF4-FFF2-40B4-BE49-F238E27FC236}">
                <a16:creationId xmlns:a16="http://schemas.microsoft.com/office/drawing/2014/main" id="{B82ED03C-962A-40DD-ACBD-04EC033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975" y="9906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83" name="path-283">
            <a:extLst xmlns:a="http://schemas.openxmlformats.org/drawingml/2006/main">
              <a:ext uri="{FF2B5EF4-FFF2-40B4-BE49-F238E27FC236}">
                <a16:creationId xmlns:a16="http://schemas.microsoft.com/office/drawing/2014/main" id="{841A978C-ED60-45FB-8DC4-0F6CA02E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88" y="97549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284" name="SEC-032-284">
            <a:extLst xmlns:a="http://schemas.openxmlformats.org/drawingml/2006/main">
              <a:ext uri="{FF2B5EF4-FFF2-40B4-BE49-F238E27FC236}">
                <a16:creationId xmlns:a16="http://schemas.microsoft.com/office/drawing/2014/main" id="{403286F8-7F6D-440E-9ACB-E6C87F9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7600" y="847725"/>
            <a:ext cx="390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285" name="SEC-032-285">
            <a:extLst xmlns:a="http://schemas.openxmlformats.org/drawingml/2006/main">
              <a:ext uri="{FF2B5EF4-FFF2-40B4-BE49-F238E27FC236}">
                <a16:creationId xmlns:a16="http://schemas.microsoft.com/office/drawing/2014/main" id="{7652616F-6D80-4AFA-92BE-0ACC0E7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6175" y="904875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ZKPVS</a:t>
            </a:r>
          </a:p>
        </p:txBody>
      </p:sp>
      <p:sp>
        <p:nvSpPr>
          <p:cNvPr id="286" name="SEC-032-286">
            <a:extLst xmlns:a="http://schemas.openxmlformats.org/drawingml/2006/main">
              <a:ext uri="{FF2B5EF4-FFF2-40B4-BE49-F238E27FC236}">
                <a16:creationId xmlns:a16="http://schemas.microsoft.com/office/drawing/2014/main" id="{235A9839-D727-4A94-8699-7A2D146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4211" y="3609975"/>
            <a:ext cx="16268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287" name="SEC-032-287">
            <a:extLst xmlns:a="http://schemas.openxmlformats.org/drawingml/2006/main">
              <a:ext uri="{FF2B5EF4-FFF2-40B4-BE49-F238E27FC236}">
                <a16:creationId xmlns:a16="http://schemas.microsoft.com/office/drawing/2014/main" id="{4990F793-3A1B-4BEF-B16C-EDD731DF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3009900"/>
            <a:ext cx="11620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292">
            <a:solidFill>
              <a:srgbClr val="000000"/>
            </a:solidFill>
          </a:ln>
        </p:spPr>
      </p:sp>
      <p:sp>
        <p:nvSpPr>
          <p:cNvPr id="288" name="SEC-032-288">
            <a:extLst xmlns:a="http://schemas.openxmlformats.org/drawingml/2006/main">
              <a:ext uri="{FF2B5EF4-FFF2-40B4-BE49-F238E27FC236}">
                <a16:creationId xmlns:a16="http://schemas.microsoft.com/office/drawing/2014/main" id="{971A2DEA-03F2-4B70-86EA-5C8F60F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7964" y="3076575"/>
            <a:ext cx="976122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D32"/>
          </a:solidFill>
          <a:ln xmlns:a="http://schemas.openxmlformats.org/drawingml/2006/main" w="0">
            <a:noFill/>
          </a:ln>
        </p:spPr>
      </p:sp>
      <p:sp>
        <p:nvSpPr>
          <p:cNvPr id="289" name="SEC-032-289">
            <a:extLst xmlns:a="http://schemas.openxmlformats.org/drawingml/2006/main">
              <a:ext uri="{FF2B5EF4-FFF2-40B4-BE49-F238E27FC236}">
                <a16:creationId xmlns:a16="http://schemas.microsoft.com/office/drawing/2014/main" id="{37FDF0A1-6A44-4370-B81B-EEB2EC0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3061" y="3036570"/>
            <a:ext cx="197549" cy="14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90" name="path-290">
            <a:extLst xmlns:a="http://schemas.openxmlformats.org/drawingml/2006/main">
              <a:ext uri="{FF2B5EF4-FFF2-40B4-BE49-F238E27FC236}">
                <a16:creationId xmlns:a16="http://schemas.microsoft.com/office/drawing/2014/main" id="{A94338B1-72EF-4789-BBB4-2ACBD836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676650"/>
            <a:ext cx="1314450" cy="85725"/>
          </a:xfrm>
          <a:custGeom xmlns:a="http://schemas.openxmlformats.org/drawingml/2006/main">
            <a:pathLst>
              <a:path w="1314450" h="85725">
                <a:moveTo>
                  <a:pt x="0" y="0"/>
                </a:moveTo>
                <a:lnTo>
                  <a:pt x="1314450" y="0"/>
                </a:lnTo>
                <a:lnTo>
                  <a:pt x="1247775" y="85725"/>
                </a:lnTo>
                <a:lnTo>
                  <a:pt x="66675" y="85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291" name="SEC-032-291">
            <a:extLst xmlns:a="http://schemas.openxmlformats.org/drawingml/2006/main">
              <a:ext uri="{FF2B5EF4-FFF2-40B4-BE49-F238E27FC236}">
                <a16:creationId xmlns:a16="http://schemas.microsoft.com/office/drawing/2014/main" id="{7F4688D3-BE98-4B50-A7B3-41B78D9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3981450"/>
            <a:ext cx="14573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292" name="SEC-032-292">
            <a:extLst xmlns:a="http://schemas.openxmlformats.org/drawingml/2006/main">
              <a:ext uri="{FF2B5EF4-FFF2-40B4-BE49-F238E27FC236}">
                <a16:creationId xmlns:a16="http://schemas.microsoft.com/office/drawing/2014/main" id="{ADBBD7C0-5D56-4042-B531-19BD2B18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8325" y="4000500"/>
            <a:ext cx="136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client</a:t>
            </a:r>
          </a:p>
        </p:txBody>
      </p:sp>
      <p:sp>
        <p:nvSpPr>
          <p:cNvPr id="293" name="SEC-032-293">
            <a:extLst xmlns:a="http://schemas.openxmlformats.org/drawingml/2006/main">
              <a:ext uri="{FF2B5EF4-FFF2-40B4-BE49-F238E27FC236}">
                <a16:creationId xmlns:a16="http://schemas.microsoft.com/office/drawing/2014/main" id="{45B4F460-4AF8-49F6-8BE7-62CCD16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75" y="22955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294" name="SEC-032-294">
            <a:extLst xmlns:a="http://schemas.openxmlformats.org/drawingml/2006/main">
              <a:ext uri="{FF2B5EF4-FFF2-40B4-BE49-F238E27FC236}">
                <a16:creationId xmlns:a16="http://schemas.microsoft.com/office/drawing/2014/main" id="{8257B551-B4A5-4363-9D47-B5C28CC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9010" y="23897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295" name="SEC-032-295">
            <a:extLst xmlns:a="http://schemas.openxmlformats.org/drawingml/2006/main">
              <a:ext uri="{FF2B5EF4-FFF2-40B4-BE49-F238E27FC236}">
                <a16:creationId xmlns:a16="http://schemas.microsoft.com/office/drawing/2014/main" id="{40F32D7E-0064-4552-B2CC-88CFC36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75" y="256222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tkc</a:t>
            </a:r>
          </a:p>
        </p:txBody>
      </p:sp>
      <p:sp>
        <p:nvSpPr>
          <p:cNvPr id="296" name="SEC-032-296">
            <a:extLst xmlns:a="http://schemas.openxmlformats.org/drawingml/2006/main">
              <a:ext uri="{FF2B5EF4-FFF2-40B4-BE49-F238E27FC236}">
                <a16:creationId xmlns:a16="http://schemas.microsoft.com/office/drawing/2014/main" id="{D4C893E1-0E30-4799-861F-4E5DBB26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9010" y="265642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297" name="SEC-032-297">
            <a:extLst xmlns:a="http://schemas.openxmlformats.org/drawingml/2006/main">
              <a:ext uri="{FF2B5EF4-FFF2-40B4-BE49-F238E27FC236}">
                <a16:creationId xmlns:a16="http://schemas.microsoft.com/office/drawing/2014/main" id="{85594930-783B-48F3-92E9-E5BA2F2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0425" y="29718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298" name="path-298">
            <a:extLst xmlns:a="http://schemas.openxmlformats.org/drawingml/2006/main">
              <a:ext uri="{FF2B5EF4-FFF2-40B4-BE49-F238E27FC236}">
                <a16:creationId xmlns:a16="http://schemas.microsoft.com/office/drawing/2014/main" id="{88F73FA2-736E-475B-A596-774AE0B8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114675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9CC44"/>
            </a:solidFill>
          </a:ln>
        </p:spPr>
      </p:sp>
      <p:sp>
        <p:nvSpPr>
          <p:cNvPr id="299" name="path-299">
            <a:extLst xmlns:a="http://schemas.openxmlformats.org/drawingml/2006/main">
              <a:ext uri="{FF2B5EF4-FFF2-40B4-BE49-F238E27FC236}">
                <a16:creationId xmlns:a16="http://schemas.microsoft.com/office/drawing/2014/main" id="{E8207B29-B6D3-4669-A827-854403B9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2099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300" name="path-300">
            <a:extLst xmlns:a="http://schemas.openxmlformats.org/drawingml/2006/main">
              <a:ext uri="{FF2B5EF4-FFF2-40B4-BE49-F238E27FC236}">
                <a16:creationId xmlns:a16="http://schemas.microsoft.com/office/drawing/2014/main" id="{930FB9E6-1B7A-413B-9FF6-3C3CC0F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25755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CC44"/>
            </a:solidFill>
          </a:ln>
        </p:spPr>
      </p:sp>
      <p:sp>
        <p:nvSpPr>
          <p:cNvPr id="301" name="SEC-032-301">
            <a:extLst xmlns:a="http://schemas.openxmlformats.org/drawingml/2006/main">
              <a:ext uri="{FF2B5EF4-FFF2-40B4-BE49-F238E27FC236}">
                <a16:creationId xmlns:a16="http://schemas.microsoft.com/office/drawing/2014/main" id="{9B8FE4CF-DFD0-40F4-93ED-5863812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2800" y="29432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452A"/>
            </a:solidFill>
          </a:ln>
        </p:spPr>
      </p:sp>
      <p:sp>
        <p:nvSpPr>
          <p:cNvPr id="302" name="SEC-032-302">
            <a:extLst xmlns:a="http://schemas.openxmlformats.org/drawingml/2006/main">
              <a:ext uri="{FF2B5EF4-FFF2-40B4-BE49-F238E27FC236}">
                <a16:creationId xmlns:a16="http://schemas.microsoft.com/office/drawing/2014/main" id="{B8BB5279-E2AA-4993-9CD0-75B7D232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63023" y="3656171"/>
            <a:ext cx="1254919" cy="207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E4"/>
          </a:solidFill>
          <a:ln xmlns:a="http://schemas.openxmlformats.org/drawingml/2006/main" w="0">
            <a:noFill/>
          </a:ln>
        </p:spPr>
      </p:sp>
      <p:sp>
        <p:nvSpPr>
          <p:cNvPr id="303" name="SEC-032-303">
            <a:extLst xmlns:a="http://schemas.openxmlformats.org/drawingml/2006/main">
              <a:ext uri="{FF2B5EF4-FFF2-40B4-BE49-F238E27FC236}">
                <a16:creationId xmlns:a16="http://schemas.microsoft.com/office/drawing/2014/main" id="{F3C6BC0F-FA7B-4561-9DB2-B652C47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3525" y="2371725"/>
            <a:ext cx="809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5AB"/>
          </a:solidFill>
          <a:ln xmlns:a="http://schemas.openxmlformats.org/drawingml/2006/main" w="51006">
            <a:solidFill>
              <a:srgbClr val="000000"/>
            </a:solidFill>
          </a:ln>
        </p:spPr>
      </p:sp>
      <p:sp>
        <p:nvSpPr>
          <p:cNvPr id="304" name="SEC-032-304">
            <a:extLst xmlns:a="http://schemas.openxmlformats.org/drawingml/2006/main">
              <a:ext uri="{FF2B5EF4-FFF2-40B4-BE49-F238E27FC236}">
                <a16:creationId xmlns:a16="http://schemas.microsoft.com/office/drawing/2014/main" id="{AB92D452-FD67-4ADC-91FE-2ADEC9A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6391" y="2786063"/>
            <a:ext cx="663893" cy="200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433">
            <a:solidFill>
              <a:srgbClr val="000000"/>
            </a:solidFill>
          </a:ln>
        </p:spPr>
      </p:sp>
      <p:sp>
        <p:nvSpPr>
          <p:cNvPr id="305" name="SEC-032-305">
            <a:extLst xmlns:a="http://schemas.openxmlformats.org/drawingml/2006/main">
              <a:ext uri="{FF2B5EF4-FFF2-40B4-BE49-F238E27FC236}">
                <a16:creationId xmlns:a16="http://schemas.microsoft.com/office/drawing/2014/main" id="{8B461282-3893-4E18-BD4B-63619309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969" y="2862024"/>
            <a:ext cx="178118" cy="49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306" name="SEC-032-306">
            <a:extLst xmlns:a="http://schemas.openxmlformats.org/drawingml/2006/main">
              <a:ext uri="{FF2B5EF4-FFF2-40B4-BE49-F238E27FC236}">
                <a16:creationId xmlns:a16="http://schemas.microsoft.com/office/drawing/2014/main" id="{3E040C7C-A849-408C-A68D-8850C60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37856" y="2841308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307" name="SEC-032-307">
            <a:extLst xmlns:a="http://schemas.openxmlformats.org/drawingml/2006/main">
              <a:ext uri="{FF2B5EF4-FFF2-40B4-BE49-F238E27FC236}">
                <a16:creationId xmlns:a16="http://schemas.microsoft.com/office/drawing/2014/main" id="{16506944-CA58-4CD9-AEF8-B487CBD4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1204" y="2841308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308" name="SEC-032-308">
            <a:extLst xmlns:a="http://schemas.openxmlformats.org/drawingml/2006/main">
              <a:ext uri="{FF2B5EF4-FFF2-40B4-BE49-F238E27FC236}">
                <a16:creationId xmlns:a16="http://schemas.microsoft.com/office/drawing/2014/main" id="{C044C5D0-C9B7-46FC-8D77-198AD51F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4551" y="2841308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309" name="SEC-032-309">
            <a:extLst xmlns:a="http://schemas.openxmlformats.org/drawingml/2006/main">
              <a:ext uri="{FF2B5EF4-FFF2-40B4-BE49-F238E27FC236}">
                <a16:creationId xmlns:a16="http://schemas.microsoft.com/office/drawing/2014/main" id="{6B52D199-CBB4-439D-AD46-F201814D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6391" y="3066891"/>
            <a:ext cx="663893" cy="200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433">
            <a:solidFill>
              <a:srgbClr val="000000"/>
            </a:solidFill>
          </a:ln>
        </p:spPr>
      </p:sp>
      <p:sp>
        <p:nvSpPr>
          <p:cNvPr id="310" name="SEC-032-310">
            <a:extLst xmlns:a="http://schemas.openxmlformats.org/drawingml/2006/main">
              <a:ext uri="{FF2B5EF4-FFF2-40B4-BE49-F238E27FC236}">
                <a16:creationId xmlns:a16="http://schemas.microsoft.com/office/drawing/2014/main" id="{5F7564BD-CE94-4AF9-B6D3-45AE760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969" y="3142853"/>
            <a:ext cx="178118" cy="49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311" name="SEC-032-311">
            <a:extLst xmlns:a="http://schemas.openxmlformats.org/drawingml/2006/main">
              <a:ext uri="{FF2B5EF4-FFF2-40B4-BE49-F238E27FC236}">
                <a16:creationId xmlns:a16="http://schemas.microsoft.com/office/drawing/2014/main" id="{DE81394B-A1B2-4D2A-90AA-D509DD7B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37856" y="3122136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312" name="SEC-032-312">
            <a:extLst xmlns:a="http://schemas.openxmlformats.org/drawingml/2006/main">
              <a:ext uri="{FF2B5EF4-FFF2-40B4-BE49-F238E27FC236}">
                <a16:creationId xmlns:a16="http://schemas.microsoft.com/office/drawing/2014/main" id="{37BA3C8A-C4FD-47ED-9447-3C903711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1204" y="3122136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313" name="SEC-032-313">
            <a:extLst xmlns:a="http://schemas.openxmlformats.org/drawingml/2006/main">
              <a:ext uri="{FF2B5EF4-FFF2-40B4-BE49-F238E27FC236}">
                <a16:creationId xmlns:a16="http://schemas.microsoft.com/office/drawing/2014/main" id="{BFBCFED1-DA4F-4A42-BAC2-E5BF75A4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4551" y="3122136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314" name="SEC-032-314">
            <a:extLst xmlns:a="http://schemas.openxmlformats.org/drawingml/2006/main">
              <a:ext uri="{FF2B5EF4-FFF2-40B4-BE49-F238E27FC236}">
                <a16:creationId xmlns:a16="http://schemas.microsoft.com/office/drawing/2014/main" id="{BE24F250-C9C7-4E9A-9CAE-76CD3431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6391" y="3347720"/>
            <a:ext cx="663893" cy="200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6433">
            <a:solidFill>
              <a:srgbClr val="000000"/>
            </a:solidFill>
          </a:ln>
        </p:spPr>
      </p:sp>
      <p:sp>
        <p:nvSpPr>
          <p:cNvPr id="315" name="SEC-032-315">
            <a:extLst xmlns:a="http://schemas.openxmlformats.org/drawingml/2006/main">
              <a:ext uri="{FF2B5EF4-FFF2-40B4-BE49-F238E27FC236}">
                <a16:creationId xmlns:a16="http://schemas.microsoft.com/office/drawing/2014/main" id="{382D6B91-5279-4BD0-B97F-3F6FEEF7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969" y="3423682"/>
            <a:ext cx="178118" cy="49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AAA"/>
          </a:solidFill>
          <a:ln xmlns:a="http://schemas.openxmlformats.org/drawingml/2006/main" w="0">
            <a:noFill/>
          </a:ln>
        </p:spPr>
      </p:sp>
      <p:sp>
        <p:nvSpPr>
          <p:cNvPr id="316" name="SEC-032-316">
            <a:extLst xmlns:a="http://schemas.openxmlformats.org/drawingml/2006/main">
              <a:ext uri="{FF2B5EF4-FFF2-40B4-BE49-F238E27FC236}">
                <a16:creationId xmlns:a16="http://schemas.microsoft.com/office/drawing/2014/main" id="{DC763672-BE67-4C4D-A5C5-172AD250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37856" y="3402965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C3E5"/>
          </a:solidFill>
          <a:ln xmlns:a="http://schemas.openxmlformats.org/drawingml/2006/main" w="0">
            <a:noFill/>
          </a:ln>
        </p:spPr>
      </p:sp>
      <p:sp>
        <p:nvSpPr>
          <p:cNvPr id="317" name="SEC-032-317">
            <a:extLst xmlns:a="http://schemas.openxmlformats.org/drawingml/2006/main">
              <a:ext uri="{FF2B5EF4-FFF2-40B4-BE49-F238E27FC236}">
                <a16:creationId xmlns:a16="http://schemas.microsoft.com/office/drawing/2014/main" id="{A289B622-1F56-48A2-B77E-4228A2B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1204" y="3402965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88C8"/>
          </a:solidFill>
          <a:ln xmlns:a="http://schemas.openxmlformats.org/drawingml/2006/main" w="0">
            <a:noFill/>
          </a:ln>
        </p:spPr>
      </p:sp>
      <p:sp>
        <p:nvSpPr>
          <p:cNvPr id="318" name="SEC-032-318">
            <a:extLst xmlns:a="http://schemas.openxmlformats.org/drawingml/2006/main">
              <a:ext uri="{FF2B5EF4-FFF2-40B4-BE49-F238E27FC236}">
                <a16:creationId xmlns:a16="http://schemas.microsoft.com/office/drawing/2014/main" id="{72D1C20A-E22E-4CA3-9B85-10A64C3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4551" y="3402965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DAE"/>
          </a:solidFill>
          <a:ln xmlns:a="http://schemas.openxmlformats.org/drawingml/2006/main" w="0">
            <a:noFill/>
          </a:ln>
        </p:spPr>
      </p:sp>
      <p:sp>
        <p:nvSpPr>
          <p:cNvPr id="319" name="SEC-032-319">
            <a:extLst xmlns:a="http://schemas.openxmlformats.org/drawingml/2006/main">
              <a:ext uri="{FF2B5EF4-FFF2-40B4-BE49-F238E27FC236}">
                <a16:creationId xmlns:a16="http://schemas.microsoft.com/office/drawing/2014/main" id="{2832CA6B-DE51-4A2D-AA1E-B513545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35450" y="226123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25098">
            <a:solidFill>
              <a:srgbClr val="E8572A"/>
            </a:solidFill>
          </a:ln>
        </p:spPr>
      </p:sp>
      <p:sp>
        <p:nvSpPr>
          <p:cNvPr id="320" name="SEC-032-320">
            <a:extLst xmlns:a="http://schemas.openxmlformats.org/drawingml/2006/main">
              <a:ext uri="{FF2B5EF4-FFF2-40B4-BE49-F238E27FC236}">
                <a16:creationId xmlns:a16="http://schemas.microsoft.com/office/drawing/2014/main" id="{99FA6DD1-79CA-4288-A5FC-CED6F4F3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6959739" y="2254329"/>
            <a:ext cx="445294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60" b="0" i="0">
                <a:solidFill>
                  <a:srgbClr val="E8572A"/>
                </a:solidFill>
                <a:latin typeface="Arial"/>
                <a:ea typeface="Arial"/>
                <a:cs typeface="Arial"/>
              </a:defRPr>
            </a:pPr>
            <a:r>
              <a:rPr sz="3060" b="0" i="0">
                <a:solidFill>
                  <a:srgbClr val="E8572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1" name="SEC-032-321">
            <a:extLst xmlns:a="http://schemas.openxmlformats.org/drawingml/2006/main">
              <a:ext uri="{FF2B5EF4-FFF2-40B4-BE49-F238E27FC236}">
                <a16:creationId xmlns:a16="http://schemas.microsoft.com/office/drawing/2014/main" id="{4021C67D-8B63-4306-B6B3-487D7EF3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3971925"/>
            <a:ext cx="14573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322" name="SEC-032-322">
            <a:extLst xmlns:a="http://schemas.openxmlformats.org/drawingml/2006/main">
              <a:ext uri="{FF2B5EF4-FFF2-40B4-BE49-F238E27FC236}">
                <a16:creationId xmlns:a16="http://schemas.microsoft.com/office/drawing/2014/main" id="{EFCF942A-92AF-4129-BDA4-7075060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7775" y="3990975"/>
            <a:ext cx="136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323" name="SEC-032-323">
            <a:extLst xmlns:a="http://schemas.openxmlformats.org/drawingml/2006/main">
              <a:ext uri="{FF2B5EF4-FFF2-40B4-BE49-F238E27FC236}">
                <a16:creationId xmlns:a16="http://schemas.microsoft.com/office/drawing/2014/main" id="{0C03B668-0255-4C54-A78C-0A0B5C6C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0" y="239077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324" name="SEC-032-324">
            <a:extLst xmlns:a="http://schemas.openxmlformats.org/drawingml/2006/main">
              <a:ext uri="{FF2B5EF4-FFF2-40B4-BE49-F238E27FC236}">
                <a16:creationId xmlns:a16="http://schemas.microsoft.com/office/drawing/2014/main" id="{A64BE576-681E-49C5-B605-222EA0B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6085" y="24849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325" name="SEC-032-325">
            <a:extLst xmlns:a="http://schemas.openxmlformats.org/drawingml/2006/main">
              <a:ext uri="{FF2B5EF4-FFF2-40B4-BE49-F238E27FC236}">
                <a16:creationId xmlns:a16="http://schemas.microsoft.com/office/drawing/2014/main" id="{250DEF43-C386-4AAE-9D04-F70932A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0" y="2657475"/>
            <a:ext cx="407480" cy="25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326" name="SEC-032-326">
            <a:extLst xmlns:a="http://schemas.openxmlformats.org/drawingml/2006/main">
              <a:ext uri="{FF2B5EF4-FFF2-40B4-BE49-F238E27FC236}">
                <a16:creationId xmlns:a16="http://schemas.microsoft.com/office/drawing/2014/main" id="{461A64D1-462D-486A-B459-708BEC0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6085" y="2751677"/>
            <a:ext cx="470535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18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  <p:sp>
        <p:nvSpPr>
          <p:cNvPr id="327" name="SEC-032-327">
            <a:extLst xmlns:a="http://schemas.openxmlformats.org/drawingml/2006/main">
              <a:ext uri="{FF2B5EF4-FFF2-40B4-BE49-F238E27FC236}">
                <a16:creationId xmlns:a16="http://schemas.microsoft.com/office/drawing/2014/main" id="{B377CD38-BEA8-49AD-9962-061970A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6525" y="29622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328" name="path-328">
            <a:extLst xmlns:a="http://schemas.openxmlformats.org/drawingml/2006/main">
              <a:ext uri="{FF2B5EF4-FFF2-40B4-BE49-F238E27FC236}">
                <a16:creationId xmlns:a16="http://schemas.microsoft.com/office/drawing/2014/main" id="{5B12FD20-6632-4CB7-AF71-831BC9B9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3650" y="31051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73020"/>
            </a:solidFill>
          </a:ln>
        </p:spPr>
      </p:sp>
      <p:sp>
        <p:nvSpPr>
          <p:cNvPr id="329" name="path-329">
            <a:extLst xmlns:a="http://schemas.openxmlformats.org/drawingml/2006/main">
              <a:ext uri="{FF2B5EF4-FFF2-40B4-BE49-F238E27FC236}">
                <a16:creationId xmlns:a16="http://schemas.microsoft.com/office/drawing/2014/main" id="{B8F6445F-D20E-4D96-9051-A1B5384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32004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330" name="path-330">
            <a:extLst xmlns:a="http://schemas.openxmlformats.org/drawingml/2006/main">
              <a:ext uri="{FF2B5EF4-FFF2-40B4-BE49-F238E27FC236}">
                <a16:creationId xmlns:a16="http://schemas.microsoft.com/office/drawing/2014/main" id="{485FB1FC-8621-42E3-B7FD-A753AB2D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25" y="3248025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73020"/>
            </a:solidFill>
          </a:ln>
        </p:spPr>
      </p:sp>
      <p:sp>
        <p:nvSpPr>
          <p:cNvPr id="331" name="SEC-032-331">
            <a:extLst xmlns:a="http://schemas.openxmlformats.org/drawingml/2006/main">
              <a:ext uri="{FF2B5EF4-FFF2-40B4-BE49-F238E27FC236}">
                <a16:creationId xmlns:a16="http://schemas.microsoft.com/office/drawing/2014/main" id="{8C064815-2518-42F4-AFED-9DDED28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7950" y="2933700"/>
            <a:ext cx="27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73020"/>
            </a:solidFill>
          </a:ln>
        </p:spPr>
      </p:sp>
      <p:sp>
        <p:nvSpPr>
          <p:cNvPr id="332" name="path-332">
            <a:extLst xmlns:a="http://schemas.openxmlformats.org/drawingml/2006/main">
              <a:ext uri="{FF2B5EF4-FFF2-40B4-BE49-F238E27FC236}">
                <a16:creationId xmlns:a16="http://schemas.microsoft.com/office/drawing/2014/main" id="{5A2255CB-AFDC-4CBF-A574-D749077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1162050"/>
            <a:ext cx="285750" cy="1343025"/>
          </a:xfrm>
          <a:custGeom xmlns:a="http://schemas.openxmlformats.org/drawingml/2006/main">
            <a:pathLst>
              <a:path w="285750" h="1343025">
                <a:moveTo>
                  <a:pt x="0" y="0"/>
                </a:moveTo>
                <a:lnTo>
                  <a:pt x="285750" y="0"/>
                </a:lnTo>
                <a:lnTo>
                  <a:pt x="285750" y="13430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333" name="SEC-032-333">
            <a:extLst xmlns:a="http://schemas.openxmlformats.org/drawingml/2006/main">
              <a:ext uri="{FF2B5EF4-FFF2-40B4-BE49-F238E27FC236}">
                <a16:creationId xmlns:a16="http://schemas.microsoft.com/office/drawing/2014/main" id="{0A42CDD5-7260-43FC-A29D-817092D4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5338" y="2390775"/>
            <a:ext cx="666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34" name="path-334">
            <a:extLst xmlns:a="http://schemas.openxmlformats.org/drawingml/2006/main">
              <a:ext uri="{FF2B5EF4-FFF2-40B4-BE49-F238E27FC236}">
                <a16:creationId xmlns:a16="http://schemas.microsoft.com/office/drawing/2014/main" id="{35EABD4F-3B1A-453C-A35B-EED03F6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203" y="2377808"/>
            <a:ext cx="142945" cy="155842"/>
          </a:xfrm>
          <a:custGeom xmlns:a="http://schemas.openxmlformats.org/drawingml/2006/main">
            <a:pathLst>
              <a:path w="142945" h="155842">
                <a:moveTo>
                  <a:pt x="71472" y="155842"/>
                </a:moveTo>
                <a:lnTo>
                  <a:pt x="0" y="0"/>
                </a:lnTo>
                <a:lnTo>
                  <a:pt x="1429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35" name="SEC-032-335">
            <a:extLst xmlns:a="http://schemas.openxmlformats.org/drawingml/2006/main">
              <a:ext uri="{FF2B5EF4-FFF2-40B4-BE49-F238E27FC236}">
                <a16:creationId xmlns:a16="http://schemas.microsoft.com/office/drawing/2014/main" id="{8CB8AB2B-5D2A-4A12-B334-5D551FD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3167063"/>
            <a:ext cx="1114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36" name="path-336">
            <a:extLst xmlns:a="http://schemas.openxmlformats.org/drawingml/2006/main">
              <a:ext uri="{FF2B5EF4-FFF2-40B4-BE49-F238E27FC236}">
                <a16:creationId xmlns:a16="http://schemas.microsoft.com/office/drawing/2014/main" id="{D3779429-C482-4FDF-B4A3-AF780A5F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1908" y="3128928"/>
            <a:ext cx="155842" cy="142945"/>
          </a:xfrm>
          <a:custGeom xmlns:a="http://schemas.openxmlformats.org/drawingml/2006/main">
            <a:pathLst>
              <a:path w="155842" h="142945">
                <a:moveTo>
                  <a:pt x="155842" y="71472"/>
                </a:moveTo>
                <a:lnTo>
                  <a:pt x="0" y="1429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37" name="SEC-032-337">
            <a:extLst xmlns:a="http://schemas.openxmlformats.org/drawingml/2006/main">
              <a:ext uri="{FF2B5EF4-FFF2-40B4-BE49-F238E27FC236}">
                <a16:creationId xmlns:a16="http://schemas.microsoft.com/office/drawing/2014/main" id="{3B88A359-BD1E-4388-9024-AA20E4D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3462338"/>
            <a:ext cx="1114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38" name="path-338">
            <a:extLst xmlns:a="http://schemas.openxmlformats.org/drawingml/2006/main">
              <a:ext uri="{FF2B5EF4-FFF2-40B4-BE49-F238E27FC236}">
                <a16:creationId xmlns:a16="http://schemas.microsoft.com/office/drawing/2014/main" id="{41F265BF-9BFA-47CB-9C80-D69689D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3424203"/>
            <a:ext cx="155842" cy="142945"/>
          </a:xfrm>
          <a:custGeom xmlns:a="http://schemas.openxmlformats.org/drawingml/2006/main">
            <a:pathLst>
              <a:path w="155842" h="142945">
                <a:moveTo>
                  <a:pt x="0" y="71472"/>
                </a:moveTo>
                <a:lnTo>
                  <a:pt x="155842" y="0"/>
                </a:lnTo>
                <a:lnTo>
                  <a:pt x="155842" y="142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39" name="SEC-032-339">
            <a:extLst xmlns:a="http://schemas.openxmlformats.org/drawingml/2006/main">
              <a:ext uri="{FF2B5EF4-FFF2-40B4-BE49-F238E27FC236}">
                <a16:creationId xmlns:a16="http://schemas.microsoft.com/office/drawing/2014/main" id="{6E70A9D3-DD82-4536-9058-346006E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2724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(q′, r′)</a:t>
            </a:r>
          </a:p>
        </p:txBody>
      </p:sp>
      <p:sp>
        <p:nvSpPr>
          <p:cNvPr id="340" name="SEC-032-340">
            <a:extLst xmlns:a="http://schemas.openxmlformats.org/drawingml/2006/main">
              <a:ext uri="{FF2B5EF4-FFF2-40B4-BE49-F238E27FC236}">
                <a16:creationId xmlns:a16="http://schemas.microsoft.com/office/drawing/2014/main" id="{EAD86FDF-C00D-4CC8-968F-1939AAF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25" y="29622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ZKPVS</a:t>
            </a:r>
          </a:p>
        </p:txBody>
      </p:sp>
      <p:sp>
        <p:nvSpPr>
          <p:cNvPr id="341" name="SEC-032-341">
            <a:extLst xmlns:a="http://schemas.openxmlformats.org/drawingml/2006/main">
              <a:ext uri="{FF2B5EF4-FFF2-40B4-BE49-F238E27FC236}">
                <a16:creationId xmlns:a16="http://schemas.microsoft.com/office/drawing/2014/main" id="{B4A3C666-722B-47DD-B318-EA39EA3E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25700" y="3676650"/>
            <a:ext cx="265748" cy="16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342" name="SEC-032-342">
            <a:extLst xmlns:a="http://schemas.openxmlformats.org/drawingml/2006/main">
              <a:ext uri="{FF2B5EF4-FFF2-40B4-BE49-F238E27FC236}">
                <a16:creationId xmlns:a16="http://schemas.microsoft.com/office/drawing/2014/main" id="{FF9AC729-87DE-40C3-96CE-FE8E2DA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82875" y="3738086"/>
            <a:ext cx="333375" cy="92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66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sapp</a:t>
            </a:r>
          </a:p>
        </p:txBody>
      </p:sp>
      <p:sp>
        <p:nvSpPr>
          <p:cNvPr id="343" name="SEC-032-343">
            <a:extLst xmlns:a="http://schemas.openxmlformats.org/drawingml/2006/main">
              <a:ext uri="{FF2B5EF4-FFF2-40B4-BE49-F238E27FC236}">
                <a16:creationId xmlns:a16="http://schemas.microsoft.com/office/drawing/2014/main" id="{C5CE2D22-A936-45D7-AED2-2855908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9100" y="3676650"/>
            <a:ext cx="9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344" name="SEC-032-344">
            <a:extLst xmlns:a="http://schemas.openxmlformats.org/drawingml/2006/main">
              <a:ext uri="{FF2B5EF4-FFF2-40B4-BE49-F238E27FC236}">
                <a16:creationId xmlns:a16="http://schemas.microsoft.com/office/drawing/2014/main" id="{B144E9DA-EBA9-4AAD-BBED-46435E28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0" y="3676650"/>
            <a:ext cx="265748" cy="16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tkv</a:t>
            </a:r>
          </a:p>
        </p:txBody>
      </p:sp>
      <p:sp>
        <p:nvSpPr>
          <p:cNvPr id="345" name="SEC-032-345">
            <a:extLst xmlns:a="http://schemas.openxmlformats.org/drawingml/2006/main">
              <a:ext uri="{FF2B5EF4-FFF2-40B4-BE49-F238E27FC236}">
                <a16:creationId xmlns:a16="http://schemas.microsoft.com/office/drawing/2014/main" id="{05FA95C3-4715-4D2E-AB9E-30D6AF24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68675" y="3738086"/>
            <a:ext cx="333375" cy="92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66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capp</a:t>
            </a:r>
          </a:p>
        </p:txBody>
      </p:sp>
    </p:spTree>
    <p:extLst>
      <p:ext uri="{BB962C8B-B14F-4D97-AF65-F5344CB8AC3E}">
        <p14:creationId xmlns:p14="http://schemas.microsoft.com/office/powerpoint/2010/main" val="1389040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2026-09-05T15:58:46.8450000Z</dcterms:created>
  <dcterms:modified xsi:type="dcterms:W3CDTF">2026-09-05T15:58:46.8450000Z</dcterms:modified>
</coreProperties>
</file>